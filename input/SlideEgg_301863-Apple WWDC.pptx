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5" r:id="rId7"/>
    <p:sldId id="268" r:id="rId8"/>
    <p:sldId id="270" r:id="rId9"/>
    <p:sldId id="271" r:id="rId10"/>
    <p:sldId id="263" r:id="rId11"/>
    <p:sldId id="356" r:id="rId12"/>
    <p:sldId id="317" r:id="rId13"/>
    <p:sldId id="312" r:id="rId14"/>
    <p:sldId id="2296" r:id="rId15"/>
    <p:sldId id="4099" r:id="rId16"/>
    <p:sldId id="333" r:id="rId17"/>
    <p:sldId id="33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4C4"/>
    <a:srgbClr val="77EE00"/>
    <a:srgbClr val="1C2026"/>
    <a:srgbClr val="22272E"/>
    <a:srgbClr val="ECFFD9"/>
    <a:srgbClr val="3D4651"/>
    <a:srgbClr val="E5E5E5"/>
    <a:srgbClr val="FFFFFF"/>
    <a:srgbClr val="C9FF95"/>
    <a:srgbClr val="272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639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880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76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614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105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83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149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533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139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534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664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13CD61D2-60AA-4000-272B-942BAACBE2C4}"/>
              </a:ext>
            </a:extLst>
          </p:cNvPr>
          <p:cNvSpPr/>
          <p:nvPr userDrawn="1"/>
        </p:nvSpPr>
        <p:spPr>
          <a:xfrm rot="16200000">
            <a:off x="3245425" y="-449928"/>
            <a:ext cx="3309163" cy="8296333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C9C19-5B2E-D5FD-F857-9BA39003DA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198" y="955041"/>
            <a:ext cx="305563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65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6C4793-3A35-F745-9A35-43B8E652DF59}"/>
              </a:ext>
            </a:extLst>
          </p:cNvPr>
          <p:cNvSpPr/>
          <p:nvPr userDrawn="1"/>
        </p:nvSpPr>
        <p:spPr>
          <a:xfrm>
            <a:off x="0" y="4998720"/>
            <a:ext cx="5852160" cy="1859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0BADE7-9732-23EC-83E9-36C349F86F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77" y="1234440"/>
            <a:ext cx="3461178" cy="69984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6F1B02-DE98-BD01-8EF6-24306D280FFB}"/>
              </a:ext>
            </a:extLst>
          </p:cNvPr>
          <p:cNvSpPr/>
          <p:nvPr userDrawn="1"/>
        </p:nvSpPr>
        <p:spPr>
          <a:xfrm>
            <a:off x="5852160" y="4998720"/>
            <a:ext cx="6339840" cy="1859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91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560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370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B80BC-BC23-D473-CCF2-24333279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0603-47D7-479D-83FA-EB9B8E99FE18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B1CB0-FDDE-4577-F2A7-BEF5F659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99C8B-584E-218B-B300-DF0EE553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556A-AB2C-43F0-AC97-6CFE699884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88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81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egg.com/tips-and-tricks-powerpoint-templates" TargetMode="Externa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hyperlink" Target="https://deckez.com/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www.instagram.com/egg_slide/" TargetMode="External"/><Relationship Id="rId12" Type="http://schemas.openxmlformats.org/officeDocument/2006/relationships/image" Target="../media/image20.png"/><Relationship Id="rId2" Type="http://schemas.openxmlformats.org/officeDocument/2006/relationships/hyperlink" Target="twitter:%20https://twitter.com/deckez_official" TargetMode="Externa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png"/><Relationship Id="rId11" Type="http://schemas.openxmlformats.org/officeDocument/2006/relationships/hyperlink" Target="https://www.instagram.com/slide_egg/" TargetMode="External"/><Relationship Id="rId5" Type="http://schemas.openxmlformats.org/officeDocument/2006/relationships/hyperlink" Target="https://www.facebook.com/SlideEgg" TargetMode="External"/><Relationship Id="rId10" Type="http://schemas.openxmlformats.org/officeDocument/2006/relationships/image" Target="../media/image19.png"/><Relationship Id="rId4" Type="http://schemas.openxmlformats.org/officeDocument/2006/relationships/hyperlink" Target="http://www.slideegg.com/" TargetMode="External"/><Relationship Id="rId9" Type="http://schemas.openxmlformats.org/officeDocument/2006/relationships/hyperlink" Target="https://www.youtube.com/channel/UCKevbriFTbpu-nd4NBafPEg" TargetMode="External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raphic 9">
            <a:extLst>
              <a:ext uri="{FF2B5EF4-FFF2-40B4-BE49-F238E27FC236}">
                <a16:creationId xmlns:a16="http://schemas.microsoft.com/office/drawing/2014/main" id="{A1E696F1-471F-D569-41A3-C7466EFFAD9F}"/>
              </a:ext>
            </a:extLst>
          </p:cNvPr>
          <p:cNvSpPr/>
          <p:nvPr/>
        </p:nvSpPr>
        <p:spPr>
          <a:xfrm>
            <a:off x="5230448" y="0"/>
            <a:ext cx="6961551" cy="6858000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bg2">
              <a:alpha val="76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C94042-7E30-47E7-BB16-F55920B0FBBE}"/>
              </a:ext>
            </a:extLst>
          </p:cNvPr>
          <p:cNvSpPr/>
          <p:nvPr/>
        </p:nvSpPr>
        <p:spPr>
          <a:xfrm>
            <a:off x="1" y="6601680"/>
            <a:ext cx="12191999" cy="25632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kern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04C719-EA7C-726B-E16C-5695BDE74ACB}"/>
              </a:ext>
            </a:extLst>
          </p:cNvPr>
          <p:cNvGrpSpPr/>
          <p:nvPr/>
        </p:nvGrpSpPr>
        <p:grpSpPr>
          <a:xfrm>
            <a:off x="6807201" y="398500"/>
            <a:ext cx="4397828" cy="5601015"/>
            <a:chOff x="6807201" y="398500"/>
            <a:chExt cx="4397828" cy="560101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1F25F50-A7A9-A2BE-2C51-48D892A17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3" t="15661" r="32927" b="24233"/>
            <a:stretch>
              <a:fillRect/>
            </a:stretch>
          </p:blipFill>
          <p:spPr>
            <a:xfrm>
              <a:off x="6807201" y="398500"/>
              <a:ext cx="4397828" cy="526997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0918B39-02C2-90B0-4ABF-F0A1A183F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t="32593" r="15626" b="42645"/>
            <a:stretch>
              <a:fillRect/>
            </a:stretch>
          </p:blipFill>
          <p:spPr>
            <a:xfrm>
              <a:off x="7649030" y="5337425"/>
              <a:ext cx="2714171" cy="66209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371C83B-165F-3DF0-C202-1B0B7C3D903D}"/>
              </a:ext>
            </a:extLst>
          </p:cNvPr>
          <p:cNvGrpSpPr/>
          <p:nvPr/>
        </p:nvGrpSpPr>
        <p:grpSpPr>
          <a:xfrm>
            <a:off x="459015" y="1694657"/>
            <a:ext cx="6233884" cy="3468686"/>
            <a:chOff x="459015" y="1694657"/>
            <a:chExt cx="6233884" cy="346868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919EFE-FE5B-8BEE-3103-F7305080B0B2}"/>
                </a:ext>
              </a:extLst>
            </p:cNvPr>
            <p:cNvSpPr txBox="1"/>
            <p:nvPr/>
          </p:nvSpPr>
          <p:spPr>
            <a:xfrm>
              <a:off x="527957" y="1694657"/>
              <a:ext cx="6096000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7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Apple </a:t>
              </a:r>
              <a:r>
                <a:rPr lang="en-IN" sz="9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WWDC26</a:t>
              </a:r>
              <a:endParaRPr lang="en-IN" sz="16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11AE2E-B8DE-E7E8-5B55-FA99340D5652}"/>
                </a:ext>
              </a:extLst>
            </p:cNvPr>
            <p:cNvSpPr txBox="1"/>
            <p:nvPr/>
          </p:nvSpPr>
          <p:spPr>
            <a:xfrm>
              <a:off x="459015" y="4404972"/>
              <a:ext cx="6233884" cy="4717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2850"/>
                </a:lnSpc>
                <a:spcAft>
                  <a:spcPts val="600"/>
                </a:spcAft>
                <a:buNone/>
              </a:pPr>
              <a:r>
                <a:rPr lang="en-IN" sz="2800" i="0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All Systems Glow – Jun 8-12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47D4982-828C-873C-16DD-56B4EB054CC9}"/>
                </a:ext>
              </a:extLst>
            </p:cNvPr>
            <p:cNvSpPr txBox="1"/>
            <p:nvPr/>
          </p:nvSpPr>
          <p:spPr>
            <a:xfrm>
              <a:off x="484415" y="4909427"/>
              <a:ext cx="618308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05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Apple's premier annual event shaping the future of software, AI, and developer innovation.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664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D830C7-65E6-653A-5A95-C7F8724896F7}"/>
              </a:ext>
            </a:extLst>
          </p:cNvPr>
          <p:cNvSpPr/>
          <p:nvPr/>
        </p:nvSpPr>
        <p:spPr>
          <a:xfrm>
            <a:off x="1" y="0"/>
            <a:ext cx="6308724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kern="0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4F638836-253A-9E54-EAB2-12B678C66E7C}"/>
              </a:ext>
            </a:extLst>
          </p:cNvPr>
          <p:cNvSpPr/>
          <p:nvPr/>
        </p:nvSpPr>
        <p:spPr>
          <a:xfrm flipV="1">
            <a:off x="11814660" y="0"/>
            <a:ext cx="377340" cy="1676686"/>
          </a:xfrm>
          <a:prstGeom prst="round2SameRect">
            <a:avLst>
              <a:gd name="adj1" fmla="val 37923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5366F965-38B5-579D-8950-173CCC78BD99}"/>
              </a:ext>
            </a:extLst>
          </p:cNvPr>
          <p:cNvSpPr/>
          <p:nvPr/>
        </p:nvSpPr>
        <p:spPr>
          <a:xfrm>
            <a:off x="-652826" y="0"/>
            <a:ext cx="6961551" cy="6858000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bg2">
              <a:alpha val="76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9117683-3F52-A896-3F74-3F7DDFA4EF95}"/>
              </a:ext>
            </a:extLst>
          </p:cNvPr>
          <p:cNvGrpSpPr/>
          <p:nvPr/>
        </p:nvGrpSpPr>
        <p:grpSpPr>
          <a:xfrm>
            <a:off x="307968" y="1332133"/>
            <a:ext cx="6429828" cy="2638546"/>
            <a:chOff x="399142" y="1869105"/>
            <a:chExt cx="6429828" cy="263854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85E6E6-8B0F-ED1F-203C-D6490C925D84}"/>
                </a:ext>
              </a:extLst>
            </p:cNvPr>
            <p:cNvSpPr txBox="1"/>
            <p:nvPr/>
          </p:nvSpPr>
          <p:spPr>
            <a:xfrm>
              <a:off x="399142" y="1869105"/>
              <a:ext cx="642982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4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What is WWDC?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BA3F6D-52B5-D41F-5DB8-38545D9588B5}"/>
                </a:ext>
              </a:extLst>
            </p:cNvPr>
            <p:cNvSpPr txBox="1"/>
            <p:nvPr/>
          </p:nvSpPr>
          <p:spPr>
            <a:xfrm>
              <a:off x="399142" y="2830012"/>
              <a:ext cx="5101772" cy="167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WWDC (Worldwide Developers Conference) is Apple's premier event for developers, designers, and technology enthusiasts. It showcases upcoming software updates, new development frameworks, and emerging technologies across Apple platforms.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EC1A398-869A-241D-4D5C-EE352A903A95}"/>
              </a:ext>
            </a:extLst>
          </p:cNvPr>
          <p:cNvGrpSpPr/>
          <p:nvPr/>
        </p:nvGrpSpPr>
        <p:grpSpPr>
          <a:xfrm>
            <a:off x="6828970" y="1484073"/>
            <a:ext cx="385226" cy="385226"/>
            <a:chOff x="6828970" y="1484073"/>
            <a:chExt cx="385226" cy="38522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BE2E25D-9E7A-E68D-4852-9744847D2BC4}"/>
                </a:ext>
              </a:extLst>
            </p:cNvPr>
            <p:cNvSpPr/>
            <p:nvPr/>
          </p:nvSpPr>
          <p:spPr>
            <a:xfrm>
              <a:off x="6828970" y="1484073"/>
              <a:ext cx="385226" cy="3852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kern="0" dirty="0">
                <a:latin typeface="Poppins ExtraBold" panose="00000900000000000000" pitchFamily="2" charset="0"/>
                <a:cs typeface="Poppins ExtraBold" panose="00000900000000000000" pitchFamily="2" charset="0"/>
              </a:endParaRPr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917CEAC0-D29B-F66D-E557-4A7491DC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8936" y="1617351"/>
              <a:ext cx="194086" cy="140384"/>
            </a:xfrm>
            <a:custGeom>
              <a:avLst/>
              <a:gdLst>
                <a:gd name="T0" fmla="*/ 7 w 561"/>
                <a:gd name="T1" fmla="*/ 231 h 404"/>
                <a:gd name="T2" fmla="*/ 7 w 561"/>
                <a:gd name="T3" fmla="*/ 231 h 404"/>
                <a:gd name="T4" fmla="*/ 7 w 561"/>
                <a:gd name="T5" fmla="*/ 208 h 404"/>
                <a:gd name="T6" fmla="*/ 30 w 561"/>
                <a:gd name="T7" fmla="*/ 208 h 404"/>
                <a:gd name="T8" fmla="*/ 180 w 561"/>
                <a:gd name="T9" fmla="*/ 358 h 404"/>
                <a:gd name="T10" fmla="*/ 532 w 561"/>
                <a:gd name="T11" fmla="*/ 6 h 404"/>
                <a:gd name="T12" fmla="*/ 555 w 561"/>
                <a:gd name="T13" fmla="*/ 6 h 404"/>
                <a:gd name="T14" fmla="*/ 555 w 561"/>
                <a:gd name="T15" fmla="*/ 6 h 404"/>
                <a:gd name="T16" fmla="*/ 555 w 561"/>
                <a:gd name="T17" fmla="*/ 29 h 404"/>
                <a:gd name="T18" fmla="*/ 180 w 561"/>
                <a:gd name="T19" fmla="*/ 404 h 404"/>
                <a:gd name="T20" fmla="*/ 7 w 561"/>
                <a:gd name="T21" fmla="*/ 23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1" h="404">
                  <a:moveTo>
                    <a:pt x="7" y="231"/>
                  </a:moveTo>
                  <a:cubicBezTo>
                    <a:pt x="7" y="231"/>
                    <a:pt x="7" y="231"/>
                    <a:pt x="7" y="231"/>
                  </a:cubicBezTo>
                  <a:cubicBezTo>
                    <a:pt x="0" y="225"/>
                    <a:pt x="0" y="215"/>
                    <a:pt x="7" y="208"/>
                  </a:cubicBezTo>
                  <a:cubicBezTo>
                    <a:pt x="13" y="202"/>
                    <a:pt x="23" y="202"/>
                    <a:pt x="30" y="208"/>
                  </a:cubicBezTo>
                  <a:cubicBezTo>
                    <a:pt x="180" y="358"/>
                    <a:pt x="180" y="358"/>
                    <a:pt x="180" y="358"/>
                  </a:cubicBezTo>
                  <a:cubicBezTo>
                    <a:pt x="532" y="6"/>
                    <a:pt x="532" y="6"/>
                    <a:pt x="532" y="6"/>
                  </a:cubicBezTo>
                  <a:cubicBezTo>
                    <a:pt x="538" y="0"/>
                    <a:pt x="549" y="0"/>
                    <a:pt x="555" y="6"/>
                  </a:cubicBezTo>
                  <a:cubicBezTo>
                    <a:pt x="555" y="6"/>
                    <a:pt x="555" y="6"/>
                    <a:pt x="555" y="6"/>
                  </a:cubicBezTo>
                  <a:cubicBezTo>
                    <a:pt x="561" y="13"/>
                    <a:pt x="561" y="23"/>
                    <a:pt x="555" y="29"/>
                  </a:cubicBezTo>
                  <a:cubicBezTo>
                    <a:pt x="180" y="404"/>
                    <a:pt x="180" y="404"/>
                    <a:pt x="180" y="404"/>
                  </a:cubicBezTo>
                  <a:lnTo>
                    <a:pt x="7" y="23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kern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CCC3410-386D-559E-B4BC-80FD9821AB78}"/>
              </a:ext>
            </a:extLst>
          </p:cNvPr>
          <p:cNvSpPr txBox="1"/>
          <p:nvPr/>
        </p:nvSpPr>
        <p:spPr>
          <a:xfrm>
            <a:off x="7494675" y="1492020"/>
            <a:ext cx="29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Annual Apple event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44BA9E-A42B-ABE2-C2B3-0FDFA53AA644}"/>
              </a:ext>
            </a:extLst>
          </p:cNvPr>
          <p:cNvSpPr/>
          <p:nvPr/>
        </p:nvSpPr>
        <p:spPr>
          <a:xfrm>
            <a:off x="6828970" y="2534763"/>
            <a:ext cx="385226" cy="3852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kern="0" dirty="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54523AD0-3F93-881C-A545-F35C2C3E145B}"/>
              </a:ext>
            </a:extLst>
          </p:cNvPr>
          <p:cNvSpPr>
            <a:spLocks/>
          </p:cNvSpPr>
          <p:nvPr/>
        </p:nvSpPr>
        <p:spPr bwMode="auto">
          <a:xfrm>
            <a:off x="6928936" y="2668041"/>
            <a:ext cx="194086" cy="140384"/>
          </a:xfrm>
          <a:custGeom>
            <a:avLst/>
            <a:gdLst>
              <a:gd name="T0" fmla="*/ 7 w 561"/>
              <a:gd name="T1" fmla="*/ 231 h 404"/>
              <a:gd name="T2" fmla="*/ 7 w 561"/>
              <a:gd name="T3" fmla="*/ 231 h 404"/>
              <a:gd name="T4" fmla="*/ 7 w 561"/>
              <a:gd name="T5" fmla="*/ 208 h 404"/>
              <a:gd name="T6" fmla="*/ 30 w 561"/>
              <a:gd name="T7" fmla="*/ 208 h 404"/>
              <a:gd name="T8" fmla="*/ 180 w 561"/>
              <a:gd name="T9" fmla="*/ 358 h 404"/>
              <a:gd name="T10" fmla="*/ 532 w 561"/>
              <a:gd name="T11" fmla="*/ 6 h 404"/>
              <a:gd name="T12" fmla="*/ 555 w 561"/>
              <a:gd name="T13" fmla="*/ 6 h 404"/>
              <a:gd name="T14" fmla="*/ 555 w 561"/>
              <a:gd name="T15" fmla="*/ 6 h 404"/>
              <a:gd name="T16" fmla="*/ 555 w 561"/>
              <a:gd name="T17" fmla="*/ 29 h 404"/>
              <a:gd name="T18" fmla="*/ 180 w 561"/>
              <a:gd name="T19" fmla="*/ 404 h 404"/>
              <a:gd name="T20" fmla="*/ 7 w 561"/>
              <a:gd name="T21" fmla="*/ 23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404">
                <a:moveTo>
                  <a:pt x="7" y="231"/>
                </a:moveTo>
                <a:cubicBezTo>
                  <a:pt x="7" y="231"/>
                  <a:pt x="7" y="231"/>
                  <a:pt x="7" y="231"/>
                </a:cubicBezTo>
                <a:cubicBezTo>
                  <a:pt x="0" y="225"/>
                  <a:pt x="0" y="215"/>
                  <a:pt x="7" y="208"/>
                </a:cubicBezTo>
                <a:cubicBezTo>
                  <a:pt x="13" y="202"/>
                  <a:pt x="23" y="202"/>
                  <a:pt x="30" y="208"/>
                </a:cubicBezTo>
                <a:cubicBezTo>
                  <a:pt x="180" y="358"/>
                  <a:pt x="180" y="358"/>
                  <a:pt x="180" y="358"/>
                </a:cubicBezTo>
                <a:cubicBezTo>
                  <a:pt x="532" y="6"/>
                  <a:pt x="532" y="6"/>
                  <a:pt x="532" y="6"/>
                </a:cubicBezTo>
                <a:cubicBezTo>
                  <a:pt x="538" y="0"/>
                  <a:pt x="549" y="0"/>
                  <a:pt x="555" y="6"/>
                </a:cubicBezTo>
                <a:cubicBezTo>
                  <a:pt x="555" y="6"/>
                  <a:pt x="555" y="6"/>
                  <a:pt x="555" y="6"/>
                </a:cubicBezTo>
                <a:cubicBezTo>
                  <a:pt x="561" y="13"/>
                  <a:pt x="561" y="23"/>
                  <a:pt x="555" y="29"/>
                </a:cubicBezTo>
                <a:cubicBezTo>
                  <a:pt x="180" y="404"/>
                  <a:pt x="180" y="404"/>
                  <a:pt x="180" y="404"/>
                </a:cubicBezTo>
                <a:lnTo>
                  <a:pt x="7" y="2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kern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209232-95C0-2BB9-AC8E-4A8049203BC9}"/>
              </a:ext>
            </a:extLst>
          </p:cNvPr>
          <p:cNvSpPr txBox="1"/>
          <p:nvPr/>
        </p:nvSpPr>
        <p:spPr>
          <a:xfrm>
            <a:off x="7494675" y="2542710"/>
            <a:ext cx="366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Software-focused conference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23CBB16-3289-B10D-DCD6-21225A5A3693}"/>
              </a:ext>
            </a:extLst>
          </p:cNvPr>
          <p:cNvSpPr/>
          <p:nvPr/>
        </p:nvSpPr>
        <p:spPr>
          <a:xfrm>
            <a:off x="6828970" y="3585453"/>
            <a:ext cx="385226" cy="3852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kern="0" dirty="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6F7266BC-F34F-5E64-76E5-ACC1B5E26F31}"/>
              </a:ext>
            </a:extLst>
          </p:cNvPr>
          <p:cNvSpPr>
            <a:spLocks/>
          </p:cNvSpPr>
          <p:nvPr/>
        </p:nvSpPr>
        <p:spPr bwMode="auto">
          <a:xfrm>
            <a:off x="6928936" y="3718731"/>
            <a:ext cx="194086" cy="140384"/>
          </a:xfrm>
          <a:custGeom>
            <a:avLst/>
            <a:gdLst>
              <a:gd name="T0" fmla="*/ 7 w 561"/>
              <a:gd name="T1" fmla="*/ 231 h 404"/>
              <a:gd name="T2" fmla="*/ 7 w 561"/>
              <a:gd name="T3" fmla="*/ 231 h 404"/>
              <a:gd name="T4" fmla="*/ 7 w 561"/>
              <a:gd name="T5" fmla="*/ 208 h 404"/>
              <a:gd name="T6" fmla="*/ 30 w 561"/>
              <a:gd name="T7" fmla="*/ 208 h 404"/>
              <a:gd name="T8" fmla="*/ 180 w 561"/>
              <a:gd name="T9" fmla="*/ 358 h 404"/>
              <a:gd name="T10" fmla="*/ 532 w 561"/>
              <a:gd name="T11" fmla="*/ 6 h 404"/>
              <a:gd name="T12" fmla="*/ 555 w 561"/>
              <a:gd name="T13" fmla="*/ 6 h 404"/>
              <a:gd name="T14" fmla="*/ 555 w 561"/>
              <a:gd name="T15" fmla="*/ 6 h 404"/>
              <a:gd name="T16" fmla="*/ 555 w 561"/>
              <a:gd name="T17" fmla="*/ 29 h 404"/>
              <a:gd name="T18" fmla="*/ 180 w 561"/>
              <a:gd name="T19" fmla="*/ 404 h 404"/>
              <a:gd name="T20" fmla="*/ 7 w 561"/>
              <a:gd name="T21" fmla="*/ 23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404">
                <a:moveTo>
                  <a:pt x="7" y="231"/>
                </a:moveTo>
                <a:cubicBezTo>
                  <a:pt x="7" y="231"/>
                  <a:pt x="7" y="231"/>
                  <a:pt x="7" y="231"/>
                </a:cubicBezTo>
                <a:cubicBezTo>
                  <a:pt x="0" y="225"/>
                  <a:pt x="0" y="215"/>
                  <a:pt x="7" y="208"/>
                </a:cubicBezTo>
                <a:cubicBezTo>
                  <a:pt x="13" y="202"/>
                  <a:pt x="23" y="202"/>
                  <a:pt x="30" y="208"/>
                </a:cubicBezTo>
                <a:cubicBezTo>
                  <a:pt x="180" y="358"/>
                  <a:pt x="180" y="358"/>
                  <a:pt x="180" y="358"/>
                </a:cubicBezTo>
                <a:cubicBezTo>
                  <a:pt x="532" y="6"/>
                  <a:pt x="532" y="6"/>
                  <a:pt x="532" y="6"/>
                </a:cubicBezTo>
                <a:cubicBezTo>
                  <a:pt x="538" y="0"/>
                  <a:pt x="549" y="0"/>
                  <a:pt x="555" y="6"/>
                </a:cubicBezTo>
                <a:cubicBezTo>
                  <a:pt x="555" y="6"/>
                  <a:pt x="555" y="6"/>
                  <a:pt x="555" y="6"/>
                </a:cubicBezTo>
                <a:cubicBezTo>
                  <a:pt x="561" y="13"/>
                  <a:pt x="561" y="23"/>
                  <a:pt x="555" y="29"/>
                </a:cubicBezTo>
                <a:cubicBezTo>
                  <a:pt x="180" y="404"/>
                  <a:pt x="180" y="404"/>
                  <a:pt x="180" y="404"/>
                </a:cubicBezTo>
                <a:lnTo>
                  <a:pt x="7" y="2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kern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300892-F5EE-27BB-6064-39CE2FD5669A}"/>
              </a:ext>
            </a:extLst>
          </p:cNvPr>
          <p:cNvSpPr txBox="1"/>
          <p:nvPr/>
        </p:nvSpPr>
        <p:spPr>
          <a:xfrm>
            <a:off x="7494675" y="3593400"/>
            <a:ext cx="366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Global developer participation 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A2D4B8-6E01-B40D-ECBE-DB9DF089D14E}"/>
              </a:ext>
            </a:extLst>
          </p:cNvPr>
          <p:cNvSpPr/>
          <p:nvPr/>
        </p:nvSpPr>
        <p:spPr>
          <a:xfrm>
            <a:off x="6828970" y="4636144"/>
            <a:ext cx="385226" cy="3852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kern="0" dirty="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7B85D9E0-A4EF-F29B-0605-CA2769B99C5D}"/>
              </a:ext>
            </a:extLst>
          </p:cNvPr>
          <p:cNvSpPr>
            <a:spLocks/>
          </p:cNvSpPr>
          <p:nvPr/>
        </p:nvSpPr>
        <p:spPr bwMode="auto">
          <a:xfrm>
            <a:off x="6928936" y="4769422"/>
            <a:ext cx="194086" cy="140384"/>
          </a:xfrm>
          <a:custGeom>
            <a:avLst/>
            <a:gdLst>
              <a:gd name="T0" fmla="*/ 7 w 561"/>
              <a:gd name="T1" fmla="*/ 231 h 404"/>
              <a:gd name="T2" fmla="*/ 7 w 561"/>
              <a:gd name="T3" fmla="*/ 231 h 404"/>
              <a:gd name="T4" fmla="*/ 7 w 561"/>
              <a:gd name="T5" fmla="*/ 208 h 404"/>
              <a:gd name="T6" fmla="*/ 30 w 561"/>
              <a:gd name="T7" fmla="*/ 208 h 404"/>
              <a:gd name="T8" fmla="*/ 180 w 561"/>
              <a:gd name="T9" fmla="*/ 358 h 404"/>
              <a:gd name="T10" fmla="*/ 532 w 561"/>
              <a:gd name="T11" fmla="*/ 6 h 404"/>
              <a:gd name="T12" fmla="*/ 555 w 561"/>
              <a:gd name="T13" fmla="*/ 6 h 404"/>
              <a:gd name="T14" fmla="*/ 555 w 561"/>
              <a:gd name="T15" fmla="*/ 6 h 404"/>
              <a:gd name="T16" fmla="*/ 555 w 561"/>
              <a:gd name="T17" fmla="*/ 29 h 404"/>
              <a:gd name="T18" fmla="*/ 180 w 561"/>
              <a:gd name="T19" fmla="*/ 404 h 404"/>
              <a:gd name="T20" fmla="*/ 7 w 561"/>
              <a:gd name="T21" fmla="*/ 23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404">
                <a:moveTo>
                  <a:pt x="7" y="231"/>
                </a:moveTo>
                <a:cubicBezTo>
                  <a:pt x="7" y="231"/>
                  <a:pt x="7" y="231"/>
                  <a:pt x="7" y="231"/>
                </a:cubicBezTo>
                <a:cubicBezTo>
                  <a:pt x="0" y="225"/>
                  <a:pt x="0" y="215"/>
                  <a:pt x="7" y="208"/>
                </a:cubicBezTo>
                <a:cubicBezTo>
                  <a:pt x="13" y="202"/>
                  <a:pt x="23" y="202"/>
                  <a:pt x="30" y="208"/>
                </a:cubicBezTo>
                <a:cubicBezTo>
                  <a:pt x="180" y="358"/>
                  <a:pt x="180" y="358"/>
                  <a:pt x="180" y="358"/>
                </a:cubicBezTo>
                <a:cubicBezTo>
                  <a:pt x="532" y="6"/>
                  <a:pt x="532" y="6"/>
                  <a:pt x="532" y="6"/>
                </a:cubicBezTo>
                <a:cubicBezTo>
                  <a:pt x="538" y="0"/>
                  <a:pt x="549" y="0"/>
                  <a:pt x="555" y="6"/>
                </a:cubicBezTo>
                <a:cubicBezTo>
                  <a:pt x="555" y="6"/>
                  <a:pt x="555" y="6"/>
                  <a:pt x="555" y="6"/>
                </a:cubicBezTo>
                <a:cubicBezTo>
                  <a:pt x="561" y="13"/>
                  <a:pt x="561" y="23"/>
                  <a:pt x="555" y="29"/>
                </a:cubicBezTo>
                <a:cubicBezTo>
                  <a:pt x="180" y="404"/>
                  <a:pt x="180" y="404"/>
                  <a:pt x="180" y="404"/>
                </a:cubicBezTo>
                <a:lnTo>
                  <a:pt x="7" y="2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kern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E3A030-6E7A-D91D-11A1-062CAC2697F3}"/>
              </a:ext>
            </a:extLst>
          </p:cNvPr>
          <p:cNvSpPr txBox="1"/>
          <p:nvPr/>
        </p:nvSpPr>
        <p:spPr>
          <a:xfrm>
            <a:off x="7494675" y="4644091"/>
            <a:ext cx="4564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Technology and innovation showcase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C1FC68C-2606-3FC9-2E4E-6345CFF24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2" t="32593" r="15626" b="42645"/>
          <a:stretch>
            <a:fillRect/>
          </a:stretch>
        </p:blipFill>
        <p:spPr>
          <a:xfrm>
            <a:off x="141483" y="4769422"/>
            <a:ext cx="5617090" cy="137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4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pple kicks off Worldwide Developers Conference on June 8 - Apple (IN)">
            <a:extLst>
              <a:ext uri="{FF2B5EF4-FFF2-40B4-BE49-F238E27FC236}">
                <a16:creationId xmlns:a16="http://schemas.microsoft.com/office/drawing/2014/main" id="{F5AC204E-AD45-ADCD-329E-B6D27956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09" t="1408" r="9467" b="-1408"/>
          <a:stretch>
            <a:fillRect/>
          </a:stretch>
        </p:blipFill>
        <p:spPr>
          <a:xfrm>
            <a:off x="6955380" y="0"/>
            <a:ext cx="5342554" cy="3768725"/>
          </a:xfrm>
          <a:prstGeom prst="rect">
            <a:avLst/>
          </a:prstGeom>
        </p:spPr>
      </p:pic>
      <p:sp>
        <p:nvSpPr>
          <p:cNvPr id="12" name="Graphic 9">
            <a:extLst>
              <a:ext uri="{FF2B5EF4-FFF2-40B4-BE49-F238E27FC236}">
                <a16:creationId xmlns:a16="http://schemas.microsoft.com/office/drawing/2014/main" id="{0FC47ECF-52C7-BD16-9E9A-B3A2EC8E3DEC}"/>
              </a:ext>
            </a:extLst>
          </p:cNvPr>
          <p:cNvSpPr/>
          <p:nvPr/>
        </p:nvSpPr>
        <p:spPr>
          <a:xfrm flipH="1">
            <a:off x="-6171" y="14515"/>
            <a:ext cx="6961551" cy="6858000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bg2">
              <a:lumMod val="90000"/>
              <a:alpha val="88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5E27461D-438F-D948-9A05-E9228AFE1F6A}"/>
              </a:ext>
            </a:extLst>
          </p:cNvPr>
          <p:cNvSpPr/>
          <p:nvPr/>
        </p:nvSpPr>
        <p:spPr>
          <a:xfrm>
            <a:off x="11509844" y="5181314"/>
            <a:ext cx="377340" cy="1676686"/>
          </a:xfrm>
          <a:prstGeom prst="round2SameRect">
            <a:avLst>
              <a:gd name="adj1" fmla="val 37923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E064A-61D2-D116-B04E-4288B20F834C}"/>
              </a:ext>
            </a:extLst>
          </p:cNvPr>
          <p:cNvSpPr txBox="1"/>
          <p:nvPr/>
        </p:nvSpPr>
        <p:spPr>
          <a:xfrm>
            <a:off x="221342" y="1161087"/>
            <a:ext cx="6223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latin typeface="Poppins" panose="00000500000000000000" pitchFamily="2" charset="0"/>
                <a:cs typeface="Poppins" panose="00000500000000000000" pitchFamily="2" charset="0"/>
              </a:rPr>
              <a:t>Why WWDC Matters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26F903-A2AC-AAE4-C9FB-992595363011}"/>
              </a:ext>
            </a:extLst>
          </p:cNvPr>
          <p:cNvSpPr txBox="1"/>
          <p:nvPr/>
        </p:nvSpPr>
        <p:spPr>
          <a:xfrm>
            <a:off x="255814" y="2219023"/>
            <a:ext cx="6154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WWDC plays a crucial role in defining Apple's technology roadmap and enabling developers to build next-generation applications.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AE81E3C-FE92-42A9-3AEF-DAC91EC386E5}"/>
              </a:ext>
            </a:extLst>
          </p:cNvPr>
          <p:cNvSpPr/>
          <p:nvPr/>
        </p:nvSpPr>
        <p:spPr>
          <a:xfrm>
            <a:off x="5799017" y="3429000"/>
            <a:ext cx="2312727" cy="2389909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4BB5B25-2EE1-DCBA-2EA5-EBA014635BDF}"/>
              </a:ext>
            </a:extLst>
          </p:cNvPr>
          <p:cNvSpPr/>
          <p:nvPr/>
        </p:nvSpPr>
        <p:spPr>
          <a:xfrm>
            <a:off x="8587502" y="3429000"/>
            <a:ext cx="2312727" cy="2389909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7E0EB0-D8D5-ED59-0B97-9EB5E9C550FF}"/>
              </a:ext>
            </a:extLst>
          </p:cNvPr>
          <p:cNvSpPr/>
          <p:nvPr/>
        </p:nvSpPr>
        <p:spPr>
          <a:xfrm>
            <a:off x="221694" y="3429000"/>
            <a:ext cx="2312727" cy="2389909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371FB4-CD36-FA6C-3960-1A6397F565EB}"/>
              </a:ext>
            </a:extLst>
          </p:cNvPr>
          <p:cNvSpPr/>
          <p:nvPr/>
        </p:nvSpPr>
        <p:spPr>
          <a:xfrm>
            <a:off x="3010532" y="3429000"/>
            <a:ext cx="2312727" cy="2389909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74867F-7A0F-0F1A-F7AC-99B5B7F293F1}"/>
              </a:ext>
            </a:extLst>
          </p:cNvPr>
          <p:cNvSpPr txBox="1"/>
          <p:nvPr/>
        </p:nvSpPr>
        <p:spPr>
          <a:xfrm>
            <a:off x="356614" y="4116123"/>
            <a:ext cx="20428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Early access to new technologies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C6B73-AB9B-BCCB-44CD-7DB8FA7E3530}"/>
              </a:ext>
            </a:extLst>
          </p:cNvPr>
          <p:cNvSpPr txBox="1"/>
          <p:nvPr/>
        </p:nvSpPr>
        <p:spPr>
          <a:xfrm>
            <a:off x="3145451" y="4116123"/>
            <a:ext cx="20428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Developer education and training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76FEA1-F69E-ECA9-D8FD-367C934A4366}"/>
              </a:ext>
            </a:extLst>
          </p:cNvPr>
          <p:cNvSpPr txBox="1"/>
          <p:nvPr/>
        </p:nvSpPr>
        <p:spPr>
          <a:xfrm>
            <a:off x="5933936" y="4116123"/>
            <a:ext cx="20428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Innovation across Apple platforms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692F81-C841-58EE-B1B2-376401F4CB5C}"/>
              </a:ext>
            </a:extLst>
          </p:cNvPr>
          <p:cNvSpPr txBox="1"/>
          <p:nvPr/>
        </p:nvSpPr>
        <p:spPr>
          <a:xfrm>
            <a:off x="8587500" y="4116123"/>
            <a:ext cx="23127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Industry-leading software announcements</a:t>
            </a:r>
          </a:p>
        </p:txBody>
      </p:sp>
    </p:spTree>
    <p:extLst>
      <p:ext uri="{BB962C8B-B14F-4D97-AF65-F5344CB8AC3E}">
        <p14:creationId xmlns:p14="http://schemas.microsoft.com/office/powerpoint/2010/main" val="252497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D4092DF-2DB3-998F-FE39-6DF9B9734330}"/>
              </a:ext>
            </a:extLst>
          </p:cNvPr>
          <p:cNvGrpSpPr/>
          <p:nvPr/>
        </p:nvGrpSpPr>
        <p:grpSpPr>
          <a:xfrm>
            <a:off x="963196" y="501161"/>
            <a:ext cx="4397828" cy="5601015"/>
            <a:chOff x="6807201" y="398500"/>
            <a:chExt cx="4397828" cy="5601015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0272EC24-FF8B-E320-7E50-45B3229A2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3" t="15661" r="32927" b="24233"/>
            <a:stretch>
              <a:fillRect/>
            </a:stretch>
          </p:blipFill>
          <p:spPr>
            <a:xfrm>
              <a:off x="6807201" y="398500"/>
              <a:ext cx="4397828" cy="5269970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6BF09CAB-24DF-AE2A-A806-5192D333B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t="32593" r="15626" b="42645"/>
            <a:stretch>
              <a:fillRect/>
            </a:stretch>
          </p:blipFill>
          <p:spPr>
            <a:xfrm>
              <a:off x="7649030" y="5337425"/>
              <a:ext cx="2714171" cy="662090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1B6AFB-4852-8FC6-7C1E-C9C26C78E12A}"/>
              </a:ext>
            </a:extLst>
          </p:cNvPr>
          <p:cNvSpPr/>
          <p:nvPr/>
        </p:nvSpPr>
        <p:spPr>
          <a:xfrm>
            <a:off x="-1" y="0"/>
            <a:ext cx="6734629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1297EC3D-3EB7-E111-AD5D-8A43242A011E}"/>
              </a:ext>
            </a:extLst>
          </p:cNvPr>
          <p:cNvSpPr/>
          <p:nvPr/>
        </p:nvSpPr>
        <p:spPr>
          <a:xfrm flipV="1">
            <a:off x="12003330" y="0"/>
            <a:ext cx="377340" cy="1676686"/>
          </a:xfrm>
          <a:prstGeom prst="round2SameRect">
            <a:avLst>
              <a:gd name="adj1" fmla="val 37923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DE5ED82-B9F3-C181-4A35-699DAEC2FDEC}"/>
              </a:ext>
            </a:extLst>
          </p:cNvPr>
          <p:cNvGrpSpPr/>
          <p:nvPr/>
        </p:nvGrpSpPr>
        <p:grpSpPr>
          <a:xfrm>
            <a:off x="611913" y="1003547"/>
            <a:ext cx="5566476" cy="2444451"/>
            <a:chOff x="172790" y="1991150"/>
            <a:chExt cx="4369294" cy="24444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B989C1-D575-0A6E-4A0E-A00D0837990C}"/>
                </a:ext>
              </a:extLst>
            </p:cNvPr>
            <p:cNvSpPr txBox="1"/>
            <p:nvPr/>
          </p:nvSpPr>
          <p:spPr>
            <a:xfrm>
              <a:off x="172790" y="1991150"/>
              <a:ext cx="4369294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4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Software Innovations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4C008C-0A6C-E787-C931-E8321329BD58}"/>
                </a:ext>
              </a:extLst>
            </p:cNvPr>
            <p:cNvSpPr txBox="1"/>
            <p:nvPr/>
          </p:nvSpPr>
          <p:spPr>
            <a:xfrm>
              <a:off x="172790" y="3604604"/>
              <a:ext cx="411865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WWDC introduces major software enhancements that improve performance, security, productivity, and usability.</a:t>
              </a:r>
            </a:p>
          </p:txBody>
        </p:sp>
      </p:grpSp>
      <p:sp>
        <p:nvSpPr>
          <p:cNvPr id="28" name="Graphic 9">
            <a:extLst>
              <a:ext uri="{FF2B5EF4-FFF2-40B4-BE49-F238E27FC236}">
                <a16:creationId xmlns:a16="http://schemas.microsoft.com/office/drawing/2014/main" id="{C0A07D79-37C9-7C58-CC1D-5E9E7CA8CE87}"/>
              </a:ext>
            </a:extLst>
          </p:cNvPr>
          <p:cNvSpPr/>
          <p:nvPr/>
        </p:nvSpPr>
        <p:spPr>
          <a:xfrm>
            <a:off x="5230448" y="0"/>
            <a:ext cx="6961551" cy="6858000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tx1">
              <a:alpha val="22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F625E00-8432-43FD-09E5-6ADB86618DF1}"/>
              </a:ext>
            </a:extLst>
          </p:cNvPr>
          <p:cNvGrpSpPr/>
          <p:nvPr/>
        </p:nvGrpSpPr>
        <p:grpSpPr>
          <a:xfrm>
            <a:off x="6360766" y="724248"/>
            <a:ext cx="3991945" cy="5641735"/>
            <a:chOff x="4426341" y="608133"/>
            <a:chExt cx="3991945" cy="564173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158525A-323A-AE3F-68BF-36170B83E662}"/>
                </a:ext>
              </a:extLst>
            </p:cNvPr>
            <p:cNvGrpSpPr/>
            <p:nvPr/>
          </p:nvGrpSpPr>
          <p:grpSpPr>
            <a:xfrm>
              <a:off x="4426341" y="608133"/>
              <a:ext cx="726992" cy="5641735"/>
              <a:chOff x="4479841" y="845235"/>
              <a:chExt cx="619993" cy="4957181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DD533BC0-146B-3CA6-F1A6-A6EB0633260D}"/>
                  </a:ext>
                </a:extLst>
              </p:cNvPr>
              <p:cNvSpPr/>
              <p:nvPr/>
            </p:nvSpPr>
            <p:spPr>
              <a:xfrm>
                <a:off x="4479842" y="3013829"/>
                <a:ext cx="619991" cy="619991"/>
              </a:xfrm>
              <a:prstGeom prst="roundRect">
                <a:avLst>
                  <a:gd name="adj" fmla="val 2169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kern="0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B1278F28-AC0A-5AC8-8ABF-79767ABA5B9A}"/>
                  </a:ext>
                </a:extLst>
              </p:cNvPr>
              <p:cNvSpPr/>
              <p:nvPr/>
            </p:nvSpPr>
            <p:spPr>
              <a:xfrm>
                <a:off x="4479843" y="1929532"/>
                <a:ext cx="619991" cy="619991"/>
              </a:xfrm>
              <a:prstGeom prst="roundRect">
                <a:avLst>
                  <a:gd name="adj" fmla="val 2169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kern="0" dirty="0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99B20DD-8274-5B4D-CC70-C5E68064EFE1}"/>
                  </a:ext>
                </a:extLst>
              </p:cNvPr>
              <p:cNvSpPr/>
              <p:nvPr/>
            </p:nvSpPr>
            <p:spPr>
              <a:xfrm>
                <a:off x="4479841" y="4098126"/>
                <a:ext cx="619991" cy="619991"/>
              </a:xfrm>
              <a:prstGeom prst="roundRect">
                <a:avLst>
                  <a:gd name="adj" fmla="val 2169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kern="0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96649414-E8D7-0885-EF28-F43413AD0492}"/>
                  </a:ext>
                </a:extLst>
              </p:cNvPr>
              <p:cNvSpPr/>
              <p:nvPr/>
            </p:nvSpPr>
            <p:spPr>
              <a:xfrm>
                <a:off x="4479841" y="5182425"/>
                <a:ext cx="619991" cy="619991"/>
              </a:xfrm>
              <a:prstGeom prst="roundRect">
                <a:avLst>
                  <a:gd name="adj" fmla="val 2169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kern="0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13417B25-13F1-1983-DB4B-6AFCA7C81437}"/>
                  </a:ext>
                </a:extLst>
              </p:cNvPr>
              <p:cNvSpPr/>
              <p:nvPr/>
            </p:nvSpPr>
            <p:spPr>
              <a:xfrm>
                <a:off x="4479842" y="845235"/>
                <a:ext cx="619991" cy="619991"/>
              </a:xfrm>
              <a:prstGeom prst="roundRect">
                <a:avLst>
                  <a:gd name="adj" fmla="val 2169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kern="0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1987669-C5E7-8D44-2075-51E030C65F63}"/>
                </a:ext>
              </a:extLst>
            </p:cNvPr>
            <p:cNvSpPr txBox="1"/>
            <p:nvPr/>
          </p:nvSpPr>
          <p:spPr>
            <a:xfrm>
              <a:off x="5518089" y="760882"/>
              <a:ext cx="290019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User Experience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24FE087-692C-53CF-2F31-573A5E56054D}"/>
                </a:ext>
              </a:extLst>
            </p:cNvPr>
            <p:cNvSpPr txBox="1"/>
            <p:nvPr/>
          </p:nvSpPr>
          <p:spPr>
            <a:xfrm>
              <a:off x="5518089" y="3228945"/>
              <a:ext cx="290019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Performance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59F974-736D-CD45-F969-4213576E6AD2}"/>
                </a:ext>
              </a:extLst>
            </p:cNvPr>
            <p:cNvSpPr txBox="1"/>
            <p:nvPr/>
          </p:nvSpPr>
          <p:spPr>
            <a:xfrm>
              <a:off x="5518089" y="1994913"/>
              <a:ext cx="290019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Security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E319A8D-C070-5F1A-F4C1-465C21DED21D}"/>
                </a:ext>
              </a:extLst>
            </p:cNvPr>
            <p:cNvSpPr txBox="1"/>
            <p:nvPr/>
          </p:nvSpPr>
          <p:spPr>
            <a:xfrm>
              <a:off x="5518089" y="4462976"/>
              <a:ext cx="290019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Accessibility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C13C450-3EDA-4982-84FA-5373FD569729}"/>
                </a:ext>
              </a:extLst>
            </p:cNvPr>
            <p:cNvSpPr txBox="1"/>
            <p:nvPr/>
          </p:nvSpPr>
          <p:spPr>
            <a:xfrm>
              <a:off x="5518089" y="5697009"/>
              <a:ext cx="290019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>
                  <a:latin typeface="Poppins" panose="00000500000000000000" pitchFamily="2" charset="0"/>
                  <a:cs typeface="Poppins" panose="00000500000000000000" pitchFamily="2" charset="0"/>
                </a:rPr>
                <a:t>Productivity Tools </a:t>
              </a:r>
            </a:p>
          </p:txBody>
        </p:sp>
      </p:grpSp>
      <p:pic>
        <p:nvPicPr>
          <p:cNvPr id="51" name="Picture 50" descr="User experience Detailed Rounded Lineal icon | Freepik">
            <a:extLst>
              <a:ext uri="{FF2B5EF4-FFF2-40B4-BE49-F238E27FC236}">
                <a16:creationId xmlns:a16="http://schemas.microsoft.com/office/drawing/2014/main" id="{DA0704A3-A698-48F7-C301-581B90971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252" y="847969"/>
            <a:ext cx="437894" cy="437894"/>
          </a:xfrm>
          <a:prstGeom prst="rect">
            <a:avLst/>
          </a:prstGeom>
        </p:spPr>
      </p:pic>
      <p:pic>
        <p:nvPicPr>
          <p:cNvPr id="52" name="Picture 51" descr="Download Free Security Icons in PNG &amp; SVG | Magnific">
            <a:extLst>
              <a:ext uri="{FF2B5EF4-FFF2-40B4-BE49-F238E27FC236}">
                <a16:creationId xmlns:a16="http://schemas.microsoft.com/office/drawing/2014/main" id="{8A75B294-725E-47F4-00DD-22C8F3E76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732" y="2095554"/>
            <a:ext cx="439058" cy="439058"/>
          </a:xfrm>
          <a:prstGeom prst="rect">
            <a:avLst/>
          </a:prstGeom>
        </p:spPr>
      </p:pic>
      <p:pic>
        <p:nvPicPr>
          <p:cNvPr id="53" name="Picture 52" descr="Performance - Free business icons">
            <a:extLst>
              <a:ext uri="{FF2B5EF4-FFF2-40B4-BE49-F238E27FC236}">
                <a16:creationId xmlns:a16="http://schemas.microsoft.com/office/drawing/2014/main" id="{B046BA98-3647-08B0-EBE0-D00DCEFEEC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0176" y="3281032"/>
            <a:ext cx="478456" cy="478456"/>
          </a:xfrm>
          <a:prstGeom prst="rect">
            <a:avLst/>
          </a:prstGeom>
        </p:spPr>
      </p:pic>
      <p:pic>
        <p:nvPicPr>
          <p:cNvPr id="54" name="Picture 53" descr="Accessibility - Free icons">
            <a:extLst>
              <a:ext uri="{FF2B5EF4-FFF2-40B4-BE49-F238E27FC236}">
                <a16:creationId xmlns:a16="http://schemas.microsoft.com/office/drawing/2014/main" id="{392CBE75-FD61-BF69-D3AE-1601E4EB73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4749" y="4537566"/>
            <a:ext cx="519041" cy="519041"/>
          </a:xfrm>
          <a:prstGeom prst="rect">
            <a:avLst/>
          </a:prstGeom>
        </p:spPr>
      </p:pic>
      <p:pic>
        <p:nvPicPr>
          <p:cNvPr id="55" name="Picture 54" descr="Productivity-Tools Icons - Free SVG &amp; PNG Productivity-Tools ...">
            <a:extLst>
              <a:ext uri="{FF2B5EF4-FFF2-40B4-BE49-F238E27FC236}">
                <a16:creationId xmlns:a16="http://schemas.microsoft.com/office/drawing/2014/main" id="{10F47971-BB38-2194-0389-BFE23E53D4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708" y="5721905"/>
            <a:ext cx="593391" cy="59339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8DBD14F-E037-5C0B-2E4A-5627FD85A6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53" b="29115"/>
          <a:stretch>
            <a:fillRect/>
          </a:stretch>
        </p:blipFill>
        <p:spPr>
          <a:xfrm>
            <a:off x="92146" y="3869005"/>
            <a:ext cx="5915490" cy="2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77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raphic 9">
            <a:extLst>
              <a:ext uri="{FF2B5EF4-FFF2-40B4-BE49-F238E27FC236}">
                <a16:creationId xmlns:a16="http://schemas.microsoft.com/office/drawing/2014/main" id="{821FD5B2-3552-428E-6B19-D2A9548429D4}"/>
              </a:ext>
            </a:extLst>
          </p:cNvPr>
          <p:cNvSpPr/>
          <p:nvPr/>
        </p:nvSpPr>
        <p:spPr>
          <a:xfrm flipH="1">
            <a:off x="-6171" y="14515"/>
            <a:ext cx="6961551" cy="6858000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bg2">
              <a:lumMod val="90000"/>
              <a:alpha val="88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B4FB63-5BCD-1FD4-E66C-7C54DCEF7F16}"/>
              </a:ext>
            </a:extLst>
          </p:cNvPr>
          <p:cNvSpPr/>
          <p:nvPr/>
        </p:nvSpPr>
        <p:spPr>
          <a:xfrm>
            <a:off x="7110412" y="0"/>
            <a:ext cx="5081588" cy="18184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D3EB75-F02F-4C23-FCE6-F19225DFD5E2}"/>
              </a:ext>
            </a:extLst>
          </p:cNvPr>
          <p:cNvSpPr/>
          <p:nvPr/>
        </p:nvSpPr>
        <p:spPr>
          <a:xfrm>
            <a:off x="0" y="3175776"/>
            <a:ext cx="5921843" cy="331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B1D3B7-FF06-9D4A-E5BA-5402BEEC5C78}"/>
              </a:ext>
            </a:extLst>
          </p:cNvPr>
          <p:cNvSpPr txBox="1"/>
          <p:nvPr/>
        </p:nvSpPr>
        <p:spPr>
          <a:xfrm>
            <a:off x="925287" y="3976466"/>
            <a:ext cx="3802080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176713" algn="l"/>
              </a:tabLst>
            </a:pPr>
            <a:r>
              <a:rPr lang="en-IN" kern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Artificial Intelligence is becoming a key part of Apple's ecosystem, helping users work smarter and more efficiently.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E6432-3092-662D-2C85-40A5A0A3A843}"/>
              </a:ext>
            </a:extLst>
          </p:cNvPr>
          <p:cNvSpPr txBox="1"/>
          <p:nvPr/>
        </p:nvSpPr>
        <p:spPr>
          <a:xfrm>
            <a:off x="228682" y="1136966"/>
            <a:ext cx="5583527" cy="142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tabLst>
                <a:tab pos="4176713" algn="l"/>
              </a:tabLst>
            </a:pPr>
            <a:r>
              <a:rPr lang="en-IN" sz="4800" b="1" kern="0" dirty="0">
                <a:latin typeface="Poppins" panose="00000500000000000000" pitchFamily="2" charset="0"/>
                <a:cs typeface="Poppins" panose="00000500000000000000" pitchFamily="2" charset="0"/>
              </a:rPr>
              <a:t>Apple Intelligence &amp; AI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20AA28-3B2F-4D37-FF22-8521DC0D5C82}"/>
              </a:ext>
            </a:extLst>
          </p:cNvPr>
          <p:cNvGrpSpPr/>
          <p:nvPr/>
        </p:nvGrpSpPr>
        <p:grpSpPr>
          <a:xfrm>
            <a:off x="6027964" y="3758067"/>
            <a:ext cx="6233886" cy="2588677"/>
            <a:chOff x="6252028" y="3917524"/>
            <a:chExt cx="6233886" cy="25886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E43201-DD67-1447-2BD5-E4343A7ABFC0}"/>
                </a:ext>
              </a:extLst>
            </p:cNvPr>
            <p:cNvSpPr txBox="1"/>
            <p:nvPr/>
          </p:nvSpPr>
          <p:spPr>
            <a:xfrm>
              <a:off x="6310086" y="3917524"/>
              <a:ext cx="6117770" cy="2130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Courier New" panose="02070309020205020404" pitchFamily="49" charset="0"/>
                <a:buChar char="o"/>
                <a:tabLst>
                  <a:tab pos="4176713" algn="l"/>
                </a:tabLst>
              </a:pPr>
              <a:r>
                <a:rPr lang="en-IN" kern="0" dirty="0">
                  <a:latin typeface="Poppins" panose="00000500000000000000" pitchFamily="2" charset="0"/>
                  <a:cs typeface="Poppins" panose="00000500000000000000" pitchFamily="2" charset="0"/>
                </a:rPr>
                <a:t>Smart Writing Assistance </a:t>
              </a:r>
            </a:p>
            <a:p>
              <a:pPr marL="285750" indent="-285750">
                <a:lnSpc>
                  <a:spcPct val="150000"/>
                </a:lnSpc>
                <a:buFont typeface="Courier New" panose="02070309020205020404" pitchFamily="49" charset="0"/>
                <a:buChar char="o"/>
                <a:tabLst>
                  <a:tab pos="4176713" algn="l"/>
                </a:tabLst>
              </a:pPr>
              <a:r>
                <a:rPr lang="en-IN" kern="0" dirty="0">
                  <a:latin typeface="Poppins" panose="00000500000000000000" pitchFamily="2" charset="0"/>
                  <a:cs typeface="Poppins" panose="00000500000000000000" pitchFamily="2" charset="0"/>
                </a:rPr>
                <a:t>Intelligent Recommendations </a:t>
              </a:r>
            </a:p>
            <a:p>
              <a:pPr marL="285750" indent="-285750">
                <a:lnSpc>
                  <a:spcPct val="150000"/>
                </a:lnSpc>
                <a:buFont typeface="Courier New" panose="02070309020205020404" pitchFamily="49" charset="0"/>
                <a:buChar char="o"/>
                <a:tabLst>
                  <a:tab pos="4176713" algn="l"/>
                </a:tabLst>
              </a:pPr>
              <a:r>
                <a:rPr lang="en-IN" kern="0" dirty="0">
                  <a:latin typeface="Poppins" panose="00000500000000000000" pitchFamily="2" charset="0"/>
                  <a:cs typeface="Poppins" panose="00000500000000000000" pitchFamily="2" charset="0"/>
                </a:rPr>
                <a:t>Content Summarization </a:t>
              </a:r>
            </a:p>
            <a:p>
              <a:pPr marL="285750" indent="-285750">
                <a:lnSpc>
                  <a:spcPct val="150000"/>
                </a:lnSpc>
                <a:buFont typeface="Courier New" panose="02070309020205020404" pitchFamily="49" charset="0"/>
                <a:buChar char="o"/>
                <a:tabLst>
                  <a:tab pos="4176713" algn="l"/>
                </a:tabLst>
              </a:pPr>
              <a:r>
                <a:rPr lang="en-IN" kern="0" dirty="0">
                  <a:latin typeface="Poppins" panose="00000500000000000000" pitchFamily="2" charset="0"/>
                  <a:cs typeface="Poppins" panose="00000500000000000000" pitchFamily="2" charset="0"/>
                </a:rPr>
                <a:t>Context-Aware Actions </a:t>
              </a:r>
            </a:p>
            <a:p>
              <a:pPr marL="285750" indent="-285750">
                <a:lnSpc>
                  <a:spcPct val="150000"/>
                </a:lnSpc>
                <a:buFont typeface="Courier New" panose="02070309020205020404" pitchFamily="49" charset="0"/>
                <a:buChar char="o"/>
                <a:tabLst>
                  <a:tab pos="4176713" algn="l"/>
                </a:tabLst>
              </a:pPr>
              <a:r>
                <a:rPr lang="en-IN" kern="0" dirty="0">
                  <a:latin typeface="Poppins" panose="00000500000000000000" pitchFamily="2" charset="0"/>
                  <a:cs typeface="Poppins" panose="00000500000000000000" pitchFamily="2" charset="0"/>
                </a:rPr>
                <a:t>Personalized User Experiences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A3D20F-A121-F2C2-EED0-C984128E7C67}"/>
                </a:ext>
              </a:extLst>
            </p:cNvPr>
            <p:cNvSpPr txBox="1"/>
            <p:nvPr/>
          </p:nvSpPr>
          <p:spPr>
            <a:xfrm>
              <a:off x="6252028" y="6246130"/>
              <a:ext cx="6233886" cy="2600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None/>
                <a:tabLst>
                  <a:tab pos="4176713" algn="l"/>
                </a:tabLst>
              </a:pPr>
              <a:r>
                <a:rPr lang="en-IN" sz="1200" kern="0" dirty="0">
                  <a:latin typeface="Poppins" panose="00000500000000000000" pitchFamily="2" charset="0"/>
                  <a:cs typeface="Poppins" panose="00000500000000000000" pitchFamily="2" charset="0"/>
                </a:rPr>
                <a:t>The goal is to help users work faster while maintaining privacy and security.</a:t>
              </a:r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D9EE2477-8713-B587-BECF-1E8363468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843" y="-1"/>
            <a:ext cx="6270158" cy="309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31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raphic 9">
            <a:extLst>
              <a:ext uri="{FF2B5EF4-FFF2-40B4-BE49-F238E27FC236}">
                <a16:creationId xmlns:a16="http://schemas.microsoft.com/office/drawing/2014/main" id="{1F28F0EC-6254-BCF2-E286-6BB3088D5F3F}"/>
              </a:ext>
            </a:extLst>
          </p:cNvPr>
          <p:cNvSpPr/>
          <p:nvPr/>
        </p:nvSpPr>
        <p:spPr>
          <a:xfrm>
            <a:off x="5361947" y="-43543"/>
            <a:ext cx="6961551" cy="6858000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bg2">
              <a:lumMod val="90000"/>
              <a:alpha val="88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58" name="Picture 57" descr="WWDC26 - Apple Developer">
            <a:extLst>
              <a:ext uri="{FF2B5EF4-FFF2-40B4-BE49-F238E27FC236}">
                <a16:creationId xmlns:a16="http://schemas.microsoft.com/office/drawing/2014/main" id="{DA1FA4DA-3DFB-FBBC-4861-49183A1D4B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27621" r="10965"/>
          <a:stretch>
            <a:fillRect/>
          </a:stretch>
        </p:blipFill>
        <p:spPr>
          <a:xfrm>
            <a:off x="116113" y="0"/>
            <a:ext cx="8476343" cy="6900988"/>
          </a:xfrm>
          <a:prstGeom prst="rect">
            <a:avLst/>
          </a:prstGeom>
        </p:spPr>
      </p:pic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0C70633E-2ED2-930D-0703-D0CB5C39D885}"/>
              </a:ext>
            </a:extLst>
          </p:cNvPr>
          <p:cNvSpPr/>
          <p:nvPr/>
        </p:nvSpPr>
        <p:spPr>
          <a:xfrm rot="5400000" flipV="1">
            <a:off x="7239000" y="1905000"/>
            <a:ext cx="3616960" cy="6289040"/>
          </a:xfrm>
          <a:prstGeom prst="round2SameRect">
            <a:avLst>
              <a:gd name="adj1" fmla="val 13197"/>
              <a:gd name="adj2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5B3B82F5-5EBC-488C-D433-D34716DA39BE}"/>
              </a:ext>
            </a:extLst>
          </p:cNvPr>
          <p:cNvSpPr/>
          <p:nvPr/>
        </p:nvSpPr>
        <p:spPr>
          <a:xfrm flipV="1">
            <a:off x="0" y="0"/>
            <a:ext cx="997526" cy="139178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7CA3733-D987-A438-9C5F-5666B1A4E976}"/>
              </a:ext>
            </a:extLst>
          </p:cNvPr>
          <p:cNvSpPr/>
          <p:nvPr/>
        </p:nvSpPr>
        <p:spPr>
          <a:xfrm>
            <a:off x="5312349" y="5608320"/>
            <a:ext cx="377340" cy="772160"/>
          </a:xfrm>
          <a:prstGeom prst="round2SameRect">
            <a:avLst>
              <a:gd name="adj1" fmla="val 37923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2B26C3F-C673-A0E3-F29C-8DF37730CE20}"/>
              </a:ext>
            </a:extLst>
          </p:cNvPr>
          <p:cNvSpPr/>
          <p:nvPr/>
        </p:nvSpPr>
        <p:spPr>
          <a:xfrm>
            <a:off x="5312349" y="6464832"/>
            <a:ext cx="377340" cy="2164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C855B-0D05-3ED2-C13C-6733B4D2119E}"/>
              </a:ext>
            </a:extLst>
          </p:cNvPr>
          <p:cNvSpPr txBox="1"/>
          <p:nvPr/>
        </p:nvSpPr>
        <p:spPr>
          <a:xfrm>
            <a:off x="6725391" y="1327791"/>
            <a:ext cx="480422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tabLst>
                <a:tab pos="4176713" algn="l"/>
              </a:tabLst>
            </a:pPr>
            <a:r>
              <a:rPr lang="en-IN" sz="2400" i="1" kern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WWDC26 introduces advancements across Apple's operating systems.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4487AED-876D-B053-AD8D-086C489864E7}"/>
              </a:ext>
            </a:extLst>
          </p:cNvPr>
          <p:cNvGrpSpPr/>
          <p:nvPr/>
        </p:nvGrpSpPr>
        <p:grpSpPr>
          <a:xfrm>
            <a:off x="498763" y="1271365"/>
            <a:ext cx="6096000" cy="1819213"/>
            <a:chOff x="362858" y="864495"/>
            <a:chExt cx="6096000" cy="181921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0FB827-87BF-1698-C75B-21D86B970ECB}"/>
                </a:ext>
              </a:extLst>
            </p:cNvPr>
            <p:cNvSpPr txBox="1"/>
            <p:nvPr/>
          </p:nvSpPr>
          <p:spPr>
            <a:xfrm>
              <a:off x="362858" y="864495"/>
              <a:ext cx="6096000" cy="12054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tabLst>
                  <a:tab pos="4176713" algn="l"/>
                </a:tabLst>
              </a:pPr>
              <a:r>
                <a:rPr lang="en-IN" sz="4000" b="1" kern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Software Platform Updates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06CB62-E677-D29D-DBCB-DB56D6325338}"/>
                </a:ext>
              </a:extLst>
            </p:cNvPr>
            <p:cNvSpPr txBox="1"/>
            <p:nvPr/>
          </p:nvSpPr>
          <p:spPr>
            <a:xfrm>
              <a:off x="362858" y="2255899"/>
              <a:ext cx="6096000" cy="427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tabLst>
                  <a:tab pos="4176713" algn="l"/>
                </a:tabLst>
              </a:pPr>
              <a:r>
                <a:rPr lang="en-IN" sz="2400" i="1" kern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Platforms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2FD61D8-2E7B-0BDB-9D0D-619F682D60E9}"/>
              </a:ext>
            </a:extLst>
          </p:cNvPr>
          <p:cNvGrpSpPr/>
          <p:nvPr/>
        </p:nvGrpSpPr>
        <p:grpSpPr>
          <a:xfrm>
            <a:off x="498763" y="3917581"/>
            <a:ext cx="4423311" cy="1690739"/>
            <a:chOff x="453489" y="2910332"/>
            <a:chExt cx="4423311" cy="169073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81DCE3B-7576-88BB-CDBB-450F1D907960}"/>
                </a:ext>
              </a:extLst>
            </p:cNvPr>
            <p:cNvGrpSpPr/>
            <p:nvPr/>
          </p:nvGrpSpPr>
          <p:grpSpPr>
            <a:xfrm>
              <a:off x="453489" y="2910332"/>
              <a:ext cx="2156362" cy="1690739"/>
              <a:chOff x="453489" y="2951010"/>
              <a:chExt cx="2156362" cy="1690739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0DB0DEF-6FEA-A5C9-36FC-810597F9F3E0}"/>
                  </a:ext>
                </a:extLst>
              </p:cNvPr>
              <p:cNvGrpSpPr/>
              <p:nvPr/>
            </p:nvGrpSpPr>
            <p:grpSpPr>
              <a:xfrm>
                <a:off x="453489" y="2951010"/>
                <a:ext cx="325778" cy="325776"/>
                <a:chOff x="1967347" y="1004455"/>
                <a:chExt cx="619991" cy="619991"/>
              </a:xfrm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32A56214-1E23-D34D-42E3-CA708104BB35}"/>
                    </a:ext>
                  </a:extLst>
                </p:cNvPr>
                <p:cNvSpPr/>
                <p:nvPr/>
              </p:nvSpPr>
              <p:spPr>
                <a:xfrm>
                  <a:off x="1967347" y="1004455"/>
                  <a:ext cx="619991" cy="619991"/>
                </a:xfrm>
                <a:prstGeom prst="roundRect">
                  <a:avLst>
                    <a:gd name="adj" fmla="val 21695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kern="0"/>
                </a:p>
              </p:txBody>
            </p:sp>
            <p:sp>
              <p:nvSpPr>
                <p:cNvPr id="18" name="任意形状 1867">
                  <a:extLst>
                    <a:ext uri="{FF2B5EF4-FFF2-40B4-BE49-F238E27FC236}">
                      <a16:creationId xmlns:a16="http://schemas.microsoft.com/office/drawing/2014/main" id="{7189F6A4-BEE4-5040-BB13-0C48C07F1FE0}"/>
                    </a:ext>
                  </a:extLst>
                </p:cNvPr>
                <p:cNvSpPr/>
                <p:nvPr/>
              </p:nvSpPr>
              <p:spPr>
                <a:xfrm>
                  <a:off x="2223459" y="1233621"/>
                  <a:ext cx="107766" cy="161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10800"/>
                      </a:moveTo>
                      <a:lnTo>
                        <a:pt x="0" y="3602"/>
                      </a:lnTo>
                      <a:lnTo>
                        <a:pt x="5399" y="0"/>
                      </a:lnTo>
                      <a:lnTo>
                        <a:pt x="21600" y="10800"/>
                      </a:lnTo>
                      <a:lnTo>
                        <a:pt x="5399" y="21600"/>
                      </a:lnTo>
                      <a:lnTo>
                        <a:pt x="0" y="179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 kern="0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D31217C7-6C07-FEE4-7C2E-F009A6495E47}"/>
                  </a:ext>
                </a:extLst>
              </p:cNvPr>
              <p:cNvGrpSpPr/>
              <p:nvPr/>
            </p:nvGrpSpPr>
            <p:grpSpPr>
              <a:xfrm>
                <a:off x="453489" y="3622649"/>
                <a:ext cx="325778" cy="325776"/>
                <a:chOff x="1967347" y="1004455"/>
                <a:chExt cx="619991" cy="619991"/>
              </a:xfrm>
            </p:grpSpPr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C7D35DD1-A678-46DE-F1EA-CD3D224B1650}"/>
                    </a:ext>
                  </a:extLst>
                </p:cNvPr>
                <p:cNvSpPr/>
                <p:nvPr/>
              </p:nvSpPr>
              <p:spPr>
                <a:xfrm>
                  <a:off x="1967347" y="1004455"/>
                  <a:ext cx="619991" cy="619991"/>
                </a:xfrm>
                <a:prstGeom prst="roundRect">
                  <a:avLst>
                    <a:gd name="adj" fmla="val 21695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kern="0"/>
                </a:p>
              </p:txBody>
            </p:sp>
            <p:sp>
              <p:nvSpPr>
                <p:cNvPr id="21" name="任意形状 1867">
                  <a:extLst>
                    <a:ext uri="{FF2B5EF4-FFF2-40B4-BE49-F238E27FC236}">
                      <a16:creationId xmlns:a16="http://schemas.microsoft.com/office/drawing/2014/main" id="{5EB0CFB4-5D87-65C8-F1B3-7F915B2E23B8}"/>
                    </a:ext>
                  </a:extLst>
                </p:cNvPr>
                <p:cNvSpPr/>
                <p:nvPr/>
              </p:nvSpPr>
              <p:spPr>
                <a:xfrm>
                  <a:off x="2223459" y="1233621"/>
                  <a:ext cx="107766" cy="161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10800"/>
                      </a:moveTo>
                      <a:lnTo>
                        <a:pt x="0" y="3602"/>
                      </a:lnTo>
                      <a:lnTo>
                        <a:pt x="5399" y="0"/>
                      </a:lnTo>
                      <a:lnTo>
                        <a:pt x="21600" y="10800"/>
                      </a:lnTo>
                      <a:lnTo>
                        <a:pt x="5399" y="21600"/>
                      </a:lnTo>
                      <a:lnTo>
                        <a:pt x="0" y="179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 kern="0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67E55D8-67D4-C445-4A8D-7FB612CA0358}"/>
                  </a:ext>
                </a:extLst>
              </p:cNvPr>
              <p:cNvGrpSpPr/>
              <p:nvPr/>
            </p:nvGrpSpPr>
            <p:grpSpPr>
              <a:xfrm>
                <a:off x="453489" y="4294288"/>
                <a:ext cx="325778" cy="325776"/>
                <a:chOff x="1967347" y="1004455"/>
                <a:chExt cx="619991" cy="619991"/>
              </a:xfrm>
            </p:grpSpPr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1BC4893D-8655-AFFC-7B66-789D1E5D1EA1}"/>
                    </a:ext>
                  </a:extLst>
                </p:cNvPr>
                <p:cNvSpPr/>
                <p:nvPr/>
              </p:nvSpPr>
              <p:spPr>
                <a:xfrm>
                  <a:off x="1967347" y="1004455"/>
                  <a:ext cx="619991" cy="619991"/>
                </a:xfrm>
                <a:prstGeom prst="roundRect">
                  <a:avLst>
                    <a:gd name="adj" fmla="val 21695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kern="0"/>
                </a:p>
              </p:txBody>
            </p:sp>
            <p:sp>
              <p:nvSpPr>
                <p:cNvPr id="24" name="任意形状 1867">
                  <a:extLst>
                    <a:ext uri="{FF2B5EF4-FFF2-40B4-BE49-F238E27FC236}">
                      <a16:creationId xmlns:a16="http://schemas.microsoft.com/office/drawing/2014/main" id="{6940FCD1-6462-7B6D-D034-E7D9AC0610BF}"/>
                    </a:ext>
                  </a:extLst>
                </p:cNvPr>
                <p:cNvSpPr/>
                <p:nvPr/>
              </p:nvSpPr>
              <p:spPr>
                <a:xfrm>
                  <a:off x="2223459" y="1233621"/>
                  <a:ext cx="107766" cy="161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10800"/>
                      </a:moveTo>
                      <a:lnTo>
                        <a:pt x="0" y="3602"/>
                      </a:lnTo>
                      <a:lnTo>
                        <a:pt x="5399" y="0"/>
                      </a:lnTo>
                      <a:lnTo>
                        <a:pt x="21600" y="10800"/>
                      </a:lnTo>
                      <a:lnTo>
                        <a:pt x="5399" y="21600"/>
                      </a:lnTo>
                      <a:lnTo>
                        <a:pt x="0" y="179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 kern="0"/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C8AAF3-FB9B-6E1B-8FC5-E8DEAB3EEA45}"/>
                  </a:ext>
                </a:extLst>
              </p:cNvPr>
              <p:cNvSpPr txBox="1"/>
              <p:nvPr/>
            </p:nvSpPr>
            <p:spPr>
              <a:xfrm>
                <a:off x="992539" y="2962933"/>
                <a:ext cx="1617312" cy="34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tabLst>
                    <a:tab pos="4176713" algn="l"/>
                  </a:tabLst>
                </a:pPr>
                <a:r>
                  <a:rPr lang="en-IN" i="1" kern="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iOS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9EE990E-3D9B-6E28-04C4-70B8825ABDB3}"/>
                  </a:ext>
                </a:extLst>
              </p:cNvPr>
              <p:cNvSpPr txBox="1"/>
              <p:nvPr/>
            </p:nvSpPr>
            <p:spPr>
              <a:xfrm>
                <a:off x="992539" y="3630371"/>
                <a:ext cx="1617312" cy="34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tabLst>
                    <a:tab pos="4176713" algn="l"/>
                  </a:tabLst>
                </a:pPr>
                <a:r>
                  <a:rPr lang="en-IN" i="1" kern="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iPadOS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06977C-F3B5-F489-9077-D0C3B6A0518E}"/>
                  </a:ext>
                </a:extLst>
              </p:cNvPr>
              <p:cNvSpPr txBox="1"/>
              <p:nvPr/>
            </p:nvSpPr>
            <p:spPr>
              <a:xfrm>
                <a:off x="992538" y="4297809"/>
                <a:ext cx="1617312" cy="34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tabLst>
                    <a:tab pos="4176713" algn="l"/>
                  </a:tabLst>
                </a:pPr>
                <a:r>
                  <a:rPr lang="en-IN" i="1" kern="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macOS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5DB6911-0925-9FCD-FFF3-F64A8FC1461E}"/>
                </a:ext>
              </a:extLst>
            </p:cNvPr>
            <p:cNvGrpSpPr/>
            <p:nvPr/>
          </p:nvGrpSpPr>
          <p:grpSpPr>
            <a:xfrm>
              <a:off x="2720439" y="2916293"/>
              <a:ext cx="2156361" cy="1678816"/>
              <a:chOff x="453489" y="4965247"/>
              <a:chExt cx="2156361" cy="1678816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6589B8F-7A66-44CC-6F89-AA47FE175152}"/>
                  </a:ext>
                </a:extLst>
              </p:cNvPr>
              <p:cNvGrpSpPr/>
              <p:nvPr/>
            </p:nvGrpSpPr>
            <p:grpSpPr>
              <a:xfrm>
                <a:off x="453489" y="4965927"/>
                <a:ext cx="325778" cy="325776"/>
                <a:chOff x="1967347" y="1004455"/>
                <a:chExt cx="619991" cy="619991"/>
              </a:xfrm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BDC7352F-0B0F-D140-EEBF-7C5DB5AD7F2E}"/>
                    </a:ext>
                  </a:extLst>
                </p:cNvPr>
                <p:cNvSpPr/>
                <p:nvPr/>
              </p:nvSpPr>
              <p:spPr>
                <a:xfrm>
                  <a:off x="1967347" y="1004455"/>
                  <a:ext cx="619991" cy="619991"/>
                </a:xfrm>
                <a:prstGeom prst="roundRect">
                  <a:avLst>
                    <a:gd name="adj" fmla="val 21695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kern="0"/>
                </a:p>
              </p:txBody>
            </p:sp>
            <p:sp>
              <p:nvSpPr>
                <p:cNvPr id="27" name="任意形状 1867">
                  <a:extLst>
                    <a:ext uri="{FF2B5EF4-FFF2-40B4-BE49-F238E27FC236}">
                      <a16:creationId xmlns:a16="http://schemas.microsoft.com/office/drawing/2014/main" id="{CA93FF23-4742-5BFD-B5A9-89D81B730A15}"/>
                    </a:ext>
                  </a:extLst>
                </p:cNvPr>
                <p:cNvSpPr/>
                <p:nvPr/>
              </p:nvSpPr>
              <p:spPr>
                <a:xfrm>
                  <a:off x="2223459" y="1233621"/>
                  <a:ext cx="107766" cy="161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10800"/>
                      </a:moveTo>
                      <a:lnTo>
                        <a:pt x="0" y="3602"/>
                      </a:lnTo>
                      <a:lnTo>
                        <a:pt x="5399" y="0"/>
                      </a:lnTo>
                      <a:lnTo>
                        <a:pt x="21600" y="10800"/>
                      </a:lnTo>
                      <a:lnTo>
                        <a:pt x="5399" y="21600"/>
                      </a:lnTo>
                      <a:lnTo>
                        <a:pt x="0" y="179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 kern="0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8EA9EDE5-BD8C-7BFA-4EF4-BAB0ECA3C5B5}"/>
                  </a:ext>
                </a:extLst>
              </p:cNvPr>
              <p:cNvGrpSpPr/>
              <p:nvPr/>
            </p:nvGrpSpPr>
            <p:grpSpPr>
              <a:xfrm>
                <a:off x="453489" y="5637566"/>
                <a:ext cx="325778" cy="325776"/>
                <a:chOff x="1967347" y="1004455"/>
                <a:chExt cx="619991" cy="619991"/>
              </a:xfrm>
            </p:grpSpPr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09491286-1354-04A6-1E5F-C916DD64C7DD}"/>
                    </a:ext>
                  </a:extLst>
                </p:cNvPr>
                <p:cNvSpPr/>
                <p:nvPr/>
              </p:nvSpPr>
              <p:spPr>
                <a:xfrm>
                  <a:off x="1967347" y="1004455"/>
                  <a:ext cx="619991" cy="619991"/>
                </a:xfrm>
                <a:prstGeom prst="roundRect">
                  <a:avLst>
                    <a:gd name="adj" fmla="val 21695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kern="0"/>
                </a:p>
              </p:txBody>
            </p:sp>
            <p:sp>
              <p:nvSpPr>
                <p:cNvPr id="42" name="任意形状 1867">
                  <a:extLst>
                    <a:ext uri="{FF2B5EF4-FFF2-40B4-BE49-F238E27FC236}">
                      <a16:creationId xmlns:a16="http://schemas.microsoft.com/office/drawing/2014/main" id="{B7DDE339-EF6A-A261-C481-536DFBC9A43C}"/>
                    </a:ext>
                  </a:extLst>
                </p:cNvPr>
                <p:cNvSpPr/>
                <p:nvPr/>
              </p:nvSpPr>
              <p:spPr>
                <a:xfrm>
                  <a:off x="2223459" y="1233621"/>
                  <a:ext cx="107766" cy="161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10800"/>
                      </a:moveTo>
                      <a:lnTo>
                        <a:pt x="0" y="3602"/>
                      </a:lnTo>
                      <a:lnTo>
                        <a:pt x="5399" y="0"/>
                      </a:lnTo>
                      <a:lnTo>
                        <a:pt x="21600" y="10800"/>
                      </a:lnTo>
                      <a:lnTo>
                        <a:pt x="5399" y="21600"/>
                      </a:lnTo>
                      <a:lnTo>
                        <a:pt x="0" y="179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 kern="0"/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92862DF5-FC58-BA17-E64C-7D8F8DD04CC2}"/>
                  </a:ext>
                </a:extLst>
              </p:cNvPr>
              <p:cNvGrpSpPr/>
              <p:nvPr/>
            </p:nvGrpSpPr>
            <p:grpSpPr>
              <a:xfrm>
                <a:off x="453489" y="6309205"/>
                <a:ext cx="325778" cy="325776"/>
                <a:chOff x="1967347" y="1004455"/>
                <a:chExt cx="619991" cy="619991"/>
              </a:xfrm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959FB162-FD7F-8734-13C3-3880B6E37CD4}"/>
                    </a:ext>
                  </a:extLst>
                </p:cNvPr>
                <p:cNvSpPr/>
                <p:nvPr/>
              </p:nvSpPr>
              <p:spPr>
                <a:xfrm>
                  <a:off x="1967347" y="1004455"/>
                  <a:ext cx="619991" cy="619991"/>
                </a:xfrm>
                <a:prstGeom prst="roundRect">
                  <a:avLst>
                    <a:gd name="adj" fmla="val 21695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kern="0"/>
                </a:p>
              </p:txBody>
            </p:sp>
            <p:sp>
              <p:nvSpPr>
                <p:cNvPr id="45" name="任意形状 1867">
                  <a:extLst>
                    <a:ext uri="{FF2B5EF4-FFF2-40B4-BE49-F238E27FC236}">
                      <a16:creationId xmlns:a16="http://schemas.microsoft.com/office/drawing/2014/main" id="{8E2FA43A-6C35-75BC-F4B5-0A9517A03784}"/>
                    </a:ext>
                  </a:extLst>
                </p:cNvPr>
                <p:cNvSpPr/>
                <p:nvPr/>
              </p:nvSpPr>
              <p:spPr>
                <a:xfrm>
                  <a:off x="2223459" y="1233621"/>
                  <a:ext cx="107766" cy="161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10800"/>
                      </a:moveTo>
                      <a:lnTo>
                        <a:pt x="0" y="3602"/>
                      </a:lnTo>
                      <a:lnTo>
                        <a:pt x="5399" y="0"/>
                      </a:lnTo>
                      <a:lnTo>
                        <a:pt x="21600" y="10800"/>
                      </a:lnTo>
                      <a:lnTo>
                        <a:pt x="5399" y="21600"/>
                      </a:lnTo>
                      <a:lnTo>
                        <a:pt x="0" y="1799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 kern="0"/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4EA70B4-7AE0-077E-2714-39BA5A480FCF}"/>
                  </a:ext>
                </a:extLst>
              </p:cNvPr>
              <p:cNvSpPr txBox="1"/>
              <p:nvPr/>
            </p:nvSpPr>
            <p:spPr>
              <a:xfrm>
                <a:off x="992538" y="4965247"/>
                <a:ext cx="1617312" cy="34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tabLst>
                    <a:tab pos="4176713" algn="l"/>
                  </a:tabLst>
                </a:pPr>
                <a:r>
                  <a:rPr lang="en-IN" i="1" kern="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watchOS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1BADA7-9FEA-BBCC-B87A-BFFB03E5E4CA}"/>
                  </a:ext>
                </a:extLst>
              </p:cNvPr>
              <p:cNvSpPr txBox="1"/>
              <p:nvPr/>
            </p:nvSpPr>
            <p:spPr>
              <a:xfrm>
                <a:off x="992538" y="5632685"/>
                <a:ext cx="1617312" cy="34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tabLst>
                    <a:tab pos="4176713" algn="l"/>
                  </a:tabLst>
                </a:pPr>
                <a:r>
                  <a:rPr lang="en-IN" i="1" kern="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tvOS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22B2DF0-57C3-3E00-7B2C-7C6650D4DDFE}"/>
                  </a:ext>
                </a:extLst>
              </p:cNvPr>
              <p:cNvSpPr txBox="1"/>
              <p:nvPr/>
            </p:nvSpPr>
            <p:spPr>
              <a:xfrm>
                <a:off x="992538" y="6300123"/>
                <a:ext cx="1617312" cy="34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tabLst>
                    <a:tab pos="4176713" algn="l"/>
                  </a:tabLst>
                </a:pPr>
                <a:r>
                  <a:rPr lang="en-IN" i="1" kern="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visionOS</a:t>
                </a:r>
                <a:endParaRPr lang="en-IN" i="1" kern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3A9300A-B8D1-2FF6-7C14-E9402C14E8CE}"/>
              </a:ext>
            </a:extLst>
          </p:cNvPr>
          <p:cNvGrpSpPr/>
          <p:nvPr/>
        </p:nvGrpSpPr>
        <p:grpSpPr>
          <a:xfrm>
            <a:off x="6792044" y="3855230"/>
            <a:ext cx="4101358" cy="2388580"/>
            <a:chOff x="6792044" y="3511227"/>
            <a:chExt cx="4101358" cy="2388580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341BDFC-F2B1-2537-645C-C32F168CD9D1}"/>
                </a:ext>
              </a:extLst>
            </p:cNvPr>
            <p:cNvSpPr txBox="1"/>
            <p:nvPr/>
          </p:nvSpPr>
          <p:spPr>
            <a:xfrm>
              <a:off x="6792044" y="3511227"/>
              <a:ext cx="410135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4176713" algn="l"/>
                </a:tabLst>
              </a:pPr>
              <a:r>
                <a:rPr lang="en-IN" sz="2400" b="1" kern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Improvements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8F3D558-08A5-F30B-7622-57C9BFF188CD}"/>
                </a:ext>
              </a:extLst>
            </p:cNvPr>
            <p:cNvSpPr txBox="1"/>
            <p:nvPr/>
          </p:nvSpPr>
          <p:spPr>
            <a:xfrm>
              <a:off x="6792044" y="4365028"/>
              <a:ext cx="4101358" cy="1534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ü"/>
                <a:tabLst>
                  <a:tab pos="4176713" algn="l"/>
                </a:tabLst>
              </a:pPr>
              <a:r>
                <a:rPr lang="en-IN" sz="1600" kern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Better Performance 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ü"/>
                <a:tabLst>
                  <a:tab pos="4176713" algn="l"/>
                </a:tabLst>
              </a:pPr>
              <a:r>
                <a:rPr lang="en-IN" sz="1600" kern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Enhanced Security 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ü"/>
                <a:tabLst>
                  <a:tab pos="4176713" algn="l"/>
                </a:tabLst>
              </a:pPr>
              <a:r>
                <a:rPr lang="en-IN" sz="1600" kern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Improved User Interface 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ü"/>
                <a:tabLst>
                  <a:tab pos="4176713" algn="l"/>
                </a:tabLst>
              </a:pPr>
              <a:r>
                <a:rPr lang="en-IN" sz="1600" kern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AI-Powered Features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229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raphic 9">
            <a:extLst>
              <a:ext uri="{FF2B5EF4-FFF2-40B4-BE49-F238E27FC236}">
                <a16:creationId xmlns:a16="http://schemas.microsoft.com/office/drawing/2014/main" id="{70AAE6C0-8473-A26D-ABD8-4628DAB5B723}"/>
              </a:ext>
            </a:extLst>
          </p:cNvPr>
          <p:cNvSpPr/>
          <p:nvPr/>
        </p:nvSpPr>
        <p:spPr>
          <a:xfrm flipH="1">
            <a:off x="-6172" y="14515"/>
            <a:ext cx="11807797" cy="6858000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bg2">
              <a:lumMod val="90000"/>
              <a:alpha val="77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F20F2F4F-8D6B-A4AC-1729-4AC1F94B3949}"/>
              </a:ext>
            </a:extLst>
          </p:cNvPr>
          <p:cNvSpPr/>
          <p:nvPr/>
        </p:nvSpPr>
        <p:spPr>
          <a:xfrm>
            <a:off x="869373" y="2382815"/>
            <a:ext cx="2286000" cy="3775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kern="0" spc="50" dirty="0">
                <a:latin typeface="Poppins ExtraBold" panose="00000900000000000000" pitchFamily="2" charset="0"/>
                <a:cs typeface="Poppins ExtraBold" panose="00000900000000000000" pitchFamily="2" charset="0"/>
              </a:rPr>
              <a:t>2011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7AA9C91A-BD5F-FDF7-84C9-A45B5865DCAB}"/>
              </a:ext>
            </a:extLst>
          </p:cNvPr>
          <p:cNvSpPr/>
          <p:nvPr/>
        </p:nvSpPr>
        <p:spPr>
          <a:xfrm>
            <a:off x="4069773" y="2382815"/>
            <a:ext cx="2286000" cy="3775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kern="0" spc="50" dirty="0">
                <a:latin typeface="Poppins ExtraBold" panose="00000900000000000000" pitchFamily="2" charset="0"/>
                <a:cs typeface="Poppins ExtraBold" panose="00000900000000000000" pitchFamily="2" charset="0"/>
              </a:rPr>
              <a:t>2021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73609499-4F35-49CF-ADA5-90E12BB6C137}"/>
              </a:ext>
            </a:extLst>
          </p:cNvPr>
          <p:cNvSpPr/>
          <p:nvPr/>
        </p:nvSpPr>
        <p:spPr>
          <a:xfrm>
            <a:off x="7270173" y="2382815"/>
            <a:ext cx="2286000" cy="3775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kern="0" spc="50" dirty="0">
                <a:latin typeface="Poppins ExtraBold" panose="00000900000000000000" pitchFamily="2" charset="0"/>
                <a:cs typeface="Poppins ExtraBold" panose="00000900000000000000" pitchFamily="2" charset="0"/>
              </a:rPr>
              <a:t>2026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E82B1C98-4E2D-C644-7363-5C916AF20DB3}"/>
              </a:ext>
            </a:extLst>
          </p:cNvPr>
          <p:cNvSpPr/>
          <p:nvPr/>
        </p:nvSpPr>
        <p:spPr>
          <a:xfrm>
            <a:off x="2698173" y="5553854"/>
            <a:ext cx="2286000" cy="3775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kern="0" spc="50" dirty="0">
                <a:latin typeface="Poppins ExtraBold" panose="00000900000000000000" pitchFamily="2" charset="0"/>
                <a:cs typeface="Poppins ExtraBold" panose="00000900000000000000" pitchFamily="2" charset="0"/>
              </a:rPr>
              <a:t>2016</a:t>
            </a: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0C4280F2-7569-9A63-8E08-224FBDB7DDA2}"/>
              </a:ext>
            </a:extLst>
          </p:cNvPr>
          <p:cNvSpPr/>
          <p:nvPr/>
        </p:nvSpPr>
        <p:spPr>
          <a:xfrm>
            <a:off x="5898573" y="5553854"/>
            <a:ext cx="2286000" cy="3775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kern="0" spc="50" dirty="0">
                <a:latin typeface="Poppins ExtraBold" panose="00000900000000000000" pitchFamily="2" charset="0"/>
                <a:cs typeface="Poppins ExtraBold" panose="00000900000000000000" pitchFamily="2" charset="0"/>
              </a:rPr>
              <a:t>2024</a:t>
            </a:r>
            <a:endParaRPr lang="en-US" b="1" kern="0" spc="50" dirty="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3FF88F3-0F6C-E0A7-8809-07D224618797}"/>
              </a:ext>
            </a:extLst>
          </p:cNvPr>
          <p:cNvSpPr/>
          <p:nvPr/>
        </p:nvSpPr>
        <p:spPr>
          <a:xfrm>
            <a:off x="9098973" y="5553854"/>
            <a:ext cx="2286000" cy="3775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kern="0" spc="50" dirty="0">
                <a:latin typeface="Poppins ExtraBold" panose="00000900000000000000" pitchFamily="2" charset="0"/>
                <a:cs typeface="Poppins ExtraBold" panose="00000900000000000000" pitchFamily="2" charset="0"/>
              </a:rPr>
              <a:t>Future</a:t>
            </a:r>
            <a:endParaRPr lang="en-US" b="1" kern="0" spc="50" dirty="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03B59E-BE15-6C58-B073-40F36BE10AC2}"/>
              </a:ext>
            </a:extLst>
          </p:cNvPr>
          <p:cNvCxnSpPr/>
          <p:nvPr/>
        </p:nvCxnSpPr>
        <p:spPr>
          <a:xfrm>
            <a:off x="452720" y="4152892"/>
            <a:ext cx="11348906" cy="0"/>
          </a:xfrm>
          <a:prstGeom prst="line">
            <a:avLst/>
          </a:prstGeom>
          <a:ln w="25400">
            <a:solidFill>
              <a:schemeClr val="tx2">
                <a:lumMod val="75000"/>
                <a:lumOff val="25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6E3E164-13FF-84B6-639B-0F396B2B9CFD}"/>
              </a:ext>
            </a:extLst>
          </p:cNvPr>
          <p:cNvGrpSpPr/>
          <p:nvPr/>
        </p:nvGrpSpPr>
        <p:grpSpPr>
          <a:xfrm>
            <a:off x="1018278" y="2760319"/>
            <a:ext cx="159391" cy="1472268"/>
            <a:chOff x="987105" y="2573283"/>
            <a:chExt cx="159391" cy="1472268"/>
          </a:xfrm>
          <a:solidFill>
            <a:schemeClr val="tx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1EAC6F6-D626-8FE2-81B1-E7F8DCD721EC}"/>
                </a:ext>
              </a:extLst>
            </p:cNvPr>
            <p:cNvSpPr/>
            <p:nvPr/>
          </p:nvSpPr>
          <p:spPr>
            <a:xfrm>
              <a:off x="987105" y="3886160"/>
              <a:ext cx="159391" cy="1593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kern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E096DF-E445-0DC6-8A58-0336A82F6D6F}"/>
                </a:ext>
              </a:extLst>
            </p:cNvPr>
            <p:cNvCxnSpPr>
              <a:stCxn id="10" idx="0"/>
            </p:cNvCxnSpPr>
            <p:nvPr/>
          </p:nvCxnSpPr>
          <p:spPr>
            <a:xfrm flipH="1" flipV="1">
              <a:off x="1066800" y="2573283"/>
              <a:ext cx="1" cy="1312877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44DEB4-B457-FFF1-9CB3-BD455625D626}"/>
              </a:ext>
            </a:extLst>
          </p:cNvPr>
          <p:cNvGrpSpPr/>
          <p:nvPr/>
        </p:nvGrpSpPr>
        <p:grpSpPr>
          <a:xfrm>
            <a:off x="2847078" y="4073196"/>
            <a:ext cx="159391" cy="1480658"/>
            <a:chOff x="2815905" y="3886160"/>
            <a:chExt cx="159391" cy="1480658"/>
          </a:xfrm>
          <a:solidFill>
            <a:schemeClr val="tx1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25B465E-0048-A78D-B602-2E7FAB8F4423}"/>
                </a:ext>
              </a:extLst>
            </p:cNvPr>
            <p:cNvSpPr/>
            <p:nvPr/>
          </p:nvSpPr>
          <p:spPr>
            <a:xfrm>
              <a:off x="2815905" y="3886160"/>
              <a:ext cx="159391" cy="1593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kern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92B217-D45D-30D8-6005-3187E2E5FBF3}"/>
                </a:ext>
              </a:extLst>
            </p:cNvPr>
            <p:cNvCxnSpPr>
              <a:stCxn id="13" idx="4"/>
            </p:cNvCxnSpPr>
            <p:nvPr/>
          </p:nvCxnSpPr>
          <p:spPr>
            <a:xfrm flipH="1">
              <a:off x="2895600" y="4045551"/>
              <a:ext cx="1" cy="1321267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DFBB67-587A-FD37-C859-69B5B7F18F46}"/>
              </a:ext>
            </a:extLst>
          </p:cNvPr>
          <p:cNvGrpSpPr/>
          <p:nvPr/>
        </p:nvGrpSpPr>
        <p:grpSpPr>
          <a:xfrm>
            <a:off x="4218678" y="2751929"/>
            <a:ext cx="159391" cy="1480658"/>
            <a:chOff x="4187505" y="2564893"/>
            <a:chExt cx="159391" cy="1480658"/>
          </a:xfrm>
          <a:solidFill>
            <a:schemeClr val="tx1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55BCAE0-A0E1-5BF3-040D-BAF39E2A695F}"/>
                </a:ext>
              </a:extLst>
            </p:cNvPr>
            <p:cNvSpPr/>
            <p:nvPr/>
          </p:nvSpPr>
          <p:spPr>
            <a:xfrm>
              <a:off x="4187505" y="3886160"/>
              <a:ext cx="159391" cy="1593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kern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939EC7C-7516-B9A3-F960-6E139917E165}"/>
                </a:ext>
              </a:extLst>
            </p:cNvPr>
            <p:cNvCxnSpPr>
              <a:stCxn id="16" idx="0"/>
            </p:cNvCxnSpPr>
            <p:nvPr/>
          </p:nvCxnSpPr>
          <p:spPr>
            <a:xfrm flipH="1" flipV="1">
              <a:off x="4267200" y="2564893"/>
              <a:ext cx="1" cy="1321267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CC59D-9BEA-A4F8-9F4B-0E7D929C7AF1}"/>
              </a:ext>
            </a:extLst>
          </p:cNvPr>
          <p:cNvGrpSpPr/>
          <p:nvPr/>
        </p:nvGrpSpPr>
        <p:grpSpPr>
          <a:xfrm>
            <a:off x="6047478" y="4073196"/>
            <a:ext cx="159391" cy="1480658"/>
            <a:chOff x="6016305" y="3886160"/>
            <a:chExt cx="159391" cy="1480658"/>
          </a:xfrm>
          <a:solidFill>
            <a:schemeClr val="tx1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D16FCC0-C718-5C66-8DE4-38FD271B1307}"/>
                </a:ext>
              </a:extLst>
            </p:cNvPr>
            <p:cNvSpPr/>
            <p:nvPr/>
          </p:nvSpPr>
          <p:spPr>
            <a:xfrm>
              <a:off x="6016305" y="3886160"/>
              <a:ext cx="159391" cy="1593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kern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06A256-F3A4-F7F8-0C78-3061FFFEB842}"/>
                </a:ext>
              </a:extLst>
            </p:cNvPr>
            <p:cNvCxnSpPr>
              <a:stCxn id="19" idx="4"/>
            </p:cNvCxnSpPr>
            <p:nvPr/>
          </p:nvCxnSpPr>
          <p:spPr>
            <a:xfrm flipH="1">
              <a:off x="6096000" y="4045551"/>
              <a:ext cx="1" cy="1321267"/>
            </a:xfrm>
            <a:prstGeom prst="lin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7F4E9C-8DB0-E886-CB7E-2B219D9486E9}"/>
              </a:ext>
            </a:extLst>
          </p:cNvPr>
          <p:cNvGrpSpPr/>
          <p:nvPr/>
        </p:nvGrpSpPr>
        <p:grpSpPr>
          <a:xfrm>
            <a:off x="7419078" y="2760319"/>
            <a:ext cx="159391" cy="1472268"/>
            <a:chOff x="7387905" y="2573283"/>
            <a:chExt cx="159391" cy="1472268"/>
          </a:xfrm>
          <a:solidFill>
            <a:schemeClr val="tx1"/>
          </a:solidFill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8CF34EE-CE3E-C6FF-EB5D-BF416A6DC419}"/>
                </a:ext>
              </a:extLst>
            </p:cNvPr>
            <p:cNvSpPr/>
            <p:nvPr/>
          </p:nvSpPr>
          <p:spPr>
            <a:xfrm>
              <a:off x="7387905" y="3886160"/>
              <a:ext cx="159391" cy="1593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kern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4748B62-F0A3-DABF-26EC-FEE8EFA841E4}"/>
                </a:ext>
              </a:extLst>
            </p:cNvPr>
            <p:cNvCxnSpPr>
              <a:stCxn id="22" idx="0"/>
            </p:cNvCxnSpPr>
            <p:nvPr/>
          </p:nvCxnSpPr>
          <p:spPr>
            <a:xfrm flipH="1" flipV="1">
              <a:off x="7467600" y="2573283"/>
              <a:ext cx="1" cy="1312877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DFDF62-3EA8-2C98-D623-8636BA31500A}"/>
              </a:ext>
            </a:extLst>
          </p:cNvPr>
          <p:cNvGrpSpPr/>
          <p:nvPr/>
        </p:nvGrpSpPr>
        <p:grpSpPr>
          <a:xfrm>
            <a:off x="9259063" y="4073196"/>
            <a:ext cx="159391" cy="1480658"/>
            <a:chOff x="9227890" y="3886160"/>
            <a:chExt cx="159391" cy="148065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C09BDC-C7A7-D6DF-6A7C-1DBD58174DD4}"/>
                </a:ext>
              </a:extLst>
            </p:cNvPr>
            <p:cNvSpPr/>
            <p:nvPr/>
          </p:nvSpPr>
          <p:spPr>
            <a:xfrm>
              <a:off x="9227890" y="3886160"/>
              <a:ext cx="159391" cy="15939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kern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392B5A8-641E-C7D9-AFD7-A0A1593108E8}"/>
                </a:ext>
              </a:extLst>
            </p:cNvPr>
            <p:cNvCxnSpPr>
              <a:stCxn id="25" idx="4"/>
            </p:cNvCxnSpPr>
            <p:nvPr/>
          </p:nvCxnSpPr>
          <p:spPr>
            <a:xfrm>
              <a:off x="9307586" y="4045551"/>
              <a:ext cx="0" cy="13212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75FACAC-E9CD-C81B-911D-A7643D69118D}"/>
              </a:ext>
            </a:extLst>
          </p:cNvPr>
          <p:cNvSpPr txBox="1"/>
          <p:nvPr/>
        </p:nvSpPr>
        <p:spPr>
          <a:xfrm>
            <a:off x="0" y="615023"/>
            <a:ext cx="12192000" cy="65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4000" b="1" kern="0" dirty="0">
                <a:latin typeface="Poppins" panose="00000500000000000000" pitchFamily="2" charset="0"/>
                <a:cs typeface="Poppins" panose="00000500000000000000" pitchFamily="2" charset="0"/>
              </a:rPr>
              <a:t>Siri Evolution</a:t>
            </a:r>
            <a:endParaRPr lang="en-ID" sz="4000" b="1" kern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24681F-4F49-9FC1-9D04-67035A640511}"/>
              </a:ext>
            </a:extLst>
          </p:cNvPr>
          <p:cNvSpPr txBox="1"/>
          <p:nvPr/>
        </p:nvSpPr>
        <p:spPr>
          <a:xfrm>
            <a:off x="3048000" y="13593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From Voice Assistant to Intelligent Companion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600B98C-114B-2AFE-49F7-079546B3AE5E}"/>
              </a:ext>
            </a:extLst>
          </p:cNvPr>
          <p:cNvGrpSpPr/>
          <p:nvPr/>
        </p:nvGrpSpPr>
        <p:grpSpPr>
          <a:xfrm>
            <a:off x="1567407" y="2995734"/>
            <a:ext cx="2181838" cy="878286"/>
            <a:chOff x="1482469" y="2904732"/>
            <a:chExt cx="2181838" cy="87828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9F054B9-D7C0-A802-C066-57541D8C12DF}"/>
                </a:ext>
              </a:extLst>
            </p:cNvPr>
            <p:cNvSpPr txBox="1"/>
            <p:nvPr/>
          </p:nvSpPr>
          <p:spPr>
            <a:xfrm>
              <a:off x="1482469" y="2904732"/>
              <a:ext cx="152399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1600" b="1" kern="0" spc="50" dirty="0">
                  <a:latin typeface="Poppins" panose="00000500000000000000" pitchFamily="2" charset="0"/>
                  <a:cs typeface="Poppins" panose="00000500000000000000" pitchFamily="2" charset="0"/>
                </a:rPr>
                <a:t>Siri Launch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1CA8866-9B42-B561-20AE-6D7E6C83F299}"/>
                </a:ext>
              </a:extLst>
            </p:cNvPr>
            <p:cNvSpPr txBox="1"/>
            <p:nvPr/>
          </p:nvSpPr>
          <p:spPr>
            <a:xfrm>
              <a:off x="1482469" y="3352131"/>
              <a:ext cx="218183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kern="0" dirty="0">
                  <a:latin typeface="Poppins" panose="00000500000000000000" pitchFamily="2" charset="0"/>
                  <a:cs typeface="Poppins" panose="00000500000000000000" pitchFamily="2" charset="0"/>
                </a:rPr>
                <a:t>Voice commands introduced on iPhone.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7B8AA4F-E1F2-4112-90B2-1D2A4587D0C4}"/>
              </a:ext>
            </a:extLst>
          </p:cNvPr>
          <p:cNvGrpSpPr/>
          <p:nvPr/>
        </p:nvGrpSpPr>
        <p:grpSpPr>
          <a:xfrm>
            <a:off x="4769904" y="2995734"/>
            <a:ext cx="2181839" cy="878286"/>
            <a:chOff x="1482468" y="2904732"/>
            <a:chExt cx="2181839" cy="87828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02C6C54-EE51-E733-23E7-4388869543CD}"/>
                </a:ext>
              </a:extLst>
            </p:cNvPr>
            <p:cNvSpPr txBox="1"/>
            <p:nvPr/>
          </p:nvSpPr>
          <p:spPr>
            <a:xfrm>
              <a:off x="1482468" y="2904732"/>
              <a:ext cx="181750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kern="0" spc="50" dirty="0">
                  <a:latin typeface="Poppins" panose="00000500000000000000" pitchFamily="2" charset="0"/>
                  <a:cs typeface="Poppins" panose="00000500000000000000" pitchFamily="2" charset="0"/>
                </a:rPr>
                <a:t>On-Device AI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D0C032-543A-3E93-12FE-F6E652D8B6E2}"/>
                </a:ext>
              </a:extLst>
            </p:cNvPr>
            <p:cNvSpPr txBox="1"/>
            <p:nvPr/>
          </p:nvSpPr>
          <p:spPr>
            <a:xfrm>
              <a:off x="1482469" y="3352131"/>
              <a:ext cx="218183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kern="0" dirty="0">
                  <a:latin typeface="Poppins" panose="00000500000000000000" pitchFamily="2" charset="0"/>
                  <a:cs typeface="Poppins" panose="00000500000000000000" pitchFamily="2" charset="0"/>
                </a:rPr>
                <a:t>Faster responses with better privacy.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C235C6F-DE4C-0673-98AC-46E97046E947}"/>
              </a:ext>
            </a:extLst>
          </p:cNvPr>
          <p:cNvGrpSpPr/>
          <p:nvPr/>
        </p:nvGrpSpPr>
        <p:grpSpPr>
          <a:xfrm>
            <a:off x="7972402" y="2976797"/>
            <a:ext cx="2181839" cy="878286"/>
            <a:chOff x="1482468" y="2904732"/>
            <a:chExt cx="2181839" cy="87828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3F4089D-658D-82C2-8874-303AFA1EBD17}"/>
                </a:ext>
              </a:extLst>
            </p:cNvPr>
            <p:cNvSpPr txBox="1"/>
            <p:nvPr/>
          </p:nvSpPr>
          <p:spPr>
            <a:xfrm>
              <a:off x="1482468" y="2904732"/>
              <a:ext cx="181540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kern="0" spc="50" dirty="0">
                  <a:latin typeface="Poppins" panose="00000500000000000000" pitchFamily="2" charset="0"/>
                  <a:cs typeface="Poppins" panose="00000500000000000000" pitchFamily="2" charset="0"/>
                </a:rPr>
                <a:t>Siri Evolution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D504F83-D0E6-22DC-0EA9-7234A4E87FFE}"/>
                </a:ext>
              </a:extLst>
            </p:cNvPr>
            <p:cNvSpPr txBox="1"/>
            <p:nvPr/>
          </p:nvSpPr>
          <p:spPr>
            <a:xfrm>
              <a:off x="1482469" y="3352131"/>
              <a:ext cx="218183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kern="0" dirty="0">
                  <a:latin typeface="Poppins" panose="00000500000000000000" pitchFamily="2" charset="0"/>
                  <a:cs typeface="Poppins" panose="00000500000000000000" pitchFamily="2" charset="0"/>
                </a:rPr>
                <a:t>More natural and conversational AI.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4BBAFEB-3EF3-4EBD-C2B4-F5C153EDD9F9}"/>
              </a:ext>
            </a:extLst>
          </p:cNvPr>
          <p:cNvGrpSpPr/>
          <p:nvPr/>
        </p:nvGrpSpPr>
        <p:grpSpPr>
          <a:xfrm>
            <a:off x="3286780" y="4452657"/>
            <a:ext cx="2181839" cy="878286"/>
            <a:chOff x="1482468" y="2904732"/>
            <a:chExt cx="2181839" cy="87828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312D852-D588-40E5-888F-FB9CA67201CC}"/>
                </a:ext>
              </a:extLst>
            </p:cNvPr>
            <p:cNvSpPr txBox="1"/>
            <p:nvPr/>
          </p:nvSpPr>
          <p:spPr>
            <a:xfrm>
              <a:off x="1482468" y="2904732"/>
              <a:ext cx="203166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kern="0" spc="50" dirty="0">
                  <a:latin typeface="Poppins" panose="00000500000000000000" pitchFamily="2" charset="0"/>
                  <a:cs typeface="Poppins" panose="00000500000000000000" pitchFamily="2" charset="0"/>
                </a:rPr>
                <a:t>App Integration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883A779-3135-7EBB-8914-52FD5830B18A}"/>
                </a:ext>
              </a:extLst>
            </p:cNvPr>
            <p:cNvSpPr txBox="1"/>
            <p:nvPr/>
          </p:nvSpPr>
          <p:spPr>
            <a:xfrm>
              <a:off x="1482469" y="3352131"/>
              <a:ext cx="218183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kern="0" dirty="0">
                  <a:latin typeface="Poppins" panose="00000500000000000000" pitchFamily="2" charset="0"/>
                  <a:cs typeface="Poppins" panose="00000500000000000000" pitchFamily="2" charset="0"/>
                </a:rPr>
                <a:t>Connected with third-party apps.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D7E088-654E-E847-027A-85EEF07FF381}"/>
              </a:ext>
            </a:extLst>
          </p:cNvPr>
          <p:cNvGrpSpPr/>
          <p:nvPr/>
        </p:nvGrpSpPr>
        <p:grpSpPr>
          <a:xfrm>
            <a:off x="6489278" y="4452657"/>
            <a:ext cx="2374804" cy="878286"/>
            <a:chOff x="1482468" y="2904732"/>
            <a:chExt cx="2374804" cy="878286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AF7CE35-0851-4E05-F147-2632243A7858}"/>
                </a:ext>
              </a:extLst>
            </p:cNvPr>
            <p:cNvSpPr txBox="1"/>
            <p:nvPr/>
          </p:nvSpPr>
          <p:spPr>
            <a:xfrm>
              <a:off x="1482468" y="2904732"/>
              <a:ext cx="23748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kern="0" spc="50" dirty="0">
                  <a:latin typeface="Poppins" panose="00000500000000000000" pitchFamily="2" charset="0"/>
                  <a:cs typeface="Poppins" panose="00000500000000000000" pitchFamily="2" charset="0"/>
                </a:rPr>
                <a:t>Apple Intelligence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C604D1B-3350-0430-05C9-138259A116D7}"/>
                </a:ext>
              </a:extLst>
            </p:cNvPr>
            <p:cNvSpPr txBox="1"/>
            <p:nvPr/>
          </p:nvSpPr>
          <p:spPr>
            <a:xfrm>
              <a:off x="1482469" y="3352131"/>
              <a:ext cx="218183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kern="0" dirty="0">
                  <a:latin typeface="Poppins" panose="00000500000000000000" pitchFamily="2" charset="0"/>
                  <a:cs typeface="Poppins" panose="00000500000000000000" pitchFamily="2" charset="0"/>
                </a:rPr>
                <a:t>Smarter, context-aware assistance.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ADE2548-7847-7D73-F2E5-40B0B2F197D5}"/>
              </a:ext>
            </a:extLst>
          </p:cNvPr>
          <p:cNvGrpSpPr/>
          <p:nvPr/>
        </p:nvGrpSpPr>
        <p:grpSpPr>
          <a:xfrm>
            <a:off x="9661408" y="4431765"/>
            <a:ext cx="2500223" cy="878286"/>
            <a:chOff x="1482468" y="2904732"/>
            <a:chExt cx="2500223" cy="878286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832780D-B1C0-A58A-B789-B80EA44C185A}"/>
                </a:ext>
              </a:extLst>
            </p:cNvPr>
            <p:cNvSpPr txBox="1"/>
            <p:nvPr/>
          </p:nvSpPr>
          <p:spPr>
            <a:xfrm>
              <a:off x="1482468" y="2904732"/>
              <a:ext cx="25002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kern="0" spc="50" dirty="0">
                  <a:latin typeface="Poppins" panose="00000500000000000000" pitchFamily="2" charset="0"/>
                  <a:cs typeface="Poppins" panose="00000500000000000000" pitchFamily="2" charset="0"/>
                </a:rPr>
                <a:t>Intelligent Assistant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46F0079-DFC0-4B44-AB9A-3DDAA0093DB8}"/>
                </a:ext>
              </a:extLst>
            </p:cNvPr>
            <p:cNvSpPr txBox="1"/>
            <p:nvPr/>
          </p:nvSpPr>
          <p:spPr>
            <a:xfrm>
              <a:off x="1482469" y="3352131"/>
              <a:ext cx="218183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kern="0" spc="50" dirty="0">
                  <a:latin typeface="Poppins" panose="00000500000000000000" pitchFamily="2" charset="0"/>
                  <a:cs typeface="Poppins" panose="00000500000000000000" pitchFamily="2" charset="0"/>
                </a:rPr>
                <a:t>Personalized, proactive experiences.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2350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EB79441-F5F7-A834-78BA-00ED6A844A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15" r="31988"/>
          <a:stretch>
            <a:fillRect/>
          </a:stretch>
        </p:blipFill>
        <p:spPr>
          <a:xfrm>
            <a:off x="8098335" y="0"/>
            <a:ext cx="4130675" cy="6872515"/>
          </a:xfrm>
          <a:prstGeom prst="rect">
            <a:avLst/>
          </a:prstGeom>
        </p:spPr>
      </p:pic>
      <p:sp>
        <p:nvSpPr>
          <p:cNvPr id="25" name="Graphic 9">
            <a:extLst>
              <a:ext uri="{FF2B5EF4-FFF2-40B4-BE49-F238E27FC236}">
                <a16:creationId xmlns:a16="http://schemas.microsoft.com/office/drawing/2014/main" id="{06D8CCF5-781E-71BC-6522-B58C6679A79C}"/>
              </a:ext>
            </a:extLst>
          </p:cNvPr>
          <p:cNvSpPr/>
          <p:nvPr/>
        </p:nvSpPr>
        <p:spPr>
          <a:xfrm flipH="1">
            <a:off x="-6171" y="14515"/>
            <a:ext cx="6961551" cy="6858000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tx1">
              <a:alpha val="36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80EB6E-7DC9-2444-601C-3DE8429A5172}"/>
              </a:ext>
            </a:extLst>
          </p:cNvPr>
          <p:cNvGrpSpPr/>
          <p:nvPr/>
        </p:nvGrpSpPr>
        <p:grpSpPr>
          <a:xfrm>
            <a:off x="551543" y="591848"/>
            <a:ext cx="6096000" cy="2104403"/>
            <a:chOff x="609600" y="896648"/>
            <a:chExt cx="6096000" cy="210440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3D239A4-8973-2ED0-1E3D-D370E667EF7B}"/>
                </a:ext>
              </a:extLst>
            </p:cNvPr>
            <p:cNvSpPr txBox="1"/>
            <p:nvPr/>
          </p:nvSpPr>
          <p:spPr>
            <a:xfrm>
              <a:off x="609600" y="896648"/>
              <a:ext cx="6096000" cy="12054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tabLst>
                  <a:tab pos="4176713" algn="l"/>
                </a:tabLst>
              </a:pPr>
              <a:r>
                <a:rPr lang="en-IN" sz="4000" b="1" kern="0" dirty="0">
                  <a:latin typeface="Poppins" panose="00000500000000000000" pitchFamily="2" charset="0"/>
                  <a:cs typeface="Poppins" panose="00000500000000000000" pitchFamily="2" charset="0"/>
                </a:rPr>
                <a:t>Empowering Developers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48934C-C8FB-B056-C0FC-18AD46C677B2}"/>
                </a:ext>
              </a:extLst>
            </p:cNvPr>
            <p:cNvSpPr txBox="1"/>
            <p:nvPr/>
          </p:nvSpPr>
          <p:spPr>
            <a:xfrm>
              <a:off x="609600" y="2354720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Poppins" panose="00000500000000000000" pitchFamily="2" charset="0"/>
                  <a:cs typeface="Poppins" panose="00000500000000000000" pitchFamily="2" charset="0"/>
                </a:rPr>
                <a:t>WWDC26 introduces new technologies that help developers create powerful applications.</a:t>
              </a:r>
            </a:p>
          </p:txBody>
        </p:sp>
      </p:grp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EEDE0622-2A7A-33B3-5EE3-481230148CE5}"/>
              </a:ext>
            </a:extLst>
          </p:cNvPr>
          <p:cNvSpPr/>
          <p:nvPr/>
        </p:nvSpPr>
        <p:spPr>
          <a:xfrm rot="5400000" flipV="1">
            <a:off x="1331870" y="2319262"/>
            <a:ext cx="1094693" cy="2655347"/>
          </a:xfrm>
          <a:prstGeom prst="round2SameRect">
            <a:avLst>
              <a:gd name="adj1" fmla="val 13197"/>
              <a:gd name="adj2" fmla="val 728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 dirty="0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5B221620-4946-2EE7-00F8-21A4445E8BF2}"/>
              </a:ext>
            </a:extLst>
          </p:cNvPr>
          <p:cNvSpPr/>
          <p:nvPr/>
        </p:nvSpPr>
        <p:spPr>
          <a:xfrm rot="5400000" flipV="1">
            <a:off x="4148025" y="2319262"/>
            <a:ext cx="1094693" cy="2655346"/>
          </a:xfrm>
          <a:prstGeom prst="round2SameRect">
            <a:avLst>
              <a:gd name="adj1" fmla="val 13197"/>
              <a:gd name="adj2" fmla="val 728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9440AE8E-AFEA-8035-EDB7-D5DF009C1CFE}"/>
              </a:ext>
            </a:extLst>
          </p:cNvPr>
          <p:cNvSpPr/>
          <p:nvPr/>
        </p:nvSpPr>
        <p:spPr>
          <a:xfrm rot="5400000" flipV="1">
            <a:off x="6964183" y="2319262"/>
            <a:ext cx="1094693" cy="2655347"/>
          </a:xfrm>
          <a:prstGeom prst="round2SameRect">
            <a:avLst>
              <a:gd name="adj1" fmla="val 13197"/>
              <a:gd name="adj2" fmla="val 728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29E72B85-026B-19CE-3BEB-640961392240}"/>
              </a:ext>
            </a:extLst>
          </p:cNvPr>
          <p:cNvSpPr/>
          <p:nvPr/>
        </p:nvSpPr>
        <p:spPr>
          <a:xfrm rot="5400000" flipV="1">
            <a:off x="1331870" y="3901666"/>
            <a:ext cx="1094693" cy="2655347"/>
          </a:xfrm>
          <a:prstGeom prst="round2SameRect">
            <a:avLst>
              <a:gd name="adj1" fmla="val 13197"/>
              <a:gd name="adj2" fmla="val 728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 dirty="0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D37BACB-D20D-B014-25C4-31B93A0F212E}"/>
              </a:ext>
            </a:extLst>
          </p:cNvPr>
          <p:cNvSpPr/>
          <p:nvPr/>
        </p:nvSpPr>
        <p:spPr>
          <a:xfrm rot="5400000" flipV="1">
            <a:off x="4148025" y="3901667"/>
            <a:ext cx="1094693" cy="2655346"/>
          </a:xfrm>
          <a:prstGeom prst="round2SameRect">
            <a:avLst>
              <a:gd name="adj1" fmla="val 13197"/>
              <a:gd name="adj2" fmla="val 728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9B8524-51C5-4B48-818B-A3559D56550E}"/>
              </a:ext>
            </a:extLst>
          </p:cNvPr>
          <p:cNvSpPr txBox="1"/>
          <p:nvPr/>
        </p:nvSpPr>
        <p:spPr>
          <a:xfrm>
            <a:off x="955117" y="3350316"/>
            <a:ext cx="1848198" cy="59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tabLst>
                <a:tab pos="4176713" algn="l"/>
              </a:tabLst>
            </a:pPr>
            <a:r>
              <a:rPr lang="en-IN" kern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Updated Xcode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C4F9BC-C7FE-A810-C588-11AF70B654B6}"/>
              </a:ext>
            </a:extLst>
          </p:cNvPr>
          <p:cNvSpPr txBox="1"/>
          <p:nvPr/>
        </p:nvSpPr>
        <p:spPr>
          <a:xfrm>
            <a:off x="3570513" y="3350316"/>
            <a:ext cx="2249716" cy="59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tabLst>
                <a:tab pos="4176713" algn="l"/>
              </a:tabLst>
            </a:pPr>
            <a:r>
              <a:rPr lang="en-IN" kern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Swift Enhancements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C328A-9C76-5E0B-91BB-D3A204558B9F}"/>
              </a:ext>
            </a:extLst>
          </p:cNvPr>
          <p:cNvSpPr txBox="1"/>
          <p:nvPr/>
        </p:nvSpPr>
        <p:spPr>
          <a:xfrm>
            <a:off x="6383495" y="3350316"/>
            <a:ext cx="2249716" cy="59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tabLst>
                <a:tab pos="4176713" algn="l"/>
              </a:tabLst>
            </a:pPr>
            <a:r>
              <a:rPr lang="en-IN" kern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New </a:t>
            </a:r>
          </a:p>
          <a:p>
            <a:pPr algn="ctr">
              <a:lnSpc>
                <a:spcPct val="90000"/>
              </a:lnSpc>
              <a:tabLst>
                <a:tab pos="4176713" algn="l"/>
              </a:tabLst>
            </a:pPr>
            <a:r>
              <a:rPr lang="en-IN" kern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APIs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3BADCC-0AF6-3ED1-DDCE-6267F4DC57B8}"/>
              </a:ext>
            </a:extLst>
          </p:cNvPr>
          <p:cNvSpPr txBox="1"/>
          <p:nvPr/>
        </p:nvSpPr>
        <p:spPr>
          <a:xfrm>
            <a:off x="754358" y="4932719"/>
            <a:ext cx="2249716" cy="59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tabLst>
                <a:tab pos="4176713" algn="l"/>
              </a:tabLst>
            </a:pPr>
            <a:r>
              <a:rPr lang="en-IN" kern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Machine Learning Tools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C17982-08B5-8016-06ED-DF8E831785F1}"/>
              </a:ext>
            </a:extLst>
          </p:cNvPr>
          <p:cNvSpPr txBox="1"/>
          <p:nvPr/>
        </p:nvSpPr>
        <p:spPr>
          <a:xfrm>
            <a:off x="3570513" y="4932721"/>
            <a:ext cx="2249716" cy="59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tabLst>
                <a:tab pos="4176713" algn="l"/>
              </a:tabLst>
            </a:pPr>
            <a:r>
              <a:rPr lang="en-IN" kern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Advanced Frameworks</a:t>
            </a:r>
          </a:p>
        </p:txBody>
      </p:sp>
    </p:spTree>
    <p:extLst>
      <p:ext uri="{BB962C8B-B14F-4D97-AF65-F5344CB8AC3E}">
        <p14:creationId xmlns:p14="http://schemas.microsoft.com/office/powerpoint/2010/main" val="338938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28C2CF08-6E44-402E-EB74-F94F1297824F}"/>
              </a:ext>
            </a:extLst>
          </p:cNvPr>
          <p:cNvSpPr/>
          <p:nvPr/>
        </p:nvSpPr>
        <p:spPr>
          <a:xfrm rot="5400000" flipV="1">
            <a:off x="7803653" y="2062372"/>
            <a:ext cx="2170154" cy="6606540"/>
          </a:xfrm>
          <a:prstGeom prst="round2SameRect">
            <a:avLst>
              <a:gd name="adj1" fmla="val 13197"/>
              <a:gd name="adj2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34" name="Rectangle: Top Corners Rounded 33">
            <a:extLst>
              <a:ext uri="{FF2B5EF4-FFF2-40B4-BE49-F238E27FC236}">
                <a16:creationId xmlns:a16="http://schemas.microsoft.com/office/drawing/2014/main" id="{235A95EC-6AA8-326B-431F-D2B07176A91E}"/>
              </a:ext>
            </a:extLst>
          </p:cNvPr>
          <p:cNvSpPr/>
          <p:nvPr/>
        </p:nvSpPr>
        <p:spPr>
          <a:xfrm rot="5400000" flipV="1">
            <a:off x="7803653" y="-307873"/>
            <a:ext cx="2170154" cy="6606540"/>
          </a:xfrm>
          <a:prstGeom prst="round2SameRect">
            <a:avLst>
              <a:gd name="adj1" fmla="val 13197"/>
              <a:gd name="adj2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876EE3-3576-3320-2CBF-60D4AD84DAA7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sp>
        <p:nvSpPr>
          <p:cNvPr id="36" name="Graphic 9">
            <a:extLst>
              <a:ext uri="{FF2B5EF4-FFF2-40B4-BE49-F238E27FC236}">
                <a16:creationId xmlns:a16="http://schemas.microsoft.com/office/drawing/2014/main" id="{1F3A0A40-581A-1457-1B01-97D4F49061D6}"/>
              </a:ext>
            </a:extLst>
          </p:cNvPr>
          <p:cNvSpPr/>
          <p:nvPr/>
        </p:nvSpPr>
        <p:spPr>
          <a:xfrm flipH="1">
            <a:off x="-6171" y="14515"/>
            <a:ext cx="6961551" cy="6858000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bg2">
              <a:lumMod val="90000"/>
              <a:alpha val="86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7D92C2-62EA-DAAA-0BE6-AEBBC7661869}"/>
              </a:ext>
            </a:extLst>
          </p:cNvPr>
          <p:cNvGrpSpPr/>
          <p:nvPr/>
        </p:nvGrpSpPr>
        <p:grpSpPr>
          <a:xfrm>
            <a:off x="5786005" y="5136455"/>
            <a:ext cx="619991" cy="619991"/>
            <a:chOff x="1967347" y="1004455"/>
            <a:chExt cx="619991" cy="61999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0370C1F-4BE1-2E57-34FF-453AB63B35C3}"/>
                </a:ext>
              </a:extLst>
            </p:cNvPr>
            <p:cNvSpPr/>
            <p:nvPr/>
          </p:nvSpPr>
          <p:spPr>
            <a:xfrm>
              <a:off x="1967347" y="1004455"/>
              <a:ext cx="619991" cy="619991"/>
            </a:xfrm>
            <a:prstGeom prst="roundRect">
              <a:avLst>
                <a:gd name="adj" fmla="val 21695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2540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kern="0"/>
            </a:p>
          </p:txBody>
        </p:sp>
        <p:sp>
          <p:nvSpPr>
            <p:cNvPr id="9" name="任意形状 1867">
              <a:extLst>
                <a:ext uri="{FF2B5EF4-FFF2-40B4-BE49-F238E27FC236}">
                  <a16:creationId xmlns:a16="http://schemas.microsoft.com/office/drawing/2014/main" id="{D286FC59-3D2A-E20E-EDB6-1B29F7EA9792}"/>
                </a:ext>
              </a:extLst>
            </p:cNvPr>
            <p:cNvSpPr/>
            <p:nvPr/>
          </p:nvSpPr>
          <p:spPr>
            <a:xfrm>
              <a:off x="2223459" y="1233621"/>
              <a:ext cx="107766" cy="161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2" y="10800"/>
                  </a:moveTo>
                  <a:lnTo>
                    <a:pt x="0" y="3602"/>
                  </a:lnTo>
                  <a:lnTo>
                    <a:pt x="5399" y="0"/>
                  </a:lnTo>
                  <a:lnTo>
                    <a:pt x="21600" y="10800"/>
                  </a:lnTo>
                  <a:lnTo>
                    <a:pt x="5399" y="21600"/>
                  </a:lnTo>
                  <a:lnTo>
                    <a:pt x="0" y="17998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kern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44B8CA7-C2FC-4DA3-7B4D-11B5A844725A}"/>
              </a:ext>
            </a:extLst>
          </p:cNvPr>
          <p:cNvGrpSpPr/>
          <p:nvPr/>
        </p:nvGrpSpPr>
        <p:grpSpPr>
          <a:xfrm>
            <a:off x="603250" y="1038381"/>
            <a:ext cx="4889500" cy="4887918"/>
            <a:chOff x="603250" y="844034"/>
            <a:chExt cx="4889500" cy="488791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374FDD-3340-564E-9A3C-F6C97CC56487}"/>
                </a:ext>
              </a:extLst>
            </p:cNvPr>
            <p:cNvGrpSpPr/>
            <p:nvPr/>
          </p:nvGrpSpPr>
          <p:grpSpPr>
            <a:xfrm>
              <a:off x="603250" y="844034"/>
              <a:ext cx="4889500" cy="1916678"/>
              <a:chOff x="711200" y="704334"/>
              <a:chExt cx="4889500" cy="191667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C66BE4-ECAB-59EF-D987-34BE1EFE0345}"/>
                  </a:ext>
                </a:extLst>
              </p:cNvPr>
              <p:cNvSpPr txBox="1"/>
              <p:nvPr/>
            </p:nvSpPr>
            <p:spPr>
              <a:xfrm flipH="1">
                <a:off x="711200" y="704334"/>
                <a:ext cx="474980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40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Connected Apple Ecosystem</a:t>
                </a:r>
                <a:endParaRPr lang="en-IN" sz="4000" b="1" kern="0" spc="5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BB14B6-FC45-F731-0AE4-11B4F323935C}"/>
                  </a:ext>
                </a:extLst>
              </p:cNvPr>
              <p:cNvSpPr txBox="1"/>
              <p:nvPr/>
            </p:nvSpPr>
            <p:spPr>
              <a:xfrm>
                <a:off x="711200" y="2027773"/>
                <a:ext cx="4889500" cy="593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buNone/>
                </a:pPr>
                <a:r>
                  <a:rPr lang="en-IN" kern="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Apple continues to strengthen integration across its devices.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EAA26B-181C-D1C0-1DAB-E2EBF5DE68E2}"/>
                </a:ext>
              </a:extLst>
            </p:cNvPr>
            <p:cNvSpPr txBox="1"/>
            <p:nvPr/>
          </p:nvSpPr>
          <p:spPr>
            <a:xfrm>
              <a:off x="603250" y="3218956"/>
              <a:ext cx="4731904" cy="2512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Benefits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Seamless Device Connectivity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Shared Experiences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Improved Productivity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Better Collaboration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Unified Ecosystem 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IN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Users can move effortlessly between devices while maintaining continuity.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B234EA9-C7B3-68EC-4516-A149BECE8269}"/>
              </a:ext>
            </a:extLst>
          </p:cNvPr>
          <p:cNvSpPr txBox="1"/>
          <p:nvPr/>
        </p:nvSpPr>
        <p:spPr>
          <a:xfrm>
            <a:off x="7065242" y="1351907"/>
            <a:ext cx="4147704" cy="42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IN" sz="2400" b="1" kern="0" dirty="0">
                <a:latin typeface="Poppins" panose="00000500000000000000" pitchFamily="2" charset="0"/>
                <a:cs typeface="Poppins" panose="00000500000000000000" pitchFamily="2" charset="0"/>
              </a:rPr>
              <a:t>Impact of WWDC26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CAC92F-1812-7CFC-8F1D-75D10AC1C337}"/>
              </a:ext>
            </a:extLst>
          </p:cNvPr>
          <p:cNvSpPr txBox="1"/>
          <p:nvPr/>
        </p:nvSpPr>
        <p:spPr>
          <a:xfrm>
            <a:off x="7065242" y="2110411"/>
            <a:ext cx="4523508" cy="1769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 Consumers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Smarter Devices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Enhanced Productivity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Improved Security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Personalized Experiences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5760CD-E52F-221B-B15A-D64A118D5BEC}"/>
              </a:ext>
            </a:extLst>
          </p:cNvPr>
          <p:cNvSpPr txBox="1"/>
          <p:nvPr/>
        </p:nvSpPr>
        <p:spPr>
          <a:xfrm>
            <a:off x="7065242" y="4483834"/>
            <a:ext cx="4523508" cy="1446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 Businesses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Innovation Opportunities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Better Customer Engagement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Advanced App Experiences</a:t>
            </a:r>
          </a:p>
        </p:txBody>
      </p:sp>
    </p:spTree>
    <p:extLst>
      <p:ext uri="{BB962C8B-B14F-4D97-AF65-F5344CB8AC3E}">
        <p14:creationId xmlns:p14="http://schemas.microsoft.com/office/powerpoint/2010/main" val="50095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raphic 9">
            <a:extLst>
              <a:ext uri="{FF2B5EF4-FFF2-40B4-BE49-F238E27FC236}">
                <a16:creationId xmlns:a16="http://schemas.microsoft.com/office/drawing/2014/main" id="{38AE7FB0-5D0C-379D-EE38-C31C957B0F00}"/>
              </a:ext>
            </a:extLst>
          </p:cNvPr>
          <p:cNvSpPr/>
          <p:nvPr/>
        </p:nvSpPr>
        <p:spPr>
          <a:xfrm flipH="1">
            <a:off x="-6173" y="14515"/>
            <a:ext cx="12198172" cy="6843485"/>
          </a:xfrm>
          <a:custGeom>
            <a:avLst/>
            <a:gdLst>
              <a:gd name="csX0" fmla="*/ 3376959 w 6961551"/>
              <a:gd name="csY0" fmla="*/ 4368165 h 6858000"/>
              <a:gd name="csX1" fmla="*/ 3375784 w 6961551"/>
              <a:gd name="csY1" fmla="*/ 4339002 h 6858000"/>
              <a:gd name="csX2" fmla="*/ 3369857 w 6961551"/>
              <a:gd name="csY2" fmla="*/ 4306570 h 6858000"/>
              <a:gd name="csX3" fmla="*/ 3372468 w 6961551"/>
              <a:gd name="csY3" fmla="*/ 4335451 h 6858000"/>
              <a:gd name="csX4" fmla="*/ 3387190 w 6961551"/>
              <a:gd name="csY4" fmla="*/ 4442601 h 6858000"/>
              <a:gd name="csX5" fmla="*/ 3387684 w 6961551"/>
              <a:gd name="csY5" fmla="*/ 4404054 h 6858000"/>
              <a:gd name="csX6" fmla="*/ 3379664 w 6961551"/>
              <a:gd name="csY6" fmla="*/ 4360146 h 6858000"/>
              <a:gd name="csX7" fmla="*/ 3381216 w 6961551"/>
              <a:gd name="csY7" fmla="*/ 4399163 h 6858000"/>
              <a:gd name="csX8" fmla="*/ 3386532 w 6961551"/>
              <a:gd name="csY8" fmla="*/ 4492131 h 6858000"/>
              <a:gd name="csX9" fmla="*/ 3386908 w 6961551"/>
              <a:gd name="csY9" fmla="*/ 4462780 h 6858000"/>
              <a:gd name="csX10" fmla="*/ 3382439 w 6961551"/>
              <a:gd name="csY10" fmla="*/ 4430183 h 6858000"/>
              <a:gd name="csX11" fmla="*/ 3383592 w 6961551"/>
              <a:gd name="csY11" fmla="*/ 4459488 h 6858000"/>
              <a:gd name="csX12" fmla="*/ 3386108 w 6961551"/>
              <a:gd name="csY12" fmla="*/ 4523293 h 6858000"/>
              <a:gd name="csX13" fmla="*/ 3386108 w 6961551"/>
              <a:gd name="csY13" fmla="*/ 4521647 h 6858000"/>
              <a:gd name="csX14" fmla="*/ 3385967 w 6961551"/>
              <a:gd name="csY14" fmla="*/ 4519883 h 6858000"/>
              <a:gd name="csX15" fmla="*/ 3396645 w 6961551"/>
              <a:gd name="csY15" fmla="*/ 4511675 h 6858000"/>
              <a:gd name="csX16" fmla="*/ 3399561 w 6961551"/>
              <a:gd name="csY16" fmla="*/ 4469060 h 6858000"/>
              <a:gd name="csX17" fmla="*/ 3390530 w 6961551"/>
              <a:gd name="csY17" fmla="*/ 4419671 h 6858000"/>
              <a:gd name="csX18" fmla="*/ 3389942 w 6961551"/>
              <a:gd name="csY18" fmla="*/ 4462874 h 6858000"/>
              <a:gd name="csX19" fmla="*/ 3392952 w 6961551"/>
              <a:gd name="csY19" fmla="*/ 4564521 h 6858000"/>
              <a:gd name="csX20" fmla="*/ 3395609 w 6961551"/>
              <a:gd name="csY20" fmla="*/ 4526351 h 6858000"/>
              <a:gd name="csX21" fmla="*/ 3389683 w 6961551"/>
              <a:gd name="csY21" fmla="*/ 4482912 h 6858000"/>
              <a:gd name="csX22" fmla="*/ 3389142 w 6961551"/>
              <a:gd name="csY22" fmla="*/ 4521671 h 6858000"/>
              <a:gd name="csX23" fmla="*/ 3389542 w 6961551"/>
              <a:gd name="csY23" fmla="*/ 4613111 h 6858000"/>
              <a:gd name="csX24" fmla="*/ 3391635 w 6961551"/>
              <a:gd name="csY24" fmla="*/ 4583618 h 6858000"/>
              <a:gd name="csX25" fmla="*/ 3388742 w 6961551"/>
              <a:gd name="csY25" fmla="*/ 4551069 h 6858000"/>
              <a:gd name="csX26" fmla="*/ 3388296 w 6961551"/>
              <a:gd name="csY26" fmla="*/ 4580608 h 6858000"/>
              <a:gd name="csX27" fmla="*/ 3387378 w 6961551"/>
              <a:gd name="csY27" fmla="*/ 4643685 h 6858000"/>
              <a:gd name="csX28" fmla="*/ 3387590 w 6961551"/>
              <a:gd name="csY28" fmla="*/ 4640768 h 6858000"/>
              <a:gd name="csX29" fmla="*/ 3387472 w 6961551"/>
              <a:gd name="csY29" fmla="*/ 4637734 h 6858000"/>
              <a:gd name="csX30" fmla="*/ 3405770 w 6961551"/>
              <a:gd name="csY30" fmla="*/ 4578421 h 6858000"/>
              <a:gd name="csX31" fmla="*/ 3411414 w 6961551"/>
              <a:gd name="csY31" fmla="*/ 4534253 h 6858000"/>
              <a:gd name="csX32" fmla="*/ 3401772 w 6961551"/>
              <a:gd name="csY32" fmla="*/ 4481195 h 6858000"/>
              <a:gd name="csX33" fmla="*/ 3398643 w 6961551"/>
              <a:gd name="csY33" fmla="*/ 4526374 h 6858000"/>
              <a:gd name="csX34" fmla="*/ 3398926 w 6961551"/>
              <a:gd name="csY34" fmla="*/ 4631690 h 6858000"/>
              <a:gd name="csX35" fmla="*/ 3404288 w 6961551"/>
              <a:gd name="csY35" fmla="*/ 4589874 h 6858000"/>
              <a:gd name="csX36" fmla="*/ 3397632 w 6961551"/>
              <a:gd name="csY36" fmla="*/ 4541073 h 6858000"/>
              <a:gd name="csX37" fmla="*/ 3394645 w 6961551"/>
              <a:gd name="csY37" fmla="*/ 4583689 h 6858000"/>
              <a:gd name="csX38" fmla="*/ 3392223 w 6961551"/>
              <a:gd name="csY38" fmla="*/ 4683196 h 6858000"/>
              <a:gd name="csX39" fmla="*/ 3397115 w 6961551"/>
              <a:gd name="csY39" fmla="*/ 4645566 h 6858000"/>
              <a:gd name="csX40" fmla="*/ 3393328 w 6961551"/>
              <a:gd name="csY40" fmla="*/ 4602762 h 6858000"/>
              <a:gd name="csX41" fmla="*/ 3390624 w 6961551"/>
              <a:gd name="csY41" fmla="*/ 4640933 h 6858000"/>
              <a:gd name="csX42" fmla="*/ 3386038 w 6961551"/>
              <a:gd name="csY42" fmla="*/ 4730492 h 6858000"/>
              <a:gd name="csX43" fmla="*/ 3389871 w 6961551"/>
              <a:gd name="csY43" fmla="*/ 4701211 h 6858000"/>
              <a:gd name="csX44" fmla="*/ 3388648 w 6961551"/>
              <a:gd name="csY44" fmla="*/ 4668661 h 6858000"/>
              <a:gd name="csX45" fmla="*/ 3386532 w 6961551"/>
              <a:gd name="csY45" fmla="*/ 4698318 h 6858000"/>
              <a:gd name="csX46" fmla="*/ 3382016 w 6961551"/>
              <a:gd name="csY46" fmla="*/ 4761066 h 6858000"/>
              <a:gd name="csX47" fmla="*/ 3382580 w 6961551"/>
              <a:gd name="csY47" fmla="*/ 4756668 h 6858000"/>
              <a:gd name="csX48" fmla="*/ 3382580 w 6961551"/>
              <a:gd name="csY48" fmla="*/ 4751964 h 6858000"/>
              <a:gd name="csX49" fmla="*/ 3414683 w 6961551"/>
              <a:gd name="csY49" fmla="*/ 4643849 h 6858000"/>
              <a:gd name="csX50" fmla="*/ 3423220 w 6961551"/>
              <a:gd name="csY50" fmla="*/ 4599164 h 6858000"/>
              <a:gd name="csX51" fmla="*/ 3413225 w 6961551"/>
              <a:gd name="csY51" fmla="*/ 4544131 h 6858000"/>
              <a:gd name="csX52" fmla="*/ 3407345 w 6961551"/>
              <a:gd name="csY52" fmla="*/ 4589945 h 6858000"/>
              <a:gd name="csX53" fmla="*/ 3404641 w 6961551"/>
              <a:gd name="csY53" fmla="*/ 4696531 h 6858000"/>
              <a:gd name="csX54" fmla="*/ 3412919 w 6961551"/>
              <a:gd name="csY54" fmla="*/ 4653116 h 6858000"/>
              <a:gd name="csX55" fmla="*/ 3405864 w 6961551"/>
              <a:gd name="csY55" fmla="*/ 4601375 h 6858000"/>
              <a:gd name="csX56" fmla="*/ 3400149 w 6961551"/>
              <a:gd name="csY56" fmla="*/ 4645660 h 6858000"/>
              <a:gd name="csX57" fmla="*/ 3394645 w 6961551"/>
              <a:gd name="csY57" fmla="*/ 4748271 h 6858000"/>
              <a:gd name="csX58" fmla="*/ 3402571 w 6961551"/>
              <a:gd name="csY58" fmla="*/ 4707420 h 6858000"/>
              <a:gd name="csX59" fmla="*/ 3398338 w 6961551"/>
              <a:gd name="csY59" fmla="*/ 4659583 h 6858000"/>
              <a:gd name="csX60" fmla="*/ 3392905 w 6961551"/>
              <a:gd name="csY60" fmla="*/ 4701470 h 6858000"/>
              <a:gd name="csX61" fmla="*/ 3384932 w 6961551"/>
              <a:gd name="csY61" fmla="*/ 4798131 h 6858000"/>
              <a:gd name="csX62" fmla="*/ 3392129 w 6961551"/>
              <a:gd name="csY62" fmla="*/ 4761254 h 6858000"/>
              <a:gd name="csX63" fmla="*/ 3390553 w 6961551"/>
              <a:gd name="csY63" fmla="*/ 4719414 h 6858000"/>
              <a:gd name="csX64" fmla="*/ 3385614 w 6961551"/>
              <a:gd name="csY64" fmla="*/ 4757044 h 6858000"/>
              <a:gd name="csX65" fmla="*/ 3384932 w 6961551"/>
              <a:gd name="csY65" fmla="*/ 4798107 h 6858000"/>
              <a:gd name="csX66" fmla="*/ 3375948 w 6961551"/>
              <a:gd name="csY66" fmla="*/ 4844251 h 6858000"/>
              <a:gd name="csX67" fmla="*/ 3381616 w 6961551"/>
              <a:gd name="csY67" fmla="*/ 4815111 h 6858000"/>
              <a:gd name="csX68" fmla="*/ 3382133 w 6961551"/>
              <a:gd name="csY68" fmla="*/ 4783361 h 6858000"/>
              <a:gd name="csX69" fmla="*/ 3378253 w 6961551"/>
              <a:gd name="csY69" fmla="*/ 4812759 h 6858000"/>
              <a:gd name="csX70" fmla="*/ 3370022 w 6961551"/>
              <a:gd name="csY70" fmla="*/ 4874660 h 6858000"/>
              <a:gd name="csX71" fmla="*/ 3371080 w 6961551"/>
              <a:gd name="csY71" fmla="*/ 4869227 h 6858000"/>
              <a:gd name="csX72" fmla="*/ 3371479 w 6961551"/>
              <a:gd name="csY72" fmla="*/ 4863701 h 6858000"/>
              <a:gd name="csX73" fmla="*/ 3423550 w 6961551"/>
              <a:gd name="csY73" fmla="*/ 4709090 h 6858000"/>
              <a:gd name="csX74" fmla="*/ 3435050 w 6961551"/>
              <a:gd name="csY74" fmla="*/ 4664405 h 6858000"/>
              <a:gd name="csX75" fmla="*/ 3424726 w 6961551"/>
              <a:gd name="csY75" fmla="*/ 4607607 h 6858000"/>
              <a:gd name="csX76" fmla="*/ 3415977 w 6961551"/>
              <a:gd name="csY76" fmla="*/ 4653468 h 6858000"/>
              <a:gd name="csX77" fmla="*/ 3410261 w 6961551"/>
              <a:gd name="csY77" fmla="*/ 4760431 h 6858000"/>
              <a:gd name="csX78" fmla="*/ 3421574 w 6961551"/>
              <a:gd name="csY78" fmla="*/ 4716780 h 6858000"/>
              <a:gd name="csX79" fmla="*/ 3414213 w 6961551"/>
              <a:gd name="csY79" fmla="*/ 4662688 h 6858000"/>
              <a:gd name="csX80" fmla="*/ 3405628 w 6961551"/>
              <a:gd name="csY80" fmla="*/ 4707726 h 6858000"/>
              <a:gd name="csX81" fmla="*/ 3396997 w 6961551"/>
              <a:gd name="csY81" fmla="*/ 4811560 h 6858000"/>
              <a:gd name="csX82" fmla="*/ 3407980 w 6961551"/>
              <a:gd name="csY82" fmla="*/ 4769227 h 6858000"/>
              <a:gd name="csX83" fmla="*/ 3403536 w 6961551"/>
              <a:gd name="csY83" fmla="*/ 4718591 h 6858000"/>
              <a:gd name="csX84" fmla="*/ 3395163 w 6961551"/>
              <a:gd name="csY84" fmla="*/ 4761654 h 6858000"/>
              <a:gd name="csX85" fmla="*/ 3383874 w 6961551"/>
              <a:gd name="csY85" fmla="*/ 4861701 h 6858000"/>
              <a:gd name="csX86" fmla="*/ 3394363 w 6961551"/>
              <a:gd name="csY86" fmla="*/ 4821720 h 6858000"/>
              <a:gd name="csX87" fmla="*/ 3392623 w 6961551"/>
              <a:gd name="csY87" fmla="*/ 4774518 h 6858000"/>
              <a:gd name="csX88" fmla="*/ 3384650 w 6961551"/>
              <a:gd name="csY88" fmla="*/ 4815440 h 6858000"/>
              <a:gd name="csX89" fmla="*/ 3383874 w 6961551"/>
              <a:gd name="csY89" fmla="*/ 4861678 h 6858000"/>
              <a:gd name="csX90" fmla="*/ 3371056 w 6961551"/>
              <a:gd name="csY90" fmla="*/ 4910173 h 6858000"/>
              <a:gd name="csX91" fmla="*/ 3380628 w 6961551"/>
              <a:gd name="csY91" fmla="*/ 4873978 h 6858000"/>
              <a:gd name="csX92" fmla="*/ 3381334 w 6961551"/>
              <a:gd name="csY92" fmla="*/ 4832468 h 6858000"/>
              <a:gd name="csX93" fmla="*/ 3374067 w 6961551"/>
              <a:gd name="csY93" fmla="*/ 4869698 h 6858000"/>
              <a:gd name="csX94" fmla="*/ 3371056 w 6961551"/>
              <a:gd name="csY94" fmla="*/ 4910150 h 6858000"/>
              <a:gd name="csX95" fmla="*/ 3359297 w 6961551"/>
              <a:gd name="csY95" fmla="*/ 4955093 h 6858000"/>
              <a:gd name="csX96" fmla="*/ 3366917 w 6961551"/>
              <a:gd name="csY96" fmla="*/ 4926189 h 6858000"/>
              <a:gd name="csX97" fmla="*/ 3369269 w 6961551"/>
              <a:gd name="csY97" fmla="*/ 4894604 h 6858000"/>
              <a:gd name="csX98" fmla="*/ 3363578 w 6961551"/>
              <a:gd name="csY98" fmla="*/ 4923202 h 6858000"/>
              <a:gd name="csX99" fmla="*/ 3359203 w 6961551"/>
              <a:gd name="csY99" fmla="*/ 4955070 h 6858000"/>
              <a:gd name="csX100" fmla="*/ 3351042 w 6961551"/>
              <a:gd name="csY100" fmla="*/ 4986185 h 6858000"/>
              <a:gd name="csX101" fmla="*/ 3352994 w 6961551"/>
              <a:gd name="csY101" fmla="*/ 4978965 h 6858000"/>
              <a:gd name="csX102" fmla="*/ 3354052 w 6961551"/>
              <a:gd name="csY102" fmla="*/ 4971039 h 6858000"/>
              <a:gd name="csX103" fmla="*/ 3432416 w 6961551"/>
              <a:gd name="csY103" fmla="*/ 4773624 h 6858000"/>
              <a:gd name="csX104" fmla="*/ 3446927 w 6961551"/>
              <a:gd name="csY104" fmla="*/ 4729316 h 6858000"/>
              <a:gd name="csX105" fmla="*/ 3436461 w 6961551"/>
              <a:gd name="csY105" fmla="*/ 4671460 h 6858000"/>
              <a:gd name="csX106" fmla="*/ 3424702 w 6961551"/>
              <a:gd name="csY106" fmla="*/ 4717039 h 6858000"/>
              <a:gd name="csX107" fmla="*/ 3415953 w 6961551"/>
              <a:gd name="csY107" fmla="*/ 4823954 h 6858000"/>
              <a:gd name="csX108" fmla="*/ 3430299 w 6961551"/>
              <a:gd name="csY108" fmla="*/ 4780163 h 6858000"/>
              <a:gd name="csX109" fmla="*/ 3422773 w 6961551"/>
              <a:gd name="csY109" fmla="*/ 4724729 h 6858000"/>
              <a:gd name="csX110" fmla="*/ 3411179 w 6961551"/>
              <a:gd name="csY110" fmla="*/ 4769415 h 6858000"/>
              <a:gd name="csX111" fmla="*/ 3399490 w 6961551"/>
              <a:gd name="csY111" fmla="*/ 4873743 h 6858000"/>
              <a:gd name="csX112" fmla="*/ 3413602 w 6961551"/>
              <a:gd name="csY112" fmla="*/ 4831245 h 6858000"/>
              <a:gd name="csX113" fmla="*/ 3408898 w 6961551"/>
              <a:gd name="csY113" fmla="*/ 4778211 h 6858000"/>
              <a:gd name="csX114" fmla="*/ 3397515 w 6961551"/>
              <a:gd name="csY114" fmla="*/ 4822167 h 6858000"/>
              <a:gd name="csX115" fmla="*/ 3399279 w 6961551"/>
              <a:gd name="csY115" fmla="*/ 4873719 h 6858000"/>
              <a:gd name="csX116" fmla="*/ 3383027 w 6961551"/>
              <a:gd name="csY116" fmla="*/ 4923132 h 6858000"/>
              <a:gd name="csX117" fmla="*/ 3396785 w 6961551"/>
              <a:gd name="csY117" fmla="*/ 4881927 h 6858000"/>
              <a:gd name="csX118" fmla="*/ 3394974 w 6961551"/>
              <a:gd name="csY118" fmla="*/ 4832421 h 6858000"/>
              <a:gd name="csX119" fmla="*/ 3383874 w 6961551"/>
              <a:gd name="csY119" fmla="*/ 4874496 h 6858000"/>
              <a:gd name="csX120" fmla="*/ 3366682 w 6961551"/>
              <a:gd name="csY120" fmla="*/ 4972098 h 6858000"/>
              <a:gd name="csX121" fmla="*/ 3379829 w 6961551"/>
              <a:gd name="csY121" fmla="*/ 4932727 h 6858000"/>
              <a:gd name="csX122" fmla="*/ 3380628 w 6961551"/>
              <a:gd name="csY122" fmla="*/ 4886772 h 6858000"/>
              <a:gd name="csX123" fmla="*/ 3370069 w 6961551"/>
              <a:gd name="csY123" fmla="*/ 4926754 h 6858000"/>
              <a:gd name="csX124" fmla="*/ 3350784 w 6961551"/>
              <a:gd name="csY124" fmla="*/ 5018829 h 6858000"/>
              <a:gd name="csX125" fmla="*/ 3362754 w 6961551"/>
              <a:gd name="csY125" fmla="*/ 4983551 h 6858000"/>
              <a:gd name="csX126" fmla="*/ 3365835 w 6961551"/>
              <a:gd name="csY126" fmla="*/ 4942746 h 6858000"/>
              <a:gd name="csX127" fmla="*/ 3356099 w 6961551"/>
              <a:gd name="csY127" fmla="*/ 4979553 h 6858000"/>
              <a:gd name="csX128" fmla="*/ 3350548 w 6961551"/>
              <a:gd name="csY128" fmla="*/ 5018852 h 6858000"/>
              <a:gd name="csX129" fmla="*/ 3335990 w 6961551"/>
              <a:gd name="csY129" fmla="*/ 5062314 h 6858000"/>
              <a:gd name="csX130" fmla="*/ 3345656 w 6961551"/>
              <a:gd name="csY130" fmla="*/ 5033880 h 6858000"/>
              <a:gd name="csX131" fmla="*/ 3349913 w 6961551"/>
              <a:gd name="csY131" fmla="*/ 5002625 h 6858000"/>
              <a:gd name="csX132" fmla="*/ 3342223 w 6961551"/>
              <a:gd name="csY132" fmla="*/ 5031176 h 6858000"/>
              <a:gd name="csX133" fmla="*/ 3335755 w 6961551"/>
              <a:gd name="csY133" fmla="*/ 5062244 h 6858000"/>
              <a:gd name="csX134" fmla="*/ 3325760 w 6961551"/>
              <a:gd name="csY134" fmla="*/ 5092395 h 6858000"/>
              <a:gd name="csX135" fmla="*/ 3328276 w 6961551"/>
              <a:gd name="csY135" fmla="*/ 5084986 h 6858000"/>
              <a:gd name="csX136" fmla="*/ 3329899 w 6961551"/>
              <a:gd name="csY136" fmla="*/ 5077013 h 6858000"/>
              <a:gd name="csX137" fmla="*/ 3325525 w 6961551"/>
              <a:gd name="csY137" fmla="*/ 5092324 h 6858000"/>
              <a:gd name="csX138" fmla="*/ 3441071 w 6961551"/>
              <a:gd name="csY138" fmla="*/ 4837995 h 6858000"/>
              <a:gd name="csX139" fmla="*/ 3458663 w 6961551"/>
              <a:gd name="csY139" fmla="*/ 4794485 h 6858000"/>
              <a:gd name="csX140" fmla="*/ 3448009 w 6961551"/>
              <a:gd name="csY140" fmla="*/ 4735689 h 6858000"/>
              <a:gd name="csX141" fmla="*/ 3433310 w 6961551"/>
              <a:gd name="csY141" fmla="*/ 4780609 h 6858000"/>
              <a:gd name="csX142" fmla="*/ 3421339 w 6961551"/>
              <a:gd name="csY142" fmla="*/ 4886819 h 6858000"/>
              <a:gd name="csX143" fmla="*/ 3438790 w 6961551"/>
              <a:gd name="csY143" fmla="*/ 4843639 h 6858000"/>
              <a:gd name="csX144" fmla="*/ 3431146 w 6961551"/>
              <a:gd name="csY144" fmla="*/ 4787053 h 6858000"/>
              <a:gd name="csX145" fmla="*/ 3416541 w 6961551"/>
              <a:gd name="csY145" fmla="*/ 4831739 h 6858000"/>
              <a:gd name="csX146" fmla="*/ 3421292 w 6961551"/>
              <a:gd name="csY146" fmla="*/ 4886819 h 6858000"/>
              <a:gd name="csX147" fmla="*/ 3401536 w 6961551"/>
              <a:gd name="csY147" fmla="*/ 4935526 h 6858000"/>
              <a:gd name="csX148" fmla="*/ 3418846 w 6961551"/>
              <a:gd name="csY148" fmla="*/ 4892981 h 6858000"/>
              <a:gd name="csX149" fmla="*/ 3414142 w 6961551"/>
              <a:gd name="csY149" fmla="*/ 4838888 h 6858000"/>
              <a:gd name="csX150" fmla="*/ 3399655 w 6961551"/>
              <a:gd name="csY150" fmla="*/ 4882327 h 6858000"/>
              <a:gd name="csX151" fmla="*/ 3401489 w 6961551"/>
              <a:gd name="csY151" fmla="*/ 4935526 h 6858000"/>
              <a:gd name="csX152" fmla="*/ 3381734 w 6961551"/>
              <a:gd name="csY152" fmla="*/ 4983574 h 6858000"/>
              <a:gd name="csX153" fmla="*/ 3398761 w 6961551"/>
              <a:gd name="csY153" fmla="*/ 4942276 h 6858000"/>
              <a:gd name="csX154" fmla="*/ 3396927 w 6961551"/>
              <a:gd name="csY154" fmla="*/ 4890535 h 6858000"/>
              <a:gd name="csX155" fmla="*/ 3382674 w 6961551"/>
              <a:gd name="csY155" fmla="*/ 4933221 h 6858000"/>
              <a:gd name="csX156" fmla="*/ 3381687 w 6961551"/>
              <a:gd name="csY156" fmla="*/ 4983574 h 6858000"/>
              <a:gd name="csX157" fmla="*/ 3361978 w 6961551"/>
              <a:gd name="csY157" fmla="*/ 5031552 h 6858000"/>
              <a:gd name="csX158" fmla="*/ 3378582 w 6961551"/>
              <a:gd name="csY158" fmla="*/ 4991288 h 6858000"/>
              <a:gd name="csX159" fmla="*/ 3379476 w 6961551"/>
              <a:gd name="csY159" fmla="*/ 4942793 h 6858000"/>
              <a:gd name="csX160" fmla="*/ 3365576 w 6961551"/>
              <a:gd name="csY160" fmla="*/ 4984186 h 6858000"/>
              <a:gd name="csX161" fmla="*/ 3361931 w 6961551"/>
              <a:gd name="csY161" fmla="*/ 5031552 h 6858000"/>
              <a:gd name="csX162" fmla="*/ 3342411 w 6961551"/>
              <a:gd name="csY162" fmla="*/ 5078589 h 6858000"/>
              <a:gd name="csX163" fmla="*/ 3358262 w 6961551"/>
              <a:gd name="csY163" fmla="*/ 5040677 h 6858000"/>
              <a:gd name="csX164" fmla="*/ 3361649 w 6961551"/>
              <a:gd name="csY164" fmla="*/ 4995780 h 6858000"/>
              <a:gd name="csX165" fmla="*/ 3348432 w 6961551"/>
              <a:gd name="csY165" fmla="*/ 5034656 h 6858000"/>
              <a:gd name="csX166" fmla="*/ 3342293 w 6961551"/>
              <a:gd name="csY166" fmla="*/ 5078495 h 6858000"/>
              <a:gd name="csX167" fmla="*/ 3323196 w 6961551"/>
              <a:gd name="csY167" fmla="*/ 5124380 h 6858000"/>
              <a:gd name="csX168" fmla="*/ 3337848 w 6961551"/>
              <a:gd name="csY168" fmla="*/ 5089431 h 6858000"/>
              <a:gd name="csX169" fmla="*/ 3343304 w 6961551"/>
              <a:gd name="csY169" fmla="*/ 5049755 h 6858000"/>
              <a:gd name="csX170" fmla="*/ 3331028 w 6961551"/>
              <a:gd name="csY170" fmla="*/ 5085856 h 6858000"/>
              <a:gd name="csX171" fmla="*/ 3323149 w 6961551"/>
              <a:gd name="csY171" fmla="*/ 5124286 h 6858000"/>
              <a:gd name="csX172" fmla="*/ 3305252 w 6961551"/>
              <a:gd name="csY172" fmla="*/ 5167066 h 6858000"/>
              <a:gd name="csX173" fmla="*/ 3317176 w 6961551"/>
              <a:gd name="csY173" fmla="*/ 5138702 h 6858000"/>
              <a:gd name="csX174" fmla="*/ 3323337 w 6961551"/>
              <a:gd name="csY174" fmla="*/ 5108340 h 6858000"/>
              <a:gd name="csX175" fmla="*/ 3313812 w 6961551"/>
              <a:gd name="csY175" fmla="*/ 5135880 h 6858000"/>
              <a:gd name="csX176" fmla="*/ 3305204 w 6961551"/>
              <a:gd name="csY176" fmla="*/ 5167019 h 6858000"/>
              <a:gd name="csX177" fmla="*/ 3293257 w 6961551"/>
              <a:gd name="csY177" fmla="*/ 5195288 h 6858000"/>
              <a:gd name="csX178" fmla="*/ 3296432 w 6961551"/>
              <a:gd name="csY178" fmla="*/ 5187856 h 6858000"/>
              <a:gd name="csX179" fmla="*/ 3298784 w 6961551"/>
              <a:gd name="csY179" fmla="*/ 5179484 h 6858000"/>
              <a:gd name="csX180" fmla="*/ 3293210 w 6961551"/>
              <a:gd name="csY180" fmla="*/ 5195241 h 6858000"/>
              <a:gd name="csX181" fmla="*/ 3449749 w 6961551"/>
              <a:gd name="csY181" fmla="*/ 4902318 h 6858000"/>
              <a:gd name="csX182" fmla="*/ 3470351 w 6961551"/>
              <a:gd name="csY182" fmla="*/ 4859396 h 6858000"/>
              <a:gd name="csX183" fmla="*/ 3459674 w 6961551"/>
              <a:gd name="csY183" fmla="*/ 4800224 h 6858000"/>
              <a:gd name="csX184" fmla="*/ 3441894 w 6961551"/>
              <a:gd name="csY184" fmla="*/ 4844180 h 6858000"/>
              <a:gd name="csX185" fmla="*/ 3449702 w 6961551"/>
              <a:gd name="csY185" fmla="*/ 4902224 h 6858000"/>
              <a:gd name="csX186" fmla="*/ 3426795 w 6961551"/>
              <a:gd name="csY186" fmla="*/ 4949684 h 6858000"/>
              <a:gd name="csX187" fmla="*/ 3447374 w 6961551"/>
              <a:gd name="csY187" fmla="*/ 4907351 h 6858000"/>
              <a:gd name="csX188" fmla="*/ 3439613 w 6961551"/>
              <a:gd name="csY188" fmla="*/ 4849895 h 6858000"/>
              <a:gd name="csX189" fmla="*/ 3421927 w 6961551"/>
              <a:gd name="csY189" fmla="*/ 4893687 h 6858000"/>
              <a:gd name="csX190" fmla="*/ 3426748 w 6961551"/>
              <a:gd name="csY190" fmla="*/ 4949590 h 6858000"/>
              <a:gd name="csX191" fmla="*/ 3403724 w 6961551"/>
              <a:gd name="csY191" fmla="*/ 4996721 h 6858000"/>
              <a:gd name="csX192" fmla="*/ 3424232 w 6961551"/>
              <a:gd name="csY192" fmla="*/ 4954905 h 6858000"/>
              <a:gd name="csX193" fmla="*/ 3419528 w 6961551"/>
              <a:gd name="csY193" fmla="*/ 4899731 h 6858000"/>
              <a:gd name="csX194" fmla="*/ 3401913 w 6961551"/>
              <a:gd name="csY194" fmla="*/ 4942958 h 6858000"/>
              <a:gd name="csX195" fmla="*/ 3380628 w 6961551"/>
              <a:gd name="csY195" fmla="*/ 5043899 h 6858000"/>
              <a:gd name="csX196" fmla="*/ 3400925 w 6961551"/>
              <a:gd name="csY196" fmla="*/ 5002483 h 6858000"/>
              <a:gd name="csX197" fmla="*/ 3399020 w 6961551"/>
              <a:gd name="csY197" fmla="*/ 4949684 h 6858000"/>
              <a:gd name="csX198" fmla="*/ 3381593 w 6961551"/>
              <a:gd name="csY198" fmla="*/ 4992018 h 6858000"/>
              <a:gd name="csX199" fmla="*/ 3380581 w 6961551"/>
              <a:gd name="csY199" fmla="*/ 5043829 h 6858000"/>
              <a:gd name="csX200" fmla="*/ 3357486 w 6961551"/>
              <a:gd name="csY200" fmla="*/ 5090278 h 6858000"/>
              <a:gd name="csX201" fmla="*/ 3377477 w 6961551"/>
              <a:gd name="csY201" fmla="*/ 5050297 h 6858000"/>
              <a:gd name="csX202" fmla="*/ 3378418 w 6961551"/>
              <a:gd name="csY202" fmla="*/ 4999778 h 6858000"/>
              <a:gd name="csX203" fmla="*/ 3361249 w 6961551"/>
              <a:gd name="csY203" fmla="*/ 5041454 h 6858000"/>
              <a:gd name="csX204" fmla="*/ 3357439 w 6961551"/>
              <a:gd name="csY204" fmla="*/ 5090207 h 6858000"/>
              <a:gd name="csX205" fmla="*/ 3334414 w 6961551"/>
              <a:gd name="csY205" fmla="*/ 5136468 h 6858000"/>
              <a:gd name="csX206" fmla="*/ 3353911 w 6961551"/>
              <a:gd name="csY206" fmla="*/ 5097451 h 6858000"/>
              <a:gd name="csX207" fmla="*/ 3357510 w 6961551"/>
              <a:gd name="csY207" fmla="*/ 5050414 h 6858000"/>
              <a:gd name="csX208" fmla="*/ 3340812 w 6961551"/>
              <a:gd name="csY208" fmla="*/ 5090231 h 6858000"/>
              <a:gd name="csX209" fmla="*/ 3334367 w 6961551"/>
              <a:gd name="csY209" fmla="*/ 5136445 h 6858000"/>
              <a:gd name="csX210" fmla="*/ 3311460 w 6961551"/>
              <a:gd name="csY210" fmla="*/ 5182094 h 6858000"/>
              <a:gd name="csX211" fmla="*/ 3330275 w 6961551"/>
              <a:gd name="csY211" fmla="*/ 5144982 h 6858000"/>
              <a:gd name="csX212" fmla="*/ 3336343 w 6961551"/>
              <a:gd name="csY212" fmla="*/ 5101073 h 6858000"/>
              <a:gd name="csX213" fmla="*/ 3320186 w 6961551"/>
              <a:gd name="csY213" fmla="*/ 5139573 h 6858000"/>
              <a:gd name="csX214" fmla="*/ 3311414 w 6961551"/>
              <a:gd name="csY214" fmla="*/ 5182023 h 6858000"/>
              <a:gd name="csX215" fmla="*/ 3289118 w 6961551"/>
              <a:gd name="csY215" fmla="*/ 5225933 h 6858000"/>
              <a:gd name="csX216" fmla="*/ 3306286 w 6961551"/>
              <a:gd name="csY216" fmla="*/ 5192231 h 6858000"/>
              <a:gd name="csX217" fmla="*/ 3314071 w 6961551"/>
              <a:gd name="csY217" fmla="*/ 5153895 h 6858000"/>
              <a:gd name="csX218" fmla="*/ 3299301 w 6961551"/>
              <a:gd name="csY218" fmla="*/ 5188844 h 6858000"/>
              <a:gd name="csX219" fmla="*/ 3289071 w 6961551"/>
              <a:gd name="csY219" fmla="*/ 5225815 h 6858000"/>
              <a:gd name="csX220" fmla="*/ 3268186 w 6961551"/>
              <a:gd name="csY220" fmla="*/ 5267067 h 6858000"/>
              <a:gd name="csX221" fmla="*/ 3282297 w 6961551"/>
              <a:gd name="csY221" fmla="*/ 5239338 h 6858000"/>
              <a:gd name="csX222" fmla="*/ 3290529 w 6961551"/>
              <a:gd name="csY222" fmla="*/ 5209376 h 6858000"/>
              <a:gd name="csX223" fmla="*/ 3279122 w 6961551"/>
              <a:gd name="csY223" fmla="*/ 5236069 h 6858000"/>
              <a:gd name="csX224" fmla="*/ 3268139 w 6961551"/>
              <a:gd name="csY224" fmla="*/ 5266996 h 6858000"/>
              <a:gd name="csX225" fmla="*/ 3254381 w 6961551"/>
              <a:gd name="csY225" fmla="*/ 5293948 h 6858000"/>
              <a:gd name="csX226" fmla="*/ 3257885 w 6961551"/>
              <a:gd name="csY226" fmla="*/ 5287199 h 6858000"/>
              <a:gd name="csX227" fmla="*/ 3260755 w 6961551"/>
              <a:gd name="csY227" fmla="*/ 5278991 h 6858000"/>
              <a:gd name="csX228" fmla="*/ 3458381 w 6961551"/>
              <a:gd name="csY228" fmla="*/ 4966429 h 6858000"/>
              <a:gd name="csX229" fmla="*/ 3482111 w 6961551"/>
              <a:gd name="csY229" fmla="*/ 4924378 h 6858000"/>
              <a:gd name="csX230" fmla="*/ 3471269 w 6961551"/>
              <a:gd name="csY230" fmla="*/ 4864477 h 6858000"/>
              <a:gd name="csX231" fmla="*/ 3450502 w 6961551"/>
              <a:gd name="csY231" fmla="*/ 4907774 h 6858000"/>
              <a:gd name="csX232" fmla="*/ 3458334 w 6961551"/>
              <a:gd name="csY232" fmla="*/ 4966359 h 6858000"/>
              <a:gd name="csX233" fmla="*/ 3432181 w 6961551"/>
              <a:gd name="csY233" fmla="*/ 5012102 h 6858000"/>
              <a:gd name="csX234" fmla="*/ 3455911 w 6961551"/>
              <a:gd name="csY234" fmla="*/ 4970733 h 6858000"/>
              <a:gd name="csX235" fmla="*/ 3448127 w 6961551"/>
              <a:gd name="csY235" fmla="*/ 4912713 h 6858000"/>
              <a:gd name="csX236" fmla="*/ 3427312 w 6961551"/>
              <a:gd name="csY236" fmla="*/ 4955517 h 6858000"/>
              <a:gd name="csX237" fmla="*/ 3432134 w 6961551"/>
              <a:gd name="csY237" fmla="*/ 5012032 h 6858000"/>
              <a:gd name="csX238" fmla="*/ 3405793 w 6961551"/>
              <a:gd name="csY238" fmla="*/ 5057893 h 6858000"/>
              <a:gd name="csX239" fmla="*/ 3429453 w 6961551"/>
              <a:gd name="csY239" fmla="*/ 5016641 h 6858000"/>
              <a:gd name="csX240" fmla="*/ 3424749 w 6961551"/>
              <a:gd name="csY240" fmla="*/ 4960714 h 6858000"/>
              <a:gd name="csX241" fmla="*/ 3403982 w 6961551"/>
              <a:gd name="csY241" fmla="*/ 5003048 h 6858000"/>
              <a:gd name="csX242" fmla="*/ 3405793 w 6961551"/>
              <a:gd name="csY242" fmla="*/ 5057893 h 6858000"/>
              <a:gd name="csX243" fmla="*/ 3379382 w 6961551"/>
              <a:gd name="csY243" fmla="*/ 5103260 h 6858000"/>
              <a:gd name="csX244" fmla="*/ 3402900 w 6961551"/>
              <a:gd name="csY244" fmla="*/ 5062855 h 6858000"/>
              <a:gd name="csX245" fmla="*/ 3401019 w 6961551"/>
              <a:gd name="csY245" fmla="*/ 5008763 h 6858000"/>
              <a:gd name="csX246" fmla="*/ 3380346 w 6961551"/>
              <a:gd name="csY246" fmla="*/ 5050838 h 6858000"/>
              <a:gd name="csX247" fmla="*/ 3379429 w 6961551"/>
              <a:gd name="csY247" fmla="*/ 5103260 h 6858000"/>
              <a:gd name="csX248" fmla="*/ 3352900 w 6961551"/>
              <a:gd name="csY248" fmla="*/ 5148463 h 6858000"/>
              <a:gd name="csX249" fmla="*/ 3376254 w 6961551"/>
              <a:gd name="csY249" fmla="*/ 5108622 h 6858000"/>
              <a:gd name="csX250" fmla="*/ 3377242 w 6961551"/>
              <a:gd name="csY250" fmla="*/ 5057258 h 6858000"/>
              <a:gd name="csX251" fmla="*/ 3356780 w 6961551"/>
              <a:gd name="csY251" fmla="*/ 5098227 h 6858000"/>
              <a:gd name="csX252" fmla="*/ 3352947 w 6961551"/>
              <a:gd name="csY252" fmla="*/ 5148463 h 6858000"/>
              <a:gd name="csX253" fmla="*/ 3326371 w 6961551"/>
              <a:gd name="csY253" fmla="*/ 5193595 h 6858000"/>
              <a:gd name="csX254" fmla="*/ 3349396 w 6961551"/>
              <a:gd name="csY254" fmla="*/ 5154436 h 6858000"/>
              <a:gd name="csX255" fmla="*/ 3353182 w 6961551"/>
              <a:gd name="csY255" fmla="*/ 5105424 h 6858000"/>
              <a:gd name="csX256" fmla="*/ 3333003 w 6961551"/>
              <a:gd name="csY256" fmla="*/ 5145805 h 6858000"/>
              <a:gd name="csX257" fmla="*/ 3326418 w 6961551"/>
              <a:gd name="csY257" fmla="*/ 5193595 h 6858000"/>
              <a:gd name="csX258" fmla="*/ 3299960 w 6961551"/>
              <a:gd name="csY258" fmla="*/ 5237833 h 6858000"/>
              <a:gd name="csX259" fmla="*/ 3322420 w 6961551"/>
              <a:gd name="csY259" fmla="*/ 5200204 h 6858000"/>
              <a:gd name="csX260" fmla="*/ 3328817 w 6961551"/>
              <a:gd name="csY260" fmla="*/ 5154225 h 6858000"/>
              <a:gd name="csX261" fmla="*/ 3309132 w 6961551"/>
              <a:gd name="csY261" fmla="*/ 5193077 h 6858000"/>
              <a:gd name="csX262" fmla="*/ 3299960 w 6961551"/>
              <a:gd name="csY262" fmla="*/ 5237833 h 6858000"/>
              <a:gd name="csX263" fmla="*/ 3273666 w 6961551"/>
              <a:gd name="csY263" fmla="*/ 5281813 h 6858000"/>
              <a:gd name="csX264" fmla="*/ 3295209 w 6961551"/>
              <a:gd name="csY264" fmla="*/ 5245782 h 6858000"/>
              <a:gd name="csX265" fmla="*/ 3303981 w 6961551"/>
              <a:gd name="csY265" fmla="*/ 5203308 h 6858000"/>
              <a:gd name="csX266" fmla="*/ 3285167 w 6961551"/>
              <a:gd name="csY266" fmla="*/ 5240373 h 6858000"/>
              <a:gd name="csX267" fmla="*/ 3273666 w 6961551"/>
              <a:gd name="csY267" fmla="*/ 5281813 h 6858000"/>
              <a:gd name="csX268" fmla="*/ 3247984 w 6961551"/>
              <a:gd name="csY268" fmla="*/ 5324146 h 6858000"/>
              <a:gd name="csX269" fmla="*/ 3267763 w 6961551"/>
              <a:gd name="csY269" fmla="*/ 5291643 h 6858000"/>
              <a:gd name="csX270" fmla="*/ 3278299 w 6961551"/>
              <a:gd name="csY270" fmla="*/ 5253708 h 6858000"/>
              <a:gd name="csX271" fmla="*/ 3260637 w 6961551"/>
              <a:gd name="csY271" fmla="*/ 5288257 h 6858000"/>
              <a:gd name="csX272" fmla="*/ 3247984 w 6961551"/>
              <a:gd name="csY272" fmla="*/ 5324193 h 6858000"/>
              <a:gd name="csX273" fmla="*/ 3224113 w 6961551"/>
              <a:gd name="csY273" fmla="*/ 5363304 h 6858000"/>
              <a:gd name="csX274" fmla="*/ 3240364 w 6961551"/>
              <a:gd name="csY274" fmla="*/ 5336658 h 6858000"/>
              <a:gd name="csX275" fmla="*/ 3250595 w 6961551"/>
              <a:gd name="csY275" fmla="*/ 5307636 h 6858000"/>
              <a:gd name="csX276" fmla="*/ 3236483 w 6961551"/>
              <a:gd name="csY276" fmla="*/ 5334588 h 6858000"/>
              <a:gd name="csX277" fmla="*/ 3208049 w 6961551"/>
              <a:gd name="csY277" fmla="*/ 5389621 h 6858000"/>
              <a:gd name="csX278" fmla="*/ 3212565 w 6961551"/>
              <a:gd name="csY278" fmla="*/ 5382237 h 6858000"/>
              <a:gd name="csX279" fmla="*/ 3216070 w 6961551"/>
              <a:gd name="csY279" fmla="*/ 5374170 h 6858000"/>
              <a:gd name="csX280" fmla="*/ 3208049 w 6961551"/>
              <a:gd name="csY280" fmla="*/ 5389668 h 6858000"/>
              <a:gd name="csX281" fmla="*/ 3466941 w 6961551"/>
              <a:gd name="csY281" fmla="*/ 5030188 h 6858000"/>
              <a:gd name="csX282" fmla="*/ 3493752 w 6961551"/>
              <a:gd name="csY282" fmla="*/ 4989454 h 6858000"/>
              <a:gd name="csX283" fmla="*/ 3482911 w 6961551"/>
              <a:gd name="csY283" fmla="*/ 4929011 h 6858000"/>
              <a:gd name="csX284" fmla="*/ 3459015 w 6961551"/>
              <a:gd name="csY284" fmla="*/ 4971345 h 6858000"/>
              <a:gd name="csX285" fmla="*/ 3466941 w 6961551"/>
              <a:gd name="csY285" fmla="*/ 5030188 h 6858000"/>
              <a:gd name="csX286" fmla="*/ 3437520 w 6961551"/>
              <a:gd name="csY286" fmla="*/ 5074450 h 6858000"/>
              <a:gd name="csX287" fmla="*/ 3464401 w 6961551"/>
              <a:gd name="csY287" fmla="*/ 5033998 h 6858000"/>
              <a:gd name="csX288" fmla="*/ 3456570 w 6961551"/>
              <a:gd name="csY288" fmla="*/ 4975602 h 6858000"/>
              <a:gd name="csX289" fmla="*/ 3432604 w 6961551"/>
              <a:gd name="csY289" fmla="*/ 5017347 h 6858000"/>
              <a:gd name="csX290" fmla="*/ 3437496 w 6961551"/>
              <a:gd name="csY290" fmla="*/ 5074450 h 6858000"/>
              <a:gd name="csX291" fmla="*/ 3407980 w 6961551"/>
              <a:gd name="csY291" fmla="*/ 5118853 h 6858000"/>
              <a:gd name="csX292" fmla="*/ 3434839 w 6961551"/>
              <a:gd name="csY292" fmla="*/ 5078495 h 6858000"/>
              <a:gd name="csX293" fmla="*/ 3429970 w 6961551"/>
              <a:gd name="csY293" fmla="*/ 5021933 h 6858000"/>
              <a:gd name="csX294" fmla="*/ 3406052 w 6961551"/>
              <a:gd name="csY294" fmla="*/ 5063631 h 6858000"/>
              <a:gd name="csX295" fmla="*/ 3407957 w 6961551"/>
              <a:gd name="csY295" fmla="*/ 5118853 h 6858000"/>
              <a:gd name="csX296" fmla="*/ 3378277 w 6961551"/>
              <a:gd name="csY296" fmla="*/ 5162574 h 6858000"/>
              <a:gd name="csX297" fmla="*/ 3405111 w 6961551"/>
              <a:gd name="csY297" fmla="*/ 5123086 h 6858000"/>
              <a:gd name="csX298" fmla="*/ 3403206 w 6961551"/>
              <a:gd name="csY298" fmla="*/ 5068594 h 6858000"/>
              <a:gd name="csX299" fmla="*/ 3379335 w 6961551"/>
              <a:gd name="csY299" fmla="*/ 5109469 h 6858000"/>
              <a:gd name="csX300" fmla="*/ 3378253 w 6961551"/>
              <a:gd name="csY300" fmla="*/ 5162574 h 6858000"/>
              <a:gd name="csX301" fmla="*/ 3348455 w 6961551"/>
              <a:gd name="csY301" fmla="*/ 5206506 h 6858000"/>
              <a:gd name="csX302" fmla="*/ 3375172 w 6961551"/>
              <a:gd name="csY302" fmla="*/ 5167184 h 6858000"/>
              <a:gd name="csX303" fmla="*/ 3376207 w 6961551"/>
              <a:gd name="csY303" fmla="*/ 5114831 h 6858000"/>
              <a:gd name="csX304" fmla="*/ 3352430 w 6961551"/>
              <a:gd name="csY304" fmla="*/ 5155377 h 6858000"/>
              <a:gd name="csX305" fmla="*/ 3348432 w 6961551"/>
              <a:gd name="csY305" fmla="*/ 5206506 h 6858000"/>
              <a:gd name="csX306" fmla="*/ 3318563 w 6961551"/>
              <a:gd name="csY306" fmla="*/ 5249945 h 6858000"/>
              <a:gd name="csX307" fmla="*/ 3345021 w 6961551"/>
              <a:gd name="csY307" fmla="*/ 5211563 h 6858000"/>
              <a:gd name="csX308" fmla="*/ 3348926 w 6961551"/>
              <a:gd name="csY308" fmla="*/ 5161351 h 6858000"/>
              <a:gd name="csX309" fmla="*/ 3325407 w 6961551"/>
              <a:gd name="csY309" fmla="*/ 5201332 h 6858000"/>
              <a:gd name="csX310" fmla="*/ 3318539 w 6961551"/>
              <a:gd name="csY310" fmla="*/ 5249945 h 6858000"/>
              <a:gd name="csX311" fmla="*/ 3288506 w 6961551"/>
              <a:gd name="csY311" fmla="*/ 5293195 h 6858000"/>
              <a:gd name="csX312" fmla="*/ 3314706 w 6961551"/>
              <a:gd name="csY312" fmla="*/ 5255566 h 6858000"/>
              <a:gd name="csX313" fmla="*/ 3321362 w 6961551"/>
              <a:gd name="csY313" fmla="*/ 5208082 h 6858000"/>
              <a:gd name="csX314" fmla="*/ 3298125 w 6961551"/>
              <a:gd name="csY314" fmla="*/ 5246982 h 6858000"/>
              <a:gd name="csX315" fmla="*/ 3288483 w 6961551"/>
              <a:gd name="csY315" fmla="*/ 5293195 h 6858000"/>
              <a:gd name="csX316" fmla="*/ 3258497 w 6961551"/>
              <a:gd name="csY316" fmla="*/ 5336352 h 6858000"/>
              <a:gd name="csX317" fmla="*/ 3284061 w 6961551"/>
              <a:gd name="csY317" fmla="*/ 5299639 h 6858000"/>
              <a:gd name="csX318" fmla="*/ 3293469 w 6961551"/>
              <a:gd name="csY318" fmla="*/ 5254954 h 6858000"/>
              <a:gd name="csX319" fmla="*/ 3270703 w 6961551"/>
              <a:gd name="csY319" fmla="*/ 5292984 h 6858000"/>
              <a:gd name="csX320" fmla="*/ 3258497 w 6961551"/>
              <a:gd name="csY320" fmla="*/ 5336352 h 6858000"/>
              <a:gd name="csX321" fmla="*/ 3229028 w 6961551"/>
              <a:gd name="csY321" fmla="*/ 5377839 h 6858000"/>
              <a:gd name="csX322" fmla="*/ 3253275 w 6961551"/>
              <a:gd name="csY322" fmla="*/ 5343667 h 6858000"/>
              <a:gd name="csX323" fmla="*/ 3264729 w 6961551"/>
              <a:gd name="csY323" fmla="*/ 5302650 h 6858000"/>
              <a:gd name="csX324" fmla="*/ 3243139 w 6961551"/>
              <a:gd name="csY324" fmla="*/ 5337928 h 6858000"/>
              <a:gd name="csX325" fmla="*/ 3229028 w 6961551"/>
              <a:gd name="csY325" fmla="*/ 5377768 h 6858000"/>
              <a:gd name="csX326" fmla="*/ 3200030 w 6961551"/>
              <a:gd name="csY326" fmla="*/ 5418667 h 6858000"/>
              <a:gd name="csX327" fmla="*/ 3222514 w 6961551"/>
              <a:gd name="csY327" fmla="*/ 5386988 h 6858000"/>
              <a:gd name="csX328" fmla="*/ 3235519 w 6961551"/>
              <a:gd name="csY328" fmla="*/ 5350510 h 6858000"/>
              <a:gd name="csX329" fmla="*/ 3215293 w 6961551"/>
              <a:gd name="csY329" fmla="*/ 5383648 h 6858000"/>
              <a:gd name="csX330" fmla="*/ 3200030 w 6961551"/>
              <a:gd name="csY330" fmla="*/ 5418667 h 6858000"/>
              <a:gd name="csX331" fmla="*/ 3172701 w 6961551"/>
              <a:gd name="csY331" fmla="*/ 5456696 h 6858000"/>
              <a:gd name="csX332" fmla="*/ 3191210 w 6961551"/>
              <a:gd name="csY332" fmla="*/ 5431108 h 6858000"/>
              <a:gd name="csX333" fmla="*/ 3203746 w 6961551"/>
              <a:gd name="csY333" fmla="*/ 5402580 h 6858000"/>
              <a:gd name="csX334" fmla="*/ 3187283 w 6961551"/>
              <a:gd name="csY334" fmla="*/ 5429203 h 6858000"/>
              <a:gd name="csX335" fmla="*/ 3154521 w 6961551"/>
              <a:gd name="csY335" fmla="*/ 5481767 h 6858000"/>
              <a:gd name="csX336" fmla="*/ 3160048 w 6961551"/>
              <a:gd name="csY336" fmla="*/ 5474147 h 6858000"/>
              <a:gd name="csX337" fmla="*/ 3164469 w 6961551"/>
              <a:gd name="csY337" fmla="*/ 5465775 h 6858000"/>
              <a:gd name="csX338" fmla="*/ 3475455 w 6961551"/>
              <a:gd name="csY338" fmla="*/ 5094111 h 6858000"/>
              <a:gd name="csX339" fmla="*/ 3505394 w 6961551"/>
              <a:gd name="csY339" fmla="*/ 5054624 h 6858000"/>
              <a:gd name="csX340" fmla="*/ 3494505 w 6961551"/>
              <a:gd name="csY340" fmla="*/ 4993922 h 6858000"/>
              <a:gd name="csX341" fmla="*/ 3467506 w 6961551"/>
              <a:gd name="csY341" fmla="*/ 5034845 h 6858000"/>
              <a:gd name="csX342" fmla="*/ 3442835 w 6961551"/>
              <a:gd name="csY342" fmla="*/ 5136891 h 6858000"/>
              <a:gd name="csX343" fmla="*/ 3472868 w 6961551"/>
              <a:gd name="csY343" fmla="*/ 5097498 h 6858000"/>
              <a:gd name="csX344" fmla="*/ 3464989 w 6961551"/>
              <a:gd name="csY344" fmla="*/ 5038702 h 6858000"/>
              <a:gd name="csX345" fmla="*/ 3437919 w 6961551"/>
              <a:gd name="csY345" fmla="*/ 5079459 h 6858000"/>
              <a:gd name="csX346" fmla="*/ 3410027 w 6961551"/>
              <a:gd name="csY346" fmla="*/ 5179671 h 6858000"/>
              <a:gd name="csX347" fmla="*/ 3440107 w 6961551"/>
              <a:gd name="csY347" fmla="*/ 5140466 h 6858000"/>
              <a:gd name="csX348" fmla="*/ 3435238 w 6961551"/>
              <a:gd name="csY348" fmla="*/ 5083457 h 6858000"/>
              <a:gd name="csX349" fmla="*/ 3408145 w 6961551"/>
              <a:gd name="csY349" fmla="*/ 5124097 h 6858000"/>
              <a:gd name="csX350" fmla="*/ 3410027 w 6961551"/>
              <a:gd name="csY350" fmla="*/ 5179554 h 6858000"/>
              <a:gd name="csX351" fmla="*/ 3377101 w 6961551"/>
              <a:gd name="csY351" fmla="*/ 5222005 h 6858000"/>
              <a:gd name="csX352" fmla="*/ 3407181 w 6961551"/>
              <a:gd name="csY352" fmla="*/ 5183482 h 6858000"/>
              <a:gd name="csX353" fmla="*/ 3405323 w 6961551"/>
              <a:gd name="csY353" fmla="*/ 5128425 h 6858000"/>
              <a:gd name="csX354" fmla="*/ 3378206 w 6961551"/>
              <a:gd name="csY354" fmla="*/ 5168407 h 6858000"/>
              <a:gd name="csX355" fmla="*/ 3377054 w 6961551"/>
              <a:gd name="csY355" fmla="*/ 5221793 h 6858000"/>
              <a:gd name="csX356" fmla="*/ 3343916 w 6961551"/>
              <a:gd name="csY356" fmla="*/ 5264479 h 6858000"/>
              <a:gd name="csX357" fmla="*/ 3373973 w 6961551"/>
              <a:gd name="csY357" fmla="*/ 5226003 h 6858000"/>
              <a:gd name="csX358" fmla="*/ 3375078 w 6961551"/>
              <a:gd name="csY358" fmla="*/ 5172945 h 6858000"/>
              <a:gd name="csX359" fmla="*/ 3348008 w 6961551"/>
              <a:gd name="csY359" fmla="*/ 5212786 h 6858000"/>
              <a:gd name="csX360" fmla="*/ 3343869 w 6961551"/>
              <a:gd name="csY360" fmla="*/ 5264268 h 6858000"/>
              <a:gd name="csX361" fmla="*/ 3310637 w 6961551"/>
              <a:gd name="csY361" fmla="*/ 5306295 h 6858000"/>
              <a:gd name="csX362" fmla="*/ 3340529 w 6961551"/>
              <a:gd name="csY362" fmla="*/ 5268807 h 6858000"/>
              <a:gd name="csX363" fmla="*/ 3344574 w 6961551"/>
              <a:gd name="csY363" fmla="*/ 5217843 h 6858000"/>
              <a:gd name="csX364" fmla="*/ 3317646 w 6961551"/>
              <a:gd name="csY364" fmla="*/ 5256789 h 6858000"/>
              <a:gd name="csX365" fmla="*/ 3310590 w 6961551"/>
              <a:gd name="csY365" fmla="*/ 5306083 h 6858000"/>
              <a:gd name="csX366" fmla="*/ 3277194 w 6961551"/>
              <a:gd name="csY366" fmla="*/ 5348111 h 6858000"/>
              <a:gd name="csX367" fmla="*/ 3306921 w 6961551"/>
              <a:gd name="csY367" fmla="*/ 5310952 h 6858000"/>
              <a:gd name="csX368" fmla="*/ 3313788 w 6961551"/>
              <a:gd name="csY368" fmla="*/ 5262339 h 6858000"/>
              <a:gd name="csX369" fmla="*/ 3286978 w 6961551"/>
              <a:gd name="csY369" fmla="*/ 5300957 h 6858000"/>
              <a:gd name="csX370" fmla="*/ 3277147 w 6961551"/>
              <a:gd name="csY370" fmla="*/ 5347899 h 6858000"/>
              <a:gd name="csX371" fmla="*/ 3243704 w 6961551"/>
              <a:gd name="csY371" fmla="*/ 5389645 h 6858000"/>
              <a:gd name="csX372" fmla="*/ 3273008 w 6961551"/>
              <a:gd name="csY372" fmla="*/ 5353356 h 6858000"/>
              <a:gd name="csX373" fmla="*/ 3282533 w 6961551"/>
              <a:gd name="csY373" fmla="*/ 5307330 h 6858000"/>
              <a:gd name="csX374" fmla="*/ 3256145 w 6961551"/>
              <a:gd name="csY374" fmla="*/ 5344960 h 6858000"/>
              <a:gd name="csX375" fmla="*/ 3243657 w 6961551"/>
              <a:gd name="csY375" fmla="*/ 5389434 h 6858000"/>
              <a:gd name="csX376" fmla="*/ 3210284 w 6961551"/>
              <a:gd name="csY376" fmla="*/ 5430450 h 6858000"/>
              <a:gd name="csX377" fmla="*/ 3238929 w 6961551"/>
              <a:gd name="csY377" fmla="*/ 5395501 h 6858000"/>
              <a:gd name="csX378" fmla="*/ 3250947 w 6961551"/>
              <a:gd name="csY378" fmla="*/ 5352392 h 6858000"/>
              <a:gd name="csX379" fmla="*/ 3225312 w 6961551"/>
              <a:gd name="csY379" fmla="*/ 5388516 h 6858000"/>
              <a:gd name="csX380" fmla="*/ 3210237 w 6961551"/>
              <a:gd name="csY380" fmla="*/ 5430238 h 6858000"/>
              <a:gd name="csX381" fmla="*/ 3176911 w 6961551"/>
              <a:gd name="csY381" fmla="*/ 5471231 h 6858000"/>
              <a:gd name="csX382" fmla="*/ 3204545 w 6961551"/>
              <a:gd name="csY382" fmla="*/ 5437482 h 6858000"/>
              <a:gd name="csX383" fmla="*/ 3218774 w 6961551"/>
              <a:gd name="csY383" fmla="*/ 5397712 h 6858000"/>
              <a:gd name="csX384" fmla="*/ 3193938 w 6961551"/>
              <a:gd name="csY384" fmla="*/ 5432707 h 6858000"/>
              <a:gd name="csX385" fmla="*/ 3176864 w 6961551"/>
              <a:gd name="csY385" fmla="*/ 5471019 h 6858000"/>
              <a:gd name="csX386" fmla="*/ 3144997 w 6961551"/>
              <a:gd name="csY386" fmla="*/ 5509378 h 6858000"/>
              <a:gd name="csX387" fmla="*/ 3169761 w 6961551"/>
              <a:gd name="csY387" fmla="*/ 5479862 h 6858000"/>
              <a:gd name="csX388" fmla="*/ 3185307 w 6961551"/>
              <a:gd name="csY388" fmla="*/ 5444702 h 6858000"/>
              <a:gd name="csX389" fmla="*/ 3162753 w 6961551"/>
              <a:gd name="csY389" fmla="*/ 5475817 h 6858000"/>
              <a:gd name="csX390" fmla="*/ 3144950 w 6961551"/>
              <a:gd name="csY390" fmla="*/ 5509166 h 6858000"/>
              <a:gd name="csX391" fmla="*/ 3114423 w 6961551"/>
              <a:gd name="csY391" fmla="*/ 5545808 h 6858000"/>
              <a:gd name="csX392" fmla="*/ 3135354 w 6961551"/>
              <a:gd name="csY392" fmla="*/ 5520855 h 6858000"/>
              <a:gd name="csX393" fmla="*/ 3150053 w 6961551"/>
              <a:gd name="csY393" fmla="*/ 5493268 h 6858000"/>
              <a:gd name="csX394" fmla="*/ 3131661 w 6961551"/>
              <a:gd name="csY394" fmla="*/ 5518668 h 6858000"/>
              <a:gd name="csX395" fmla="*/ 3114423 w 6961551"/>
              <a:gd name="csY395" fmla="*/ 5545667 h 6858000"/>
              <a:gd name="csX396" fmla="*/ 3092503 w 6961551"/>
              <a:gd name="csY396" fmla="*/ 5571960 h 6858000"/>
              <a:gd name="csX397" fmla="*/ 3099700 w 6961551"/>
              <a:gd name="csY397" fmla="*/ 5563400 h 6858000"/>
              <a:gd name="csX398" fmla="*/ 3104709 w 6961551"/>
              <a:gd name="csY398" fmla="*/ 5555474 h 6858000"/>
              <a:gd name="csX399" fmla="*/ 3092503 w 6961551"/>
              <a:gd name="csY399" fmla="*/ 5571749 h 6858000"/>
              <a:gd name="csX400" fmla="*/ 3483969 w 6961551"/>
              <a:gd name="csY400" fmla="*/ 5158035 h 6858000"/>
              <a:gd name="csX401" fmla="*/ 3517059 w 6961551"/>
              <a:gd name="csY401" fmla="*/ 5119746 h 6858000"/>
              <a:gd name="csX402" fmla="*/ 3506123 w 6961551"/>
              <a:gd name="csY402" fmla="*/ 5058857 h 6858000"/>
              <a:gd name="csX403" fmla="*/ 3476020 w 6961551"/>
              <a:gd name="csY403" fmla="*/ 5098510 h 6858000"/>
              <a:gd name="csX404" fmla="*/ 3448127 w 6961551"/>
              <a:gd name="csY404" fmla="*/ 5199004 h 6858000"/>
              <a:gd name="csX405" fmla="*/ 3481311 w 6961551"/>
              <a:gd name="csY405" fmla="*/ 5160787 h 6858000"/>
              <a:gd name="csX406" fmla="*/ 3473409 w 6961551"/>
              <a:gd name="csY406" fmla="*/ 5101614 h 6858000"/>
              <a:gd name="csX407" fmla="*/ 3443187 w 6961551"/>
              <a:gd name="csY407" fmla="*/ 5141266 h 6858000"/>
              <a:gd name="csX408" fmla="*/ 3412072 w 6961551"/>
              <a:gd name="csY408" fmla="*/ 5240185 h 6858000"/>
              <a:gd name="csX409" fmla="*/ 3445351 w 6961551"/>
              <a:gd name="csY409" fmla="*/ 5202155 h 6858000"/>
              <a:gd name="csX410" fmla="*/ 3440483 w 6961551"/>
              <a:gd name="csY410" fmla="*/ 5144841 h 6858000"/>
              <a:gd name="csX411" fmla="*/ 3410168 w 6961551"/>
              <a:gd name="csY411" fmla="*/ 5184258 h 6858000"/>
              <a:gd name="csX412" fmla="*/ 3412096 w 6961551"/>
              <a:gd name="csY412" fmla="*/ 5240185 h 6858000"/>
              <a:gd name="csX413" fmla="*/ 3375784 w 6961551"/>
              <a:gd name="csY413" fmla="*/ 5280872 h 6858000"/>
              <a:gd name="csX414" fmla="*/ 3409156 w 6961551"/>
              <a:gd name="csY414" fmla="*/ 5243454 h 6858000"/>
              <a:gd name="csX415" fmla="*/ 3407275 w 6961551"/>
              <a:gd name="csY415" fmla="*/ 5187974 h 6858000"/>
              <a:gd name="csX416" fmla="*/ 3376912 w 6961551"/>
              <a:gd name="csY416" fmla="*/ 5226826 h 6858000"/>
              <a:gd name="csX417" fmla="*/ 3375807 w 6961551"/>
              <a:gd name="csY417" fmla="*/ 5280872 h 6858000"/>
              <a:gd name="csX418" fmla="*/ 3339283 w 6961551"/>
              <a:gd name="csY418" fmla="*/ 5321794 h 6858000"/>
              <a:gd name="csX419" fmla="*/ 3372679 w 6961551"/>
              <a:gd name="csY419" fmla="*/ 5284352 h 6858000"/>
              <a:gd name="csX420" fmla="*/ 3373808 w 6961551"/>
              <a:gd name="csY420" fmla="*/ 5230824 h 6858000"/>
              <a:gd name="csX421" fmla="*/ 3343422 w 6961551"/>
              <a:gd name="csY421" fmla="*/ 5269724 h 6858000"/>
              <a:gd name="csX422" fmla="*/ 3339306 w 6961551"/>
              <a:gd name="csY422" fmla="*/ 5321794 h 6858000"/>
              <a:gd name="csX423" fmla="*/ 3302617 w 6961551"/>
              <a:gd name="csY423" fmla="*/ 5362034 h 6858000"/>
              <a:gd name="csX424" fmla="*/ 3335943 w 6961551"/>
              <a:gd name="csY424" fmla="*/ 5325533 h 6858000"/>
              <a:gd name="csX425" fmla="*/ 3340036 w 6961551"/>
              <a:gd name="csY425" fmla="*/ 5274052 h 6858000"/>
              <a:gd name="csX426" fmla="*/ 3309743 w 6961551"/>
              <a:gd name="csY426" fmla="*/ 5311963 h 6858000"/>
              <a:gd name="csX427" fmla="*/ 3302641 w 6961551"/>
              <a:gd name="csY427" fmla="*/ 5362034 h 6858000"/>
              <a:gd name="csX428" fmla="*/ 3265740 w 6961551"/>
              <a:gd name="csY428" fmla="*/ 5402345 h 6858000"/>
              <a:gd name="csX429" fmla="*/ 3298996 w 6961551"/>
              <a:gd name="csY429" fmla="*/ 5366009 h 6858000"/>
              <a:gd name="csX430" fmla="*/ 3306051 w 6961551"/>
              <a:gd name="csY430" fmla="*/ 5316620 h 6858000"/>
              <a:gd name="csX431" fmla="*/ 3275783 w 6961551"/>
              <a:gd name="csY431" fmla="*/ 5354438 h 6858000"/>
              <a:gd name="csX432" fmla="*/ 3265764 w 6961551"/>
              <a:gd name="csY432" fmla="*/ 5402345 h 6858000"/>
              <a:gd name="csX433" fmla="*/ 3228675 w 6961551"/>
              <a:gd name="csY433" fmla="*/ 5442327 h 6858000"/>
              <a:gd name="csX434" fmla="*/ 3261601 w 6961551"/>
              <a:gd name="csY434" fmla="*/ 5406696 h 6858000"/>
              <a:gd name="csX435" fmla="*/ 3271479 w 6961551"/>
              <a:gd name="csY435" fmla="*/ 5359659 h 6858000"/>
              <a:gd name="csX436" fmla="*/ 3241540 w 6961551"/>
              <a:gd name="csY436" fmla="*/ 5396653 h 6858000"/>
              <a:gd name="csX437" fmla="*/ 3228699 w 6961551"/>
              <a:gd name="csY437" fmla="*/ 5442397 h 6858000"/>
              <a:gd name="csX438" fmla="*/ 3191775 w 6961551"/>
              <a:gd name="csY438" fmla="*/ 5481697 h 6858000"/>
              <a:gd name="csX439" fmla="*/ 3224136 w 6961551"/>
              <a:gd name="csY439" fmla="*/ 5447218 h 6858000"/>
              <a:gd name="csX440" fmla="*/ 3236812 w 6961551"/>
              <a:gd name="csY440" fmla="*/ 5402533 h 6858000"/>
              <a:gd name="csX441" fmla="*/ 3207156 w 6961551"/>
              <a:gd name="csY441" fmla="*/ 5438752 h 6858000"/>
              <a:gd name="csX442" fmla="*/ 3191775 w 6961551"/>
              <a:gd name="csY442" fmla="*/ 5481697 h 6858000"/>
              <a:gd name="csX443" fmla="*/ 3154545 w 6961551"/>
              <a:gd name="csY443" fmla="*/ 5521325 h 6858000"/>
              <a:gd name="csX444" fmla="*/ 3186530 w 6961551"/>
              <a:gd name="csY444" fmla="*/ 5487270 h 6858000"/>
              <a:gd name="csX445" fmla="*/ 3201418 w 6961551"/>
              <a:gd name="csY445" fmla="*/ 5445713 h 6858000"/>
              <a:gd name="csX446" fmla="*/ 3172301 w 6961551"/>
              <a:gd name="csY446" fmla="*/ 5481179 h 6858000"/>
              <a:gd name="csX447" fmla="*/ 3154592 w 6961551"/>
              <a:gd name="csY447" fmla="*/ 5521325 h 6858000"/>
              <a:gd name="csX448" fmla="*/ 3117903 w 6961551"/>
              <a:gd name="csY448" fmla="*/ 5559402 h 6858000"/>
              <a:gd name="csX449" fmla="*/ 3148360 w 6961551"/>
              <a:gd name="csY449" fmla="*/ 5527769 h 6858000"/>
              <a:gd name="csX450" fmla="*/ 3165269 w 6961551"/>
              <a:gd name="csY450" fmla="*/ 5489575 h 6858000"/>
              <a:gd name="csX451" fmla="*/ 3137870 w 6961551"/>
              <a:gd name="csY451" fmla="*/ 5522266 h 6858000"/>
              <a:gd name="csX452" fmla="*/ 3117950 w 6961551"/>
              <a:gd name="csY452" fmla="*/ 5559402 h 6858000"/>
              <a:gd name="csX453" fmla="*/ 3081967 w 6961551"/>
              <a:gd name="csY453" fmla="*/ 5596702 h 6858000"/>
              <a:gd name="csX454" fmla="*/ 3110189 w 6961551"/>
              <a:gd name="csY454" fmla="*/ 5567516 h 6858000"/>
              <a:gd name="csX455" fmla="*/ 3128345 w 6961551"/>
              <a:gd name="csY455" fmla="*/ 5533743 h 6858000"/>
              <a:gd name="csX456" fmla="*/ 3102240 w 6961551"/>
              <a:gd name="csY456" fmla="*/ 5564881 h 6858000"/>
              <a:gd name="csX457" fmla="*/ 3082014 w 6961551"/>
              <a:gd name="csY457" fmla="*/ 5596702 h 6858000"/>
              <a:gd name="csX458" fmla="*/ 3048664 w 6961551"/>
              <a:gd name="csY458" fmla="*/ 5630898 h 6858000"/>
              <a:gd name="csX459" fmla="*/ 3071478 w 6961551"/>
              <a:gd name="csY459" fmla="*/ 5607591 h 6858000"/>
              <a:gd name="csX460" fmla="*/ 3087799 w 6961551"/>
              <a:gd name="csY460" fmla="*/ 5581838 h 6858000"/>
              <a:gd name="csX461" fmla="*/ 3067174 w 6961551"/>
              <a:gd name="csY461" fmla="*/ 5605898 h 6858000"/>
              <a:gd name="csX462" fmla="*/ 3048711 w 6961551"/>
              <a:gd name="csY462" fmla="*/ 5630898 h 6858000"/>
              <a:gd name="csX463" fmla="*/ 3026463 w 6961551"/>
              <a:gd name="csY463" fmla="*/ 5653405 h 6858000"/>
              <a:gd name="csX464" fmla="*/ 3033189 w 6961551"/>
              <a:gd name="csY464" fmla="*/ 5646585 h 6858000"/>
              <a:gd name="csX465" fmla="*/ 3039728 w 6961551"/>
              <a:gd name="csY465" fmla="*/ 5637930 h 6858000"/>
              <a:gd name="csX466" fmla="*/ 3026510 w 6961551"/>
              <a:gd name="csY466" fmla="*/ 5653405 h 6858000"/>
              <a:gd name="csX467" fmla="*/ 3492389 w 6961551"/>
              <a:gd name="csY467" fmla="*/ 5221464 h 6858000"/>
              <a:gd name="csX468" fmla="*/ 3528607 w 6961551"/>
              <a:gd name="csY468" fmla="*/ 5184422 h 6858000"/>
              <a:gd name="csX469" fmla="*/ 3517694 w 6961551"/>
              <a:gd name="csY469" fmla="*/ 5123274 h 6858000"/>
              <a:gd name="csX470" fmla="*/ 3484439 w 6961551"/>
              <a:gd name="csY470" fmla="*/ 5161680 h 6858000"/>
              <a:gd name="csX471" fmla="*/ 3453418 w 6961551"/>
              <a:gd name="csY471" fmla="*/ 5261093 h 6858000"/>
              <a:gd name="csX472" fmla="*/ 3489778 w 6961551"/>
              <a:gd name="csY472" fmla="*/ 5224169 h 6858000"/>
              <a:gd name="csX473" fmla="*/ 3481876 w 6961551"/>
              <a:gd name="csY473" fmla="*/ 5164738 h 6858000"/>
              <a:gd name="csX474" fmla="*/ 3448503 w 6961551"/>
              <a:gd name="csY474" fmla="*/ 5203167 h 6858000"/>
              <a:gd name="csX475" fmla="*/ 3414095 w 6961551"/>
              <a:gd name="csY475" fmla="*/ 5300792 h 6858000"/>
              <a:gd name="csX476" fmla="*/ 3450620 w 6961551"/>
              <a:gd name="csY476" fmla="*/ 5263938 h 6858000"/>
              <a:gd name="csX477" fmla="*/ 3445728 w 6961551"/>
              <a:gd name="csY477" fmla="*/ 5206342 h 6858000"/>
              <a:gd name="csX478" fmla="*/ 3412237 w 6961551"/>
              <a:gd name="csY478" fmla="*/ 5244536 h 6858000"/>
              <a:gd name="csX479" fmla="*/ 3414095 w 6961551"/>
              <a:gd name="csY479" fmla="*/ 5300815 h 6858000"/>
              <a:gd name="csX480" fmla="*/ 3374537 w 6961551"/>
              <a:gd name="csY480" fmla="*/ 5339833 h 6858000"/>
              <a:gd name="csX481" fmla="*/ 3411179 w 6961551"/>
              <a:gd name="csY481" fmla="*/ 5303662 h 6858000"/>
              <a:gd name="csX482" fmla="*/ 3409321 w 6961551"/>
              <a:gd name="csY482" fmla="*/ 5247805 h 6858000"/>
              <a:gd name="csX483" fmla="*/ 3375713 w 6961551"/>
              <a:gd name="csY483" fmla="*/ 5285435 h 6858000"/>
              <a:gd name="csX484" fmla="*/ 3374537 w 6961551"/>
              <a:gd name="csY484" fmla="*/ 5339856 h 6858000"/>
              <a:gd name="csX485" fmla="*/ 3334697 w 6961551"/>
              <a:gd name="csY485" fmla="*/ 5379132 h 6858000"/>
              <a:gd name="csX486" fmla="*/ 3371432 w 6961551"/>
              <a:gd name="csY486" fmla="*/ 5342890 h 6858000"/>
              <a:gd name="csX487" fmla="*/ 3372608 w 6961551"/>
              <a:gd name="csY487" fmla="*/ 5288963 h 6858000"/>
              <a:gd name="csX488" fmla="*/ 3338907 w 6961551"/>
              <a:gd name="csY488" fmla="*/ 5326756 h 6858000"/>
              <a:gd name="csX489" fmla="*/ 3334697 w 6961551"/>
              <a:gd name="csY489" fmla="*/ 5379156 h 6858000"/>
              <a:gd name="csX490" fmla="*/ 3294715 w 6961551"/>
              <a:gd name="csY490" fmla="*/ 5417820 h 6858000"/>
              <a:gd name="csX491" fmla="*/ 3331451 w 6961551"/>
              <a:gd name="csY491" fmla="*/ 5382402 h 6858000"/>
              <a:gd name="csX492" fmla="*/ 3335614 w 6961551"/>
              <a:gd name="csY492" fmla="*/ 5330496 h 6858000"/>
              <a:gd name="csX493" fmla="*/ 3301936 w 6961551"/>
              <a:gd name="csY493" fmla="*/ 5367302 h 6858000"/>
              <a:gd name="csX494" fmla="*/ 3294668 w 6961551"/>
              <a:gd name="csY494" fmla="*/ 5417844 h 6858000"/>
              <a:gd name="csX495" fmla="*/ 3254334 w 6961551"/>
              <a:gd name="csY495" fmla="*/ 5456532 h 6858000"/>
              <a:gd name="csX496" fmla="*/ 3291140 w 6961551"/>
              <a:gd name="csY496" fmla="*/ 5421254 h 6858000"/>
              <a:gd name="csX497" fmla="*/ 3298314 w 6961551"/>
              <a:gd name="csY497" fmla="*/ 5371301 h 6858000"/>
              <a:gd name="csX498" fmla="*/ 3264564 w 6961551"/>
              <a:gd name="csY498" fmla="*/ 5408131 h 6858000"/>
              <a:gd name="csX499" fmla="*/ 3254287 w 6961551"/>
              <a:gd name="csY499" fmla="*/ 5456556 h 6858000"/>
              <a:gd name="csX500" fmla="*/ 3213812 w 6961551"/>
              <a:gd name="csY500" fmla="*/ 5495055 h 6858000"/>
              <a:gd name="csX501" fmla="*/ 3250453 w 6961551"/>
              <a:gd name="csY501" fmla="*/ 5460271 h 6858000"/>
              <a:gd name="csX502" fmla="*/ 3260519 w 6961551"/>
              <a:gd name="csY502" fmla="*/ 5412528 h 6858000"/>
              <a:gd name="csX503" fmla="*/ 3226982 w 6961551"/>
              <a:gd name="csY503" fmla="*/ 5448677 h 6858000"/>
              <a:gd name="csX504" fmla="*/ 3213765 w 6961551"/>
              <a:gd name="csY504" fmla="*/ 5495079 h 6858000"/>
              <a:gd name="csX505" fmla="*/ 3173242 w 6961551"/>
              <a:gd name="csY505" fmla="*/ 5532873 h 6858000"/>
              <a:gd name="csX506" fmla="*/ 3209531 w 6961551"/>
              <a:gd name="csY506" fmla="*/ 5499053 h 6858000"/>
              <a:gd name="csX507" fmla="*/ 3222443 w 6961551"/>
              <a:gd name="csY507" fmla="*/ 5453498 h 6858000"/>
              <a:gd name="csX508" fmla="*/ 3189305 w 6961551"/>
              <a:gd name="csY508" fmla="*/ 5488776 h 6858000"/>
              <a:gd name="csX509" fmla="*/ 3173195 w 6961551"/>
              <a:gd name="csY509" fmla="*/ 5532897 h 6858000"/>
              <a:gd name="csX510" fmla="*/ 3132343 w 6961551"/>
              <a:gd name="csY510" fmla="*/ 5571067 h 6858000"/>
              <a:gd name="csX511" fmla="*/ 3168350 w 6961551"/>
              <a:gd name="csY511" fmla="*/ 5537459 h 6858000"/>
              <a:gd name="csX512" fmla="*/ 3184037 w 6961551"/>
              <a:gd name="csY512" fmla="*/ 5494396 h 6858000"/>
              <a:gd name="csX513" fmla="*/ 3151111 w 6961551"/>
              <a:gd name="csY513" fmla="*/ 5529392 h 6858000"/>
              <a:gd name="csX514" fmla="*/ 3132296 w 6961551"/>
              <a:gd name="csY514" fmla="*/ 5571091 h 6858000"/>
              <a:gd name="csX515" fmla="*/ 3091986 w 6961551"/>
              <a:gd name="csY515" fmla="*/ 5607732 h 6858000"/>
              <a:gd name="csX516" fmla="*/ 3126652 w 6961551"/>
              <a:gd name="csY516" fmla="*/ 5576288 h 6858000"/>
              <a:gd name="csX517" fmla="*/ 3144855 w 6961551"/>
              <a:gd name="csY517" fmla="*/ 5535836 h 6858000"/>
              <a:gd name="csX518" fmla="*/ 3112705 w 6961551"/>
              <a:gd name="csY518" fmla="*/ 5569185 h 6858000"/>
              <a:gd name="csX519" fmla="*/ 3091939 w 6961551"/>
              <a:gd name="csY519" fmla="*/ 5607756 h 6858000"/>
              <a:gd name="csX520" fmla="*/ 3051393 w 6961551"/>
              <a:gd name="csY520" fmla="*/ 5644539 h 6858000"/>
              <a:gd name="csX521" fmla="*/ 3085259 w 6961551"/>
              <a:gd name="csY521" fmla="*/ 5613847 h 6858000"/>
              <a:gd name="csX522" fmla="*/ 3104921 w 6961551"/>
              <a:gd name="csY522" fmla="*/ 5577299 h 6858000"/>
              <a:gd name="csX523" fmla="*/ 3074017 w 6961551"/>
              <a:gd name="csY523" fmla="*/ 5609355 h 6858000"/>
              <a:gd name="csX524" fmla="*/ 3051346 w 6961551"/>
              <a:gd name="csY524" fmla="*/ 5644562 h 6858000"/>
              <a:gd name="csX525" fmla="*/ 3011764 w 6961551"/>
              <a:gd name="csY525" fmla="*/ 5680028 h 6858000"/>
              <a:gd name="csX526" fmla="*/ 3042691 w 6961551"/>
              <a:gd name="csY526" fmla="*/ 5652464 h 6858000"/>
              <a:gd name="csX527" fmla="*/ 3063552 w 6961551"/>
              <a:gd name="csY527" fmla="*/ 5620173 h 6858000"/>
              <a:gd name="csX528" fmla="*/ 3035612 w 6961551"/>
              <a:gd name="csY528" fmla="*/ 5648396 h 6858000"/>
              <a:gd name="csX529" fmla="*/ 3011717 w 6961551"/>
              <a:gd name="csY529" fmla="*/ 5680051 h 6858000"/>
              <a:gd name="csX530" fmla="*/ 2975287 w 6961551"/>
              <a:gd name="csY530" fmla="*/ 5712249 h 6858000"/>
              <a:gd name="csX531" fmla="*/ 3000428 w 6961551"/>
              <a:gd name="csY531" fmla="*/ 5690047 h 6858000"/>
              <a:gd name="csX532" fmla="*/ 3019549 w 6961551"/>
              <a:gd name="csY532" fmla="*/ 5664741 h 6858000"/>
              <a:gd name="csX533" fmla="*/ 2996218 w 6961551"/>
              <a:gd name="csY533" fmla="*/ 5688377 h 6858000"/>
              <a:gd name="csX534" fmla="*/ 2975240 w 6961551"/>
              <a:gd name="csY534" fmla="*/ 5712272 h 6858000"/>
              <a:gd name="csX535" fmla="*/ 2949816 w 6961551"/>
              <a:gd name="csY535" fmla="*/ 5734732 h 6858000"/>
              <a:gd name="csX536" fmla="*/ 2957577 w 6961551"/>
              <a:gd name="csY536" fmla="*/ 5727888 h 6858000"/>
              <a:gd name="csX537" fmla="*/ 2962939 w 6961551"/>
              <a:gd name="csY537" fmla="*/ 5721750 h 6858000"/>
              <a:gd name="csX538" fmla="*/ 2949769 w 6961551"/>
              <a:gd name="csY538" fmla="*/ 5734756 h 6858000"/>
              <a:gd name="csX539" fmla="*/ 3500949 w 6961551"/>
              <a:gd name="csY539" fmla="*/ 5285152 h 6858000"/>
              <a:gd name="csX540" fmla="*/ 3540272 w 6961551"/>
              <a:gd name="csY540" fmla="*/ 5249334 h 6858000"/>
              <a:gd name="csX541" fmla="*/ 3529360 w 6961551"/>
              <a:gd name="csY541" fmla="*/ 5188068 h 6858000"/>
              <a:gd name="csX542" fmla="*/ 3493000 w 6961551"/>
              <a:gd name="csY542" fmla="*/ 5225227 h 6858000"/>
              <a:gd name="csX543" fmla="*/ 3500902 w 6961551"/>
              <a:gd name="csY543" fmla="*/ 5285176 h 6858000"/>
              <a:gd name="csX544" fmla="*/ 3458616 w 6961551"/>
              <a:gd name="csY544" fmla="*/ 5323158 h 6858000"/>
              <a:gd name="csX545" fmla="*/ 3498174 w 6961551"/>
              <a:gd name="csY545" fmla="*/ 5287575 h 6858000"/>
              <a:gd name="csX546" fmla="*/ 3490248 w 6961551"/>
              <a:gd name="csY546" fmla="*/ 5227955 h 6858000"/>
              <a:gd name="csX547" fmla="*/ 3453724 w 6961551"/>
              <a:gd name="csY547" fmla="*/ 5265044 h 6858000"/>
              <a:gd name="csX548" fmla="*/ 3458639 w 6961551"/>
              <a:gd name="csY548" fmla="*/ 5323182 h 6858000"/>
              <a:gd name="csX549" fmla="*/ 3416071 w 6961551"/>
              <a:gd name="csY549" fmla="*/ 5361352 h 6858000"/>
              <a:gd name="csX550" fmla="*/ 3455794 w 6961551"/>
              <a:gd name="csY550" fmla="*/ 5325698 h 6858000"/>
              <a:gd name="csX551" fmla="*/ 3450925 w 6961551"/>
              <a:gd name="csY551" fmla="*/ 5267889 h 6858000"/>
              <a:gd name="csX552" fmla="*/ 3414213 w 6961551"/>
              <a:gd name="csY552" fmla="*/ 5304885 h 6858000"/>
              <a:gd name="csX553" fmla="*/ 3416094 w 6961551"/>
              <a:gd name="csY553" fmla="*/ 5361376 h 6858000"/>
              <a:gd name="csX554" fmla="*/ 3373196 w 6961551"/>
              <a:gd name="csY554" fmla="*/ 5398747 h 6858000"/>
              <a:gd name="csX555" fmla="*/ 3413178 w 6961551"/>
              <a:gd name="csY555" fmla="*/ 5363916 h 6858000"/>
              <a:gd name="csX556" fmla="*/ 3411320 w 6961551"/>
              <a:gd name="csY556" fmla="*/ 5307754 h 6858000"/>
              <a:gd name="csX557" fmla="*/ 3374466 w 6961551"/>
              <a:gd name="csY557" fmla="*/ 5344137 h 6858000"/>
              <a:gd name="csX558" fmla="*/ 3373220 w 6961551"/>
              <a:gd name="csY558" fmla="*/ 5398770 h 6858000"/>
              <a:gd name="csX559" fmla="*/ 3330040 w 6961551"/>
              <a:gd name="csY559" fmla="*/ 5436376 h 6858000"/>
              <a:gd name="csX560" fmla="*/ 3370022 w 6961551"/>
              <a:gd name="csY560" fmla="*/ 5401428 h 6858000"/>
              <a:gd name="csX561" fmla="*/ 3371221 w 6961551"/>
              <a:gd name="csY561" fmla="*/ 5347194 h 6858000"/>
              <a:gd name="csX562" fmla="*/ 3334203 w 6961551"/>
              <a:gd name="csY562" fmla="*/ 5383742 h 6858000"/>
              <a:gd name="csX563" fmla="*/ 3330064 w 6961551"/>
              <a:gd name="csY563" fmla="*/ 5436400 h 6858000"/>
              <a:gd name="csX564" fmla="*/ 3286602 w 6961551"/>
              <a:gd name="csY564" fmla="*/ 5473512 h 6858000"/>
              <a:gd name="csX565" fmla="*/ 3326747 w 6961551"/>
              <a:gd name="csY565" fmla="*/ 5439222 h 6858000"/>
              <a:gd name="csX566" fmla="*/ 3331004 w 6961551"/>
              <a:gd name="csY566" fmla="*/ 5386988 h 6858000"/>
              <a:gd name="csX567" fmla="*/ 3293939 w 6961551"/>
              <a:gd name="csY567" fmla="*/ 5422641 h 6858000"/>
              <a:gd name="csX568" fmla="*/ 3286625 w 6961551"/>
              <a:gd name="csY568" fmla="*/ 5473536 h 6858000"/>
              <a:gd name="csX569" fmla="*/ 3242857 w 6961551"/>
              <a:gd name="csY569" fmla="*/ 5510483 h 6858000"/>
              <a:gd name="csX570" fmla="*/ 3283121 w 6961551"/>
              <a:gd name="csY570" fmla="*/ 5476452 h 6858000"/>
              <a:gd name="csX571" fmla="*/ 3290388 w 6961551"/>
              <a:gd name="csY571" fmla="*/ 5426051 h 6858000"/>
              <a:gd name="csX572" fmla="*/ 3253158 w 6961551"/>
              <a:gd name="csY572" fmla="*/ 5461753 h 6858000"/>
              <a:gd name="csX573" fmla="*/ 3242880 w 6961551"/>
              <a:gd name="csY573" fmla="*/ 5510507 h 6858000"/>
              <a:gd name="csX574" fmla="*/ 3198830 w 6961551"/>
              <a:gd name="csY574" fmla="*/ 5547478 h 6858000"/>
              <a:gd name="csX575" fmla="*/ 3239071 w 6961551"/>
              <a:gd name="csY575" fmla="*/ 5513705 h 6858000"/>
              <a:gd name="csX576" fmla="*/ 3249254 w 6961551"/>
              <a:gd name="csY576" fmla="*/ 5465516 h 6858000"/>
              <a:gd name="csX577" fmla="*/ 3212142 w 6961551"/>
              <a:gd name="csY577" fmla="*/ 5500653 h 6858000"/>
              <a:gd name="csX578" fmla="*/ 3198830 w 6961551"/>
              <a:gd name="csY578" fmla="*/ 5547478 h 6858000"/>
              <a:gd name="csX579" fmla="*/ 3154662 w 6961551"/>
              <a:gd name="csY579" fmla="*/ 5583673 h 6858000"/>
              <a:gd name="csX580" fmla="*/ 3194644 w 6961551"/>
              <a:gd name="csY580" fmla="*/ 5550864 h 6858000"/>
              <a:gd name="csX581" fmla="*/ 3207814 w 6961551"/>
              <a:gd name="csY581" fmla="*/ 5504651 h 6858000"/>
              <a:gd name="csX582" fmla="*/ 3170867 w 6961551"/>
              <a:gd name="csY582" fmla="*/ 5539105 h 6858000"/>
              <a:gd name="csX583" fmla="*/ 3154709 w 6961551"/>
              <a:gd name="csY583" fmla="*/ 5583673 h 6858000"/>
              <a:gd name="csX584" fmla="*/ 3110142 w 6961551"/>
              <a:gd name="csY584" fmla="*/ 5620197 h 6858000"/>
              <a:gd name="csX585" fmla="*/ 3150123 w 6961551"/>
              <a:gd name="csY585" fmla="*/ 5587459 h 6858000"/>
              <a:gd name="csX586" fmla="*/ 3166069 w 6961551"/>
              <a:gd name="csY586" fmla="*/ 5543691 h 6858000"/>
              <a:gd name="csX587" fmla="*/ 3129168 w 6961551"/>
              <a:gd name="csY587" fmla="*/ 5578028 h 6858000"/>
              <a:gd name="csX588" fmla="*/ 3110189 w 6961551"/>
              <a:gd name="csY588" fmla="*/ 5620197 h 6858000"/>
              <a:gd name="csX589" fmla="*/ 3065762 w 6961551"/>
              <a:gd name="csY589" fmla="*/ 5655687 h 6858000"/>
              <a:gd name="csX590" fmla="*/ 3104850 w 6961551"/>
              <a:gd name="csY590" fmla="*/ 5624525 h 6858000"/>
              <a:gd name="csX591" fmla="*/ 3123477 w 6961551"/>
              <a:gd name="csY591" fmla="*/ 5583155 h 6858000"/>
              <a:gd name="csX592" fmla="*/ 3087658 w 6961551"/>
              <a:gd name="csY592" fmla="*/ 5615658 h 6858000"/>
              <a:gd name="csX593" fmla="*/ 3065809 w 6961551"/>
              <a:gd name="csY593" fmla="*/ 5655687 h 6858000"/>
              <a:gd name="csX594" fmla="*/ 3021265 w 6961551"/>
              <a:gd name="csY594" fmla="*/ 5690964 h 6858000"/>
              <a:gd name="csX595" fmla="*/ 3059648 w 6961551"/>
              <a:gd name="csY595" fmla="*/ 5660390 h 6858000"/>
              <a:gd name="csX596" fmla="*/ 3080814 w 6961551"/>
              <a:gd name="csY596" fmla="*/ 5621679 h 6858000"/>
              <a:gd name="csX597" fmla="*/ 3044996 w 6961551"/>
              <a:gd name="csY597" fmla="*/ 5654181 h 6858000"/>
              <a:gd name="csX598" fmla="*/ 3021313 w 6961551"/>
              <a:gd name="csY598" fmla="*/ 5691059 h 6858000"/>
              <a:gd name="csX599" fmla="*/ 2977215 w 6961551"/>
              <a:gd name="csY599" fmla="*/ 5725560 h 6858000"/>
              <a:gd name="csX600" fmla="*/ 3013857 w 6961551"/>
              <a:gd name="csY600" fmla="*/ 5696868 h 6858000"/>
              <a:gd name="csX601" fmla="*/ 3036270 w 6961551"/>
              <a:gd name="csY601" fmla="*/ 5662154 h 6858000"/>
              <a:gd name="csX602" fmla="*/ 3002615 w 6961551"/>
              <a:gd name="csY602" fmla="*/ 5691952 h 6858000"/>
              <a:gd name="csX603" fmla="*/ 2977262 w 6961551"/>
              <a:gd name="csY603" fmla="*/ 5725654 h 6858000"/>
              <a:gd name="csX604" fmla="*/ 2934647 w 6961551"/>
              <a:gd name="csY604" fmla="*/ 5758486 h 6858000"/>
              <a:gd name="csX605" fmla="*/ 2968160 w 6961551"/>
              <a:gd name="csY605" fmla="*/ 5732616 h 6858000"/>
              <a:gd name="csX606" fmla="*/ 2991279 w 6961551"/>
              <a:gd name="csY606" fmla="*/ 5702042 h 6858000"/>
              <a:gd name="csX607" fmla="*/ 2959718 w 6961551"/>
              <a:gd name="csY607" fmla="*/ 5729911 h 6858000"/>
              <a:gd name="csX608" fmla="*/ 2934694 w 6961551"/>
              <a:gd name="csY608" fmla="*/ 5758510 h 6858000"/>
              <a:gd name="csX609" fmla="*/ 2893725 w 6961551"/>
              <a:gd name="csY609" fmla="*/ 5790071 h 6858000"/>
              <a:gd name="csX610" fmla="*/ 2921947 w 6961551"/>
              <a:gd name="csY610" fmla="*/ 5768269 h 6858000"/>
              <a:gd name="csX611" fmla="*/ 2941985 w 6961551"/>
              <a:gd name="csY611" fmla="*/ 5745527 h 6858000"/>
              <a:gd name="csX612" fmla="*/ 2916114 w 6961551"/>
              <a:gd name="csY612" fmla="*/ 5767917 h 6858000"/>
              <a:gd name="csX613" fmla="*/ 2893772 w 6961551"/>
              <a:gd name="csY613" fmla="*/ 5790095 h 6858000"/>
              <a:gd name="csX614" fmla="*/ 2866655 w 6961551"/>
              <a:gd name="csY614" fmla="*/ 5810439 h 6858000"/>
              <a:gd name="csX615" fmla="*/ 2874886 w 6961551"/>
              <a:gd name="csY615" fmla="*/ 5804276 h 6858000"/>
              <a:gd name="csX616" fmla="*/ 2883400 w 6961551"/>
              <a:gd name="csY616" fmla="*/ 5796069 h 6858000"/>
              <a:gd name="csX617" fmla="*/ 2866702 w 6961551"/>
              <a:gd name="csY617" fmla="*/ 5810462 h 6858000"/>
              <a:gd name="csX618" fmla="*/ 3509275 w 6961551"/>
              <a:gd name="csY618" fmla="*/ 5348841 h 6858000"/>
              <a:gd name="csX619" fmla="*/ 3551608 w 6961551"/>
              <a:gd name="csY619" fmla="*/ 5314245 h 6858000"/>
              <a:gd name="csX620" fmla="*/ 3540672 w 6961551"/>
              <a:gd name="csY620" fmla="*/ 5252861 h 6858000"/>
              <a:gd name="csX621" fmla="*/ 3501208 w 6961551"/>
              <a:gd name="csY621" fmla="*/ 5288774 h 6858000"/>
              <a:gd name="csX622" fmla="*/ 3509275 w 6961551"/>
              <a:gd name="csY622" fmla="*/ 5348841 h 6858000"/>
              <a:gd name="csX623" fmla="*/ 3463790 w 6961551"/>
              <a:gd name="csY623" fmla="*/ 5385200 h 6858000"/>
              <a:gd name="csX624" fmla="*/ 3506523 w 6961551"/>
              <a:gd name="csY624" fmla="*/ 5351028 h 6858000"/>
              <a:gd name="csX625" fmla="*/ 3498597 w 6961551"/>
              <a:gd name="csY625" fmla="*/ 5291220 h 6858000"/>
              <a:gd name="csX626" fmla="*/ 3458898 w 6961551"/>
              <a:gd name="csY626" fmla="*/ 5326945 h 6858000"/>
              <a:gd name="csX627" fmla="*/ 3463860 w 6961551"/>
              <a:gd name="csY627" fmla="*/ 5385200 h 6858000"/>
              <a:gd name="csX628" fmla="*/ 3417976 w 6961551"/>
              <a:gd name="csY628" fmla="*/ 5421819 h 6858000"/>
              <a:gd name="csX629" fmla="*/ 3460944 w 6961551"/>
              <a:gd name="csY629" fmla="*/ 5387458 h 6858000"/>
              <a:gd name="csX630" fmla="*/ 3456076 w 6961551"/>
              <a:gd name="csY630" fmla="*/ 5329461 h 6858000"/>
              <a:gd name="csX631" fmla="*/ 3416094 w 6961551"/>
              <a:gd name="csY631" fmla="*/ 5365233 h 6858000"/>
              <a:gd name="csX632" fmla="*/ 3418046 w 6961551"/>
              <a:gd name="csY632" fmla="*/ 5421819 h 6858000"/>
              <a:gd name="csX633" fmla="*/ 3371833 w 6961551"/>
              <a:gd name="csY633" fmla="*/ 5457590 h 6858000"/>
              <a:gd name="csX634" fmla="*/ 3415036 w 6961551"/>
              <a:gd name="csY634" fmla="*/ 5424170 h 6858000"/>
              <a:gd name="csX635" fmla="*/ 3413201 w 6961551"/>
              <a:gd name="csY635" fmla="*/ 5367726 h 6858000"/>
              <a:gd name="csX636" fmla="*/ 3373056 w 6961551"/>
              <a:gd name="csY636" fmla="*/ 5402721 h 6858000"/>
              <a:gd name="csX637" fmla="*/ 3371903 w 6961551"/>
              <a:gd name="csY637" fmla="*/ 5457590 h 6858000"/>
              <a:gd name="csX638" fmla="*/ 3325313 w 6961551"/>
              <a:gd name="csY638" fmla="*/ 5493527 h 6858000"/>
              <a:gd name="csX639" fmla="*/ 3368728 w 6961551"/>
              <a:gd name="csY639" fmla="*/ 5459966 h 6858000"/>
              <a:gd name="csX640" fmla="*/ 3369975 w 6961551"/>
              <a:gd name="csY640" fmla="*/ 5405496 h 6858000"/>
              <a:gd name="csX641" fmla="*/ 3329641 w 6961551"/>
              <a:gd name="csY641" fmla="*/ 5440774 h 6858000"/>
              <a:gd name="csX642" fmla="*/ 3325384 w 6961551"/>
              <a:gd name="csY642" fmla="*/ 5493527 h 6858000"/>
              <a:gd name="csX643" fmla="*/ 3278558 w 6961551"/>
              <a:gd name="csY643" fmla="*/ 5529204 h 6858000"/>
              <a:gd name="csX644" fmla="*/ 3322138 w 6961551"/>
              <a:gd name="csY644" fmla="*/ 5496066 h 6858000"/>
              <a:gd name="csX645" fmla="*/ 3326442 w 6961551"/>
              <a:gd name="csY645" fmla="*/ 5443573 h 6858000"/>
              <a:gd name="csX646" fmla="*/ 3285990 w 6961551"/>
              <a:gd name="csY646" fmla="*/ 5478028 h 6858000"/>
              <a:gd name="csX647" fmla="*/ 3278558 w 6961551"/>
              <a:gd name="csY647" fmla="*/ 5529204 h 6858000"/>
              <a:gd name="csX648" fmla="*/ 3231380 w 6961551"/>
              <a:gd name="csY648" fmla="*/ 5564482 h 6858000"/>
              <a:gd name="csX649" fmla="*/ 3275101 w 6961551"/>
              <a:gd name="csY649" fmla="*/ 5531838 h 6858000"/>
              <a:gd name="csX650" fmla="*/ 3282486 w 6961551"/>
              <a:gd name="csY650" fmla="*/ 5481038 h 6858000"/>
              <a:gd name="csX651" fmla="*/ 3241893 w 6961551"/>
              <a:gd name="csY651" fmla="*/ 5515375 h 6858000"/>
              <a:gd name="csX652" fmla="*/ 3231380 w 6961551"/>
              <a:gd name="csY652" fmla="*/ 5564482 h 6858000"/>
              <a:gd name="csX653" fmla="*/ 3183779 w 6961551"/>
              <a:gd name="csY653" fmla="*/ 5599995 h 6858000"/>
              <a:gd name="csX654" fmla="*/ 3227688 w 6961551"/>
              <a:gd name="csY654" fmla="*/ 5567233 h 6858000"/>
              <a:gd name="csX655" fmla="*/ 3238106 w 6961551"/>
              <a:gd name="csY655" fmla="*/ 5518574 h 6858000"/>
              <a:gd name="csX656" fmla="*/ 3197442 w 6961551"/>
              <a:gd name="csY656" fmla="*/ 5552628 h 6858000"/>
              <a:gd name="csX657" fmla="*/ 3183779 w 6961551"/>
              <a:gd name="csY657" fmla="*/ 5599901 h 6858000"/>
              <a:gd name="csX658" fmla="*/ 3136201 w 6961551"/>
              <a:gd name="csY658" fmla="*/ 5634332 h 6858000"/>
              <a:gd name="csX659" fmla="*/ 3179780 w 6961551"/>
              <a:gd name="csY659" fmla="*/ 5602864 h 6858000"/>
              <a:gd name="csX660" fmla="*/ 3193280 w 6961551"/>
              <a:gd name="csY660" fmla="*/ 5556015 h 6858000"/>
              <a:gd name="csX661" fmla="*/ 3152710 w 6961551"/>
              <a:gd name="csY661" fmla="*/ 5589270 h 6858000"/>
              <a:gd name="csX662" fmla="*/ 3136201 w 6961551"/>
              <a:gd name="csY662" fmla="*/ 5634237 h 6858000"/>
              <a:gd name="csX663" fmla="*/ 3088081 w 6961551"/>
              <a:gd name="csY663" fmla="*/ 5669069 h 6858000"/>
              <a:gd name="csX664" fmla="*/ 3131755 w 6961551"/>
              <a:gd name="csY664" fmla="*/ 5637530 h 6858000"/>
              <a:gd name="csX665" fmla="*/ 3148101 w 6961551"/>
              <a:gd name="csY665" fmla="*/ 5593057 h 6858000"/>
              <a:gd name="csX666" fmla="*/ 3107437 w 6961551"/>
              <a:gd name="csY666" fmla="*/ 5626406 h 6858000"/>
              <a:gd name="csX667" fmla="*/ 3088081 w 6961551"/>
              <a:gd name="csY667" fmla="*/ 5668974 h 6858000"/>
              <a:gd name="csX668" fmla="*/ 3039915 w 6961551"/>
              <a:gd name="csY668" fmla="*/ 5703100 h 6858000"/>
              <a:gd name="csX669" fmla="*/ 3083096 w 6961551"/>
              <a:gd name="csY669" fmla="*/ 5672667 h 6858000"/>
              <a:gd name="csX670" fmla="*/ 3102192 w 6961551"/>
              <a:gd name="csY670" fmla="*/ 5630663 h 6858000"/>
              <a:gd name="csX671" fmla="*/ 3062211 w 6961551"/>
              <a:gd name="csY671" fmla="*/ 5662507 h 6858000"/>
              <a:gd name="csX672" fmla="*/ 3039915 w 6961551"/>
              <a:gd name="csY672" fmla="*/ 5703006 h 6858000"/>
              <a:gd name="csX673" fmla="*/ 2991655 w 6961551"/>
              <a:gd name="csY673" fmla="*/ 5736802 h 6858000"/>
              <a:gd name="csX674" fmla="*/ 3034318 w 6961551"/>
              <a:gd name="csY674" fmla="*/ 5707028 h 6858000"/>
              <a:gd name="csX675" fmla="*/ 3056002 w 6961551"/>
              <a:gd name="csY675" fmla="*/ 5667399 h 6858000"/>
              <a:gd name="csX676" fmla="*/ 3016256 w 6961551"/>
              <a:gd name="csY676" fmla="*/ 5699008 h 6858000"/>
              <a:gd name="csX677" fmla="*/ 2991655 w 6961551"/>
              <a:gd name="csY677" fmla="*/ 5736708 h 6858000"/>
              <a:gd name="csX678" fmla="*/ 2943019 w 6961551"/>
              <a:gd name="csY678" fmla="*/ 5770457 h 6858000"/>
              <a:gd name="csX679" fmla="*/ 2984977 w 6961551"/>
              <a:gd name="csY679" fmla="*/ 5741482 h 6858000"/>
              <a:gd name="csX680" fmla="*/ 3008848 w 6961551"/>
              <a:gd name="csY680" fmla="*/ 5704887 h 6858000"/>
              <a:gd name="csX681" fmla="*/ 2970465 w 6961551"/>
              <a:gd name="csY681" fmla="*/ 5734779 h 6858000"/>
              <a:gd name="csX682" fmla="*/ 2943019 w 6961551"/>
              <a:gd name="csY682" fmla="*/ 5770363 h 6858000"/>
              <a:gd name="csX683" fmla="*/ 2895441 w 6961551"/>
              <a:gd name="csY683" fmla="*/ 5802536 h 6858000"/>
              <a:gd name="csX684" fmla="*/ 2935164 w 6961551"/>
              <a:gd name="csY684" fmla="*/ 5775725 h 6858000"/>
              <a:gd name="csX685" fmla="*/ 2961293 w 6961551"/>
              <a:gd name="csY685" fmla="*/ 5741811 h 6858000"/>
              <a:gd name="csX686" fmla="*/ 2924252 w 6961551"/>
              <a:gd name="csY686" fmla="*/ 5770386 h 6858000"/>
              <a:gd name="csX687" fmla="*/ 2895441 w 6961551"/>
              <a:gd name="csY687" fmla="*/ 5802536 h 6858000"/>
              <a:gd name="csX688" fmla="*/ 2847793 w 6961551"/>
              <a:gd name="csY688" fmla="*/ 5834709 h 6858000"/>
              <a:gd name="csX689" fmla="*/ 2885211 w 6961551"/>
              <a:gd name="csY689" fmla="*/ 5809450 h 6858000"/>
              <a:gd name="csX690" fmla="*/ 2911081 w 6961551"/>
              <a:gd name="csY690" fmla="*/ 5780476 h 6858000"/>
              <a:gd name="csX691" fmla="*/ 2877026 w 6961551"/>
              <a:gd name="csY691" fmla="*/ 5806346 h 6858000"/>
              <a:gd name="csX692" fmla="*/ 2847722 w 6961551"/>
              <a:gd name="csY692" fmla="*/ 5834709 h 6858000"/>
              <a:gd name="csX693" fmla="*/ 2805131 w 6961551"/>
              <a:gd name="csY693" fmla="*/ 5862720 h 6858000"/>
              <a:gd name="csX694" fmla="*/ 2834011 w 6961551"/>
              <a:gd name="csY694" fmla="*/ 5843905 h 6858000"/>
              <a:gd name="csX695" fmla="*/ 2857765 w 6961551"/>
              <a:gd name="csY695" fmla="*/ 5820998 h 6858000"/>
              <a:gd name="csX696" fmla="*/ 2832012 w 6961551"/>
              <a:gd name="csY696" fmla="*/ 5840283 h 6858000"/>
              <a:gd name="csX697" fmla="*/ 2805060 w 6961551"/>
              <a:gd name="csY697" fmla="*/ 5862720 h 6858000"/>
              <a:gd name="csX698" fmla="*/ 2778954 w 6961551"/>
              <a:gd name="csY698" fmla="*/ 5879818 h 6858000"/>
              <a:gd name="csX699" fmla="*/ 2783917 w 6961551"/>
              <a:gd name="csY699" fmla="*/ 5876572 h 6858000"/>
              <a:gd name="csX700" fmla="*/ 2787726 w 6961551"/>
              <a:gd name="csY700" fmla="*/ 5873374 h 6858000"/>
              <a:gd name="csX701" fmla="*/ 2778883 w 6961551"/>
              <a:gd name="csY701" fmla="*/ 5879818 h 6858000"/>
              <a:gd name="csX702" fmla="*/ 3517812 w 6961551"/>
              <a:gd name="csY702" fmla="*/ 5412528 h 6858000"/>
              <a:gd name="csX703" fmla="*/ 3563391 w 6961551"/>
              <a:gd name="csY703" fmla="*/ 5379109 h 6858000"/>
              <a:gd name="csX704" fmla="*/ 3552431 w 6961551"/>
              <a:gd name="csY704" fmla="*/ 5317631 h 6858000"/>
              <a:gd name="csX705" fmla="*/ 3509863 w 6961551"/>
              <a:gd name="csY705" fmla="*/ 5352321 h 6858000"/>
              <a:gd name="csX706" fmla="*/ 3517742 w 6961551"/>
              <a:gd name="csY706" fmla="*/ 5412528 h 6858000"/>
              <a:gd name="csX707" fmla="*/ 3469105 w 6961551"/>
              <a:gd name="csY707" fmla="*/ 5447195 h 6858000"/>
              <a:gd name="csX708" fmla="*/ 3515037 w 6961551"/>
              <a:gd name="csY708" fmla="*/ 5414504 h 6858000"/>
              <a:gd name="csX709" fmla="*/ 3507111 w 6961551"/>
              <a:gd name="csY709" fmla="*/ 5354508 h 6858000"/>
              <a:gd name="csX710" fmla="*/ 3464237 w 6961551"/>
              <a:gd name="csY710" fmla="*/ 5388799 h 6858000"/>
              <a:gd name="csX711" fmla="*/ 3469034 w 6961551"/>
              <a:gd name="csY711" fmla="*/ 5447195 h 6858000"/>
              <a:gd name="csX712" fmla="*/ 3419904 w 6961551"/>
              <a:gd name="csY712" fmla="*/ 5482167 h 6858000"/>
              <a:gd name="csX713" fmla="*/ 3466094 w 6961551"/>
              <a:gd name="csY713" fmla="*/ 5449241 h 6858000"/>
              <a:gd name="csX714" fmla="*/ 3461250 w 6961551"/>
              <a:gd name="csY714" fmla="*/ 5391056 h 6858000"/>
              <a:gd name="csX715" fmla="*/ 3418093 w 6961551"/>
              <a:gd name="csY715" fmla="*/ 5425558 h 6858000"/>
              <a:gd name="csX716" fmla="*/ 3419904 w 6961551"/>
              <a:gd name="csY716" fmla="*/ 5482167 h 6858000"/>
              <a:gd name="csX717" fmla="*/ 3370515 w 6961551"/>
              <a:gd name="csY717" fmla="*/ 5516457 h 6858000"/>
              <a:gd name="csX718" fmla="*/ 3417012 w 6961551"/>
              <a:gd name="csY718" fmla="*/ 5484260 h 6858000"/>
              <a:gd name="csX719" fmla="*/ 3415224 w 6961551"/>
              <a:gd name="csY719" fmla="*/ 5427957 h 6858000"/>
              <a:gd name="csX720" fmla="*/ 3371809 w 6961551"/>
              <a:gd name="csY720" fmla="*/ 5461494 h 6858000"/>
              <a:gd name="csX721" fmla="*/ 3370515 w 6961551"/>
              <a:gd name="csY721" fmla="*/ 5516410 h 6858000"/>
              <a:gd name="csX722" fmla="*/ 3320656 w 6961551"/>
              <a:gd name="csY722" fmla="*/ 5550653 h 6858000"/>
              <a:gd name="csX723" fmla="*/ 3367411 w 6961551"/>
              <a:gd name="csY723" fmla="*/ 5518574 h 6858000"/>
              <a:gd name="csX724" fmla="*/ 3368728 w 6961551"/>
              <a:gd name="csY724" fmla="*/ 5463869 h 6858000"/>
              <a:gd name="csX725" fmla="*/ 3325054 w 6961551"/>
              <a:gd name="csY725" fmla="*/ 5497595 h 6858000"/>
              <a:gd name="csX726" fmla="*/ 3320656 w 6961551"/>
              <a:gd name="csY726" fmla="*/ 5550606 h 6858000"/>
              <a:gd name="csX727" fmla="*/ 3270420 w 6961551"/>
              <a:gd name="csY727" fmla="*/ 5584778 h 6858000"/>
              <a:gd name="csX728" fmla="*/ 3317458 w 6961551"/>
              <a:gd name="csY728" fmla="*/ 5552840 h 6858000"/>
              <a:gd name="csX729" fmla="*/ 3321809 w 6961551"/>
              <a:gd name="csY729" fmla="*/ 5500111 h 6858000"/>
              <a:gd name="csX730" fmla="*/ 3277946 w 6961551"/>
              <a:gd name="csY730" fmla="*/ 5533390 h 6858000"/>
              <a:gd name="csX731" fmla="*/ 3270420 w 6961551"/>
              <a:gd name="csY731" fmla="*/ 5584731 h 6858000"/>
              <a:gd name="csX732" fmla="*/ 3219809 w 6961551"/>
              <a:gd name="csY732" fmla="*/ 5618222 h 6858000"/>
              <a:gd name="csX733" fmla="*/ 3267010 w 6961551"/>
              <a:gd name="csY733" fmla="*/ 5587036 h 6858000"/>
              <a:gd name="csX734" fmla="*/ 3274489 w 6961551"/>
              <a:gd name="csY734" fmla="*/ 5535954 h 6858000"/>
              <a:gd name="csX735" fmla="*/ 3230415 w 6961551"/>
              <a:gd name="csY735" fmla="*/ 5568880 h 6858000"/>
              <a:gd name="csX736" fmla="*/ 3219809 w 6961551"/>
              <a:gd name="csY736" fmla="*/ 5618175 h 6858000"/>
              <a:gd name="csX737" fmla="*/ 3168797 w 6961551"/>
              <a:gd name="csY737" fmla="*/ 5651923 h 6858000"/>
              <a:gd name="csX738" fmla="*/ 3216187 w 6961551"/>
              <a:gd name="csY738" fmla="*/ 5620621 h 6858000"/>
              <a:gd name="csX739" fmla="*/ 3226723 w 6961551"/>
              <a:gd name="csY739" fmla="*/ 5571631 h 6858000"/>
              <a:gd name="csX740" fmla="*/ 3182438 w 6961551"/>
              <a:gd name="csY740" fmla="*/ 5604557 h 6858000"/>
              <a:gd name="csX741" fmla="*/ 3168797 w 6961551"/>
              <a:gd name="csY741" fmla="*/ 5651876 h 6858000"/>
              <a:gd name="csX742" fmla="*/ 3117527 w 6961551"/>
              <a:gd name="csY742" fmla="*/ 5684849 h 6858000"/>
              <a:gd name="csX743" fmla="*/ 3164870 w 6961551"/>
              <a:gd name="csY743" fmla="*/ 5654605 h 6858000"/>
              <a:gd name="csX744" fmla="*/ 3178440 w 6961551"/>
              <a:gd name="csY744" fmla="*/ 5607568 h 6858000"/>
              <a:gd name="csX745" fmla="*/ 3134343 w 6961551"/>
              <a:gd name="csY745" fmla="*/ 5639388 h 6858000"/>
              <a:gd name="csX746" fmla="*/ 3117527 w 6961551"/>
              <a:gd name="csY746" fmla="*/ 5684709 h 6858000"/>
              <a:gd name="csX747" fmla="*/ 3065786 w 6961551"/>
              <a:gd name="csY747" fmla="*/ 5717775 h 6858000"/>
              <a:gd name="csX748" fmla="*/ 3113223 w 6961551"/>
              <a:gd name="csY748" fmla="*/ 5687578 h 6858000"/>
              <a:gd name="csX749" fmla="*/ 3129850 w 6961551"/>
              <a:gd name="csY749" fmla="*/ 5642610 h 6858000"/>
              <a:gd name="csX750" fmla="*/ 3085495 w 6961551"/>
              <a:gd name="csY750" fmla="*/ 5674643 h 6858000"/>
              <a:gd name="csX751" fmla="*/ 3065856 w 6961551"/>
              <a:gd name="csY751" fmla="*/ 5717611 h 6858000"/>
              <a:gd name="csX752" fmla="*/ 3013857 w 6961551"/>
              <a:gd name="csY752" fmla="*/ 5750278 h 6858000"/>
              <a:gd name="csX753" fmla="*/ 3061059 w 6961551"/>
              <a:gd name="csY753" fmla="*/ 5720762 h 6858000"/>
              <a:gd name="csX754" fmla="*/ 3080508 w 6961551"/>
              <a:gd name="csY754" fmla="*/ 5678241 h 6858000"/>
              <a:gd name="csX755" fmla="*/ 3036623 w 6961551"/>
              <a:gd name="csY755" fmla="*/ 5709050 h 6858000"/>
              <a:gd name="csX756" fmla="*/ 3013927 w 6961551"/>
              <a:gd name="csY756" fmla="*/ 5750113 h 6858000"/>
              <a:gd name="csX757" fmla="*/ 2961716 w 6961551"/>
              <a:gd name="csY757" fmla="*/ 5782263 h 6858000"/>
              <a:gd name="csX758" fmla="*/ 3008589 w 6961551"/>
              <a:gd name="csY758" fmla="*/ 5753500 h 6858000"/>
              <a:gd name="csX759" fmla="*/ 3031025 w 6961551"/>
              <a:gd name="csY759" fmla="*/ 5712954 h 6858000"/>
              <a:gd name="csX760" fmla="*/ 2987187 w 6961551"/>
              <a:gd name="csY760" fmla="*/ 5743528 h 6858000"/>
              <a:gd name="csX761" fmla="*/ 2961787 w 6961551"/>
              <a:gd name="csY761" fmla="*/ 5782099 h 6858000"/>
              <a:gd name="csX762" fmla="*/ 2909129 w 6961551"/>
              <a:gd name="csY762" fmla="*/ 5814390 h 6858000"/>
              <a:gd name="csX763" fmla="*/ 2955649 w 6961551"/>
              <a:gd name="csY763" fmla="*/ 5785979 h 6858000"/>
              <a:gd name="csX764" fmla="*/ 2980461 w 6961551"/>
              <a:gd name="csY764" fmla="*/ 5748349 h 6858000"/>
              <a:gd name="csX765" fmla="*/ 2937187 w 6961551"/>
              <a:gd name="csY765" fmla="*/ 5778101 h 6858000"/>
              <a:gd name="csX766" fmla="*/ 2909200 w 6961551"/>
              <a:gd name="csY766" fmla="*/ 5814225 h 6858000"/>
              <a:gd name="csX767" fmla="*/ 2857389 w 6961551"/>
              <a:gd name="csY767" fmla="*/ 5844964 h 6858000"/>
              <a:gd name="csX768" fmla="*/ 2902074 w 6961551"/>
              <a:gd name="csY768" fmla="*/ 5818505 h 6858000"/>
              <a:gd name="csX769" fmla="*/ 2929167 w 6961551"/>
              <a:gd name="csY769" fmla="*/ 5783369 h 6858000"/>
              <a:gd name="csX770" fmla="*/ 2887092 w 6961551"/>
              <a:gd name="csY770" fmla="*/ 5811779 h 6858000"/>
              <a:gd name="csX771" fmla="*/ 2857506 w 6961551"/>
              <a:gd name="csY771" fmla="*/ 5844799 h 6858000"/>
              <a:gd name="csX772" fmla="*/ 2805154 w 6961551"/>
              <a:gd name="csY772" fmla="*/ 5875820 h 6858000"/>
              <a:gd name="csX773" fmla="*/ 2848804 w 6961551"/>
              <a:gd name="csY773" fmla="*/ 5849949 h 6858000"/>
              <a:gd name="csX774" fmla="*/ 2876886 w 6961551"/>
              <a:gd name="csY774" fmla="*/ 5818623 h 6858000"/>
              <a:gd name="csX775" fmla="*/ 2835822 w 6961551"/>
              <a:gd name="csY775" fmla="*/ 5846187 h 6858000"/>
              <a:gd name="csX776" fmla="*/ 2805271 w 6961551"/>
              <a:gd name="csY776" fmla="*/ 5875655 h 6858000"/>
              <a:gd name="csX777" fmla="*/ 2754918 w 6961551"/>
              <a:gd name="csY777" fmla="*/ 5904747 h 6858000"/>
              <a:gd name="csX778" fmla="*/ 2794006 w 6961551"/>
              <a:gd name="csY778" fmla="*/ 5882428 h 6858000"/>
              <a:gd name="csX779" fmla="*/ 2822440 w 6961551"/>
              <a:gd name="csY779" fmla="*/ 5854983 h 6858000"/>
              <a:gd name="csX780" fmla="*/ 2785634 w 6961551"/>
              <a:gd name="csY780" fmla="*/ 5879042 h 6858000"/>
              <a:gd name="csX781" fmla="*/ 2755036 w 6961551"/>
              <a:gd name="csY781" fmla="*/ 5904583 h 6858000"/>
              <a:gd name="csX782" fmla="*/ 2707881 w 6961551"/>
              <a:gd name="csY782" fmla="*/ 5931559 h 6858000"/>
              <a:gd name="csX783" fmla="*/ 2740384 w 6961551"/>
              <a:gd name="csY783" fmla="*/ 5913050 h 6858000"/>
              <a:gd name="csX784" fmla="*/ 2764467 w 6961551"/>
              <a:gd name="csY784" fmla="*/ 5892918 h 6858000"/>
              <a:gd name="csX785" fmla="*/ 2730835 w 6961551"/>
              <a:gd name="csY785" fmla="*/ 5914884 h 6858000"/>
              <a:gd name="csX786" fmla="*/ 2707952 w 6961551"/>
              <a:gd name="csY786" fmla="*/ 5931371 h 6858000"/>
              <a:gd name="csX787" fmla="*/ 2673497 w 6961551"/>
              <a:gd name="csY787" fmla="*/ 5951149 h 6858000"/>
              <a:gd name="csX788" fmla="*/ 2684598 w 6961551"/>
              <a:gd name="csY788" fmla="*/ 5944847 h 6858000"/>
              <a:gd name="csX789" fmla="*/ 2691912 w 6961551"/>
              <a:gd name="csY789" fmla="*/ 5939531 h 6858000"/>
              <a:gd name="csX790" fmla="*/ 3526043 w 6961551"/>
              <a:gd name="csY790" fmla="*/ 5476334 h 6858000"/>
              <a:gd name="csX791" fmla="*/ 3574703 w 6961551"/>
              <a:gd name="csY791" fmla="*/ 5444161 h 6858000"/>
              <a:gd name="csX792" fmla="*/ 3563814 w 6961551"/>
              <a:gd name="csY792" fmla="*/ 5382542 h 6858000"/>
              <a:gd name="csX793" fmla="*/ 3518094 w 6961551"/>
              <a:gd name="csY793" fmla="*/ 5416033 h 6858000"/>
              <a:gd name="csX794" fmla="*/ 3526114 w 6961551"/>
              <a:gd name="csY794" fmla="*/ 5476170 h 6858000"/>
              <a:gd name="csX795" fmla="*/ 3474115 w 6961551"/>
              <a:gd name="csY795" fmla="*/ 5509260 h 6858000"/>
              <a:gd name="csX796" fmla="*/ 3523245 w 6961551"/>
              <a:gd name="csY796" fmla="*/ 5478075 h 6858000"/>
              <a:gd name="csX797" fmla="*/ 3515343 w 6961551"/>
              <a:gd name="csY797" fmla="*/ 5417938 h 6858000"/>
              <a:gd name="csX798" fmla="*/ 3469246 w 6961551"/>
              <a:gd name="csY798" fmla="*/ 5450746 h 6858000"/>
              <a:gd name="csX799" fmla="*/ 3474185 w 6961551"/>
              <a:gd name="csY799" fmla="*/ 5509166 h 6858000"/>
              <a:gd name="csX800" fmla="*/ 3421786 w 6961551"/>
              <a:gd name="csY800" fmla="*/ 5542468 h 6858000"/>
              <a:gd name="csX801" fmla="*/ 3471175 w 6961551"/>
              <a:gd name="csY801" fmla="*/ 5511095 h 6858000"/>
              <a:gd name="csX802" fmla="*/ 3466306 w 6961551"/>
              <a:gd name="csY802" fmla="*/ 5452792 h 6858000"/>
              <a:gd name="csX803" fmla="*/ 3419928 w 6961551"/>
              <a:gd name="csY803" fmla="*/ 5485718 h 6858000"/>
              <a:gd name="csX804" fmla="*/ 3421857 w 6961551"/>
              <a:gd name="csY804" fmla="*/ 5542375 h 6858000"/>
              <a:gd name="csX805" fmla="*/ 3369034 w 6961551"/>
              <a:gd name="csY805" fmla="*/ 5575394 h 6858000"/>
              <a:gd name="csX806" fmla="*/ 3418823 w 6961551"/>
              <a:gd name="csY806" fmla="*/ 5544420 h 6858000"/>
              <a:gd name="csX807" fmla="*/ 3417059 w 6961551"/>
              <a:gd name="csY807" fmla="*/ 5487976 h 6858000"/>
              <a:gd name="csX808" fmla="*/ 3370351 w 6961551"/>
              <a:gd name="csY808" fmla="*/ 5520267 h 6858000"/>
              <a:gd name="csX809" fmla="*/ 3369104 w 6961551"/>
              <a:gd name="csY809" fmla="*/ 5575230 h 6858000"/>
              <a:gd name="csX810" fmla="*/ 3315835 w 6961551"/>
              <a:gd name="csY810" fmla="*/ 5607779 h 6858000"/>
              <a:gd name="csX811" fmla="*/ 3365953 w 6961551"/>
              <a:gd name="csY811" fmla="*/ 5577205 h 6858000"/>
              <a:gd name="csX812" fmla="*/ 3367270 w 6961551"/>
              <a:gd name="csY812" fmla="*/ 5522313 h 6858000"/>
              <a:gd name="csX813" fmla="*/ 3320233 w 6961551"/>
              <a:gd name="csY813" fmla="*/ 5554533 h 6858000"/>
              <a:gd name="csX814" fmla="*/ 3315905 w 6961551"/>
              <a:gd name="csY814" fmla="*/ 5607615 h 6858000"/>
              <a:gd name="csX815" fmla="*/ 3262330 w 6961551"/>
              <a:gd name="csY815" fmla="*/ 5640282 h 6858000"/>
              <a:gd name="csX816" fmla="*/ 3312801 w 6961551"/>
              <a:gd name="csY816" fmla="*/ 5609567 h 6858000"/>
              <a:gd name="csX817" fmla="*/ 3317223 w 6961551"/>
              <a:gd name="csY817" fmla="*/ 5556626 h 6858000"/>
              <a:gd name="csX818" fmla="*/ 3269927 w 6961551"/>
              <a:gd name="csY818" fmla="*/ 5588682 h 6858000"/>
              <a:gd name="csX819" fmla="*/ 3262330 w 6961551"/>
              <a:gd name="csY819" fmla="*/ 5640282 h 6858000"/>
              <a:gd name="csX820" fmla="*/ 3208238 w 6961551"/>
              <a:gd name="csY820" fmla="*/ 5671844 h 6858000"/>
              <a:gd name="csX821" fmla="*/ 3258897 w 6961551"/>
              <a:gd name="csY821" fmla="*/ 5642258 h 6858000"/>
              <a:gd name="csX822" fmla="*/ 3266446 w 6961551"/>
              <a:gd name="csY822" fmla="*/ 5590940 h 6858000"/>
              <a:gd name="csX823" fmla="*/ 3218915 w 6961551"/>
              <a:gd name="csY823" fmla="*/ 5622338 h 6858000"/>
              <a:gd name="csX824" fmla="*/ 3208238 w 6961551"/>
              <a:gd name="csY824" fmla="*/ 5671844 h 6858000"/>
              <a:gd name="csX825" fmla="*/ 3153722 w 6961551"/>
              <a:gd name="csY825" fmla="*/ 5703735 h 6858000"/>
              <a:gd name="csX826" fmla="*/ 3204686 w 6961551"/>
              <a:gd name="csY826" fmla="*/ 5673937 h 6858000"/>
              <a:gd name="csX827" fmla="*/ 3215270 w 6961551"/>
              <a:gd name="csY827" fmla="*/ 5624736 h 6858000"/>
              <a:gd name="csX828" fmla="*/ 3167503 w 6961551"/>
              <a:gd name="csY828" fmla="*/ 5656275 h 6858000"/>
              <a:gd name="csX829" fmla="*/ 3153722 w 6961551"/>
              <a:gd name="csY829" fmla="*/ 5703735 h 6858000"/>
              <a:gd name="csX830" fmla="*/ 3098924 w 6961551"/>
              <a:gd name="csY830" fmla="*/ 5734991 h 6858000"/>
              <a:gd name="csX831" fmla="*/ 3149888 w 6961551"/>
              <a:gd name="csY831" fmla="*/ 5705969 h 6858000"/>
              <a:gd name="csX832" fmla="*/ 3163600 w 6961551"/>
              <a:gd name="csY832" fmla="*/ 5658932 h 6858000"/>
              <a:gd name="csX833" fmla="*/ 3115833 w 6961551"/>
              <a:gd name="csY833" fmla="*/ 5689389 h 6858000"/>
              <a:gd name="csX834" fmla="*/ 3098924 w 6961551"/>
              <a:gd name="csY834" fmla="*/ 5734991 h 6858000"/>
              <a:gd name="csX835" fmla="*/ 3043608 w 6961551"/>
              <a:gd name="csY835" fmla="*/ 5765965 h 6858000"/>
              <a:gd name="csX836" fmla="*/ 3094737 w 6961551"/>
              <a:gd name="csY836" fmla="*/ 5737296 h 6858000"/>
              <a:gd name="csX837" fmla="*/ 3111483 w 6961551"/>
              <a:gd name="csY837" fmla="*/ 5692023 h 6858000"/>
              <a:gd name="csX838" fmla="*/ 3063481 w 6961551"/>
              <a:gd name="csY838" fmla="*/ 5722597 h 6858000"/>
              <a:gd name="csX839" fmla="*/ 3043608 w 6961551"/>
              <a:gd name="csY839" fmla="*/ 5765965 h 6858000"/>
              <a:gd name="csX840" fmla="*/ 2987704 w 6961551"/>
              <a:gd name="csY840" fmla="*/ 5797056 h 6858000"/>
              <a:gd name="csX841" fmla="*/ 3039093 w 6961551"/>
              <a:gd name="csY841" fmla="*/ 5768505 h 6858000"/>
              <a:gd name="csX842" fmla="*/ 3058754 w 6961551"/>
              <a:gd name="csY842" fmla="*/ 5725584 h 6858000"/>
              <a:gd name="csX843" fmla="*/ 3010894 w 6961551"/>
              <a:gd name="csY843" fmla="*/ 5755405 h 6858000"/>
              <a:gd name="csX844" fmla="*/ 2987799 w 6961551"/>
              <a:gd name="csY844" fmla="*/ 5797056 h 6858000"/>
              <a:gd name="csX845" fmla="*/ 2932130 w 6961551"/>
              <a:gd name="csY845" fmla="*/ 5826972 h 6858000"/>
              <a:gd name="csX846" fmla="*/ 2982742 w 6961551"/>
              <a:gd name="csY846" fmla="*/ 5799714 h 6858000"/>
              <a:gd name="csX847" fmla="*/ 3005626 w 6961551"/>
              <a:gd name="csY847" fmla="*/ 5758627 h 6858000"/>
              <a:gd name="csX848" fmla="*/ 2957860 w 6961551"/>
              <a:gd name="csY848" fmla="*/ 5787931 h 6858000"/>
              <a:gd name="csX849" fmla="*/ 2932224 w 6961551"/>
              <a:gd name="csY849" fmla="*/ 5826972 h 6858000"/>
              <a:gd name="csX850" fmla="*/ 2875380 w 6961551"/>
              <a:gd name="csY850" fmla="*/ 5857546 h 6858000"/>
              <a:gd name="csX851" fmla="*/ 2926439 w 6961551"/>
              <a:gd name="csY851" fmla="*/ 5830029 h 6858000"/>
              <a:gd name="csX852" fmla="*/ 2951792 w 6961551"/>
              <a:gd name="csY852" fmla="*/ 5791647 h 6858000"/>
              <a:gd name="csX853" fmla="*/ 2904237 w 6961551"/>
              <a:gd name="csY853" fmla="*/ 5820551 h 6858000"/>
              <a:gd name="csX854" fmla="*/ 2875474 w 6961551"/>
              <a:gd name="csY854" fmla="*/ 5857546 h 6858000"/>
              <a:gd name="csX855" fmla="*/ 2819429 w 6961551"/>
              <a:gd name="csY855" fmla="*/ 5886685 h 6858000"/>
              <a:gd name="csX856" fmla="*/ 2868818 w 6961551"/>
              <a:gd name="csY856" fmla="*/ 5861121 h 6858000"/>
              <a:gd name="csX857" fmla="*/ 2897299 w 6961551"/>
              <a:gd name="csY857" fmla="*/ 5824714 h 6858000"/>
              <a:gd name="csX858" fmla="*/ 2850897 w 6961551"/>
              <a:gd name="csY858" fmla="*/ 5852137 h 6858000"/>
              <a:gd name="csX859" fmla="*/ 2819429 w 6961551"/>
              <a:gd name="csY859" fmla="*/ 5886685 h 6858000"/>
              <a:gd name="csX860" fmla="*/ 2762821 w 6961551"/>
              <a:gd name="csY860" fmla="*/ 5915942 h 6858000"/>
              <a:gd name="csX861" fmla="*/ 2811692 w 6961551"/>
              <a:gd name="csY861" fmla="*/ 5890683 h 6858000"/>
              <a:gd name="csX862" fmla="*/ 2842266 w 6961551"/>
              <a:gd name="csY862" fmla="*/ 5857287 h 6858000"/>
              <a:gd name="csX863" fmla="*/ 2796076 w 6961551"/>
              <a:gd name="csY863" fmla="*/ 5884593 h 6858000"/>
              <a:gd name="csX864" fmla="*/ 2762821 w 6961551"/>
              <a:gd name="csY864" fmla="*/ 5915895 h 6858000"/>
              <a:gd name="csX865" fmla="*/ 2706964 w 6961551"/>
              <a:gd name="csY865" fmla="*/ 5944165 h 6858000"/>
              <a:gd name="csX866" fmla="*/ 2753154 w 6961551"/>
              <a:gd name="csY866" fmla="*/ 5920976 h 6858000"/>
              <a:gd name="csX867" fmla="*/ 2784928 w 6961551"/>
              <a:gd name="csY867" fmla="*/ 5891013 h 6858000"/>
              <a:gd name="csX868" fmla="*/ 2742289 w 6961551"/>
              <a:gd name="csY868" fmla="*/ 5915307 h 6858000"/>
              <a:gd name="csX869" fmla="*/ 2706964 w 6961551"/>
              <a:gd name="csY869" fmla="*/ 5944094 h 6858000"/>
              <a:gd name="csX870" fmla="*/ 2652872 w 6961551"/>
              <a:gd name="csY870" fmla="*/ 5971047 h 6858000"/>
              <a:gd name="csX871" fmla="*/ 2694993 w 6961551"/>
              <a:gd name="csY871" fmla="*/ 5950138 h 6858000"/>
              <a:gd name="csX872" fmla="*/ 2726955 w 6961551"/>
              <a:gd name="csY872" fmla="*/ 5924080 h 6858000"/>
              <a:gd name="csX873" fmla="*/ 2686409 w 6961551"/>
              <a:gd name="csY873" fmla="*/ 5947199 h 6858000"/>
              <a:gd name="csX874" fmla="*/ 2652801 w 6961551"/>
              <a:gd name="csY874" fmla="*/ 5970976 h 6858000"/>
              <a:gd name="csX875" fmla="*/ 2601460 w 6961551"/>
              <a:gd name="csY875" fmla="*/ 5996329 h 6858000"/>
              <a:gd name="csX876" fmla="*/ 2635585 w 6961551"/>
              <a:gd name="csY876" fmla="*/ 5979513 h 6858000"/>
              <a:gd name="csX877" fmla="*/ 2662208 w 6961551"/>
              <a:gd name="csY877" fmla="*/ 5960698 h 6858000"/>
              <a:gd name="csX878" fmla="*/ 2631916 w 6961551"/>
              <a:gd name="csY878" fmla="*/ 5977326 h 6858000"/>
              <a:gd name="csX879" fmla="*/ 2601460 w 6961551"/>
              <a:gd name="csY879" fmla="*/ 5996329 h 6858000"/>
              <a:gd name="csX880" fmla="*/ 2570886 w 6961551"/>
              <a:gd name="csY880" fmla="*/ 6010934 h 6858000"/>
              <a:gd name="csX881" fmla="*/ 2576083 w 6961551"/>
              <a:gd name="csY881" fmla="*/ 6008582 h 6858000"/>
              <a:gd name="csX882" fmla="*/ 2582175 w 6961551"/>
              <a:gd name="csY882" fmla="*/ 6004842 h 6858000"/>
              <a:gd name="csX883" fmla="*/ 3358357 w 6961551"/>
              <a:gd name="csY883" fmla="*/ 4211767 h 6858000"/>
              <a:gd name="csX884" fmla="*/ 3351042 w 6961551"/>
              <a:gd name="csY884" fmla="*/ 4179452 h 6858000"/>
              <a:gd name="csX885" fmla="*/ 3355087 w 6961551"/>
              <a:gd name="csY885" fmla="*/ 4208733 h 6858000"/>
              <a:gd name="csX886" fmla="*/ 3361014 w 6961551"/>
              <a:gd name="csY886" fmla="*/ 4240954 h 6858000"/>
              <a:gd name="csX887" fmla="*/ 3373479 w 6961551"/>
              <a:gd name="csY887" fmla="*/ 4278513 h 6858000"/>
              <a:gd name="csX888" fmla="*/ 3363413 w 6961551"/>
              <a:gd name="csY888" fmla="*/ 4234086 h 6858000"/>
              <a:gd name="csX889" fmla="*/ 3367011 w 6961551"/>
              <a:gd name="csY889" fmla="*/ 4273809 h 6858000"/>
              <a:gd name="csX890" fmla="*/ 3375054 w 6961551"/>
              <a:gd name="csY890" fmla="*/ 4317765 h 6858000"/>
              <a:gd name="csX891" fmla="*/ 3388554 w 6961551"/>
              <a:gd name="csY891" fmla="*/ 4345164 h 6858000"/>
              <a:gd name="csX892" fmla="*/ 3377148 w 6961551"/>
              <a:gd name="csY892" fmla="*/ 4294787 h 6858000"/>
              <a:gd name="csX893" fmla="*/ 3378935 w 6961551"/>
              <a:gd name="csY893" fmla="*/ 4338908 h 6858000"/>
              <a:gd name="csX894" fmla="*/ 3387990 w 6961551"/>
              <a:gd name="csY894" fmla="*/ 4388532 h 6858000"/>
              <a:gd name="csX895" fmla="*/ 3388437 w 6961551"/>
              <a:gd name="csY895" fmla="*/ 4345117 h 6858000"/>
              <a:gd name="csX896" fmla="*/ 3403606 w 6961551"/>
              <a:gd name="csY896" fmla="*/ 4411886 h 6858000"/>
              <a:gd name="csX897" fmla="*/ 3391423 w 6961551"/>
              <a:gd name="csY897" fmla="*/ 4357794 h 6858000"/>
              <a:gd name="csX898" fmla="*/ 3390835 w 6961551"/>
              <a:gd name="csY898" fmla="*/ 4403961 h 6858000"/>
              <a:gd name="csX899" fmla="*/ 3400525 w 6961551"/>
              <a:gd name="csY899" fmla="*/ 4456901 h 6858000"/>
              <a:gd name="csX900" fmla="*/ 3403441 w 6961551"/>
              <a:gd name="csY900" fmla="*/ 4411839 h 6858000"/>
              <a:gd name="csX901" fmla="*/ 3418634 w 6961551"/>
              <a:gd name="csY901" fmla="*/ 4478538 h 6858000"/>
              <a:gd name="csX902" fmla="*/ 3405934 w 6961551"/>
              <a:gd name="csY902" fmla="*/ 4422234 h 6858000"/>
              <a:gd name="csX903" fmla="*/ 3402712 w 6961551"/>
              <a:gd name="csY903" fmla="*/ 4469083 h 6858000"/>
              <a:gd name="csX904" fmla="*/ 3412778 w 6961551"/>
              <a:gd name="csY904" fmla="*/ 4524446 h 6858000"/>
              <a:gd name="csX905" fmla="*/ 3418517 w 6961551"/>
              <a:gd name="csY905" fmla="*/ 4478491 h 6858000"/>
              <a:gd name="csX906" fmla="*/ 3433616 w 6961551"/>
              <a:gd name="csY906" fmla="*/ 4545166 h 6858000"/>
              <a:gd name="csX907" fmla="*/ 3420586 w 6961551"/>
              <a:gd name="csY907" fmla="*/ 4487216 h 6858000"/>
              <a:gd name="csX908" fmla="*/ 3414589 w 6961551"/>
              <a:gd name="csY908" fmla="*/ 4534253 h 6858000"/>
              <a:gd name="csX909" fmla="*/ 3424891 w 6961551"/>
              <a:gd name="csY909" fmla="*/ 4590956 h 6858000"/>
              <a:gd name="csX910" fmla="*/ 3433498 w 6961551"/>
              <a:gd name="csY910" fmla="*/ 4545118 h 6858000"/>
              <a:gd name="csX911" fmla="*/ 3448550 w 6961551"/>
              <a:gd name="csY911" fmla="*/ 4611629 h 6858000"/>
              <a:gd name="csX912" fmla="*/ 3435309 w 6961551"/>
              <a:gd name="csY912" fmla="*/ 4552645 h 6858000"/>
              <a:gd name="csX913" fmla="*/ 3426395 w 6961551"/>
              <a:gd name="csY913" fmla="*/ 4599352 h 6858000"/>
              <a:gd name="csX914" fmla="*/ 3436932 w 6961551"/>
              <a:gd name="csY914" fmla="*/ 4657326 h 6858000"/>
              <a:gd name="csX915" fmla="*/ 3448432 w 6961551"/>
              <a:gd name="csY915" fmla="*/ 4611582 h 6858000"/>
              <a:gd name="csX916" fmla="*/ 3463531 w 6961551"/>
              <a:gd name="csY916" fmla="*/ 4678327 h 6858000"/>
              <a:gd name="csX917" fmla="*/ 3450032 w 6961551"/>
              <a:gd name="csY917" fmla="*/ 4618191 h 6858000"/>
              <a:gd name="csX918" fmla="*/ 3438272 w 6961551"/>
              <a:gd name="csY918" fmla="*/ 4664522 h 6858000"/>
              <a:gd name="csX919" fmla="*/ 3448950 w 6961551"/>
              <a:gd name="csY919" fmla="*/ 4723318 h 6858000"/>
              <a:gd name="csX920" fmla="*/ 3463414 w 6961551"/>
              <a:gd name="csY920" fmla="*/ 4678280 h 6858000"/>
              <a:gd name="csX921" fmla="*/ 3478418 w 6961551"/>
              <a:gd name="csY921" fmla="*/ 4744861 h 6858000"/>
              <a:gd name="csX922" fmla="*/ 3464825 w 6961551"/>
              <a:gd name="csY922" fmla="*/ 4684183 h 6858000"/>
              <a:gd name="csX923" fmla="*/ 3450055 w 6961551"/>
              <a:gd name="csY923" fmla="*/ 4729668 h 6858000"/>
              <a:gd name="csX924" fmla="*/ 3460803 w 6961551"/>
              <a:gd name="csY924" fmla="*/ 4789264 h 6858000"/>
              <a:gd name="csX925" fmla="*/ 3478301 w 6961551"/>
              <a:gd name="csY925" fmla="*/ 4744814 h 6858000"/>
              <a:gd name="csX926" fmla="*/ 3493353 w 6961551"/>
              <a:gd name="csY926" fmla="*/ 4811607 h 6858000"/>
              <a:gd name="csX927" fmla="*/ 3479594 w 6961551"/>
              <a:gd name="csY927" fmla="*/ 4750129 h 6858000"/>
              <a:gd name="csX928" fmla="*/ 3461838 w 6961551"/>
              <a:gd name="csY928" fmla="*/ 4794815 h 6858000"/>
              <a:gd name="csX929" fmla="*/ 3472633 w 6961551"/>
              <a:gd name="csY929" fmla="*/ 4854622 h 6858000"/>
              <a:gd name="csX930" fmla="*/ 3493235 w 6961551"/>
              <a:gd name="csY930" fmla="*/ 4811560 h 6858000"/>
              <a:gd name="csX931" fmla="*/ 3508169 w 6961551"/>
              <a:gd name="csY931" fmla="*/ 4878046 h 6858000"/>
              <a:gd name="csX932" fmla="*/ 3494434 w 6961551"/>
              <a:gd name="csY932" fmla="*/ 4816381 h 6858000"/>
              <a:gd name="csX933" fmla="*/ 3473550 w 6961551"/>
              <a:gd name="csY933" fmla="*/ 4859867 h 6858000"/>
              <a:gd name="csX934" fmla="*/ 3484463 w 6961551"/>
              <a:gd name="csY934" fmla="*/ 4920263 h 6858000"/>
              <a:gd name="csX935" fmla="*/ 3508052 w 6961551"/>
              <a:gd name="csY935" fmla="*/ 4878000 h 6858000"/>
              <a:gd name="csX936" fmla="*/ 3523010 w 6961551"/>
              <a:gd name="csY936" fmla="*/ 4944580 h 6858000"/>
              <a:gd name="csX937" fmla="*/ 3509157 w 6961551"/>
              <a:gd name="csY937" fmla="*/ 4882468 h 6858000"/>
              <a:gd name="csX938" fmla="*/ 3485309 w 6961551"/>
              <a:gd name="csY938" fmla="*/ 4924966 h 6858000"/>
              <a:gd name="csX939" fmla="*/ 3496222 w 6961551"/>
              <a:gd name="csY939" fmla="*/ 4985832 h 6858000"/>
              <a:gd name="csX940" fmla="*/ 3522892 w 6961551"/>
              <a:gd name="csY940" fmla="*/ 4944533 h 6858000"/>
              <a:gd name="csX941" fmla="*/ 3537802 w 6961551"/>
              <a:gd name="csY941" fmla="*/ 5011114 h 6858000"/>
              <a:gd name="csX942" fmla="*/ 3523927 w 6961551"/>
              <a:gd name="csY942" fmla="*/ 4948696 h 6858000"/>
              <a:gd name="csX943" fmla="*/ 3497022 w 6961551"/>
              <a:gd name="csY943" fmla="*/ 4990183 h 6858000"/>
              <a:gd name="csX944" fmla="*/ 3507957 w 6961551"/>
              <a:gd name="csY944" fmla="*/ 5051331 h 6858000"/>
              <a:gd name="csX945" fmla="*/ 3537685 w 6961551"/>
              <a:gd name="csY945" fmla="*/ 5011067 h 6858000"/>
              <a:gd name="csX946" fmla="*/ 3552572 w 6961551"/>
              <a:gd name="csY946" fmla="*/ 5077648 h 6858000"/>
              <a:gd name="csX947" fmla="*/ 3538673 w 6961551"/>
              <a:gd name="csY947" fmla="*/ 5015019 h 6858000"/>
              <a:gd name="csX948" fmla="*/ 3508687 w 6961551"/>
              <a:gd name="csY948" fmla="*/ 5055329 h 6858000"/>
              <a:gd name="csX949" fmla="*/ 3519670 w 6961551"/>
              <a:gd name="csY949" fmla="*/ 5116477 h 6858000"/>
              <a:gd name="csX950" fmla="*/ 3552455 w 6961551"/>
              <a:gd name="csY950" fmla="*/ 5077648 h 6858000"/>
              <a:gd name="csX951" fmla="*/ 3567318 w 6961551"/>
              <a:gd name="csY951" fmla="*/ 5144182 h 6858000"/>
              <a:gd name="csX952" fmla="*/ 3553395 w 6961551"/>
              <a:gd name="csY952" fmla="*/ 5081365 h 6858000"/>
              <a:gd name="csX953" fmla="*/ 3520470 w 6961551"/>
              <a:gd name="csY953" fmla="*/ 5120428 h 6858000"/>
              <a:gd name="csX954" fmla="*/ 3531429 w 6961551"/>
              <a:gd name="csY954" fmla="*/ 5181788 h 6858000"/>
              <a:gd name="csX955" fmla="*/ 3567200 w 6961551"/>
              <a:gd name="csY955" fmla="*/ 5144135 h 6858000"/>
              <a:gd name="csX956" fmla="*/ 3582041 w 6961551"/>
              <a:gd name="csY956" fmla="*/ 5210669 h 6858000"/>
              <a:gd name="csX957" fmla="*/ 3568118 w 6961551"/>
              <a:gd name="csY957" fmla="*/ 5147710 h 6858000"/>
              <a:gd name="csX958" fmla="*/ 3531993 w 6961551"/>
              <a:gd name="csY958" fmla="*/ 5185481 h 6858000"/>
              <a:gd name="csX959" fmla="*/ 3542930 w 6961551"/>
              <a:gd name="csY959" fmla="*/ 5246982 h 6858000"/>
              <a:gd name="csX960" fmla="*/ 3581923 w 6961551"/>
              <a:gd name="csY960" fmla="*/ 5210622 h 6858000"/>
              <a:gd name="csX961" fmla="*/ 3596716 w 6961551"/>
              <a:gd name="csY961" fmla="*/ 5277180 h 6858000"/>
              <a:gd name="csX962" fmla="*/ 3582794 w 6961551"/>
              <a:gd name="csY962" fmla="*/ 5214079 h 6858000"/>
              <a:gd name="csX963" fmla="*/ 3543565 w 6961551"/>
              <a:gd name="csY963" fmla="*/ 5250510 h 6858000"/>
              <a:gd name="csX964" fmla="*/ 3554524 w 6961551"/>
              <a:gd name="csY964" fmla="*/ 5312104 h 6858000"/>
              <a:gd name="csX965" fmla="*/ 3596599 w 6961551"/>
              <a:gd name="csY965" fmla="*/ 5277133 h 6858000"/>
              <a:gd name="csX966" fmla="*/ 3611392 w 6961551"/>
              <a:gd name="csY966" fmla="*/ 5343713 h 6858000"/>
              <a:gd name="csX967" fmla="*/ 3597446 w 6961551"/>
              <a:gd name="csY967" fmla="*/ 5280472 h 6858000"/>
              <a:gd name="csX968" fmla="*/ 3555112 w 6961551"/>
              <a:gd name="csY968" fmla="*/ 5315491 h 6858000"/>
              <a:gd name="csX969" fmla="*/ 3566095 w 6961551"/>
              <a:gd name="csY969" fmla="*/ 5377157 h 6858000"/>
              <a:gd name="csX970" fmla="*/ 3611275 w 6961551"/>
              <a:gd name="csY970" fmla="*/ 5343667 h 6858000"/>
              <a:gd name="csX971" fmla="*/ 3626020 w 6961551"/>
              <a:gd name="csY971" fmla="*/ 5410247 h 6858000"/>
              <a:gd name="csX972" fmla="*/ 3612074 w 6961551"/>
              <a:gd name="csY972" fmla="*/ 5346912 h 6858000"/>
              <a:gd name="csX973" fmla="*/ 3566707 w 6961551"/>
              <a:gd name="csY973" fmla="*/ 5380449 h 6858000"/>
              <a:gd name="csX974" fmla="*/ 3577478 w 6961551"/>
              <a:gd name="csY974" fmla="*/ 5442185 h 6858000"/>
              <a:gd name="csX975" fmla="*/ 3625903 w 6961551"/>
              <a:gd name="csY975" fmla="*/ 5410200 h 6858000"/>
              <a:gd name="csX976" fmla="*/ 2376341 w 6961551"/>
              <a:gd name="csY976" fmla="*/ 0 h 6858000"/>
              <a:gd name="csX977" fmla="*/ 3314918 w 6961551"/>
              <a:gd name="csY977" fmla="*/ 4007556 h 6858000"/>
              <a:gd name="csX978" fmla="*/ 2580928 w 6961551"/>
              <a:gd name="csY978" fmla="*/ 141346 h 6858000"/>
              <a:gd name="csX979" fmla="*/ 2553717 w 6961551"/>
              <a:gd name="csY979" fmla="*/ 0 h 6858000"/>
              <a:gd name="csX980" fmla="*/ 2556775 w 6961551"/>
              <a:gd name="csY980" fmla="*/ 0 h 6858000"/>
              <a:gd name="csX981" fmla="*/ 2583915 w 6961551"/>
              <a:gd name="csY981" fmla="*/ 140876 h 6858000"/>
              <a:gd name="csX982" fmla="*/ 3330793 w 6961551"/>
              <a:gd name="csY982" fmla="*/ 4077218 h 6858000"/>
              <a:gd name="csX983" fmla="*/ 3338319 w 6961551"/>
              <a:gd name="csY983" fmla="*/ 4110379 h 6858000"/>
              <a:gd name="csX984" fmla="*/ 2742830 w 6961551"/>
              <a:gd name="csY984" fmla="*/ 0 h 6858000"/>
              <a:gd name="csX985" fmla="*/ 2745863 w 6961551"/>
              <a:gd name="csY985" fmla="*/ 0 h 6858000"/>
              <a:gd name="csX986" fmla="*/ 3346103 w 6961551"/>
              <a:gd name="csY986" fmla="*/ 4144692 h 6858000"/>
              <a:gd name="csX987" fmla="*/ 3356192 w 6961551"/>
              <a:gd name="csY987" fmla="*/ 4189166 h 6858000"/>
              <a:gd name="csX988" fmla="*/ 2940127 w 6961551"/>
              <a:gd name="csY988" fmla="*/ 0 h 6858000"/>
              <a:gd name="csX989" fmla="*/ 2943161 w 6961551"/>
              <a:gd name="csY989" fmla="*/ 0 h 6858000"/>
              <a:gd name="csX990" fmla="*/ 3361202 w 6961551"/>
              <a:gd name="csY990" fmla="*/ 4211414 h 6858000"/>
              <a:gd name="csX991" fmla="*/ 3372632 w 6961551"/>
              <a:gd name="csY991" fmla="*/ 4261932 h 6858000"/>
              <a:gd name="csX992" fmla="*/ 3145279 w 6961551"/>
              <a:gd name="csY992" fmla="*/ 0 h 6858000"/>
              <a:gd name="csX993" fmla="*/ 3148313 w 6961551"/>
              <a:gd name="csY993" fmla="*/ 0 h 6858000"/>
              <a:gd name="csX994" fmla="*/ 3376301 w 6961551"/>
              <a:gd name="csY994" fmla="*/ 4278207 h 6858000"/>
              <a:gd name="csX995" fmla="*/ 3388530 w 6961551"/>
              <a:gd name="csY995" fmla="*/ 4332299 h 6858000"/>
              <a:gd name="csX996" fmla="*/ 3360050 w 6961551"/>
              <a:gd name="csY996" fmla="*/ 88312 h 6858000"/>
              <a:gd name="csX997" fmla="*/ 3358921 w 6961551"/>
              <a:gd name="csY997" fmla="*/ 47 h 6858000"/>
              <a:gd name="csX998" fmla="*/ 3361955 w 6961551"/>
              <a:gd name="csY998" fmla="*/ 47 h 6858000"/>
              <a:gd name="csX999" fmla="*/ 3363084 w 6961551"/>
              <a:gd name="csY999" fmla="*/ 88359 h 6858000"/>
              <a:gd name="csX1000" fmla="*/ 3391306 w 6961551"/>
              <a:gd name="csY1000" fmla="*/ 4345023 h 6858000"/>
              <a:gd name="csX1001" fmla="*/ 3404053 w 6961551"/>
              <a:gd name="csY1001" fmla="*/ 4401467 h 6858000"/>
              <a:gd name="csX1002" fmla="*/ 3574938 w 6961551"/>
              <a:gd name="csY1002" fmla="*/ 179893 h 6858000"/>
              <a:gd name="csX1003" fmla="*/ 3581218 w 6961551"/>
              <a:gd name="csY1003" fmla="*/ 71 h 6858000"/>
              <a:gd name="csX1004" fmla="*/ 3584275 w 6961551"/>
              <a:gd name="csY1004" fmla="*/ 71 h 6858000"/>
              <a:gd name="csX1005" fmla="*/ 3577972 w 6961551"/>
              <a:gd name="csY1005" fmla="*/ 180058 h 6858000"/>
              <a:gd name="csX1006" fmla="*/ 3406287 w 6961551"/>
              <a:gd name="csY1006" fmla="*/ 4411792 h 6858000"/>
              <a:gd name="csX1007" fmla="*/ 3419387 w 6961551"/>
              <a:gd name="csY1007" fmla="*/ 4469836 h 6858000"/>
              <a:gd name="csX1008" fmla="*/ 3790062 w 6961551"/>
              <a:gd name="csY1008" fmla="*/ 271404 h 6858000"/>
              <a:gd name="csX1009" fmla="*/ 3811840 w 6961551"/>
              <a:gd name="csY1009" fmla="*/ 0 h 6858000"/>
              <a:gd name="csX1010" fmla="*/ 3814898 w 6961551"/>
              <a:gd name="csY1010" fmla="*/ 0 h 6858000"/>
              <a:gd name="csX1011" fmla="*/ 3793096 w 6961551"/>
              <a:gd name="csY1011" fmla="*/ 271662 h 6858000"/>
              <a:gd name="csX1012" fmla="*/ 3421503 w 6961551"/>
              <a:gd name="csY1012" fmla="*/ 4478467 h 6858000"/>
              <a:gd name="csX1013" fmla="*/ 3434815 w 6961551"/>
              <a:gd name="csY1013" fmla="*/ 4537663 h 6858000"/>
              <a:gd name="csX1014" fmla="*/ 4005069 w 6961551"/>
              <a:gd name="csY1014" fmla="*/ 362985 h 6858000"/>
              <a:gd name="csX1015" fmla="*/ 4050036 w 6961551"/>
              <a:gd name="csY1015" fmla="*/ 0 h 6858000"/>
              <a:gd name="csX1016" fmla="*/ 4053117 w 6961551"/>
              <a:gd name="csY1016" fmla="*/ 0 h 6858000"/>
              <a:gd name="csX1017" fmla="*/ 4008079 w 6961551"/>
              <a:gd name="csY1017" fmla="*/ 363314 h 6858000"/>
              <a:gd name="csX1018" fmla="*/ 3436579 w 6961551"/>
              <a:gd name="csY1018" fmla="*/ 4545189 h 6858000"/>
              <a:gd name="csX1019" fmla="*/ 3450079 w 6961551"/>
              <a:gd name="csY1019" fmla="*/ 4605185 h 6858000"/>
              <a:gd name="csX1020" fmla="*/ 4220051 w 6961551"/>
              <a:gd name="csY1020" fmla="*/ 454566 h 6858000"/>
              <a:gd name="csX1021" fmla="*/ 4295311 w 6961551"/>
              <a:gd name="csY1021" fmla="*/ 0 h 6858000"/>
              <a:gd name="csX1022" fmla="*/ 4298415 w 6961551"/>
              <a:gd name="csY1022" fmla="*/ 0 h 6858000"/>
              <a:gd name="csX1023" fmla="*/ 4223156 w 6961551"/>
              <a:gd name="csY1023" fmla="*/ 454989 h 6858000"/>
              <a:gd name="csX1024" fmla="*/ 3451631 w 6961551"/>
              <a:gd name="csY1024" fmla="*/ 4611723 h 6858000"/>
              <a:gd name="csX1025" fmla="*/ 3465319 w 6961551"/>
              <a:gd name="csY1025" fmla="*/ 4672660 h 6858000"/>
              <a:gd name="csX1026" fmla="*/ 4435034 w 6961551"/>
              <a:gd name="csY1026" fmla="*/ 546147 h 6858000"/>
              <a:gd name="csX1027" fmla="*/ 4546724 w 6961551"/>
              <a:gd name="csY1027" fmla="*/ 0 h 6858000"/>
              <a:gd name="csX1028" fmla="*/ 4549851 w 6961551"/>
              <a:gd name="csY1028" fmla="*/ 0 h 6858000"/>
              <a:gd name="csX1029" fmla="*/ 4438021 w 6961551"/>
              <a:gd name="csY1029" fmla="*/ 546664 h 6858000"/>
              <a:gd name="csX1030" fmla="*/ 3466518 w 6961551"/>
              <a:gd name="csY1030" fmla="*/ 4678516 h 6858000"/>
              <a:gd name="csX1031" fmla="*/ 3480253 w 6961551"/>
              <a:gd name="csY1031" fmla="*/ 4739875 h 6858000"/>
              <a:gd name="csX1032" fmla="*/ 4649923 w 6961551"/>
              <a:gd name="csY1032" fmla="*/ 637728 h 6858000"/>
              <a:gd name="csX1033" fmla="*/ 4804205 w 6961551"/>
              <a:gd name="csY1033" fmla="*/ 0 h 6858000"/>
              <a:gd name="csX1034" fmla="*/ 4807497 w 6961551"/>
              <a:gd name="csY1034" fmla="*/ 0 h 6858000"/>
              <a:gd name="csX1035" fmla="*/ 4653098 w 6961551"/>
              <a:gd name="csY1035" fmla="*/ 638316 h 6858000"/>
              <a:gd name="csX1036" fmla="*/ 3481546 w 6961551"/>
              <a:gd name="csY1036" fmla="*/ 4745144 h 6858000"/>
              <a:gd name="csX1037" fmla="*/ 3495423 w 6961551"/>
              <a:gd name="csY1037" fmla="*/ 4807185 h 6858000"/>
              <a:gd name="csX1038" fmla="*/ 4865117 w 6961551"/>
              <a:gd name="csY1038" fmla="*/ 729309 h 6858000"/>
              <a:gd name="csX1039" fmla="*/ 5067447 w 6961551"/>
              <a:gd name="csY1039" fmla="*/ 0 h 6858000"/>
              <a:gd name="csX1040" fmla="*/ 5070669 w 6961551"/>
              <a:gd name="csY1040" fmla="*/ 0 h 6858000"/>
              <a:gd name="csX1041" fmla="*/ 4867987 w 6961551"/>
              <a:gd name="csY1041" fmla="*/ 729991 h 6858000"/>
              <a:gd name="csX1042" fmla="*/ 3496410 w 6961551"/>
              <a:gd name="csY1042" fmla="*/ 4811983 h 6858000"/>
              <a:gd name="csX1043" fmla="*/ 3510262 w 6961551"/>
              <a:gd name="csY1043" fmla="*/ 4874096 h 6858000"/>
              <a:gd name="csX1044" fmla="*/ 5080006 w 6961551"/>
              <a:gd name="csY1044" fmla="*/ 820914 h 6858000"/>
              <a:gd name="csX1045" fmla="*/ 5335793 w 6961551"/>
              <a:gd name="csY1045" fmla="*/ 118 h 6858000"/>
              <a:gd name="csX1046" fmla="*/ 5339015 w 6961551"/>
              <a:gd name="csY1046" fmla="*/ 118 h 6858000"/>
              <a:gd name="csX1047" fmla="*/ 5082946 w 6961551"/>
              <a:gd name="csY1047" fmla="*/ 821761 h 6858000"/>
              <a:gd name="csX1048" fmla="*/ 3511227 w 6961551"/>
              <a:gd name="csY1048" fmla="*/ 4878705 h 6858000"/>
              <a:gd name="csX1049" fmla="*/ 3525150 w 6961551"/>
              <a:gd name="csY1049" fmla="*/ 4941194 h 6858000"/>
              <a:gd name="csX1050" fmla="*/ 5294988 w 6961551"/>
              <a:gd name="csY1050" fmla="*/ 912683 h 6858000"/>
              <a:gd name="csX1051" fmla="*/ 5608913 w 6961551"/>
              <a:gd name="csY1051" fmla="*/ 165 h 6858000"/>
              <a:gd name="csX1052" fmla="*/ 5612207 w 6961551"/>
              <a:gd name="csY1052" fmla="*/ 165 h 6858000"/>
              <a:gd name="csX1053" fmla="*/ 5297905 w 6961551"/>
              <a:gd name="csY1053" fmla="*/ 913459 h 6858000"/>
              <a:gd name="csX1054" fmla="*/ 3526067 w 6961551"/>
              <a:gd name="csY1054" fmla="*/ 4945310 h 6858000"/>
              <a:gd name="csX1055" fmla="*/ 3540014 w 6961551"/>
              <a:gd name="csY1055" fmla="*/ 5008057 h 6858000"/>
              <a:gd name="csX1056" fmla="*/ 5509971 w 6961551"/>
              <a:gd name="csY1056" fmla="*/ 1004264 h 6858000"/>
              <a:gd name="csX1057" fmla="*/ 5886550 w 6961551"/>
              <a:gd name="csY1057" fmla="*/ 0 h 6858000"/>
              <a:gd name="csX1058" fmla="*/ 5889890 w 6961551"/>
              <a:gd name="csY1058" fmla="*/ 0 h 6858000"/>
              <a:gd name="csX1059" fmla="*/ 5512911 w 6961551"/>
              <a:gd name="csY1059" fmla="*/ 1004970 h 6858000"/>
              <a:gd name="csX1060" fmla="*/ 3540907 w 6961551"/>
              <a:gd name="csY1060" fmla="*/ 5011797 h 6858000"/>
              <a:gd name="csX1061" fmla="*/ 3555018 w 6961551"/>
              <a:gd name="csY1061" fmla="*/ 5074732 h 6858000"/>
              <a:gd name="csX1062" fmla="*/ 5725119 w 6961551"/>
              <a:gd name="csY1062" fmla="*/ 1095681 h 6858000"/>
              <a:gd name="csX1063" fmla="*/ 6168443 w 6961551"/>
              <a:gd name="csY1063" fmla="*/ 0 h 6858000"/>
              <a:gd name="csX1064" fmla="*/ 6171829 w 6961551"/>
              <a:gd name="csY1064" fmla="*/ 0 h 6858000"/>
              <a:gd name="csX1065" fmla="*/ 5727894 w 6961551"/>
              <a:gd name="csY1065" fmla="*/ 1096622 h 6858000"/>
              <a:gd name="csX1066" fmla="*/ 3555724 w 6961551"/>
              <a:gd name="csY1066" fmla="*/ 5078425 h 6858000"/>
              <a:gd name="csX1067" fmla="*/ 3569694 w 6961551"/>
              <a:gd name="csY1067" fmla="*/ 5141524 h 6858000"/>
              <a:gd name="csX1068" fmla="*/ 5940008 w 6961551"/>
              <a:gd name="csY1068" fmla="*/ 1187285 h 6858000"/>
              <a:gd name="csX1069" fmla="*/ 6454287 w 6961551"/>
              <a:gd name="csY1069" fmla="*/ 0 h 6858000"/>
              <a:gd name="csX1070" fmla="*/ 6457698 w 6961551"/>
              <a:gd name="csY1070" fmla="*/ 0 h 6858000"/>
              <a:gd name="csX1071" fmla="*/ 5942876 w 6961551"/>
              <a:gd name="csY1071" fmla="*/ 1188273 h 6858000"/>
              <a:gd name="csX1072" fmla="*/ 3570423 w 6961551"/>
              <a:gd name="csY1072" fmla="*/ 5145052 h 6858000"/>
              <a:gd name="csX1073" fmla="*/ 3584416 w 6961551"/>
              <a:gd name="csY1073" fmla="*/ 5208270 h 6858000"/>
              <a:gd name="csX1074" fmla="*/ 6154991 w 6961551"/>
              <a:gd name="csY1074" fmla="*/ 1278890 h 6858000"/>
              <a:gd name="csX1075" fmla="*/ 6743753 w 6961551"/>
              <a:gd name="csY1075" fmla="*/ 0 h 6858000"/>
              <a:gd name="csX1076" fmla="*/ 6747234 w 6961551"/>
              <a:gd name="csY1076" fmla="*/ 0 h 6858000"/>
              <a:gd name="csX1077" fmla="*/ 6157836 w 6961551"/>
              <a:gd name="csY1077" fmla="*/ 1279925 h 6858000"/>
              <a:gd name="csX1078" fmla="*/ 3585216 w 6961551"/>
              <a:gd name="csY1078" fmla="*/ 5211704 h 6858000"/>
              <a:gd name="csX1079" fmla="*/ 3599209 w 6961551"/>
              <a:gd name="csY1079" fmla="*/ 5275016 h 6858000"/>
              <a:gd name="csX1080" fmla="*/ 6369973 w 6961551"/>
              <a:gd name="csY1080" fmla="*/ 1370518 h 6858000"/>
              <a:gd name="csX1081" fmla="*/ 6959441 w 6961551"/>
              <a:gd name="csY1081" fmla="*/ 136572 h 6858000"/>
              <a:gd name="csX1082" fmla="*/ 6959441 w 6961551"/>
              <a:gd name="csY1082" fmla="*/ 142828 h 6858000"/>
              <a:gd name="csX1083" fmla="*/ 6372818 w 6961551"/>
              <a:gd name="csY1083" fmla="*/ 1371577 h 6858000"/>
              <a:gd name="csX1084" fmla="*/ 3599986 w 6961551"/>
              <a:gd name="csY1084" fmla="*/ 5278285 h 6858000"/>
              <a:gd name="csX1085" fmla="*/ 3613979 w 6961551"/>
              <a:gd name="csY1085" fmla="*/ 5341785 h 6858000"/>
              <a:gd name="csX1086" fmla="*/ 6585050 w 6961551"/>
              <a:gd name="csY1086" fmla="*/ 1462146 h 6858000"/>
              <a:gd name="csX1087" fmla="*/ 6959511 w 6961551"/>
              <a:gd name="csY1087" fmla="*/ 671148 h 6858000"/>
              <a:gd name="csX1088" fmla="*/ 6959511 w 6961551"/>
              <a:gd name="csY1088" fmla="*/ 677757 h 6858000"/>
              <a:gd name="csX1089" fmla="*/ 6587919 w 6961551"/>
              <a:gd name="csY1089" fmla="*/ 1463275 h 6858000"/>
              <a:gd name="csX1090" fmla="*/ 3614614 w 6961551"/>
              <a:gd name="csY1090" fmla="*/ 5344913 h 6858000"/>
              <a:gd name="csX1091" fmla="*/ 3628584 w 6961551"/>
              <a:gd name="csY1091" fmla="*/ 5408413 h 6858000"/>
              <a:gd name="csX1092" fmla="*/ 6799986 w 6961551"/>
              <a:gd name="csY1092" fmla="*/ 1553728 h 6858000"/>
              <a:gd name="csX1093" fmla="*/ 6959441 w 6961551"/>
              <a:gd name="csY1093" fmla="*/ 1217413 h 6858000"/>
              <a:gd name="csX1094" fmla="*/ 6959441 w 6961551"/>
              <a:gd name="csY1094" fmla="*/ 1224280 h 6858000"/>
              <a:gd name="csX1095" fmla="*/ 6802761 w 6961551"/>
              <a:gd name="csY1095" fmla="*/ 1554903 h 6858000"/>
              <a:gd name="csX1096" fmla="*/ 3629219 w 6961551"/>
              <a:gd name="csY1096" fmla="*/ 5411611 h 6858000"/>
              <a:gd name="csX1097" fmla="*/ 3939170 w 6961551"/>
              <a:gd name="csY1097" fmla="*/ 6858000 h 6858000"/>
              <a:gd name="csX1098" fmla="*/ 3936112 w 6961551"/>
              <a:gd name="csY1098" fmla="*/ 6858000 h 6858000"/>
              <a:gd name="csX1099" fmla="*/ 3626538 w 6961551"/>
              <a:gd name="csY1099" fmla="*/ 5413328 h 6858000"/>
              <a:gd name="csX1100" fmla="*/ 3578019 w 6961551"/>
              <a:gd name="csY1100" fmla="*/ 5445408 h 6858000"/>
              <a:gd name="csX1101" fmla="*/ 3820636 w 6961551"/>
              <a:gd name="csY1101" fmla="*/ 6858000 h 6858000"/>
              <a:gd name="csX1102" fmla="*/ 3817626 w 6961551"/>
              <a:gd name="csY1102" fmla="*/ 6858000 h 6858000"/>
              <a:gd name="csX1103" fmla="*/ 3575385 w 6961551"/>
              <a:gd name="csY1103" fmla="*/ 5447195 h 6858000"/>
              <a:gd name="csX1104" fmla="*/ 3526608 w 6961551"/>
              <a:gd name="csY1104" fmla="*/ 5479463 h 6858000"/>
              <a:gd name="csX1105" fmla="*/ 3700645 w 6961551"/>
              <a:gd name="csY1105" fmla="*/ 6858000 h 6858000"/>
              <a:gd name="csX1106" fmla="*/ 3697611 w 6961551"/>
              <a:gd name="csY1106" fmla="*/ 6858000 h 6858000"/>
              <a:gd name="csX1107" fmla="*/ 3523738 w 6961551"/>
              <a:gd name="csY1107" fmla="*/ 5481250 h 6858000"/>
              <a:gd name="csX1108" fmla="*/ 3474349 w 6961551"/>
              <a:gd name="csY1108" fmla="*/ 5512529 h 6858000"/>
              <a:gd name="csX1109" fmla="*/ 3578678 w 6961551"/>
              <a:gd name="csY1109" fmla="*/ 6858000 h 6858000"/>
              <a:gd name="csX1110" fmla="*/ 3575667 w 6961551"/>
              <a:gd name="csY1110" fmla="*/ 6858000 h 6858000"/>
              <a:gd name="csX1111" fmla="*/ 3471457 w 6961551"/>
              <a:gd name="csY1111" fmla="*/ 5514340 h 6858000"/>
              <a:gd name="csX1112" fmla="*/ 3421833 w 6961551"/>
              <a:gd name="csY1112" fmla="*/ 5545832 h 6858000"/>
              <a:gd name="csX1113" fmla="*/ 3454759 w 6961551"/>
              <a:gd name="csY1113" fmla="*/ 6858000 h 6858000"/>
              <a:gd name="csX1114" fmla="*/ 3451748 w 6961551"/>
              <a:gd name="csY1114" fmla="*/ 6858000 h 6858000"/>
              <a:gd name="csX1115" fmla="*/ 3418823 w 6961551"/>
              <a:gd name="csY1115" fmla="*/ 5547713 h 6858000"/>
              <a:gd name="csX1116" fmla="*/ 3368846 w 6961551"/>
              <a:gd name="csY1116" fmla="*/ 5578758 h 6858000"/>
              <a:gd name="csX1117" fmla="*/ 3328629 w 6961551"/>
              <a:gd name="csY1117" fmla="*/ 6858000 h 6858000"/>
              <a:gd name="csX1118" fmla="*/ 3325830 w 6961551"/>
              <a:gd name="csY1118" fmla="*/ 6858000 h 6858000"/>
              <a:gd name="csX1119" fmla="*/ 3366000 w 6961551"/>
              <a:gd name="csY1119" fmla="*/ 5580639 h 6858000"/>
              <a:gd name="csX1120" fmla="*/ 3315670 w 6961551"/>
              <a:gd name="csY1120" fmla="*/ 5611213 h 6858000"/>
              <a:gd name="csX1121" fmla="*/ 3259226 w 6961551"/>
              <a:gd name="csY1121" fmla="*/ 6251387 h 6858000"/>
              <a:gd name="csX1122" fmla="*/ 3200077 w 6961551"/>
              <a:gd name="csY1122" fmla="*/ 6858000 h 6858000"/>
              <a:gd name="csX1123" fmla="*/ 3197019 w 6961551"/>
              <a:gd name="csY1123" fmla="*/ 6858000 h 6858000"/>
              <a:gd name="csX1124" fmla="*/ 3256075 w 6961551"/>
              <a:gd name="csY1124" fmla="*/ 6251081 h 6858000"/>
              <a:gd name="csX1125" fmla="*/ 3312401 w 6961551"/>
              <a:gd name="csY1125" fmla="*/ 5613236 h 6858000"/>
              <a:gd name="csX1126" fmla="*/ 3261695 w 6961551"/>
              <a:gd name="csY1126" fmla="*/ 5644045 h 6858000"/>
              <a:gd name="csX1127" fmla="*/ 3252664 w 6961551"/>
              <a:gd name="csY1127" fmla="*/ 5704864 h 6858000"/>
              <a:gd name="csX1128" fmla="*/ 3068420 w 6961551"/>
              <a:gd name="csY1128" fmla="*/ 6858000 h 6858000"/>
              <a:gd name="csX1129" fmla="*/ 3065339 w 6961551"/>
              <a:gd name="csY1129" fmla="*/ 6858000 h 6858000"/>
              <a:gd name="csX1130" fmla="*/ 3249678 w 6961551"/>
              <a:gd name="csY1130" fmla="*/ 5704346 h 6858000"/>
              <a:gd name="csX1131" fmla="*/ 3258332 w 6961551"/>
              <a:gd name="csY1131" fmla="*/ 5646020 h 6858000"/>
              <a:gd name="csX1132" fmla="*/ 3207391 w 6961551"/>
              <a:gd name="csY1132" fmla="*/ 5675795 h 6858000"/>
              <a:gd name="csX1133" fmla="*/ 2933354 w 6961551"/>
              <a:gd name="csY1133" fmla="*/ 6858000 h 6858000"/>
              <a:gd name="csX1134" fmla="*/ 2930225 w 6961551"/>
              <a:gd name="csY1134" fmla="*/ 6858000 h 6858000"/>
              <a:gd name="csX1135" fmla="*/ 3203839 w 6961551"/>
              <a:gd name="csY1135" fmla="*/ 5677864 h 6858000"/>
              <a:gd name="csX1136" fmla="*/ 3152499 w 6961551"/>
              <a:gd name="csY1136" fmla="*/ 5707874 h 6858000"/>
              <a:gd name="csX1137" fmla="*/ 2794382 w 6961551"/>
              <a:gd name="csY1137" fmla="*/ 6857930 h 6858000"/>
              <a:gd name="csX1138" fmla="*/ 2791184 w 6961551"/>
              <a:gd name="csY1138" fmla="*/ 6857930 h 6858000"/>
              <a:gd name="csX1139" fmla="*/ 3148665 w 6961551"/>
              <a:gd name="csY1139" fmla="*/ 5710038 h 6858000"/>
              <a:gd name="csX1140" fmla="*/ 3097325 w 6961551"/>
              <a:gd name="csY1140" fmla="*/ 5739201 h 6858000"/>
              <a:gd name="csX1141" fmla="*/ 2650849 w 6961551"/>
              <a:gd name="csY1141" fmla="*/ 6858000 h 6858000"/>
              <a:gd name="csX1142" fmla="*/ 2647533 w 6961551"/>
              <a:gd name="csY1142" fmla="*/ 6858000 h 6858000"/>
              <a:gd name="csX1143" fmla="*/ 3093185 w 6961551"/>
              <a:gd name="csY1143" fmla="*/ 5741600 h 6858000"/>
              <a:gd name="csX1144" fmla="*/ 3041445 w 6961551"/>
              <a:gd name="csY1144" fmla="*/ 5770574 h 6858000"/>
              <a:gd name="csX1145" fmla="*/ 2501882 w 6961551"/>
              <a:gd name="csY1145" fmla="*/ 6858000 h 6858000"/>
              <a:gd name="csX1146" fmla="*/ 2498449 w 6961551"/>
              <a:gd name="csY1146" fmla="*/ 6858000 h 6858000"/>
              <a:gd name="csX1147" fmla="*/ 3037023 w 6961551"/>
              <a:gd name="csY1147" fmla="*/ 5773114 h 6858000"/>
              <a:gd name="csX1148" fmla="*/ 2985117 w 6961551"/>
              <a:gd name="csY1148" fmla="*/ 5801830 h 6858000"/>
              <a:gd name="csX1149" fmla="*/ 2346308 w 6961551"/>
              <a:gd name="csY1149" fmla="*/ 6858000 h 6858000"/>
              <a:gd name="csX1150" fmla="*/ 2342756 w 6961551"/>
              <a:gd name="csY1150" fmla="*/ 6858000 h 6858000"/>
              <a:gd name="csX1151" fmla="*/ 2980108 w 6961551"/>
              <a:gd name="csY1151" fmla="*/ 5804512 h 6858000"/>
              <a:gd name="csX1152" fmla="*/ 2928650 w 6961551"/>
              <a:gd name="csY1152" fmla="*/ 5832240 h 6858000"/>
              <a:gd name="csX1153" fmla="*/ 2182972 w 6961551"/>
              <a:gd name="csY1153" fmla="*/ 6858000 h 6858000"/>
              <a:gd name="csX1154" fmla="*/ 2179114 w 6961551"/>
              <a:gd name="csY1154" fmla="*/ 6858000 h 6858000"/>
              <a:gd name="csX1155" fmla="*/ 2922934 w 6961551"/>
              <a:gd name="csY1155" fmla="*/ 5835297 h 6858000"/>
              <a:gd name="csX1156" fmla="*/ 2870841 w 6961551"/>
              <a:gd name="csY1156" fmla="*/ 5863355 h 6858000"/>
              <a:gd name="csX1157" fmla="*/ 2009804 w 6961551"/>
              <a:gd name="csY1157" fmla="*/ 6858000 h 6858000"/>
              <a:gd name="csX1158" fmla="*/ 2005689 w 6961551"/>
              <a:gd name="csY1158" fmla="*/ 6858000 h 6858000"/>
              <a:gd name="csX1159" fmla="*/ 2864397 w 6961551"/>
              <a:gd name="csY1159" fmla="*/ 5866671 h 6858000"/>
              <a:gd name="csX1160" fmla="*/ 2813597 w 6961551"/>
              <a:gd name="csY1160" fmla="*/ 5892941 h 6858000"/>
              <a:gd name="csX1161" fmla="*/ 1824432 w 6961551"/>
              <a:gd name="csY1161" fmla="*/ 6858000 h 6858000"/>
              <a:gd name="csX1162" fmla="*/ 1819916 w 6961551"/>
              <a:gd name="csY1162" fmla="*/ 6858000 h 6858000"/>
              <a:gd name="csX1163" fmla="*/ 2805859 w 6961551"/>
              <a:gd name="csY1163" fmla="*/ 5896940 h 6858000"/>
              <a:gd name="csX1164" fmla="*/ 2754942 w 6961551"/>
              <a:gd name="csY1164" fmla="*/ 5923257 h 6858000"/>
              <a:gd name="csX1165" fmla="*/ 1623325 w 6961551"/>
              <a:gd name="csY1165" fmla="*/ 6858000 h 6858000"/>
              <a:gd name="csX1166" fmla="*/ 1618386 w 6961551"/>
              <a:gd name="csY1166" fmla="*/ 6858000 h 6858000"/>
              <a:gd name="csX1167" fmla="*/ 2745346 w 6961551"/>
              <a:gd name="csY1167" fmla="*/ 5928242 h 6858000"/>
              <a:gd name="csX1168" fmla="*/ 2696686 w 6961551"/>
              <a:gd name="csY1168" fmla="*/ 5952490 h 6858000"/>
              <a:gd name="csX1169" fmla="*/ 1401310 w 6961551"/>
              <a:gd name="csY1169" fmla="*/ 6857953 h 6858000"/>
              <a:gd name="csX1170" fmla="*/ 1395619 w 6961551"/>
              <a:gd name="csY1170" fmla="*/ 6857953 h 6858000"/>
              <a:gd name="csX1171" fmla="*/ 2684645 w 6961551"/>
              <a:gd name="csY1171" fmla="*/ 5958440 h 6858000"/>
              <a:gd name="csX1172" fmla="*/ 2637184 w 6961551"/>
              <a:gd name="csY1172" fmla="*/ 5981959 h 6858000"/>
              <a:gd name="csX1173" fmla="*/ 1150108 w 6961551"/>
              <a:gd name="csY1173" fmla="*/ 6858000 h 6858000"/>
              <a:gd name="csX1174" fmla="*/ 1143524 w 6961551"/>
              <a:gd name="csY1174" fmla="*/ 6858000 h 6858000"/>
              <a:gd name="csX1175" fmla="*/ 2619922 w 6961551"/>
              <a:gd name="csY1175" fmla="*/ 5990567 h 6858000"/>
              <a:gd name="csX1176" fmla="*/ 2577589 w 6961551"/>
              <a:gd name="csY1176" fmla="*/ 6010981 h 6858000"/>
              <a:gd name="csX1177" fmla="*/ 856386 w 6961551"/>
              <a:gd name="csY1177" fmla="*/ 6858000 h 6858000"/>
              <a:gd name="csX1178" fmla="*/ 848413 w 6961551"/>
              <a:gd name="csY1178" fmla="*/ 6858000 h 6858000"/>
              <a:gd name="csX1179" fmla="*/ 2551977 w 6961551"/>
              <a:gd name="csY1179" fmla="*/ 6023093 h 6858000"/>
              <a:gd name="csX1180" fmla="*/ 2518252 w 6961551"/>
              <a:gd name="csY1180" fmla="*/ 6039156 h 6858000"/>
              <a:gd name="csX1181" fmla="*/ 495024 w 6961551"/>
              <a:gd name="csY1181" fmla="*/ 6858000 h 6858000"/>
              <a:gd name="csX1182" fmla="*/ 485076 w 6961551"/>
              <a:gd name="csY1182" fmla="*/ 6858000 h 6858000"/>
              <a:gd name="csX1183" fmla="*/ 2461760 w 6961551"/>
              <a:gd name="csY1183" fmla="*/ 6065732 h 6858000"/>
              <a:gd name="csX1184" fmla="*/ 11460 w 6961551"/>
              <a:gd name="csY1184" fmla="*/ 6858000 h 6858000"/>
              <a:gd name="csX1185" fmla="*/ -2040 w 6961551"/>
              <a:gd name="csY1185" fmla="*/ 6858000 h 6858000"/>
              <a:gd name="csX1186" fmla="*/ 2516793 w 6961551"/>
              <a:gd name="csY1186" fmla="*/ 6036569 h 6858000"/>
              <a:gd name="csX1187" fmla="*/ 2630129 w 6961551"/>
              <a:gd name="csY1187" fmla="*/ 5974903 h 6858000"/>
              <a:gd name="csX1188" fmla="*/ 2729095 w 6961551"/>
              <a:gd name="csY1188" fmla="*/ 5912273 h 6858000"/>
              <a:gd name="csX1189" fmla="*/ 2829825 w 6961551"/>
              <a:gd name="csY1189" fmla="*/ 5838002 h 6858000"/>
              <a:gd name="csX1190" fmla="*/ 2913904 w 6961551"/>
              <a:gd name="csY1190" fmla="*/ 5765871 h 6858000"/>
              <a:gd name="csX1191" fmla="*/ 2993867 w 6961551"/>
              <a:gd name="csY1191" fmla="*/ 5686402 h 6858000"/>
              <a:gd name="csX1192" fmla="*/ 3064775 w 6961551"/>
              <a:gd name="csY1192" fmla="*/ 5604087 h 6858000"/>
              <a:gd name="csX1193" fmla="*/ 3129004 w 6961551"/>
              <a:gd name="csY1193" fmla="*/ 5516904 h 6858000"/>
              <a:gd name="csX1194" fmla="*/ 3184507 w 6961551"/>
              <a:gd name="csY1194" fmla="*/ 5427745 h 6858000"/>
              <a:gd name="csX1195" fmla="*/ 3233896 w 6961551"/>
              <a:gd name="csY1195" fmla="*/ 5333365 h 6858000"/>
              <a:gd name="csX1196" fmla="*/ 3276229 w 6961551"/>
              <a:gd name="csY1196" fmla="*/ 5234964 h 6858000"/>
              <a:gd name="csX1197" fmla="*/ 3310919 w 6961551"/>
              <a:gd name="csY1197" fmla="*/ 5134775 h 6858000"/>
              <a:gd name="csX1198" fmla="*/ 3339142 w 6961551"/>
              <a:gd name="csY1198" fmla="*/ 5030447 h 6858000"/>
              <a:gd name="csX1199" fmla="*/ 3360614 w 6961551"/>
              <a:gd name="csY1199" fmla="*/ 4922638 h 6858000"/>
              <a:gd name="csX1200" fmla="*/ 3375360 w 6961551"/>
              <a:gd name="csY1200" fmla="*/ 4812313 h 6858000"/>
              <a:gd name="csX1201" fmla="*/ 3383615 w 6961551"/>
              <a:gd name="csY1201" fmla="*/ 4698224 h 6858000"/>
              <a:gd name="csX1202" fmla="*/ 3385403 w 6961551"/>
              <a:gd name="csY1202" fmla="*/ 4580420 h 6858000"/>
              <a:gd name="csX1203" fmla="*/ 3380699 w 6961551"/>
              <a:gd name="csY1203" fmla="*/ 4459629 h 6858000"/>
              <a:gd name="csX1204" fmla="*/ 3369575 w 6961551"/>
              <a:gd name="csY1204" fmla="*/ 4335569 h 6858000"/>
              <a:gd name="csX1205" fmla="*/ 3352077 w 6961551"/>
              <a:gd name="csY1205" fmla="*/ 4208851 h 6858000"/>
              <a:gd name="csX1206" fmla="*/ 3327994 w 6961551"/>
              <a:gd name="csY1206" fmla="*/ 4077900 h 6858000"/>
              <a:gd name="csX1207" fmla="*/ 2373330 w 6961551"/>
              <a:gd name="csY120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</a:cxnLst>
            <a:rect l="l" t="t" r="r" b="b"/>
            <a:pathLst>
              <a:path w="6961551" h="6858000">
                <a:moveTo>
                  <a:pt x="3376959" y="4368165"/>
                </a:moveTo>
                <a:lnTo>
                  <a:pt x="3375784" y="4339002"/>
                </a:lnTo>
                <a:lnTo>
                  <a:pt x="3369857" y="4306570"/>
                </a:lnTo>
                <a:lnTo>
                  <a:pt x="3372468" y="4335451"/>
                </a:lnTo>
                <a:close/>
                <a:moveTo>
                  <a:pt x="3387190" y="4442601"/>
                </a:moveTo>
                <a:lnTo>
                  <a:pt x="3387684" y="4404054"/>
                </a:lnTo>
                <a:lnTo>
                  <a:pt x="3379664" y="4360146"/>
                </a:lnTo>
                <a:lnTo>
                  <a:pt x="3381216" y="4399163"/>
                </a:lnTo>
                <a:close/>
                <a:moveTo>
                  <a:pt x="3386532" y="4492131"/>
                </a:moveTo>
                <a:lnTo>
                  <a:pt x="3386908" y="4462780"/>
                </a:lnTo>
                <a:lnTo>
                  <a:pt x="3382439" y="4430183"/>
                </a:lnTo>
                <a:lnTo>
                  <a:pt x="3383592" y="4459488"/>
                </a:lnTo>
                <a:close/>
                <a:moveTo>
                  <a:pt x="3386108" y="4523293"/>
                </a:moveTo>
                <a:lnTo>
                  <a:pt x="3386108" y="4521647"/>
                </a:lnTo>
                <a:lnTo>
                  <a:pt x="3385967" y="4519883"/>
                </a:lnTo>
                <a:close/>
                <a:moveTo>
                  <a:pt x="3396645" y="4511675"/>
                </a:moveTo>
                <a:cubicBezTo>
                  <a:pt x="3397632" y="4497564"/>
                  <a:pt x="3398596" y="4483359"/>
                  <a:pt x="3399561" y="4469060"/>
                </a:cubicBezTo>
                <a:cubicBezTo>
                  <a:pt x="3396574" y="4452573"/>
                  <a:pt x="3393564" y="4436110"/>
                  <a:pt x="3390530" y="4419671"/>
                </a:cubicBezTo>
                <a:cubicBezTo>
                  <a:pt x="3390341" y="4434088"/>
                  <a:pt x="3390154" y="4448481"/>
                  <a:pt x="3389942" y="4462874"/>
                </a:cubicBezTo>
                <a:close/>
                <a:moveTo>
                  <a:pt x="3392952" y="4564521"/>
                </a:moveTo>
                <a:lnTo>
                  <a:pt x="3395609" y="4526351"/>
                </a:lnTo>
                <a:lnTo>
                  <a:pt x="3389683" y="4482912"/>
                </a:lnTo>
                <a:cubicBezTo>
                  <a:pt x="3389495" y="4495847"/>
                  <a:pt x="3389307" y="4508759"/>
                  <a:pt x="3389142" y="4521671"/>
                </a:cubicBezTo>
                <a:close/>
                <a:moveTo>
                  <a:pt x="3389542" y="4613111"/>
                </a:moveTo>
                <a:lnTo>
                  <a:pt x="3391635" y="4583618"/>
                </a:lnTo>
                <a:lnTo>
                  <a:pt x="3388742" y="4551069"/>
                </a:lnTo>
                <a:lnTo>
                  <a:pt x="3388296" y="4580608"/>
                </a:lnTo>
                <a:close/>
                <a:moveTo>
                  <a:pt x="3387378" y="4643685"/>
                </a:moveTo>
                <a:lnTo>
                  <a:pt x="3387590" y="4640768"/>
                </a:lnTo>
                <a:lnTo>
                  <a:pt x="3387472" y="4637734"/>
                </a:lnTo>
                <a:close/>
                <a:moveTo>
                  <a:pt x="3405770" y="4578421"/>
                </a:moveTo>
                <a:cubicBezTo>
                  <a:pt x="3407651" y="4563722"/>
                  <a:pt x="3409533" y="4548999"/>
                  <a:pt x="3411414" y="4534253"/>
                </a:cubicBezTo>
                <a:cubicBezTo>
                  <a:pt x="3408192" y="4516567"/>
                  <a:pt x="3404993" y="4498881"/>
                  <a:pt x="3401772" y="4481195"/>
                </a:cubicBezTo>
                <a:cubicBezTo>
                  <a:pt x="3400737" y="4496271"/>
                  <a:pt x="3399702" y="4511322"/>
                  <a:pt x="3398643" y="4526374"/>
                </a:cubicBezTo>
                <a:close/>
                <a:moveTo>
                  <a:pt x="3398926" y="4631690"/>
                </a:moveTo>
                <a:lnTo>
                  <a:pt x="3404288" y="4589874"/>
                </a:lnTo>
                <a:lnTo>
                  <a:pt x="3397632" y="4541073"/>
                </a:lnTo>
                <a:cubicBezTo>
                  <a:pt x="3396645" y="4555279"/>
                  <a:pt x="3395657" y="4569484"/>
                  <a:pt x="3394645" y="4583689"/>
                </a:cubicBezTo>
                <a:close/>
                <a:moveTo>
                  <a:pt x="3392223" y="4683196"/>
                </a:moveTo>
                <a:lnTo>
                  <a:pt x="3397115" y="4645566"/>
                </a:lnTo>
                <a:lnTo>
                  <a:pt x="3393328" y="4602762"/>
                </a:lnTo>
                <a:cubicBezTo>
                  <a:pt x="3392435" y="4615510"/>
                  <a:pt x="3391517" y="4628210"/>
                  <a:pt x="3390624" y="4640933"/>
                </a:cubicBezTo>
                <a:close/>
                <a:moveTo>
                  <a:pt x="3386038" y="4730492"/>
                </a:moveTo>
                <a:cubicBezTo>
                  <a:pt x="3387307" y="4720731"/>
                  <a:pt x="3388601" y="4710995"/>
                  <a:pt x="3389871" y="4701211"/>
                </a:cubicBezTo>
                <a:lnTo>
                  <a:pt x="3388648" y="4668661"/>
                </a:lnTo>
                <a:lnTo>
                  <a:pt x="3386532" y="4698318"/>
                </a:lnTo>
                <a:close/>
                <a:moveTo>
                  <a:pt x="3382016" y="4761066"/>
                </a:moveTo>
                <a:lnTo>
                  <a:pt x="3382580" y="4756668"/>
                </a:lnTo>
                <a:lnTo>
                  <a:pt x="3382580" y="4751964"/>
                </a:lnTo>
                <a:close/>
                <a:moveTo>
                  <a:pt x="3414683" y="4643849"/>
                </a:moveTo>
                <a:lnTo>
                  <a:pt x="3423220" y="4599164"/>
                </a:lnTo>
                <a:lnTo>
                  <a:pt x="3413225" y="4544131"/>
                </a:lnTo>
                <a:cubicBezTo>
                  <a:pt x="3411273" y="4559441"/>
                  <a:pt x="3409297" y="4574705"/>
                  <a:pt x="3407345" y="4589945"/>
                </a:cubicBezTo>
                <a:close/>
                <a:moveTo>
                  <a:pt x="3404641" y="4696531"/>
                </a:moveTo>
                <a:cubicBezTo>
                  <a:pt x="3407416" y="4682137"/>
                  <a:pt x="3410168" y="4667603"/>
                  <a:pt x="3412919" y="4653116"/>
                </a:cubicBezTo>
                <a:lnTo>
                  <a:pt x="3405864" y="4601375"/>
                </a:lnTo>
                <a:cubicBezTo>
                  <a:pt x="3403959" y="4616145"/>
                  <a:pt x="3402054" y="4630938"/>
                  <a:pt x="3400149" y="4645660"/>
                </a:cubicBezTo>
                <a:close/>
                <a:moveTo>
                  <a:pt x="3394645" y="4748271"/>
                </a:moveTo>
                <a:cubicBezTo>
                  <a:pt x="3397303" y="4734654"/>
                  <a:pt x="3399937" y="4721084"/>
                  <a:pt x="3402571" y="4707420"/>
                </a:cubicBezTo>
                <a:lnTo>
                  <a:pt x="3398338" y="4659583"/>
                </a:lnTo>
                <a:lnTo>
                  <a:pt x="3392905" y="4701470"/>
                </a:lnTo>
                <a:close/>
                <a:moveTo>
                  <a:pt x="3384932" y="4798131"/>
                </a:moveTo>
                <a:lnTo>
                  <a:pt x="3392129" y="4761254"/>
                </a:lnTo>
                <a:cubicBezTo>
                  <a:pt x="3391611" y="4747331"/>
                  <a:pt x="3391094" y="4733384"/>
                  <a:pt x="3390553" y="4719414"/>
                </a:cubicBezTo>
                <a:lnTo>
                  <a:pt x="3385614" y="4757044"/>
                </a:lnTo>
                <a:cubicBezTo>
                  <a:pt x="3385403" y="4770708"/>
                  <a:pt x="3385167" y="4784396"/>
                  <a:pt x="3384932" y="4798107"/>
                </a:cubicBezTo>
                <a:close/>
                <a:moveTo>
                  <a:pt x="3375948" y="4844251"/>
                </a:moveTo>
                <a:cubicBezTo>
                  <a:pt x="3377830" y="4834584"/>
                  <a:pt x="3379734" y="4824824"/>
                  <a:pt x="3381616" y="4815111"/>
                </a:cubicBezTo>
                <a:lnTo>
                  <a:pt x="3382133" y="4783361"/>
                </a:lnTo>
                <a:cubicBezTo>
                  <a:pt x="3380863" y="4793168"/>
                  <a:pt x="3379547" y="4802952"/>
                  <a:pt x="3378253" y="4812759"/>
                </a:cubicBezTo>
                <a:close/>
                <a:moveTo>
                  <a:pt x="3370022" y="4874660"/>
                </a:moveTo>
                <a:lnTo>
                  <a:pt x="3371080" y="4869227"/>
                </a:lnTo>
                <a:lnTo>
                  <a:pt x="3371479" y="4863701"/>
                </a:lnTo>
                <a:close/>
                <a:moveTo>
                  <a:pt x="3423550" y="4709090"/>
                </a:moveTo>
                <a:cubicBezTo>
                  <a:pt x="3427383" y="4694202"/>
                  <a:pt x="3431217" y="4679315"/>
                  <a:pt x="3435050" y="4664405"/>
                </a:cubicBezTo>
                <a:cubicBezTo>
                  <a:pt x="3431616" y="4645472"/>
                  <a:pt x="3428183" y="4626540"/>
                  <a:pt x="3424726" y="4607607"/>
                </a:cubicBezTo>
                <a:cubicBezTo>
                  <a:pt x="3421809" y="4622894"/>
                  <a:pt x="3418893" y="4638181"/>
                  <a:pt x="3415977" y="4653468"/>
                </a:cubicBezTo>
                <a:close/>
                <a:moveTo>
                  <a:pt x="3410261" y="4760431"/>
                </a:moveTo>
                <a:cubicBezTo>
                  <a:pt x="3414025" y="4745873"/>
                  <a:pt x="3417788" y="4731338"/>
                  <a:pt x="3421574" y="4716780"/>
                </a:cubicBezTo>
                <a:cubicBezTo>
                  <a:pt x="3419104" y="4698718"/>
                  <a:pt x="3416635" y="4680679"/>
                  <a:pt x="3414213" y="4662688"/>
                </a:cubicBezTo>
                <a:cubicBezTo>
                  <a:pt x="3411344" y="4677716"/>
                  <a:pt x="3408498" y="4692815"/>
                  <a:pt x="3405628" y="4707726"/>
                </a:cubicBezTo>
                <a:close/>
                <a:moveTo>
                  <a:pt x="3396997" y="4811560"/>
                </a:moveTo>
                <a:cubicBezTo>
                  <a:pt x="3400666" y="4797449"/>
                  <a:pt x="3404335" y="4783338"/>
                  <a:pt x="3407980" y="4769227"/>
                </a:cubicBezTo>
                <a:lnTo>
                  <a:pt x="3403536" y="4718591"/>
                </a:lnTo>
                <a:cubicBezTo>
                  <a:pt x="3400760" y="4732984"/>
                  <a:pt x="3397938" y="4747260"/>
                  <a:pt x="3395163" y="4761654"/>
                </a:cubicBezTo>
                <a:close/>
                <a:moveTo>
                  <a:pt x="3383874" y="4861701"/>
                </a:moveTo>
                <a:cubicBezTo>
                  <a:pt x="3387354" y="4848390"/>
                  <a:pt x="3390929" y="4835125"/>
                  <a:pt x="3394363" y="4821720"/>
                </a:cubicBezTo>
                <a:cubicBezTo>
                  <a:pt x="3393775" y="4805986"/>
                  <a:pt x="3393211" y="4790299"/>
                  <a:pt x="3392623" y="4774518"/>
                </a:cubicBezTo>
                <a:lnTo>
                  <a:pt x="3384650" y="4815440"/>
                </a:lnTo>
                <a:cubicBezTo>
                  <a:pt x="3384391" y="4830869"/>
                  <a:pt x="3384133" y="4846273"/>
                  <a:pt x="3383874" y="4861678"/>
                </a:cubicBezTo>
                <a:close/>
                <a:moveTo>
                  <a:pt x="3371056" y="4910173"/>
                </a:moveTo>
                <a:lnTo>
                  <a:pt x="3380628" y="4873978"/>
                </a:lnTo>
                <a:lnTo>
                  <a:pt x="3381334" y="4832468"/>
                </a:lnTo>
                <a:cubicBezTo>
                  <a:pt x="3378982" y="4844886"/>
                  <a:pt x="3376630" y="4857351"/>
                  <a:pt x="3374067" y="4869698"/>
                </a:cubicBezTo>
                <a:cubicBezTo>
                  <a:pt x="3373079" y="4883197"/>
                  <a:pt x="3372067" y="4896556"/>
                  <a:pt x="3371056" y="4910150"/>
                </a:cubicBezTo>
                <a:close/>
                <a:moveTo>
                  <a:pt x="3359297" y="4955093"/>
                </a:moveTo>
                <a:cubicBezTo>
                  <a:pt x="3361837" y="4945498"/>
                  <a:pt x="3364377" y="4935832"/>
                  <a:pt x="3366917" y="4926189"/>
                </a:cubicBezTo>
                <a:lnTo>
                  <a:pt x="3369269" y="4894604"/>
                </a:lnTo>
                <a:cubicBezTo>
                  <a:pt x="3367387" y="4904176"/>
                  <a:pt x="3365483" y="4913630"/>
                  <a:pt x="3363578" y="4923202"/>
                </a:cubicBezTo>
                <a:cubicBezTo>
                  <a:pt x="3362096" y="4933809"/>
                  <a:pt x="3360638" y="4944440"/>
                  <a:pt x="3359203" y="4955070"/>
                </a:cubicBezTo>
                <a:close/>
                <a:moveTo>
                  <a:pt x="3351042" y="4986185"/>
                </a:moveTo>
                <a:cubicBezTo>
                  <a:pt x="3351677" y="4983833"/>
                  <a:pt x="3352336" y="4981481"/>
                  <a:pt x="3352994" y="4978965"/>
                </a:cubicBezTo>
                <a:lnTo>
                  <a:pt x="3354052" y="4971039"/>
                </a:lnTo>
                <a:close/>
                <a:moveTo>
                  <a:pt x="3432416" y="4773624"/>
                </a:moveTo>
                <a:cubicBezTo>
                  <a:pt x="3437261" y="4758855"/>
                  <a:pt x="3442106" y="4744085"/>
                  <a:pt x="3446927" y="4729316"/>
                </a:cubicBezTo>
                <a:lnTo>
                  <a:pt x="3436461" y="4671460"/>
                </a:lnTo>
                <a:cubicBezTo>
                  <a:pt x="3432557" y="4686700"/>
                  <a:pt x="3428630" y="4701893"/>
                  <a:pt x="3424702" y="4717039"/>
                </a:cubicBezTo>
                <a:close/>
                <a:moveTo>
                  <a:pt x="3415953" y="4823954"/>
                </a:moveTo>
                <a:cubicBezTo>
                  <a:pt x="3420657" y="4809420"/>
                  <a:pt x="3425525" y="4794768"/>
                  <a:pt x="3430299" y="4780163"/>
                </a:cubicBezTo>
                <a:lnTo>
                  <a:pt x="3422773" y="4724729"/>
                </a:lnTo>
                <a:cubicBezTo>
                  <a:pt x="3418917" y="4739664"/>
                  <a:pt x="3415059" y="4754551"/>
                  <a:pt x="3411179" y="4769415"/>
                </a:cubicBezTo>
                <a:close/>
                <a:moveTo>
                  <a:pt x="3399490" y="4873743"/>
                </a:moveTo>
                <a:cubicBezTo>
                  <a:pt x="3404194" y="4859632"/>
                  <a:pt x="3408898" y="4845521"/>
                  <a:pt x="3413602" y="4831245"/>
                </a:cubicBezTo>
                <a:cubicBezTo>
                  <a:pt x="3412025" y="4813582"/>
                  <a:pt x="3410473" y="4795920"/>
                  <a:pt x="3408898" y="4778211"/>
                </a:cubicBezTo>
                <a:cubicBezTo>
                  <a:pt x="3405111" y="4792886"/>
                  <a:pt x="3401301" y="4807585"/>
                  <a:pt x="3397515" y="4822167"/>
                </a:cubicBezTo>
                <a:cubicBezTo>
                  <a:pt x="3398056" y="4839335"/>
                  <a:pt x="3398643" y="4856527"/>
                  <a:pt x="3399279" y="4873719"/>
                </a:cubicBezTo>
                <a:close/>
                <a:moveTo>
                  <a:pt x="3383027" y="4923132"/>
                </a:moveTo>
                <a:cubicBezTo>
                  <a:pt x="3387613" y="4909420"/>
                  <a:pt x="3392199" y="4895685"/>
                  <a:pt x="3396785" y="4881927"/>
                </a:cubicBezTo>
                <a:cubicBezTo>
                  <a:pt x="3396197" y="4865464"/>
                  <a:pt x="3395586" y="4849001"/>
                  <a:pt x="3394974" y="4832421"/>
                </a:cubicBezTo>
                <a:cubicBezTo>
                  <a:pt x="3391282" y="4846532"/>
                  <a:pt x="3387566" y="4860431"/>
                  <a:pt x="3383874" y="4874496"/>
                </a:cubicBezTo>
                <a:close/>
                <a:moveTo>
                  <a:pt x="3366682" y="4972098"/>
                </a:moveTo>
                <a:cubicBezTo>
                  <a:pt x="3371080" y="4959068"/>
                  <a:pt x="3375455" y="4945874"/>
                  <a:pt x="3379829" y="4932727"/>
                </a:cubicBezTo>
                <a:lnTo>
                  <a:pt x="3380628" y="4886772"/>
                </a:lnTo>
                <a:cubicBezTo>
                  <a:pt x="3377101" y="4900131"/>
                  <a:pt x="3373573" y="4913465"/>
                  <a:pt x="3370069" y="4926754"/>
                </a:cubicBezTo>
                <a:close/>
                <a:moveTo>
                  <a:pt x="3350784" y="5018829"/>
                </a:moveTo>
                <a:cubicBezTo>
                  <a:pt x="3354782" y="5007069"/>
                  <a:pt x="3358780" y="4995310"/>
                  <a:pt x="3362754" y="4983551"/>
                </a:cubicBezTo>
                <a:lnTo>
                  <a:pt x="3365835" y="4942746"/>
                </a:lnTo>
                <a:cubicBezTo>
                  <a:pt x="3362589" y="4955047"/>
                  <a:pt x="3359368" y="4967370"/>
                  <a:pt x="3356099" y="4979553"/>
                </a:cubicBezTo>
                <a:cubicBezTo>
                  <a:pt x="3354194" y="4992606"/>
                  <a:pt x="3352336" y="5005705"/>
                  <a:pt x="3350548" y="5018852"/>
                </a:cubicBezTo>
                <a:close/>
                <a:moveTo>
                  <a:pt x="3335990" y="5062314"/>
                </a:moveTo>
                <a:cubicBezTo>
                  <a:pt x="3339212" y="5052907"/>
                  <a:pt x="3342434" y="5043429"/>
                  <a:pt x="3345656" y="5033880"/>
                </a:cubicBezTo>
                <a:cubicBezTo>
                  <a:pt x="3347091" y="5023462"/>
                  <a:pt x="3348502" y="5013043"/>
                  <a:pt x="3349913" y="5002625"/>
                </a:cubicBezTo>
                <a:cubicBezTo>
                  <a:pt x="3347349" y="5012126"/>
                  <a:pt x="3344786" y="5021651"/>
                  <a:pt x="3342223" y="5031176"/>
                </a:cubicBezTo>
                <a:cubicBezTo>
                  <a:pt x="3339941" y="5041477"/>
                  <a:pt x="3337825" y="5051896"/>
                  <a:pt x="3335755" y="5062244"/>
                </a:cubicBezTo>
                <a:close/>
                <a:moveTo>
                  <a:pt x="3325760" y="5092395"/>
                </a:moveTo>
                <a:lnTo>
                  <a:pt x="3328276" y="5084986"/>
                </a:lnTo>
                <a:lnTo>
                  <a:pt x="3329899" y="5077013"/>
                </a:lnTo>
                <a:cubicBezTo>
                  <a:pt x="3328182" y="5082070"/>
                  <a:pt x="3326912" y="5087197"/>
                  <a:pt x="3325525" y="5092324"/>
                </a:cubicBezTo>
                <a:close/>
                <a:moveTo>
                  <a:pt x="3441071" y="4837995"/>
                </a:moveTo>
                <a:cubicBezTo>
                  <a:pt x="3446927" y="4823460"/>
                  <a:pt x="3452830" y="4809067"/>
                  <a:pt x="3458663" y="4794485"/>
                </a:cubicBezTo>
                <a:cubicBezTo>
                  <a:pt x="3455111" y="4774847"/>
                  <a:pt x="3451607" y="4755257"/>
                  <a:pt x="3448009" y="4735689"/>
                </a:cubicBezTo>
                <a:cubicBezTo>
                  <a:pt x="3443117" y="4750670"/>
                  <a:pt x="3438225" y="4765652"/>
                  <a:pt x="3433310" y="4780609"/>
                </a:cubicBezTo>
                <a:close/>
                <a:moveTo>
                  <a:pt x="3421339" y="4886819"/>
                </a:moveTo>
                <a:cubicBezTo>
                  <a:pt x="3427172" y="4872449"/>
                  <a:pt x="3432981" y="4858056"/>
                  <a:pt x="3438790" y="4843639"/>
                </a:cubicBezTo>
                <a:cubicBezTo>
                  <a:pt x="3436250" y="4824824"/>
                  <a:pt x="3433710" y="4805962"/>
                  <a:pt x="3431146" y="4787053"/>
                </a:cubicBezTo>
                <a:cubicBezTo>
                  <a:pt x="3426278" y="4801941"/>
                  <a:pt x="3421433" y="4816875"/>
                  <a:pt x="3416541" y="4831739"/>
                </a:cubicBezTo>
                <a:cubicBezTo>
                  <a:pt x="3418117" y="4850107"/>
                  <a:pt x="3419692" y="4868451"/>
                  <a:pt x="3421292" y="4886819"/>
                </a:cubicBezTo>
                <a:close/>
                <a:moveTo>
                  <a:pt x="3401536" y="4935526"/>
                </a:moveTo>
                <a:cubicBezTo>
                  <a:pt x="3407322" y="4921415"/>
                  <a:pt x="3413084" y="4907186"/>
                  <a:pt x="3418846" y="4892981"/>
                </a:cubicBezTo>
                <a:cubicBezTo>
                  <a:pt x="3417270" y="4874966"/>
                  <a:pt x="3415718" y="4856927"/>
                  <a:pt x="3414142" y="4838888"/>
                </a:cubicBezTo>
                <a:cubicBezTo>
                  <a:pt x="3409321" y="4853423"/>
                  <a:pt x="3404476" y="4867816"/>
                  <a:pt x="3399655" y="4882327"/>
                </a:cubicBezTo>
                <a:cubicBezTo>
                  <a:pt x="3400243" y="4900131"/>
                  <a:pt x="3400878" y="4917722"/>
                  <a:pt x="3401489" y="4935526"/>
                </a:cubicBezTo>
                <a:close/>
                <a:moveTo>
                  <a:pt x="3381734" y="4983574"/>
                </a:moveTo>
                <a:cubicBezTo>
                  <a:pt x="3387425" y="4969792"/>
                  <a:pt x="3393093" y="4956081"/>
                  <a:pt x="3398761" y="4942276"/>
                </a:cubicBezTo>
                <a:cubicBezTo>
                  <a:pt x="3398150" y="4925013"/>
                  <a:pt x="3397538" y="4907798"/>
                  <a:pt x="3396927" y="4890535"/>
                </a:cubicBezTo>
                <a:cubicBezTo>
                  <a:pt x="3392223" y="4904787"/>
                  <a:pt x="3387472" y="4919016"/>
                  <a:pt x="3382674" y="4933221"/>
                </a:cubicBezTo>
                <a:cubicBezTo>
                  <a:pt x="3382416" y="4950037"/>
                  <a:pt x="3382086" y="4966806"/>
                  <a:pt x="3381687" y="4983574"/>
                </a:cubicBezTo>
                <a:close/>
                <a:moveTo>
                  <a:pt x="3361978" y="5031552"/>
                </a:moveTo>
                <a:cubicBezTo>
                  <a:pt x="3367505" y="5018194"/>
                  <a:pt x="3373056" y="5004765"/>
                  <a:pt x="3378582" y="4991288"/>
                </a:cubicBezTo>
                <a:cubicBezTo>
                  <a:pt x="3378865" y="4975131"/>
                  <a:pt x="3379170" y="4958951"/>
                  <a:pt x="3379476" y="4942793"/>
                </a:cubicBezTo>
                <a:cubicBezTo>
                  <a:pt x="3374772" y="4956622"/>
                  <a:pt x="3370210" y="4970451"/>
                  <a:pt x="3365576" y="4984186"/>
                </a:cubicBezTo>
                <a:cubicBezTo>
                  <a:pt x="3364353" y="4999990"/>
                  <a:pt x="3363131" y="5015771"/>
                  <a:pt x="3361931" y="5031552"/>
                </a:cubicBezTo>
                <a:close/>
                <a:moveTo>
                  <a:pt x="3342411" y="5078589"/>
                </a:moveTo>
                <a:cubicBezTo>
                  <a:pt x="3347679" y="5065936"/>
                  <a:pt x="3352971" y="5053354"/>
                  <a:pt x="3358262" y="5040677"/>
                </a:cubicBezTo>
                <a:cubicBezTo>
                  <a:pt x="3359391" y="5025743"/>
                  <a:pt x="3360614" y="5010738"/>
                  <a:pt x="3361649" y="4995780"/>
                </a:cubicBezTo>
                <a:cubicBezTo>
                  <a:pt x="3357251" y="5008739"/>
                  <a:pt x="3352853" y="5021698"/>
                  <a:pt x="3348432" y="5034656"/>
                </a:cubicBezTo>
                <a:cubicBezTo>
                  <a:pt x="3346385" y="5049214"/>
                  <a:pt x="3344340" y="5063820"/>
                  <a:pt x="3342293" y="5078495"/>
                </a:cubicBezTo>
                <a:close/>
                <a:moveTo>
                  <a:pt x="3323196" y="5124380"/>
                </a:moveTo>
                <a:cubicBezTo>
                  <a:pt x="3328088" y="5112738"/>
                  <a:pt x="3332980" y="5101096"/>
                  <a:pt x="3337848" y="5089431"/>
                </a:cubicBezTo>
                <a:cubicBezTo>
                  <a:pt x="3339682" y="5076237"/>
                  <a:pt x="3341493" y="5063020"/>
                  <a:pt x="3343304" y="5049755"/>
                </a:cubicBezTo>
                <a:cubicBezTo>
                  <a:pt x="3339212" y="5061797"/>
                  <a:pt x="3335120" y="5073862"/>
                  <a:pt x="3331028" y="5085856"/>
                </a:cubicBezTo>
                <a:cubicBezTo>
                  <a:pt x="3328370" y="5098627"/>
                  <a:pt x="3325830" y="5111421"/>
                  <a:pt x="3323149" y="5124286"/>
                </a:cubicBezTo>
                <a:close/>
                <a:moveTo>
                  <a:pt x="3305252" y="5167066"/>
                </a:moveTo>
                <a:cubicBezTo>
                  <a:pt x="3309250" y="5157658"/>
                  <a:pt x="3313201" y="5148251"/>
                  <a:pt x="3317176" y="5138702"/>
                </a:cubicBezTo>
                <a:cubicBezTo>
                  <a:pt x="3319221" y="5128589"/>
                  <a:pt x="3321268" y="5118477"/>
                  <a:pt x="3323337" y="5108340"/>
                </a:cubicBezTo>
                <a:cubicBezTo>
                  <a:pt x="3320162" y="5117559"/>
                  <a:pt x="3316987" y="5126661"/>
                  <a:pt x="3313812" y="5135880"/>
                </a:cubicBezTo>
                <a:cubicBezTo>
                  <a:pt x="3310919" y="5146228"/>
                  <a:pt x="3308074" y="5156553"/>
                  <a:pt x="3305204" y="5167019"/>
                </a:cubicBezTo>
                <a:close/>
                <a:moveTo>
                  <a:pt x="3293257" y="5195288"/>
                </a:moveTo>
                <a:lnTo>
                  <a:pt x="3296432" y="5187856"/>
                </a:lnTo>
                <a:lnTo>
                  <a:pt x="3298784" y="5179484"/>
                </a:lnTo>
                <a:cubicBezTo>
                  <a:pt x="3296832" y="5184658"/>
                  <a:pt x="3295021" y="5189949"/>
                  <a:pt x="3293210" y="5195241"/>
                </a:cubicBezTo>
                <a:close/>
                <a:moveTo>
                  <a:pt x="3449749" y="4902318"/>
                </a:moveTo>
                <a:cubicBezTo>
                  <a:pt x="3456641" y="4888207"/>
                  <a:pt x="3463484" y="4873719"/>
                  <a:pt x="3470351" y="4859396"/>
                </a:cubicBezTo>
                <a:cubicBezTo>
                  <a:pt x="3466800" y="4839688"/>
                  <a:pt x="3463249" y="4819956"/>
                  <a:pt x="3459674" y="4800224"/>
                </a:cubicBezTo>
                <a:cubicBezTo>
                  <a:pt x="3453747" y="4814947"/>
                  <a:pt x="3447915" y="4829504"/>
                  <a:pt x="3441894" y="4844180"/>
                </a:cubicBezTo>
                <a:cubicBezTo>
                  <a:pt x="3444481" y="4863418"/>
                  <a:pt x="3447092" y="4882774"/>
                  <a:pt x="3449702" y="4902224"/>
                </a:cubicBezTo>
                <a:close/>
                <a:moveTo>
                  <a:pt x="3426795" y="4949684"/>
                </a:moveTo>
                <a:cubicBezTo>
                  <a:pt x="3433663" y="4935573"/>
                  <a:pt x="3440530" y="4921462"/>
                  <a:pt x="3447374" y="4907351"/>
                </a:cubicBezTo>
                <a:cubicBezTo>
                  <a:pt x="3444811" y="4888230"/>
                  <a:pt x="3442200" y="4869039"/>
                  <a:pt x="3439613" y="4849895"/>
                </a:cubicBezTo>
                <a:cubicBezTo>
                  <a:pt x="3433733" y="4864523"/>
                  <a:pt x="3427830" y="4879129"/>
                  <a:pt x="3421927" y="4893687"/>
                </a:cubicBezTo>
                <a:cubicBezTo>
                  <a:pt x="3423526" y="4912266"/>
                  <a:pt x="3425125" y="4930893"/>
                  <a:pt x="3426748" y="4949590"/>
                </a:cubicBezTo>
                <a:close/>
                <a:moveTo>
                  <a:pt x="3403724" y="4996721"/>
                </a:moveTo>
                <a:cubicBezTo>
                  <a:pt x="3410568" y="4982822"/>
                  <a:pt x="3417411" y="4968899"/>
                  <a:pt x="3424232" y="4954905"/>
                </a:cubicBezTo>
                <a:cubicBezTo>
                  <a:pt x="3422656" y="4936537"/>
                  <a:pt x="3421104" y="4918146"/>
                  <a:pt x="3419528" y="4899731"/>
                </a:cubicBezTo>
                <a:cubicBezTo>
                  <a:pt x="3413649" y="4914171"/>
                  <a:pt x="3407769" y="4928588"/>
                  <a:pt x="3401913" y="4942958"/>
                </a:cubicBezTo>
                <a:close/>
                <a:moveTo>
                  <a:pt x="3380628" y="5043899"/>
                </a:moveTo>
                <a:cubicBezTo>
                  <a:pt x="3387402" y="5030212"/>
                  <a:pt x="3394152" y="5016288"/>
                  <a:pt x="3400925" y="5002483"/>
                </a:cubicBezTo>
                <a:cubicBezTo>
                  <a:pt x="3400290" y="4984915"/>
                  <a:pt x="3399655" y="4967206"/>
                  <a:pt x="3399020" y="4949684"/>
                </a:cubicBezTo>
                <a:cubicBezTo>
                  <a:pt x="3393234" y="4963795"/>
                  <a:pt x="3387402" y="4977907"/>
                  <a:pt x="3381593" y="4992018"/>
                </a:cubicBezTo>
                <a:cubicBezTo>
                  <a:pt x="3381240" y="5009280"/>
                  <a:pt x="3380887" y="5026543"/>
                  <a:pt x="3380581" y="5043829"/>
                </a:cubicBezTo>
                <a:close/>
                <a:moveTo>
                  <a:pt x="3357486" y="5090278"/>
                </a:moveTo>
                <a:cubicBezTo>
                  <a:pt x="3364166" y="5076919"/>
                  <a:pt x="3370821" y="5063655"/>
                  <a:pt x="3377477" y="5050297"/>
                </a:cubicBezTo>
                <a:cubicBezTo>
                  <a:pt x="3377806" y="5033481"/>
                  <a:pt x="3378112" y="5016641"/>
                  <a:pt x="3378418" y="4999778"/>
                </a:cubicBezTo>
                <a:cubicBezTo>
                  <a:pt x="3372702" y="5013678"/>
                  <a:pt x="3366964" y="5027648"/>
                  <a:pt x="3361249" y="5041454"/>
                </a:cubicBezTo>
                <a:cubicBezTo>
                  <a:pt x="3359956" y="5057658"/>
                  <a:pt x="3358756" y="5073909"/>
                  <a:pt x="3357439" y="5090207"/>
                </a:cubicBezTo>
                <a:close/>
                <a:moveTo>
                  <a:pt x="3334414" y="5136468"/>
                </a:moveTo>
                <a:cubicBezTo>
                  <a:pt x="3340929" y="5123533"/>
                  <a:pt x="3347420" y="5110480"/>
                  <a:pt x="3353911" y="5097451"/>
                </a:cubicBezTo>
                <a:cubicBezTo>
                  <a:pt x="3355111" y="5081764"/>
                  <a:pt x="3356310" y="5066101"/>
                  <a:pt x="3357510" y="5050414"/>
                </a:cubicBezTo>
                <a:cubicBezTo>
                  <a:pt x="3351960" y="5063749"/>
                  <a:pt x="3346362" y="5076919"/>
                  <a:pt x="3340812" y="5090231"/>
                </a:cubicBezTo>
                <a:cubicBezTo>
                  <a:pt x="3338671" y="5105635"/>
                  <a:pt x="3336508" y="5121040"/>
                  <a:pt x="3334367" y="5136445"/>
                </a:cubicBezTo>
                <a:close/>
                <a:moveTo>
                  <a:pt x="3311460" y="5182094"/>
                </a:moveTo>
                <a:cubicBezTo>
                  <a:pt x="3317740" y="5169770"/>
                  <a:pt x="3323996" y="5157399"/>
                  <a:pt x="3330275" y="5144982"/>
                </a:cubicBezTo>
                <a:cubicBezTo>
                  <a:pt x="3332298" y="5130353"/>
                  <a:pt x="3334321" y="5115748"/>
                  <a:pt x="3336343" y="5101073"/>
                </a:cubicBezTo>
                <a:cubicBezTo>
                  <a:pt x="3330957" y="5113937"/>
                  <a:pt x="3325571" y="5126778"/>
                  <a:pt x="3320186" y="5139573"/>
                </a:cubicBezTo>
                <a:cubicBezTo>
                  <a:pt x="3317176" y="5153660"/>
                  <a:pt x="3314306" y="5167912"/>
                  <a:pt x="3311414" y="5182023"/>
                </a:cubicBezTo>
                <a:close/>
                <a:moveTo>
                  <a:pt x="3289118" y="5225933"/>
                </a:moveTo>
                <a:cubicBezTo>
                  <a:pt x="3294857" y="5214714"/>
                  <a:pt x="3300571" y="5203472"/>
                  <a:pt x="3306286" y="5192231"/>
                </a:cubicBezTo>
                <a:cubicBezTo>
                  <a:pt x="3308897" y="5179507"/>
                  <a:pt x="3311484" y="5166643"/>
                  <a:pt x="3314071" y="5153895"/>
                </a:cubicBezTo>
                <a:cubicBezTo>
                  <a:pt x="3309155" y="5165584"/>
                  <a:pt x="3304217" y="5177250"/>
                  <a:pt x="3299301" y="5188844"/>
                </a:cubicBezTo>
                <a:cubicBezTo>
                  <a:pt x="3295868" y="5201144"/>
                  <a:pt x="3292481" y="5213538"/>
                  <a:pt x="3289071" y="5225815"/>
                </a:cubicBezTo>
                <a:close/>
                <a:moveTo>
                  <a:pt x="3268186" y="5267067"/>
                </a:moveTo>
                <a:cubicBezTo>
                  <a:pt x="3272890" y="5257894"/>
                  <a:pt x="3277594" y="5248604"/>
                  <a:pt x="3282297" y="5239338"/>
                </a:cubicBezTo>
                <a:cubicBezTo>
                  <a:pt x="3285049" y="5229390"/>
                  <a:pt x="3287777" y="5219347"/>
                  <a:pt x="3290529" y="5209376"/>
                </a:cubicBezTo>
                <a:cubicBezTo>
                  <a:pt x="3286719" y="5218266"/>
                  <a:pt x="3282909" y="5227156"/>
                  <a:pt x="3279122" y="5236069"/>
                </a:cubicBezTo>
                <a:cubicBezTo>
                  <a:pt x="3275430" y="5246394"/>
                  <a:pt x="3271738" y="5256625"/>
                  <a:pt x="3268139" y="5266996"/>
                </a:cubicBezTo>
                <a:close/>
                <a:moveTo>
                  <a:pt x="3254381" y="5293948"/>
                </a:moveTo>
                <a:cubicBezTo>
                  <a:pt x="3255534" y="5291596"/>
                  <a:pt x="3256733" y="5289456"/>
                  <a:pt x="3257885" y="5287199"/>
                </a:cubicBezTo>
                <a:lnTo>
                  <a:pt x="3260755" y="5278991"/>
                </a:lnTo>
                <a:close/>
                <a:moveTo>
                  <a:pt x="3458381" y="4966429"/>
                </a:moveTo>
                <a:cubicBezTo>
                  <a:pt x="3466306" y="4952506"/>
                  <a:pt x="3474209" y="4938442"/>
                  <a:pt x="3482111" y="4924378"/>
                </a:cubicBezTo>
                <a:cubicBezTo>
                  <a:pt x="3478512" y="4904458"/>
                  <a:pt x="3474890" y="4884397"/>
                  <a:pt x="3471269" y="4864477"/>
                </a:cubicBezTo>
                <a:cubicBezTo>
                  <a:pt x="3464354" y="4878917"/>
                  <a:pt x="3457440" y="4893428"/>
                  <a:pt x="3450502" y="4907774"/>
                </a:cubicBezTo>
                <a:cubicBezTo>
                  <a:pt x="3453113" y="4927318"/>
                  <a:pt x="3455723" y="4946862"/>
                  <a:pt x="3458334" y="4966359"/>
                </a:cubicBezTo>
                <a:close/>
                <a:moveTo>
                  <a:pt x="3432181" y="5012102"/>
                </a:moveTo>
                <a:cubicBezTo>
                  <a:pt x="3440107" y="4998297"/>
                  <a:pt x="3448009" y="4984585"/>
                  <a:pt x="3455911" y="4970733"/>
                </a:cubicBezTo>
                <a:cubicBezTo>
                  <a:pt x="3453324" y="4951401"/>
                  <a:pt x="3450737" y="4932069"/>
                  <a:pt x="3448127" y="4912713"/>
                </a:cubicBezTo>
                <a:cubicBezTo>
                  <a:pt x="3441189" y="4927036"/>
                  <a:pt x="3434251" y="4941288"/>
                  <a:pt x="3427312" y="4955517"/>
                </a:cubicBezTo>
                <a:cubicBezTo>
                  <a:pt x="3428912" y="4974379"/>
                  <a:pt x="3430511" y="4993217"/>
                  <a:pt x="3432134" y="5012032"/>
                </a:cubicBezTo>
                <a:close/>
                <a:moveTo>
                  <a:pt x="3405793" y="5057893"/>
                </a:moveTo>
                <a:cubicBezTo>
                  <a:pt x="3413696" y="5044229"/>
                  <a:pt x="3421574" y="5030423"/>
                  <a:pt x="3429453" y="5016641"/>
                </a:cubicBezTo>
                <a:cubicBezTo>
                  <a:pt x="3427877" y="4997991"/>
                  <a:pt x="3426325" y="4979364"/>
                  <a:pt x="3424749" y="4960714"/>
                </a:cubicBezTo>
                <a:cubicBezTo>
                  <a:pt x="3417835" y="4974826"/>
                  <a:pt x="3410920" y="4988937"/>
                  <a:pt x="3403982" y="5003048"/>
                </a:cubicBezTo>
                <a:cubicBezTo>
                  <a:pt x="3404570" y="5021392"/>
                  <a:pt x="3405205" y="5039619"/>
                  <a:pt x="3405793" y="5057893"/>
                </a:cubicBezTo>
                <a:close/>
                <a:moveTo>
                  <a:pt x="3379382" y="5103260"/>
                </a:moveTo>
                <a:cubicBezTo>
                  <a:pt x="3387237" y="5089784"/>
                  <a:pt x="3395092" y="5076402"/>
                  <a:pt x="3402900" y="5062855"/>
                </a:cubicBezTo>
                <a:cubicBezTo>
                  <a:pt x="3402265" y="5044840"/>
                  <a:pt x="3401654" y="5026895"/>
                  <a:pt x="3401019" y="5008763"/>
                </a:cubicBezTo>
                <a:cubicBezTo>
                  <a:pt x="3394128" y="5022874"/>
                  <a:pt x="3387261" y="5036985"/>
                  <a:pt x="3380346" y="5050838"/>
                </a:cubicBezTo>
                <a:cubicBezTo>
                  <a:pt x="3380111" y="5068429"/>
                  <a:pt x="3379782" y="5085833"/>
                  <a:pt x="3379429" y="5103260"/>
                </a:cubicBezTo>
                <a:close/>
                <a:moveTo>
                  <a:pt x="3352900" y="5148463"/>
                </a:moveTo>
                <a:cubicBezTo>
                  <a:pt x="3360732" y="5135222"/>
                  <a:pt x="3368516" y="5121934"/>
                  <a:pt x="3376254" y="5108622"/>
                </a:cubicBezTo>
                <a:cubicBezTo>
                  <a:pt x="3376583" y="5091501"/>
                  <a:pt x="3376912" y="5074380"/>
                  <a:pt x="3377242" y="5057258"/>
                </a:cubicBezTo>
                <a:cubicBezTo>
                  <a:pt x="3370445" y="5070969"/>
                  <a:pt x="3363601" y="5084563"/>
                  <a:pt x="3356780" y="5098227"/>
                </a:cubicBezTo>
                <a:cubicBezTo>
                  <a:pt x="3355534" y="5114996"/>
                  <a:pt x="3354241" y="5131741"/>
                  <a:pt x="3352947" y="5148463"/>
                </a:cubicBezTo>
                <a:close/>
                <a:moveTo>
                  <a:pt x="3326371" y="5193595"/>
                </a:moveTo>
                <a:cubicBezTo>
                  <a:pt x="3334062" y="5180613"/>
                  <a:pt x="3341729" y="5167513"/>
                  <a:pt x="3349396" y="5154436"/>
                </a:cubicBezTo>
                <a:cubicBezTo>
                  <a:pt x="3350666" y="5138138"/>
                  <a:pt x="3351936" y="5121769"/>
                  <a:pt x="3353182" y="5105424"/>
                </a:cubicBezTo>
                <a:cubicBezTo>
                  <a:pt x="3346480" y="5118900"/>
                  <a:pt x="3339753" y="5132423"/>
                  <a:pt x="3333003" y="5145805"/>
                </a:cubicBezTo>
                <a:cubicBezTo>
                  <a:pt x="3330816" y="5161751"/>
                  <a:pt x="3328629" y="5177673"/>
                  <a:pt x="3326418" y="5193595"/>
                </a:cubicBezTo>
                <a:close/>
                <a:moveTo>
                  <a:pt x="3299960" y="5237833"/>
                </a:moveTo>
                <a:cubicBezTo>
                  <a:pt x="3307439" y="5225298"/>
                  <a:pt x="3314941" y="5212833"/>
                  <a:pt x="3322420" y="5200204"/>
                </a:cubicBezTo>
                <a:cubicBezTo>
                  <a:pt x="3324560" y="5184893"/>
                  <a:pt x="3326677" y="5169559"/>
                  <a:pt x="3328817" y="5154225"/>
                </a:cubicBezTo>
                <a:cubicBezTo>
                  <a:pt x="3322255" y="5167231"/>
                  <a:pt x="3315694" y="5180095"/>
                  <a:pt x="3309132" y="5193077"/>
                </a:cubicBezTo>
                <a:cubicBezTo>
                  <a:pt x="3306145" y="5208058"/>
                  <a:pt x="3303088" y="5222969"/>
                  <a:pt x="3299960" y="5237833"/>
                </a:cubicBezTo>
                <a:close/>
                <a:moveTo>
                  <a:pt x="3273666" y="5281813"/>
                </a:moveTo>
                <a:cubicBezTo>
                  <a:pt x="3280863" y="5269865"/>
                  <a:pt x="3288036" y="5257848"/>
                  <a:pt x="3295209" y="5245782"/>
                </a:cubicBezTo>
                <a:cubicBezTo>
                  <a:pt x="3298125" y="5231671"/>
                  <a:pt x="3301065" y="5217560"/>
                  <a:pt x="3303981" y="5203308"/>
                </a:cubicBezTo>
                <a:lnTo>
                  <a:pt x="3285167" y="5240373"/>
                </a:lnTo>
                <a:cubicBezTo>
                  <a:pt x="3281333" y="5254179"/>
                  <a:pt x="3277500" y="5268007"/>
                  <a:pt x="3273666" y="5281813"/>
                </a:cubicBezTo>
                <a:close/>
                <a:moveTo>
                  <a:pt x="3247984" y="5324146"/>
                </a:moveTo>
                <a:cubicBezTo>
                  <a:pt x="3254569" y="5313280"/>
                  <a:pt x="3261178" y="5302533"/>
                  <a:pt x="3267763" y="5291643"/>
                </a:cubicBezTo>
                <a:cubicBezTo>
                  <a:pt x="3271267" y="5278991"/>
                  <a:pt x="3274819" y="5266408"/>
                  <a:pt x="3278299" y="5253708"/>
                </a:cubicBezTo>
                <a:cubicBezTo>
                  <a:pt x="3272420" y="5265256"/>
                  <a:pt x="3266540" y="5276803"/>
                  <a:pt x="3260637" y="5288257"/>
                </a:cubicBezTo>
                <a:cubicBezTo>
                  <a:pt x="3256427" y="5300274"/>
                  <a:pt x="3252194" y="5312246"/>
                  <a:pt x="3247984" y="5324193"/>
                </a:cubicBezTo>
                <a:close/>
                <a:moveTo>
                  <a:pt x="3224113" y="5363304"/>
                </a:moveTo>
                <a:lnTo>
                  <a:pt x="3240364" y="5336658"/>
                </a:lnTo>
                <a:cubicBezTo>
                  <a:pt x="3243774" y="5327015"/>
                  <a:pt x="3247184" y="5317302"/>
                  <a:pt x="3250595" y="5307636"/>
                </a:cubicBezTo>
                <a:cubicBezTo>
                  <a:pt x="3245891" y="5316597"/>
                  <a:pt x="3241187" y="5325604"/>
                  <a:pt x="3236483" y="5334588"/>
                </a:cubicBezTo>
                <a:close/>
                <a:moveTo>
                  <a:pt x="3208049" y="5389621"/>
                </a:moveTo>
                <a:lnTo>
                  <a:pt x="3212565" y="5382237"/>
                </a:lnTo>
                <a:cubicBezTo>
                  <a:pt x="3213741" y="5379556"/>
                  <a:pt x="3214917" y="5376851"/>
                  <a:pt x="3216070" y="5374170"/>
                </a:cubicBezTo>
                <a:cubicBezTo>
                  <a:pt x="3213412" y="5379368"/>
                  <a:pt x="3210731" y="5384565"/>
                  <a:pt x="3208049" y="5389668"/>
                </a:cubicBezTo>
                <a:close/>
                <a:moveTo>
                  <a:pt x="3466941" y="5030188"/>
                </a:moveTo>
                <a:cubicBezTo>
                  <a:pt x="3475878" y="5016641"/>
                  <a:pt x="3484816" y="5003071"/>
                  <a:pt x="3493752" y="4989454"/>
                </a:cubicBezTo>
                <a:cubicBezTo>
                  <a:pt x="3490131" y="4969275"/>
                  <a:pt x="3486556" y="4949190"/>
                  <a:pt x="3482911" y="4929011"/>
                </a:cubicBezTo>
                <a:cubicBezTo>
                  <a:pt x="3474961" y="4943123"/>
                  <a:pt x="3466988" y="4957234"/>
                  <a:pt x="3459015" y="4971345"/>
                </a:cubicBezTo>
                <a:cubicBezTo>
                  <a:pt x="3461626" y="4990959"/>
                  <a:pt x="3464284" y="5010574"/>
                  <a:pt x="3466941" y="5030188"/>
                </a:cubicBezTo>
                <a:close/>
                <a:moveTo>
                  <a:pt x="3437520" y="5074450"/>
                </a:moveTo>
                <a:cubicBezTo>
                  <a:pt x="3446480" y="5060974"/>
                  <a:pt x="3455441" y="5047497"/>
                  <a:pt x="3464401" y="5033998"/>
                </a:cubicBezTo>
                <a:lnTo>
                  <a:pt x="3456570" y="4975602"/>
                </a:lnTo>
                <a:cubicBezTo>
                  <a:pt x="3448573" y="4989572"/>
                  <a:pt x="3440601" y="5003400"/>
                  <a:pt x="3432604" y="5017347"/>
                </a:cubicBezTo>
                <a:cubicBezTo>
                  <a:pt x="3434227" y="5036373"/>
                  <a:pt x="3435873" y="5055447"/>
                  <a:pt x="3437496" y="5074450"/>
                </a:cubicBezTo>
                <a:close/>
                <a:moveTo>
                  <a:pt x="3407980" y="5118853"/>
                </a:moveTo>
                <a:cubicBezTo>
                  <a:pt x="3416964" y="5105518"/>
                  <a:pt x="3425902" y="5091971"/>
                  <a:pt x="3434839" y="5078495"/>
                </a:cubicBezTo>
                <a:lnTo>
                  <a:pt x="3429970" y="5021933"/>
                </a:lnTo>
                <a:cubicBezTo>
                  <a:pt x="3421997" y="5035856"/>
                  <a:pt x="3414048" y="5049826"/>
                  <a:pt x="3406052" y="5063631"/>
                </a:cubicBezTo>
                <a:cubicBezTo>
                  <a:pt x="3406687" y="5082047"/>
                  <a:pt x="3407322" y="5100461"/>
                  <a:pt x="3407957" y="5118853"/>
                </a:cubicBezTo>
                <a:close/>
                <a:moveTo>
                  <a:pt x="3378277" y="5162574"/>
                </a:moveTo>
                <a:cubicBezTo>
                  <a:pt x="3387237" y="5149403"/>
                  <a:pt x="3396174" y="5136327"/>
                  <a:pt x="3405111" y="5123086"/>
                </a:cubicBezTo>
                <a:cubicBezTo>
                  <a:pt x="3404500" y="5104954"/>
                  <a:pt x="3403865" y="5086773"/>
                  <a:pt x="3403206" y="5068594"/>
                </a:cubicBezTo>
                <a:cubicBezTo>
                  <a:pt x="3395257" y="5082305"/>
                  <a:pt x="3387307" y="5095828"/>
                  <a:pt x="3379335" y="5109469"/>
                </a:cubicBezTo>
                <a:cubicBezTo>
                  <a:pt x="3378959" y="5127179"/>
                  <a:pt x="3378629" y="5144912"/>
                  <a:pt x="3378253" y="5162574"/>
                </a:cubicBezTo>
                <a:close/>
                <a:moveTo>
                  <a:pt x="3348455" y="5206506"/>
                </a:moveTo>
                <a:cubicBezTo>
                  <a:pt x="3357368" y="5193477"/>
                  <a:pt x="3366258" y="5180330"/>
                  <a:pt x="3375172" y="5167184"/>
                </a:cubicBezTo>
                <a:cubicBezTo>
                  <a:pt x="3375525" y="5149756"/>
                  <a:pt x="3375854" y="5132305"/>
                  <a:pt x="3376207" y="5114831"/>
                </a:cubicBezTo>
                <a:cubicBezTo>
                  <a:pt x="3368281" y="5128378"/>
                  <a:pt x="3360355" y="5141901"/>
                  <a:pt x="3352430" y="5155377"/>
                </a:cubicBezTo>
                <a:cubicBezTo>
                  <a:pt x="3351089" y="5172452"/>
                  <a:pt x="3349772" y="5189503"/>
                  <a:pt x="3348432" y="5206506"/>
                </a:cubicBezTo>
                <a:close/>
                <a:moveTo>
                  <a:pt x="3318563" y="5249945"/>
                </a:moveTo>
                <a:cubicBezTo>
                  <a:pt x="3327382" y="5237151"/>
                  <a:pt x="3336202" y="5224404"/>
                  <a:pt x="3345021" y="5211563"/>
                </a:cubicBezTo>
                <a:cubicBezTo>
                  <a:pt x="3346338" y="5194841"/>
                  <a:pt x="3347632" y="5178096"/>
                  <a:pt x="3348926" y="5161351"/>
                </a:cubicBezTo>
                <a:cubicBezTo>
                  <a:pt x="3341094" y="5174709"/>
                  <a:pt x="3333238" y="5188044"/>
                  <a:pt x="3325407" y="5201332"/>
                </a:cubicBezTo>
                <a:cubicBezTo>
                  <a:pt x="3323102" y="5217537"/>
                  <a:pt x="3320821" y="5233741"/>
                  <a:pt x="3318539" y="5249945"/>
                </a:cubicBezTo>
                <a:close/>
                <a:moveTo>
                  <a:pt x="3288506" y="5293195"/>
                </a:moveTo>
                <a:cubicBezTo>
                  <a:pt x="3297255" y="5280660"/>
                  <a:pt x="3305981" y="5268101"/>
                  <a:pt x="3314706" y="5255566"/>
                </a:cubicBezTo>
                <a:cubicBezTo>
                  <a:pt x="3316940" y="5239785"/>
                  <a:pt x="3319151" y="5223957"/>
                  <a:pt x="3321362" y="5208082"/>
                </a:cubicBezTo>
                <a:cubicBezTo>
                  <a:pt x="3313624" y="5221088"/>
                  <a:pt x="3305887" y="5234047"/>
                  <a:pt x="3298125" y="5246982"/>
                </a:cubicBezTo>
                <a:cubicBezTo>
                  <a:pt x="3294904" y="5262363"/>
                  <a:pt x="3291681" y="5277768"/>
                  <a:pt x="3288483" y="5293195"/>
                </a:cubicBezTo>
                <a:close/>
                <a:moveTo>
                  <a:pt x="3258497" y="5336352"/>
                </a:moveTo>
                <a:cubicBezTo>
                  <a:pt x="3267010" y="5324217"/>
                  <a:pt x="3275548" y="5311893"/>
                  <a:pt x="3284061" y="5299639"/>
                </a:cubicBezTo>
                <a:cubicBezTo>
                  <a:pt x="3287189" y="5284729"/>
                  <a:pt x="3290341" y="5269842"/>
                  <a:pt x="3293469" y="5254954"/>
                </a:cubicBezTo>
                <a:cubicBezTo>
                  <a:pt x="3285872" y="5267655"/>
                  <a:pt x="3278299" y="5280401"/>
                  <a:pt x="3270703" y="5292984"/>
                </a:cubicBezTo>
                <a:cubicBezTo>
                  <a:pt x="3266564" y="5307401"/>
                  <a:pt x="3262519" y="5321818"/>
                  <a:pt x="3258497" y="5336352"/>
                </a:cubicBezTo>
                <a:close/>
                <a:moveTo>
                  <a:pt x="3229028" y="5377839"/>
                </a:moveTo>
                <a:cubicBezTo>
                  <a:pt x="3237118" y="5366432"/>
                  <a:pt x="3245209" y="5355096"/>
                  <a:pt x="3253275" y="5343667"/>
                </a:cubicBezTo>
                <a:cubicBezTo>
                  <a:pt x="3257109" y="5330002"/>
                  <a:pt x="3260919" y="5316361"/>
                  <a:pt x="3264729" y="5302650"/>
                </a:cubicBezTo>
                <a:cubicBezTo>
                  <a:pt x="3257532" y="5314409"/>
                  <a:pt x="3250336" y="5326168"/>
                  <a:pt x="3243139" y="5337928"/>
                </a:cubicBezTo>
                <a:cubicBezTo>
                  <a:pt x="3238436" y="5351240"/>
                  <a:pt x="3233755" y="5364574"/>
                  <a:pt x="3229028" y="5377768"/>
                </a:cubicBezTo>
                <a:close/>
                <a:moveTo>
                  <a:pt x="3200030" y="5418667"/>
                </a:moveTo>
                <a:cubicBezTo>
                  <a:pt x="3207532" y="5408178"/>
                  <a:pt x="3215011" y="5397500"/>
                  <a:pt x="3222514" y="5386988"/>
                </a:cubicBezTo>
                <a:lnTo>
                  <a:pt x="3235519" y="5350510"/>
                </a:lnTo>
                <a:cubicBezTo>
                  <a:pt x="3228769" y="5361564"/>
                  <a:pt x="3222043" y="5372641"/>
                  <a:pt x="3215293" y="5383648"/>
                </a:cubicBezTo>
                <a:cubicBezTo>
                  <a:pt x="3210213" y="5395266"/>
                  <a:pt x="3205133" y="5407025"/>
                  <a:pt x="3200030" y="5418667"/>
                </a:cubicBezTo>
                <a:close/>
                <a:moveTo>
                  <a:pt x="3172701" y="5456696"/>
                </a:moveTo>
                <a:cubicBezTo>
                  <a:pt x="3178863" y="5448136"/>
                  <a:pt x="3185048" y="5439692"/>
                  <a:pt x="3191210" y="5431108"/>
                </a:cubicBezTo>
                <a:cubicBezTo>
                  <a:pt x="3195397" y="5421607"/>
                  <a:pt x="3199583" y="5412105"/>
                  <a:pt x="3203746" y="5402580"/>
                </a:cubicBezTo>
                <a:cubicBezTo>
                  <a:pt x="3198242" y="5411517"/>
                  <a:pt x="3192739" y="5420313"/>
                  <a:pt x="3187283" y="5429203"/>
                </a:cubicBezTo>
                <a:close/>
                <a:moveTo>
                  <a:pt x="3154521" y="5481767"/>
                </a:moveTo>
                <a:lnTo>
                  <a:pt x="3160048" y="5474147"/>
                </a:lnTo>
                <a:lnTo>
                  <a:pt x="3164469" y="5465775"/>
                </a:lnTo>
                <a:close/>
                <a:moveTo>
                  <a:pt x="3475455" y="5094111"/>
                </a:moveTo>
                <a:cubicBezTo>
                  <a:pt x="3485427" y="5080941"/>
                  <a:pt x="3495423" y="5067865"/>
                  <a:pt x="3505394" y="5054624"/>
                </a:cubicBezTo>
                <a:cubicBezTo>
                  <a:pt x="3501772" y="5034375"/>
                  <a:pt x="3498150" y="5014148"/>
                  <a:pt x="3494505" y="4993922"/>
                </a:cubicBezTo>
                <a:cubicBezTo>
                  <a:pt x="3485521" y="5007634"/>
                  <a:pt x="3476514" y="5021227"/>
                  <a:pt x="3467506" y="5034845"/>
                </a:cubicBezTo>
                <a:close/>
                <a:moveTo>
                  <a:pt x="3442835" y="5136891"/>
                </a:moveTo>
                <a:cubicBezTo>
                  <a:pt x="3452854" y="5123792"/>
                  <a:pt x="3462873" y="5110668"/>
                  <a:pt x="3472868" y="5097498"/>
                </a:cubicBezTo>
                <a:lnTo>
                  <a:pt x="3464989" y="5038702"/>
                </a:lnTo>
                <a:cubicBezTo>
                  <a:pt x="3455982" y="5052342"/>
                  <a:pt x="3446951" y="5065889"/>
                  <a:pt x="3437919" y="5079459"/>
                </a:cubicBezTo>
                <a:close/>
                <a:moveTo>
                  <a:pt x="3410027" y="5179671"/>
                </a:moveTo>
                <a:cubicBezTo>
                  <a:pt x="3420069" y="5166690"/>
                  <a:pt x="3430088" y="5153613"/>
                  <a:pt x="3440107" y="5140466"/>
                </a:cubicBezTo>
                <a:cubicBezTo>
                  <a:pt x="3438531" y="5121487"/>
                  <a:pt x="3436908" y="5102484"/>
                  <a:pt x="3435238" y="5083457"/>
                </a:cubicBezTo>
                <a:cubicBezTo>
                  <a:pt x="3426207" y="5097028"/>
                  <a:pt x="3417176" y="5110645"/>
                  <a:pt x="3408145" y="5124097"/>
                </a:cubicBezTo>
                <a:cubicBezTo>
                  <a:pt x="3408780" y="5142583"/>
                  <a:pt x="3409415" y="5161069"/>
                  <a:pt x="3410027" y="5179554"/>
                </a:cubicBezTo>
                <a:close/>
                <a:moveTo>
                  <a:pt x="3377101" y="5222005"/>
                </a:moveTo>
                <a:cubicBezTo>
                  <a:pt x="3387120" y="5209164"/>
                  <a:pt x="3397162" y="5196393"/>
                  <a:pt x="3407181" y="5183482"/>
                </a:cubicBezTo>
                <a:cubicBezTo>
                  <a:pt x="3406569" y="5165137"/>
                  <a:pt x="3405958" y="5146793"/>
                  <a:pt x="3405323" y="5128425"/>
                </a:cubicBezTo>
                <a:cubicBezTo>
                  <a:pt x="3396268" y="5141807"/>
                  <a:pt x="3387237" y="5155024"/>
                  <a:pt x="3378206" y="5168407"/>
                </a:cubicBezTo>
                <a:cubicBezTo>
                  <a:pt x="3377783" y="5186139"/>
                  <a:pt x="3377406" y="5203943"/>
                  <a:pt x="3377054" y="5221793"/>
                </a:cubicBezTo>
                <a:close/>
                <a:moveTo>
                  <a:pt x="3343916" y="5264479"/>
                </a:moveTo>
                <a:cubicBezTo>
                  <a:pt x="3353958" y="5251756"/>
                  <a:pt x="3363977" y="5238844"/>
                  <a:pt x="3373973" y="5226003"/>
                </a:cubicBezTo>
                <a:cubicBezTo>
                  <a:pt x="3374349" y="5208317"/>
                  <a:pt x="3374725" y="5190631"/>
                  <a:pt x="3375078" y="5172945"/>
                </a:cubicBezTo>
                <a:cubicBezTo>
                  <a:pt x="3366047" y="5186257"/>
                  <a:pt x="3357039" y="5199592"/>
                  <a:pt x="3348008" y="5212786"/>
                </a:cubicBezTo>
                <a:cubicBezTo>
                  <a:pt x="3346621" y="5229907"/>
                  <a:pt x="3345233" y="5247076"/>
                  <a:pt x="3343869" y="5264268"/>
                </a:cubicBezTo>
                <a:close/>
                <a:moveTo>
                  <a:pt x="3310637" y="5306295"/>
                </a:moveTo>
                <a:cubicBezTo>
                  <a:pt x="3320609" y="5293783"/>
                  <a:pt x="3330581" y="5281389"/>
                  <a:pt x="3340529" y="5268807"/>
                </a:cubicBezTo>
                <a:cubicBezTo>
                  <a:pt x="3341894" y="5251827"/>
                  <a:pt x="3343234" y="5234870"/>
                  <a:pt x="3344574" y="5217843"/>
                </a:cubicBezTo>
                <a:cubicBezTo>
                  <a:pt x="3335590" y="5230895"/>
                  <a:pt x="3326630" y="5243713"/>
                  <a:pt x="3317646" y="5256789"/>
                </a:cubicBezTo>
                <a:cubicBezTo>
                  <a:pt x="3315270" y="5273181"/>
                  <a:pt x="3312919" y="5289621"/>
                  <a:pt x="3310590" y="5306083"/>
                </a:cubicBezTo>
                <a:close/>
                <a:moveTo>
                  <a:pt x="3277194" y="5348111"/>
                </a:moveTo>
                <a:cubicBezTo>
                  <a:pt x="3287095" y="5335788"/>
                  <a:pt x="3297020" y="5323393"/>
                  <a:pt x="3306921" y="5310952"/>
                </a:cubicBezTo>
                <a:cubicBezTo>
                  <a:pt x="3309202" y="5294772"/>
                  <a:pt x="3311484" y="5278567"/>
                  <a:pt x="3313788" y="5262339"/>
                </a:cubicBezTo>
                <a:cubicBezTo>
                  <a:pt x="3304852" y="5275251"/>
                  <a:pt x="3295915" y="5288116"/>
                  <a:pt x="3286978" y="5300957"/>
                </a:cubicBezTo>
                <a:cubicBezTo>
                  <a:pt x="3283662" y="5316456"/>
                  <a:pt x="3280416" y="5332260"/>
                  <a:pt x="3277147" y="5347899"/>
                </a:cubicBezTo>
                <a:close/>
                <a:moveTo>
                  <a:pt x="3243704" y="5389645"/>
                </a:moveTo>
                <a:cubicBezTo>
                  <a:pt x="3253487" y="5377627"/>
                  <a:pt x="3263247" y="5365491"/>
                  <a:pt x="3273008" y="5353356"/>
                </a:cubicBezTo>
                <a:cubicBezTo>
                  <a:pt x="3276182" y="5338092"/>
                  <a:pt x="3279358" y="5322782"/>
                  <a:pt x="3282533" y="5307330"/>
                </a:cubicBezTo>
                <a:cubicBezTo>
                  <a:pt x="3273737" y="5319960"/>
                  <a:pt x="3264941" y="5332495"/>
                  <a:pt x="3256145" y="5344960"/>
                </a:cubicBezTo>
                <a:cubicBezTo>
                  <a:pt x="3251935" y="5359706"/>
                  <a:pt x="3247819" y="5374664"/>
                  <a:pt x="3243657" y="5389434"/>
                </a:cubicBezTo>
                <a:close/>
                <a:moveTo>
                  <a:pt x="3210284" y="5430450"/>
                </a:moveTo>
                <a:cubicBezTo>
                  <a:pt x="3219832" y="5418808"/>
                  <a:pt x="3229381" y="5407143"/>
                  <a:pt x="3238929" y="5395501"/>
                </a:cubicBezTo>
                <a:cubicBezTo>
                  <a:pt x="3242927" y="5381202"/>
                  <a:pt x="3246925" y="5366738"/>
                  <a:pt x="3250947" y="5352392"/>
                </a:cubicBezTo>
                <a:cubicBezTo>
                  <a:pt x="3242410" y="5364480"/>
                  <a:pt x="3233849" y="5376475"/>
                  <a:pt x="3225312" y="5388516"/>
                </a:cubicBezTo>
                <a:cubicBezTo>
                  <a:pt x="3220256" y="5402345"/>
                  <a:pt x="3215293" y="5416315"/>
                  <a:pt x="3210237" y="5430238"/>
                </a:cubicBezTo>
                <a:close/>
                <a:moveTo>
                  <a:pt x="3176911" y="5471231"/>
                </a:moveTo>
                <a:cubicBezTo>
                  <a:pt x="3186130" y="5460083"/>
                  <a:pt x="3195326" y="5448747"/>
                  <a:pt x="3204545" y="5437482"/>
                </a:cubicBezTo>
                <a:cubicBezTo>
                  <a:pt x="3209249" y="5424241"/>
                  <a:pt x="3214000" y="5411000"/>
                  <a:pt x="3218774" y="5397712"/>
                </a:cubicBezTo>
                <a:cubicBezTo>
                  <a:pt x="3210495" y="5409471"/>
                  <a:pt x="3202311" y="5421231"/>
                  <a:pt x="3193938" y="5432707"/>
                </a:cubicBezTo>
                <a:cubicBezTo>
                  <a:pt x="3188223" y="5445408"/>
                  <a:pt x="3182532" y="5458178"/>
                  <a:pt x="3176864" y="5471019"/>
                </a:cubicBezTo>
                <a:close/>
                <a:moveTo>
                  <a:pt x="3144997" y="5509378"/>
                </a:moveTo>
                <a:cubicBezTo>
                  <a:pt x="3153252" y="5499500"/>
                  <a:pt x="3161460" y="5489740"/>
                  <a:pt x="3169761" y="5479862"/>
                </a:cubicBezTo>
                <a:cubicBezTo>
                  <a:pt x="3174936" y="5468103"/>
                  <a:pt x="3180133" y="5456461"/>
                  <a:pt x="3185307" y="5444702"/>
                </a:cubicBezTo>
                <a:cubicBezTo>
                  <a:pt x="3177781" y="5455121"/>
                  <a:pt x="3170255" y="5465421"/>
                  <a:pt x="3162753" y="5475817"/>
                </a:cubicBezTo>
                <a:cubicBezTo>
                  <a:pt x="3156779" y="5486871"/>
                  <a:pt x="3150876" y="5498065"/>
                  <a:pt x="3144950" y="5509166"/>
                </a:cubicBezTo>
                <a:close/>
                <a:moveTo>
                  <a:pt x="3114423" y="5545808"/>
                </a:moveTo>
                <a:cubicBezTo>
                  <a:pt x="3121478" y="5537530"/>
                  <a:pt x="3128369" y="5529180"/>
                  <a:pt x="3135354" y="5520855"/>
                </a:cubicBezTo>
                <a:cubicBezTo>
                  <a:pt x="3140246" y="5511683"/>
                  <a:pt x="3145137" y="5502487"/>
                  <a:pt x="3150053" y="5493268"/>
                </a:cubicBezTo>
                <a:cubicBezTo>
                  <a:pt x="3143914" y="5501734"/>
                  <a:pt x="3137776" y="5510248"/>
                  <a:pt x="3131661" y="5518668"/>
                </a:cubicBezTo>
                <a:cubicBezTo>
                  <a:pt x="3125923" y="5527581"/>
                  <a:pt x="3120161" y="5536518"/>
                  <a:pt x="3114423" y="5545667"/>
                </a:cubicBezTo>
                <a:close/>
                <a:moveTo>
                  <a:pt x="3092503" y="5571960"/>
                </a:moveTo>
                <a:cubicBezTo>
                  <a:pt x="3094855" y="5569138"/>
                  <a:pt x="3097207" y="5566246"/>
                  <a:pt x="3099700" y="5563400"/>
                </a:cubicBezTo>
                <a:lnTo>
                  <a:pt x="3104709" y="5555474"/>
                </a:lnTo>
                <a:cubicBezTo>
                  <a:pt x="3100640" y="5560789"/>
                  <a:pt x="3096572" y="5566246"/>
                  <a:pt x="3092503" y="5571749"/>
                </a:cubicBezTo>
                <a:close/>
                <a:moveTo>
                  <a:pt x="3483969" y="5158035"/>
                </a:moveTo>
                <a:cubicBezTo>
                  <a:pt x="3494999" y="5145264"/>
                  <a:pt x="3506029" y="5132611"/>
                  <a:pt x="3517059" y="5119746"/>
                </a:cubicBezTo>
                <a:cubicBezTo>
                  <a:pt x="3513437" y="5099497"/>
                  <a:pt x="3509768" y="5079153"/>
                  <a:pt x="3506123" y="5058857"/>
                </a:cubicBezTo>
                <a:cubicBezTo>
                  <a:pt x="3496104" y="5072192"/>
                  <a:pt x="3486039" y="5085268"/>
                  <a:pt x="3476020" y="5098510"/>
                </a:cubicBezTo>
                <a:close/>
                <a:moveTo>
                  <a:pt x="3448127" y="5199004"/>
                </a:moveTo>
                <a:cubicBezTo>
                  <a:pt x="3459109" y="5186304"/>
                  <a:pt x="3470164" y="5173557"/>
                  <a:pt x="3481311" y="5160787"/>
                </a:cubicBezTo>
                <a:lnTo>
                  <a:pt x="3473409" y="5101614"/>
                </a:lnTo>
                <a:cubicBezTo>
                  <a:pt x="3463343" y="5114878"/>
                  <a:pt x="3453277" y="5128096"/>
                  <a:pt x="3443187" y="5141266"/>
                </a:cubicBezTo>
                <a:close/>
                <a:moveTo>
                  <a:pt x="3412072" y="5240185"/>
                </a:moveTo>
                <a:cubicBezTo>
                  <a:pt x="3423173" y="5227650"/>
                  <a:pt x="3434274" y="5214973"/>
                  <a:pt x="3445351" y="5202155"/>
                </a:cubicBezTo>
                <a:lnTo>
                  <a:pt x="3440483" y="5144841"/>
                </a:lnTo>
                <a:cubicBezTo>
                  <a:pt x="3430370" y="5158035"/>
                  <a:pt x="3420257" y="5171158"/>
                  <a:pt x="3410168" y="5184258"/>
                </a:cubicBezTo>
                <a:cubicBezTo>
                  <a:pt x="3410802" y="5202908"/>
                  <a:pt x="3411461" y="5221558"/>
                  <a:pt x="3412096" y="5240185"/>
                </a:cubicBezTo>
                <a:close/>
                <a:moveTo>
                  <a:pt x="3375784" y="5280872"/>
                </a:moveTo>
                <a:cubicBezTo>
                  <a:pt x="3386908" y="5268384"/>
                  <a:pt x="3398032" y="5256013"/>
                  <a:pt x="3409156" y="5243454"/>
                </a:cubicBezTo>
                <a:cubicBezTo>
                  <a:pt x="3408521" y="5224992"/>
                  <a:pt x="3407910" y="5206459"/>
                  <a:pt x="3407275" y="5187974"/>
                </a:cubicBezTo>
                <a:cubicBezTo>
                  <a:pt x="3397162" y="5201003"/>
                  <a:pt x="3387049" y="5213844"/>
                  <a:pt x="3376912" y="5226826"/>
                </a:cubicBezTo>
                <a:cubicBezTo>
                  <a:pt x="3376560" y="5244865"/>
                  <a:pt x="3376183" y="5262880"/>
                  <a:pt x="3375807" y="5280872"/>
                </a:cubicBezTo>
                <a:close/>
                <a:moveTo>
                  <a:pt x="3339283" y="5321794"/>
                </a:moveTo>
                <a:cubicBezTo>
                  <a:pt x="3350431" y="5309447"/>
                  <a:pt x="3361555" y="5296864"/>
                  <a:pt x="3372679" y="5284352"/>
                </a:cubicBezTo>
                <a:cubicBezTo>
                  <a:pt x="3373056" y="5266526"/>
                  <a:pt x="3373432" y="5248675"/>
                  <a:pt x="3373808" y="5230824"/>
                </a:cubicBezTo>
                <a:cubicBezTo>
                  <a:pt x="3363672" y="5243807"/>
                  <a:pt x="3353559" y="5256883"/>
                  <a:pt x="3343422" y="5269724"/>
                </a:cubicBezTo>
                <a:cubicBezTo>
                  <a:pt x="3342058" y="5287104"/>
                  <a:pt x="3340694" y="5304461"/>
                  <a:pt x="3339306" y="5321794"/>
                </a:cubicBezTo>
                <a:close/>
                <a:moveTo>
                  <a:pt x="3302617" y="5362034"/>
                </a:moveTo>
                <a:cubicBezTo>
                  <a:pt x="3313718" y="5349852"/>
                  <a:pt x="3324843" y="5337811"/>
                  <a:pt x="3335943" y="5325533"/>
                </a:cubicBezTo>
                <a:cubicBezTo>
                  <a:pt x="3337307" y="5308412"/>
                  <a:pt x="3338671" y="5291244"/>
                  <a:pt x="3340036" y="5274052"/>
                </a:cubicBezTo>
                <a:cubicBezTo>
                  <a:pt x="3329946" y="5286798"/>
                  <a:pt x="3319833" y="5299287"/>
                  <a:pt x="3309743" y="5311963"/>
                </a:cubicBezTo>
                <a:cubicBezTo>
                  <a:pt x="3307392" y="5328685"/>
                  <a:pt x="3305016" y="5345360"/>
                  <a:pt x="3302641" y="5362034"/>
                </a:cubicBezTo>
                <a:close/>
                <a:moveTo>
                  <a:pt x="3265740" y="5402345"/>
                </a:moveTo>
                <a:cubicBezTo>
                  <a:pt x="3276817" y="5390303"/>
                  <a:pt x="3287918" y="5378192"/>
                  <a:pt x="3298996" y="5366009"/>
                </a:cubicBezTo>
                <a:cubicBezTo>
                  <a:pt x="3301324" y="5349570"/>
                  <a:pt x="3303676" y="5333107"/>
                  <a:pt x="3306051" y="5316620"/>
                </a:cubicBezTo>
                <a:cubicBezTo>
                  <a:pt x="3295962" y="5329249"/>
                  <a:pt x="3285872" y="5341903"/>
                  <a:pt x="3275783" y="5354438"/>
                </a:cubicBezTo>
                <a:cubicBezTo>
                  <a:pt x="3272443" y="5370430"/>
                  <a:pt x="3269103" y="5386400"/>
                  <a:pt x="3265764" y="5402345"/>
                </a:cubicBezTo>
                <a:close/>
                <a:moveTo>
                  <a:pt x="3228675" y="5442327"/>
                </a:moveTo>
                <a:cubicBezTo>
                  <a:pt x="3239659" y="5430520"/>
                  <a:pt x="3250618" y="5418643"/>
                  <a:pt x="3261601" y="5406696"/>
                </a:cubicBezTo>
                <a:cubicBezTo>
                  <a:pt x="3264894" y="5390986"/>
                  <a:pt x="3268186" y="5375346"/>
                  <a:pt x="3271479" y="5359659"/>
                </a:cubicBezTo>
                <a:cubicBezTo>
                  <a:pt x="3261507" y="5372053"/>
                  <a:pt x="3251535" y="5384377"/>
                  <a:pt x="3241540" y="5396653"/>
                </a:cubicBezTo>
                <a:cubicBezTo>
                  <a:pt x="3237330" y="5411987"/>
                  <a:pt x="3233026" y="5427134"/>
                  <a:pt x="3228699" y="5442397"/>
                </a:cubicBezTo>
                <a:close/>
                <a:moveTo>
                  <a:pt x="3191775" y="5481697"/>
                </a:moveTo>
                <a:cubicBezTo>
                  <a:pt x="3202570" y="5470219"/>
                  <a:pt x="3213341" y="5458766"/>
                  <a:pt x="3224136" y="5447218"/>
                </a:cubicBezTo>
                <a:cubicBezTo>
                  <a:pt x="3228370" y="5432284"/>
                  <a:pt x="3232603" y="5417491"/>
                  <a:pt x="3236812" y="5402533"/>
                </a:cubicBezTo>
                <a:cubicBezTo>
                  <a:pt x="3226935" y="5414669"/>
                  <a:pt x="3217057" y="5426734"/>
                  <a:pt x="3207156" y="5438752"/>
                </a:cubicBezTo>
                <a:cubicBezTo>
                  <a:pt x="3202076" y="5453004"/>
                  <a:pt x="3196949" y="5467444"/>
                  <a:pt x="3191775" y="5481697"/>
                </a:cubicBezTo>
                <a:close/>
                <a:moveTo>
                  <a:pt x="3154545" y="5521325"/>
                </a:moveTo>
                <a:cubicBezTo>
                  <a:pt x="3165199" y="5510107"/>
                  <a:pt x="3175876" y="5498630"/>
                  <a:pt x="3186530" y="5487270"/>
                </a:cubicBezTo>
                <a:cubicBezTo>
                  <a:pt x="3191492" y="5473512"/>
                  <a:pt x="3196455" y="5459542"/>
                  <a:pt x="3201418" y="5445713"/>
                </a:cubicBezTo>
                <a:cubicBezTo>
                  <a:pt x="3191704" y="5457472"/>
                  <a:pt x="3182015" y="5469467"/>
                  <a:pt x="3172301" y="5481179"/>
                </a:cubicBezTo>
                <a:cubicBezTo>
                  <a:pt x="3166422" y="5494561"/>
                  <a:pt x="3160518" y="5508037"/>
                  <a:pt x="3154592" y="5521325"/>
                </a:cubicBezTo>
                <a:close/>
                <a:moveTo>
                  <a:pt x="3117903" y="5559402"/>
                </a:moveTo>
                <a:cubicBezTo>
                  <a:pt x="3128063" y="5548842"/>
                  <a:pt x="3138223" y="5538376"/>
                  <a:pt x="3148360" y="5527769"/>
                </a:cubicBezTo>
                <a:cubicBezTo>
                  <a:pt x="3154004" y="5515140"/>
                  <a:pt x="3159625" y="5502299"/>
                  <a:pt x="3165269" y="5489575"/>
                </a:cubicBezTo>
                <a:cubicBezTo>
                  <a:pt x="3156144" y="5500511"/>
                  <a:pt x="3146995" y="5511353"/>
                  <a:pt x="3137870" y="5522266"/>
                </a:cubicBezTo>
                <a:cubicBezTo>
                  <a:pt x="3131262" y="5534707"/>
                  <a:pt x="3124606" y="5547008"/>
                  <a:pt x="3117950" y="5559402"/>
                </a:cubicBezTo>
                <a:close/>
                <a:moveTo>
                  <a:pt x="3081967" y="5596702"/>
                </a:moveTo>
                <a:cubicBezTo>
                  <a:pt x="3091374" y="5587036"/>
                  <a:pt x="3100782" y="5577323"/>
                  <a:pt x="3110189" y="5567516"/>
                </a:cubicBezTo>
                <a:cubicBezTo>
                  <a:pt x="3116256" y="5556250"/>
                  <a:pt x="3122301" y="5545032"/>
                  <a:pt x="3128345" y="5533743"/>
                </a:cubicBezTo>
                <a:cubicBezTo>
                  <a:pt x="3119644" y="5544138"/>
                  <a:pt x="3110965" y="5554581"/>
                  <a:pt x="3102240" y="5564881"/>
                </a:cubicBezTo>
                <a:cubicBezTo>
                  <a:pt x="3095466" y="5575488"/>
                  <a:pt x="3088740" y="5586142"/>
                  <a:pt x="3082014" y="5596702"/>
                </a:cubicBezTo>
                <a:close/>
                <a:moveTo>
                  <a:pt x="3048664" y="5630898"/>
                </a:moveTo>
                <a:cubicBezTo>
                  <a:pt x="3056284" y="5623137"/>
                  <a:pt x="3063881" y="5615423"/>
                  <a:pt x="3071478" y="5607591"/>
                </a:cubicBezTo>
                <a:cubicBezTo>
                  <a:pt x="3076910" y="5599077"/>
                  <a:pt x="3082367" y="5590423"/>
                  <a:pt x="3087799" y="5581838"/>
                </a:cubicBezTo>
                <a:cubicBezTo>
                  <a:pt x="3080932" y="5589905"/>
                  <a:pt x="3074064" y="5597854"/>
                  <a:pt x="3067174" y="5605898"/>
                </a:cubicBezTo>
                <a:cubicBezTo>
                  <a:pt x="3061059" y="5614223"/>
                  <a:pt x="3054897" y="5622643"/>
                  <a:pt x="3048711" y="5630898"/>
                </a:cubicBezTo>
                <a:close/>
                <a:moveTo>
                  <a:pt x="3026463" y="5653405"/>
                </a:moveTo>
                <a:lnTo>
                  <a:pt x="3033189" y="5646585"/>
                </a:lnTo>
                <a:lnTo>
                  <a:pt x="3039728" y="5637930"/>
                </a:lnTo>
                <a:cubicBezTo>
                  <a:pt x="3035353" y="5643080"/>
                  <a:pt x="3030932" y="5648278"/>
                  <a:pt x="3026510" y="5653405"/>
                </a:cubicBezTo>
                <a:close/>
                <a:moveTo>
                  <a:pt x="3492389" y="5221464"/>
                </a:moveTo>
                <a:cubicBezTo>
                  <a:pt x="3504477" y="5209140"/>
                  <a:pt x="3516566" y="5196887"/>
                  <a:pt x="3528607" y="5184422"/>
                </a:cubicBezTo>
                <a:lnTo>
                  <a:pt x="3517694" y="5123274"/>
                </a:lnTo>
                <a:cubicBezTo>
                  <a:pt x="3506640" y="5136186"/>
                  <a:pt x="3495516" y="5148863"/>
                  <a:pt x="3484439" y="5161680"/>
                </a:cubicBezTo>
                <a:close/>
                <a:moveTo>
                  <a:pt x="3453418" y="5261093"/>
                </a:moveTo>
                <a:cubicBezTo>
                  <a:pt x="3465530" y="5248816"/>
                  <a:pt x="3477666" y="5236516"/>
                  <a:pt x="3489778" y="5224169"/>
                </a:cubicBezTo>
                <a:lnTo>
                  <a:pt x="3481876" y="5164738"/>
                </a:lnTo>
                <a:cubicBezTo>
                  <a:pt x="3470752" y="5177602"/>
                  <a:pt x="3459627" y="5190420"/>
                  <a:pt x="3448503" y="5203167"/>
                </a:cubicBezTo>
                <a:close/>
                <a:moveTo>
                  <a:pt x="3414095" y="5300792"/>
                </a:moveTo>
                <a:cubicBezTo>
                  <a:pt x="3426278" y="5288609"/>
                  <a:pt x="3438437" y="5276262"/>
                  <a:pt x="3450620" y="5263938"/>
                </a:cubicBezTo>
                <a:lnTo>
                  <a:pt x="3445728" y="5206342"/>
                </a:lnTo>
                <a:cubicBezTo>
                  <a:pt x="3434580" y="5219112"/>
                  <a:pt x="3423409" y="5231836"/>
                  <a:pt x="3412237" y="5244536"/>
                </a:cubicBezTo>
                <a:cubicBezTo>
                  <a:pt x="3412872" y="5263421"/>
                  <a:pt x="3413507" y="5282165"/>
                  <a:pt x="3414095" y="5300815"/>
                </a:cubicBezTo>
                <a:close/>
                <a:moveTo>
                  <a:pt x="3374537" y="5339833"/>
                </a:moveTo>
                <a:cubicBezTo>
                  <a:pt x="3386743" y="5327768"/>
                  <a:pt x="3398973" y="5315820"/>
                  <a:pt x="3411179" y="5303662"/>
                </a:cubicBezTo>
                <a:cubicBezTo>
                  <a:pt x="3410544" y="5285058"/>
                  <a:pt x="3409932" y="5266432"/>
                  <a:pt x="3409321" y="5247805"/>
                </a:cubicBezTo>
                <a:cubicBezTo>
                  <a:pt x="3398126" y="5260434"/>
                  <a:pt x="3386908" y="5272923"/>
                  <a:pt x="3375713" y="5285435"/>
                </a:cubicBezTo>
                <a:cubicBezTo>
                  <a:pt x="3375384" y="5303615"/>
                  <a:pt x="3374984" y="5321771"/>
                  <a:pt x="3374537" y="5339856"/>
                </a:cubicBezTo>
                <a:close/>
                <a:moveTo>
                  <a:pt x="3334697" y="5379132"/>
                </a:moveTo>
                <a:cubicBezTo>
                  <a:pt x="3346950" y="5367185"/>
                  <a:pt x="3359203" y="5355002"/>
                  <a:pt x="3371432" y="5342890"/>
                </a:cubicBezTo>
                <a:cubicBezTo>
                  <a:pt x="3371833" y="5324945"/>
                  <a:pt x="3372232" y="5306954"/>
                  <a:pt x="3372608" y="5288963"/>
                </a:cubicBezTo>
                <a:cubicBezTo>
                  <a:pt x="3361367" y="5301592"/>
                  <a:pt x="3350149" y="5314292"/>
                  <a:pt x="3338907" y="5326756"/>
                </a:cubicBezTo>
                <a:cubicBezTo>
                  <a:pt x="3337495" y="5344278"/>
                  <a:pt x="3336085" y="5361729"/>
                  <a:pt x="3334697" y="5379156"/>
                </a:cubicBezTo>
                <a:close/>
                <a:moveTo>
                  <a:pt x="3294715" y="5417820"/>
                </a:moveTo>
                <a:cubicBezTo>
                  <a:pt x="3306945" y="5406061"/>
                  <a:pt x="3319198" y="5394301"/>
                  <a:pt x="3331451" y="5382402"/>
                </a:cubicBezTo>
                <a:cubicBezTo>
                  <a:pt x="3332839" y="5365162"/>
                  <a:pt x="3334227" y="5347852"/>
                  <a:pt x="3335614" y="5330496"/>
                </a:cubicBezTo>
                <a:cubicBezTo>
                  <a:pt x="3324395" y="5342867"/>
                  <a:pt x="3313154" y="5354979"/>
                  <a:pt x="3301936" y="5367302"/>
                </a:cubicBezTo>
                <a:cubicBezTo>
                  <a:pt x="3299513" y="5384189"/>
                  <a:pt x="3297091" y="5401028"/>
                  <a:pt x="3294668" y="5417844"/>
                </a:cubicBezTo>
                <a:close/>
                <a:moveTo>
                  <a:pt x="3254334" y="5456532"/>
                </a:moveTo>
                <a:cubicBezTo>
                  <a:pt x="3266611" y="5444820"/>
                  <a:pt x="3278887" y="5433061"/>
                  <a:pt x="3291140" y="5421254"/>
                </a:cubicBezTo>
                <a:cubicBezTo>
                  <a:pt x="3293539" y="5404626"/>
                  <a:pt x="3295938" y="5387975"/>
                  <a:pt x="3298314" y="5371301"/>
                </a:cubicBezTo>
                <a:cubicBezTo>
                  <a:pt x="3287072" y="5383625"/>
                  <a:pt x="3275830" y="5395901"/>
                  <a:pt x="3264564" y="5408131"/>
                </a:cubicBezTo>
                <a:cubicBezTo>
                  <a:pt x="3261131" y="5424335"/>
                  <a:pt x="3257627" y="5440422"/>
                  <a:pt x="3254287" y="5456556"/>
                </a:cubicBezTo>
                <a:close/>
                <a:moveTo>
                  <a:pt x="3213812" y="5495055"/>
                </a:moveTo>
                <a:cubicBezTo>
                  <a:pt x="3226041" y="5483531"/>
                  <a:pt x="3238247" y="5471936"/>
                  <a:pt x="3250453" y="5460271"/>
                </a:cubicBezTo>
                <a:cubicBezTo>
                  <a:pt x="3253816" y="5444372"/>
                  <a:pt x="3257180" y="5428497"/>
                  <a:pt x="3260519" y="5412528"/>
                </a:cubicBezTo>
                <a:cubicBezTo>
                  <a:pt x="3249348" y="5424641"/>
                  <a:pt x="3238177" y="5436682"/>
                  <a:pt x="3226982" y="5448677"/>
                </a:cubicBezTo>
                <a:cubicBezTo>
                  <a:pt x="3222561" y="5464199"/>
                  <a:pt x="3218162" y="5479674"/>
                  <a:pt x="3213765" y="5495079"/>
                </a:cubicBezTo>
                <a:close/>
                <a:moveTo>
                  <a:pt x="3173242" y="5532873"/>
                </a:moveTo>
                <a:cubicBezTo>
                  <a:pt x="3185354" y="5521608"/>
                  <a:pt x="3197442" y="5510413"/>
                  <a:pt x="3209531" y="5499053"/>
                </a:cubicBezTo>
                <a:cubicBezTo>
                  <a:pt x="3213835" y="5483907"/>
                  <a:pt x="3218139" y="5468714"/>
                  <a:pt x="3222443" y="5453498"/>
                </a:cubicBezTo>
                <a:cubicBezTo>
                  <a:pt x="3211460" y="5465304"/>
                  <a:pt x="3200429" y="5477064"/>
                  <a:pt x="3189305" y="5488776"/>
                </a:cubicBezTo>
                <a:cubicBezTo>
                  <a:pt x="3183919" y="5503593"/>
                  <a:pt x="3178557" y="5518174"/>
                  <a:pt x="3173195" y="5532897"/>
                </a:cubicBezTo>
                <a:close/>
                <a:moveTo>
                  <a:pt x="3132343" y="5571067"/>
                </a:moveTo>
                <a:cubicBezTo>
                  <a:pt x="3144338" y="5559990"/>
                  <a:pt x="3156356" y="5548677"/>
                  <a:pt x="3168350" y="5537459"/>
                </a:cubicBezTo>
                <a:cubicBezTo>
                  <a:pt x="3173571" y="5523089"/>
                  <a:pt x="3178816" y="5508837"/>
                  <a:pt x="3184037" y="5494396"/>
                </a:cubicBezTo>
                <a:cubicBezTo>
                  <a:pt x="3173030" y="5506156"/>
                  <a:pt x="3162048" y="5517915"/>
                  <a:pt x="3151111" y="5529392"/>
                </a:cubicBezTo>
                <a:cubicBezTo>
                  <a:pt x="3144738" y="5543315"/>
                  <a:pt x="3138529" y="5557167"/>
                  <a:pt x="3132296" y="5571091"/>
                </a:cubicBezTo>
                <a:close/>
                <a:moveTo>
                  <a:pt x="3091986" y="5607732"/>
                </a:moveTo>
                <a:cubicBezTo>
                  <a:pt x="3103533" y="5597219"/>
                  <a:pt x="3115104" y="5586848"/>
                  <a:pt x="3126652" y="5576288"/>
                </a:cubicBezTo>
                <a:cubicBezTo>
                  <a:pt x="3132719" y="5562788"/>
                  <a:pt x="3138787" y="5549407"/>
                  <a:pt x="3144855" y="5535836"/>
                </a:cubicBezTo>
                <a:cubicBezTo>
                  <a:pt x="3134131" y="5547008"/>
                  <a:pt x="3123430" y="5558061"/>
                  <a:pt x="3112705" y="5569185"/>
                </a:cubicBezTo>
                <a:cubicBezTo>
                  <a:pt x="3105767" y="5582050"/>
                  <a:pt x="3098853" y="5595056"/>
                  <a:pt x="3091939" y="5607756"/>
                </a:cubicBezTo>
                <a:close/>
                <a:moveTo>
                  <a:pt x="3051393" y="5644539"/>
                </a:moveTo>
                <a:cubicBezTo>
                  <a:pt x="3062705" y="5634402"/>
                  <a:pt x="3073970" y="5624101"/>
                  <a:pt x="3085259" y="5613847"/>
                </a:cubicBezTo>
                <a:cubicBezTo>
                  <a:pt x="3091821" y="5601759"/>
                  <a:pt x="3098359" y="5589435"/>
                  <a:pt x="3104921" y="5577299"/>
                </a:cubicBezTo>
                <a:cubicBezTo>
                  <a:pt x="3094620" y="5588024"/>
                  <a:pt x="3084319" y="5598772"/>
                  <a:pt x="3074017" y="5609355"/>
                </a:cubicBezTo>
                <a:cubicBezTo>
                  <a:pt x="3066444" y="5621185"/>
                  <a:pt x="3058895" y="5632850"/>
                  <a:pt x="3051346" y="5644562"/>
                </a:cubicBezTo>
                <a:close/>
                <a:moveTo>
                  <a:pt x="3011764" y="5680028"/>
                </a:moveTo>
                <a:cubicBezTo>
                  <a:pt x="3022089" y="5670856"/>
                  <a:pt x="3032390" y="5661707"/>
                  <a:pt x="3042691" y="5652464"/>
                </a:cubicBezTo>
                <a:cubicBezTo>
                  <a:pt x="3049747" y="5641670"/>
                  <a:pt x="3056590" y="5631039"/>
                  <a:pt x="3063552" y="5620173"/>
                </a:cubicBezTo>
                <a:cubicBezTo>
                  <a:pt x="3054144" y="5629581"/>
                  <a:pt x="3044925" y="5638988"/>
                  <a:pt x="3035612" y="5648396"/>
                </a:cubicBezTo>
                <a:cubicBezTo>
                  <a:pt x="3027615" y="5659097"/>
                  <a:pt x="3019666" y="5669515"/>
                  <a:pt x="3011717" y="5680051"/>
                </a:cubicBezTo>
                <a:close/>
                <a:moveTo>
                  <a:pt x="2975287" y="5712249"/>
                </a:moveTo>
                <a:lnTo>
                  <a:pt x="3000428" y="5690047"/>
                </a:lnTo>
                <a:cubicBezTo>
                  <a:pt x="3006802" y="5681628"/>
                  <a:pt x="3013175" y="5673184"/>
                  <a:pt x="3019549" y="5664741"/>
                </a:cubicBezTo>
                <a:cubicBezTo>
                  <a:pt x="3011717" y="5672573"/>
                  <a:pt x="3003932" y="5680452"/>
                  <a:pt x="2996218" y="5688377"/>
                </a:cubicBezTo>
                <a:cubicBezTo>
                  <a:pt x="2989186" y="5696397"/>
                  <a:pt x="2982224" y="5704299"/>
                  <a:pt x="2975240" y="5712272"/>
                </a:cubicBezTo>
                <a:close/>
                <a:moveTo>
                  <a:pt x="2949816" y="5734732"/>
                </a:moveTo>
                <a:lnTo>
                  <a:pt x="2957577" y="5727888"/>
                </a:lnTo>
                <a:lnTo>
                  <a:pt x="2962939" y="5721750"/>
                </a:lnTo>
                <a:cubicBezTo>
                  <a:pt x="2958518" y="5726148"/>
                  <a:pt x="2954238" y="5730405"/>
                  <a:pt x="2949769" y="5734756"/>
                </a:cubicBezTo>
                <a:close/>
                <a:moveTo>
                  <a:pt x="3500949" y="5285152"/>
                </a:moveTo>
                <a:cubicBezTo>
                  <a:pt x="3514049" y="5273252"/>
                  <a:pt x="3527173" y="5261375"/>
                  <a:pt x="3540272" y="5249334"/>
                </a:cubicBezTo>
                <a:cubicBezTo>
                  <a:pt x="3536626" y="5228896"/>
                  <a:pt x="3533005" y="5208529"/>
                  <a:pt x="3529360" y="5188068"/>
                </a:cubicBezTo>
                <a:cubicBezTo>
                  <a:pt x="3517247" y="5200580"/>
                  <a:pt x="3505112" y="5212833"/>
                  <a:pt x="3493000" y="5225227"/>
                </a:cubicBezTo>
                <a:cubicBezTo>
                  <a:pt x="3495634" y="5245241"/>
                  <a:pt x="3498268" y="5265209"/>
                  <a:pt x="3500902" y="5285176"/>
                </a:cubicBezTo>
                <a:close/>
                <a:moveTo>
                  <a:pt x="3458616" y="5323158"/>
                </a:moveTo>
                <a:cubicBezTo>
                  <a:pt x="3471810" y="5311399"/>
                  <a:pt x="3485003" y="5299522"/>
                  <a:pt x="3498174" y="5287575"/>
                </a:cubicBezTo>
                <a:lnTo>
                  <a:pt x="3490248" y="5227955"/>
                </a:lnTo>
                <a:cubicBezTo>
                  <a:pt x="3478089" y="5240373"/>
                  <a:pt x="3465907" y="5252744"/>
                  <a:pt x="3453724" y="5265044"/>
                </a:cubicBezTo>
                <a:cubicBezTo>
                  <a:pt x="3455394" y="5284470"/>
                  <a:pt x="3457017" y="5303849"/>
                  <a:pt x="3458639" y="5323182"/>
                </a:cubicBezTo>
                <a:close/>
                <a:moveTo>
                  <a:pt x="3416071" y="5361352"/>
                </a:moveTo>
                <a:cubicBezTo>
                  <a:pt x="3429335" y="5349593"/>
                  <a:pt x="3442552" y="5337622"/>
                  <a:pt x="3455794" y="5325698"/>
                </a:cubicBezTo>
                <a:lnTo>
                  <a:pt x="3450925" y="5267889"/>
                </a:lnTo>
                <a:cubicBezTo>
                  <a:pt x="3438696" y="5280260"/>
                  <a:pt x="3426466" y="5292584"/>
                  <a:pt x="3414213" y="5304885"/>
                </a:cubicBezTo>
                <a:cubicBezTo>
                  <a:pt x="3414848" y="5323722"/>
                  <a:pt x="3415483" y="5342584"/>
                  <a:pt x="3416094" y="5361376"/>
                </a:cubicBezTo>
                <a:close/>
                <a:moveTo>
                  <a:pt x="3373196" y="5398747"/>
                </a:moveTo>
                <a:cubicBezTo>
                  <a:pt x="3386508" y="5386988"/>
                  <a:pt x="3399843" y="5375628"/>
                  <a:pt x="3413178" y="5363916"/>
                </a:cubicBezTo>
                <a:cubicBezTo>
                  <a:pt x="3412590" y="5345219"/>
                  <a:pt x="3411978" y="5326498"/>
                  <a:pt x="3411320" y="5307754"/>
                </a:cubicBezTo>
                <a:cubicBezTo>
                  <a:pt x="3399043" y="5319983"/>
                  <a:pt x="3386743" y="5332001"/>
                  <a:pt x="3374466" y="5344137"/>
                </a:cubicBezTo>
                <a:cubicBezTo>
                  <a:pt x="3374067" y="5362387"/>
                  <a:pt x="3373644" y="5380591"/>
                  <a:pt x="3373220" y="5398770"/>
                </a:cubicBezTo>
                <a:close/>
                <a:moveTo>
                  <a:pt x="3330040" y="5436376"/>
                </a:moveTo>
                <a:cubicBezTo>
                  <a:pt x="3343398" y="5424829"/>
                  <a:pt x="3356757" y="5413116"/>
                  <a:pt x="3370022" y="5401428"/>
                </a:cubicBezTo>
                <a:cubicBezTo>
                  <a:pt x="3370421" y="5383366"/>
                  <a:pt x="3370821" y="5365280"/>
                  <a:pt x="3371221" y="5347194"/>
                </a:cubicBezTo>
                <a:cubicBezTo>
                  <a:pt x="3358897" y="5359400"/>
                  <a:pt x="3346550" y="5371677"/>
                  <a:pt x="3334203" y="5383742"/>
                </a:cubicBezTo>
                <a:cubicBezTo>
                  <a:pt x="3332862" y="5401333"/>
                  <a:pt x="3331498" y="5418879"/>
                  <a:pt x="3330064" y="5436400"/>
                </a:cubicBezTo>
                <a:close/>
                <a:moveTo>
                  <a:pt x="3286602" y="5473512"/>
                </a:moveTo>
                <a:cubicBezTo>
                  <a:pt x="3300007" y="5462106"/>
                  <a:pt x="3313389" y="5450746"/>
                  <a:pt x="3326747" y="5439222"/>
                </a:cubicBezTo>
                <a:cubicBezTo>
                  <a:pt x="3328182" y="5421842"/>
                  <a:pt x="3329617" y="5404415"/>
                  <a:pt x="3331004" y="5386988"/>
                </a:cubicBezTo>
                <a:cubicBezTo>
                  <a:pt x="3318657" y="5398982"/>
                  <a:pt x="3306286" y="5410741"/>
                  <a:pt x="3293939" y="5422641"/>
                </a:cubicBezTo>
                <a:cubicBezTo>
                  <a:pt x="3291517" y="5439645"/>
                  <a:pt x="3289071" y="5456602"/>
                  <a:pt x="3286625" y="5473536"/>
                </a:cubicBezTo>
                <a:close/>
                <a:moveTo>
                  <a:pt x="3242857" y="5510483"/>
                </a:moveTo>
                <a:cubicBezTo>
                  <a:pt x="3256286" y="5499194"/>
                  <a:pt x="3269715" y="5487858"/>
                  <a:pt x="3283121" y="5476452"/>
                </a:cubicBezTo>
                <a:cubicBezTo>
                  <a:pt x="3285473" y="5459707"/>
                  <a:pt x="3287965" y="5442868"/>
                  <a:pt x="3290388" y="5426051"/>
                </a:cubicBezTo>
                <a:cubicBezTo>
                  <a:pt x="3277970" y="5437999"/>
                  <a:pt x="3265553" y="5449900"/>
                  <a:pt x="3253158" y="5461753"/>
                </a:cubicBezTo>
                <a:cubicBezTo>
                  <a:pt x="3249748" y="5478004"/>
                  <a:pt x="3246314" y="5494349"/>
                  <a:pt x="3242880" y="5510507"/>
                </a:cubicBezTo>
                <a:close/>
                <a:moveTo>
                  <a:pt x="3198830" y="5547478"/>
                </a:moveTo>
                <a:cubicBezTo>
                  <a:pt x="3212259" y="5536330"/>
                  <a:pt x="3225641" y="5524994"/>
                  <a:pt x="3239071" y="5513705"/>
                </a:cubicBezTo>
                <a:cubicBezTo>
                  <a:pt x="3242457" y="5497713"/>
                  <a:pt x="3245844" y="5481555"/>
                  <a:pt x="3249254" y="5465516"/>
                </a:cubicBezTo>
                <a:cubicBezTo>
                  <a:pt x="3236883" y="5477298"/>
                  <a:pt x="3224512" y="5489011"/>
                  <a:pt x="3212142" y="5500653"/>
                </a:cubicBezTo>
                <a:cubicBezTo>
                  <a:pt x="3207744" y="5516245"/>
                  <a:pt x="3203322" y="5531955"/>
                  <a:pt x="3198830" y="5547478"/>
                </a:cubicBezTo>
                <a:close/>
                <a:moveTo>
                  <a:pt x="3154662" y="5583673"/>
                </a:moveTo>
                <a:cubicBezTo>
                  <a:pt x="3168021" y="5572737"/>
                  <a:pt x="3181356" y="5561894"/>
                  <a:pt x="3194644" y="5550864"/>
                </a:cubicBezTo>
                <a:cubicBezTo>
                  <a:pt x="3199042" y="5535530"/>
                  <a:pt x="3203416" y="5520056"/>
                  <a:pt x="3207814" y="5504651"/>
                </a:cubicBezTo>
                <a:cubicBezTo>
                  <a:pt x="3195491" y="5516198"/>
                  <a:pt x="3183167" y="5527675"/>
                  <a:pt x="3170867" y="5539105"/>
                </a:cubicBezTo>
                <a:cubicBezTo>
                  <a:pt x="3165528" y="5553993"/>
                  <a:pt x="3160142" y="5568856"/>
                  <a:pt x="3154709" y="5583673"/>
                </a:cubicBezTo>
                <a:close/>
                <a:moveTo>
                  <a:pt x="3110142" y="5620197"/>
                </a:moveTo>
                <a:cubicBezTo>
                  <a:pt x="3123453" y="5609426"/>
                  <a:pt x="3136765" y="5598395"/>
                  <a:pt x="3150123" y="5587459"/>
                </a:cubicBezTo>
                <a:cubicBezTo>
                  <a:pt x="3155439" y="5572925"/>
                  <a:pt x="3160754" y="5558297"/>
                  <a:pt x="3166069" y="5543691"/>
                </a:cubicBezTo>
                <a:cubicBezTo>
                  <a:pt x="3153769" y="5555168"/>
                  <a:pt x="3141469" y="5566716"/>
                  <a:pt x="3129168" y="5578028"/>
                </a:cubicBezTo>
                <a:cubicBezTo>
                  <a:pt x="3122842" y="5592116"/>
                  <a:pt x="3116515" y="5606180"/>
                  <a:pt x="3110189" y="5620197"/>
                </a:cubicBezTo>
                <a:close/>
                <a:moveTo>
                  <a:pt x="3065762" y="5655687"/>
                </a:moveTo>
                <a:cubicBezTo>
                  <a:pt x="3078792" y="5645268"/>
                  <a:pt x="3091821" y="5635014"/>
                  <a:pt x="3104850" y="5624525"/>
                </a:cubicBezTo>
                <a:cubicBezTo>
                  <a:pt x="3111059" y="5610790"/>
                  <a:pt x="3117268" y="5596961"/>
                  <a:pt x="3123477" y="5583155"/>
                </a:cubicBezTo>
                <a:cubicBezTo>
                  <a:pt x="3111529" y="5594045"/>
                  <a:pt x="3099582" y="5604792"/>
                  <a:pt x="3087658" y="5615658"/>
                </a:cubicBezTo>
                <a:cubicBezTo>
                  <a:pt x="3080414" y="5629087"/>
                  <a:pt x="3073100" y="5642328"/>
                  <a:pt x="3065809" y="5655687"/>
                </a:cubicBezTo>
                <a:close/>
                <a:moveTo>
                  <a:pt x="3021265" y="5690964"/>
                </a:moveTo>
                <a:cubicBezTo>
                  <a:pt x="3034059" y="5680875"/>
                  <a:pt x="3046853" y="5670668"/>
                  <a:pt x="3059648" y="5660390"/>
                </a:cubicBezTo>
                <a:cubicBezTo>
                  <a:pt x="3066703" y="5647455"/>
                  <a:pt x="3073759" y="5634661"/>
                  <a:pt x="3080814" y="5621679"/>
                </a:cubicBezTo>
                <a:cubicBezTo>
                  <a:pt x="3068890" y="5632544"/>
                  <a:pt x="3056943" y="5643457"/>
                  <a:pt x="3044996" y="5654181"/>
                </a:cubicBezTo>
                <a:cubicBezTo>
                  <a:pt x="3037117" y="5666505"/>
                  <a:pt x="3029238" y="5678806"/>
                  <a:pt x="3021313" y="5691059"/>
                </a:cubicBezTo>
                <a:close/>
                <a:moveTo>
                  <a:pt x="2977215" y="5725560"/>
                </a:moveTo>
                <a:cubicBezTo>
                  <a:pt x="2989421" y="5716035"/>
                  <a:pt x="3001651" y="5706510"/>
                  <a:pt x="3013857" y="5696868"/>
                </a:cubicBezTo>
                <a:cubicBezTo>
                  <a:pt x="3021336" y="5685343"/>
                  <a:pt x="3028815" y="5673772"/>
                  <a:pt x="3036270" y="5662154"/>
                </a:cubicBezTo>
                <a:cubicBezTo>
                  <a:pt x="3025076" y="5672173"/>
                  <a:pt x="3013834" y="5681980"/>
                  <a:pt x="3002615" y="5691952"/>
                </a:cubicBezTo>
                <a:cubicBezTo>
                  <a:pt x="2994219" y="5703241"/>
                  <a:pt x="2985729" y="5714530"/>
                  <a:pt x="2977262" y="5725654"/>
                </a:cubicBezTo>
                <a:close/>
                <a:moveTo>
                  <a:pt x="2934647" y="5758486"/>
                </a:moveTo>
                <a:cubicBezTo>
                  <a:pt x="2945818" y="5749878"/>
                  <a:pt x="2956989" y="5741247"/>
                  <a:pt x="2968160" y="5732616"/>
                </a:cubicBezTo>
                <a:cubicBezTo>
                  <a:pt x="2975875" y="5722526"/>
                  <a:pt x="2983589" y="5712202"/>
                  <a:pt x="2991279" y="5702042"/>
                </a:cubicBezTo>
                <a:cubicBezTo>
                  <a:pt x="2980743" y="5711355"/>
                  <a:pt x="2970230" y="5720644"/>
                  <a:pt x="2959718" y="5729911"/>
                </a:cubicBezTo>
                <a:cubicBezTo>
                  <a:pt x="2951392" y="5739436"/>
                  <a:pt x="2943043" y="5749079"/>
                  <a:pt x="2934694" y="5758510"/>
                </a:cubicBezTo>
                <a:close/>
                <a:moveTo>
                  <a:pt x="2893725" y="5790071"/>
                </a:moveTo>
                <a:cubicBezTo>
                  <a:pt x="2903132" y="5783016"/>
                  <a:pt x="2912539" y="5775560"/>
                  <a:pt x="2921947" y="5768269"/>
                </a:cubicBezTo>
                <a:cubicBezTo>
                  <a:pt x="2928626" y="5760744"/>
                  <a:pt x="2935305" y="5753100"/>
                  <a:pt x="2941985" y="5745527"/>
                </a:cubicBezTo>
                <a:cubicBezTo>
                  <a:pt x="2933354" y="5753053"/>
                  <a:pt x="2924745" y="5760438"/>
                  <a:pt x="2916114" y="5767917"/>
                </a:cubicBezTo>
                <a:cubicBezTo>
                  <a:pt x="2908706" y="5775301"/>
                  <a:pt x="2901250" y="5782781"/>
                  <a:pt x="2893772" y="5790095"/>
                </a:cubicBezTo>
                <a:close/>
                <a:moveTo>
                  <a:pt x="2866655" y="5810439"/>
                </a:moveTo>
                <a:lnTo>
                  <a:pt x="2874886" y="5804276"/>
                </a:lnTo>
                <a:cubicBezTo>
                  <a:pt x="2877708" y="5801525"/>
                  <a:pt x="2880554" y="5798820"/>
                  <a:pt x="2883400" y="5796069"/>
                </a:cubicBezTo>
                <a:cubicBezTo>
                  <a:pt x="2877850" y="5800866"/>
                  <a:pt x="2872275" y="5805688"/>
                  <a:pt x="2866702" y="5810462"/>
                </a:cubicBezTo>
                <a:close/>
                <a:moveTo>
                  <a:pt x="3509275" y="5348841"/>
                </a:moveTo>
                <a:cubicBezTo>
                  <a:pt x="3523386" y="5337387"/>
                  <a:pt x="3537497" y="5325863"/>
                  <a:pt x="3551608" y="5314245"/>
                </a:cubicBezTo>
                <a:cubicBezTo>
                  <a:pt x="3547963" y="5293854"/>
                  <a:pt x="3544317" y="5273393"/>
                  <a:pt x="3540672" y="5252861"/>
                </a:cubicBezTo>
                <a:cubicBezTo>
                  <a:pt x="3527525" y="5264950"/>
                  <a:pt x="3514378" y="5276827"/>
                  <a:pt x="3501208" y="5288774"/>
                </a:cubicBezTo>
                <a:cubicBezTo>
                  <a:pt x="3503983" y="5308812"/>
                  <a:pt x="3506664" y="5328826"/>
                  <a:pt x="3509275" y="5348841"/>
                </a:cubicBezTo>
                <a:close/>
                <a:moveTo>
                  <a:pt x="3463790" y="5385200"/>
                </a:moveTo>
                <a:cubicBezTo>
                  <a:pt x="3477901" y="5373817"/>
                  <a:pt x="3492294" y="5362528"/>
                  <a:pt x="3506523" y="5351028"/>
                </a:cubicBezTo>
                <a:cubicBezTo>
                  <a:pt x="3503889" y="5331131"/>
                  <a:pt x="3501255" y="5311187"/>
                  <a:pt x="3498597" y="5291220"/>
                </a:cubicBezTo>
                <a:cubicBezTo>
                  <a:pt x="3485357" y="5303191"/>
                  <a:pt x="3472139" y="5315044"/>
                  <a:pt x="3458898" y="5326945"/>
                </a:cubicBezTo>
                <a:cubicBezTo>
                  <a:pt x="3460568" y="5346371"/>
                  <a:pt x="3462238" y="5365797"/>
                  <a:pt x="3463860" y="5385200"/>
                </a:cubicBezTo>
                <a:close/>
                <a:moveTo>
                  <a:pt x="3417976" y="5421819"/>
                </a:moveTo>
                <a:cubicBezTo>
                  <a:pt x="3432299" y="5410530"/>
                  <a:pt x="3446622" y="5398935"/>
                  <a:pt x="3460944" y="5387458"/>
                </a:cubicBezTo>
                <a:cubicBezTo>
                  <a:pt x="3459368" y="5368173"/>
                  <a:pt x="3457746" y="5348841"/>
                  <a:pt x="3456076" y="5329461"/>
                </a:cubicBezTo>
                <a:cubicBezTo>
                  <a:pt x="3442764" y="5341432"/>
                  <a:pt x="3429476" y="5353450"/>
                  <a:pt x="3416094" y="5365233"/>
                </a:cubicBezTo>
                <a:cubicBezTo>
                  <a:pt x="3416776" y="5384142"/>
                  <a:pt x="3417435" y="5403004"/>
                  <a:pt x="3418046" y="5421819"/>
                </a:cubicBezTo>
                <a:close/>
                <a:moveTo>
                  <a:pt x="3371833" y="5457590"/>
                </a:moveTo>
                <a:cubicBezTo>
                  <a:pt x="3386202" y="5446419"/>
                  <a:pt x="3400643" y="5435459"/>
                  <a:pt x="3415036" y="5424170"/>
                </a:cubicBezTo>
                <a:cubicBezTo>
                  <a:pt x="3414424" y="5405356"/>
                  <a:pt x="3413813" y="5386541"/>
                  <a:pt x="3413201" y="5367726"/>
                </a:cubicBezTo>
                <a:cubicBezTo>
                  <a:pt x="3399843" y="5379485"/>
                  <a:pt x="3386437" y="5391033"/>
                  <a:pt x="3373056" y="5402721"/>
                </a:cubicBezTo>
                <a:cubicBezTo>
                  <a:pt x="3372702" y="5421066"/>
                  <a:pt x="3372326" y="5439363"/>
                  <a:pt x="3371903" y="5457590"/>
                </a:cubicBezTo>
                <a:close/>
                <a:moveTo>
                  <a:pt x="3325313" y="5493527"/>
                </a:moveTo>
                <a:cubicBezTo>
                  <a:pt x="3339800" y="5482426"/>
                  <a:pt x="3354264" y="5471231"/>
                  <a:pt x="3368728" y="5459966"/>
                </a:cubicBezTo>
                <a:cubicBezTo>
                  <a:pt x="3369151" y="5441856"/>
                  <a:pt x="3369575" y="5423700"/>
                  <a:pt x="3369975" y="5405496"/>
                </a:cubicBezTo>
                <a:cubicBezTo>
                  <a:pt x="3356522" y="5417256"/>
                  <a:pt x="3343093" y="5429015"/>
                  <a:pt x="3329641" y="5440774"/>
                </a:cubicBezTo>
                <a:cubicBezTo>
                  <a:pt x="3328253" y="5458319"/>
                  <a:pt x="3326818" y="5475911"/>
                  <a:pt x="3325384" y="5493527"/>
                </a:cubicBezTo>
                <a:close/>
                <a:moveTo>
                  <a:pt x="3278558" y="5529204"/>
                </a:moveTo>
                <a:cubicBezTo>
                  <a:pt x="3293093" y="5518221"/>
                  <a:pt x="3307627" y="5507190"/>
                  <a:pt x="3322138" y="5496066"/>
                </a:cubicBezTo>
                <a:cubicBezTo>
                  <a:pt x="3323573" y="5478616"/>
                  <a:pt x="3325007" y="5461118"/>
                  <a:pt x="3326442" y="5443573"/>
                </a:cubicBezTo>
                <a:cubicBezTo>
                  <a:pt x="3312966" y="5455168"/>
                  <a:pt x="3299466" y="5466551"/>
                  <a:pt x="3285990" y="5478028"/>
                </a:cubicBezTo>
                <a:cubicBezTo>
                  <a:pt x="3283520" y="5495102"/>
                  <a:pt x="3281051" y="5512153"/>
                  <a:pt x="3278558" y="5529204"/>
                </a:cubicBezTo>
                <a:close/>
                <a:moveTo>
                  <a:pt x="3231380" y="5564482"/>
                </a:moveTo>
                <a:cubicBezTo>
                  <a:pt x="3245961" y="5553616"/>
                  <a:pt x="3260543" y="5542798"/>
                  <a:pt x="3275101" y="5531838"/>
                </a:cubicBezTo>
                <a:cubicBezTo>
                  <a:pt x="3277570" y="5514905"/>
                  <a:pt x="3280040" y="5498018"/>
                  <a:pt x="3282486" y="5481038"/>
                </a:cubicBezTo>
                <a:cubicBezTo>
                  <a:pt x="3268963" y="5492538"/>
                  <a:pt x="3255439" y="5503969"/>
                  <a:pt x="3241893" y="5515375"/>
                </a:cubicBezTo>
                <a:cubicBezTo>
                  <a:pt x="3238389" y="5531697"/>
                  <a:pt x="3234884" y="5548019"/>
                  <a:pt x="3231380" y="5564482"/>
                </a:cubicBezTo>
                <a:close/>
                <a:moveTo>
                  <a:pt x="3183779" y="5599995"/>
                </a:moveTo>
                <a:cubicBezTo>
                  <a:pt x="3198407" y="5589247"/>
                  <a:pt x="3213036" y="5578170"/>
                  <a:pt x="3227688" y="5567233"/>
                </a:cubicBezTo>
                <a:cubicBezTo>
                  <a:pt x="3231145" y="5551029"/>
                  <a:pt x="3234625" y="5534848"/>
                  <a:pt x="3238106" y="5518574"/>
                </a:cubicBezTo>
                <a:cubicBezTo>
                  <a:pt x="3224536" y="5529957"/>
                  <a:pt x="3210989" y="5541363"/>
                  <a:pt x="3197442" y="5552628"/>
                </a:cubicBezTo>
                <a:cubicBezTo>
                  <a:pt x="3192880" y="5568409"/>
                  <a:pt x="3188318" y="5584096"/>
                  <a:pt x="3183779" y="5599901"/>
                </a:cubicBezTo>
                <a:close/>
                <a:moveTo>
                  <a:pt x="3136201" y="5634332"/>
                </a:moveTo>
                <a:cubicBezTo>
                  <a:pt x="3150735" y="5623819"/>
                  <a:pt x="3165246" y="5613471"/>
                  <a:pt x="3179780" y="5602864"/>
                </a:cubicBezTo>
                <a:cubicBezTo>
                  <a:pt x="3184272" y="5587247"/>
                  <a:pt x="3188788" y="5571726"/>
                  <a:pt x="3193280" y="5556015"/>
                </a:cubicBezTo>
                <a:cubicBezTo>
                  <a:pt x="3179756" y="5567186"/>
                  <a:pt x="3166233" y="5578193"/>
                  <a:pt x="3152710" y="5589270"/>
                </a:cubicBezTo>
                <a:cubicBezTo>
                  <a:pt x="3147207" y="5604251"/>
                  <a:pt x="3141704" y="5619256"/>
                  <a:pt x="3136201" y="5634237"/>
                </a:cubicBezTo>
                <a:close/>
                <a:moveTo>
                  <a:pt x="3088081" y="5669069"/>
                </a:moveTo>
                <a:cubicBezTo>
                  <a:pt x="3102663" y="5658674"/>
                  <a:pt x="3117221" y="5648090"/>
                  <a:pt x="3131755" y="5637530"/>
                </a:cubicBezTo>
                <a:cubicBezTo>
                  <a:pt x="3137212" y="5622737"/>
                  <a:pt x="3142668" y="5607920"/>
                  <a:pt x="3148101" y="5593057"/>
                </a:cubicBezTo>
                <a:cubicBezTo>
                  <a:pt x="3134554" y="5604204"/>
                  <a:pt x="3120984" y="5615446"/>
                  <a:pt x="3107437" y="5626406"/>
                </a:cubicBezTo>
                <a:cubicBezTo>
                  <a:pt x="3100946" y="5640588"/>
                  <a:pt x="3094502" y="5654793"/>
                  <a:pt x="3088081" y="5668974"/>
                </a:cubicBezTo>
                <a:close/>
                <a:moveTo>
                  <a:pt x="3039915" y="5703100"/>
                </a:moveTo>
                <a:cubicBezTo>
                  <a:pt x="3054309" y="5692987"/>
                  <a:pt x="3068702" y="5682921"/>
                  <a:pt x="3083096" y="5672667"/>
                </a:cubicBezTo>
                <a:cubicBezTo>
                  <a:pt x="3089469" y="5658697"/>
                  <a:pt x="3095843" y="5644704"/>
                  <a:pt x="3102192" y="5630663"/>
                </a:cubicBezTo>
                <a:cubicBezTo>
                  <a:pt x="3088834" y="5641387"/>
                  <a:pt x="3075476" y="5651829"/>
                  <a:pt x="3062211" y="5662507"/>
                </a:cubicBezTo>
                <a:cubicBezTo>
                  <a:pt x="3054732" y="5675959"/>
                  <a:pt x="3047324" y="5689553"/>
                  <a:pt x="3039915" y="5703006"/>
                </a:cubicBezTo>
                <a:close/>
                <a:moveTo>
                  <a:pt x="2991655" y="5736802"/>
                </a:moveTo>
                <a:cubicBezTo>
                  <a:pt x="3005884" y="5726924"/>
                  <a:pt x="3020113" y="5717000"/>
                  <a:pt x="3034318" y="5707028"/>
                </a:cubicBezTo>
                <a:cubicBezTo>
                  <a:pt x="3041539" y="5693881"/>
                  <a:pt x="3048782" y="5680593"/>
                  <a:pt x="3056002" y="5667399"/>
                </a:cubicBezTo>
                <a:cubicBezTo>
                  <a:pt x="3042761" y="5677959"/>
                  <a:pt x="3029497" y="5688565"/>
                  <a:pt x="3016256" y="5699008"/>
                </a:cubicBezTo>
                <a:cubicBezTo>
                  <a:pt x="3008048" y="5711520"/>
                  <a:pt x="2999863" y="5724172"/>
                  <a:pt x="2991655" y="5736708"/>
                </a:cubicBezTo>
                <a:close/>
                <a:moveTo>
                  <a:pt x="2943019" y="5770457"/>
                </a:moveTo>
                <a:cubicBezTo>
                  <a:pt x="2956989" y="5760885"/>
                  <a:pt x="2970983" y="5751219"/>
                  <a:pt x="2984977" y="5741482"/>
                </a:cubicBezTo>
                <a:cubicBezTo>
                  <a:pt x="2992926" y="5729300"/>
                  <a:pt x="3000875" y="5717140"/>
                  <a:pt x="3008848" y="5704887"/>
                </a:cubicBezTo>
                <a:cubicBezTo>
                  <a:pt x="2996054" y="5714930"/>
                  <a:pt x="2983260" y="5724831"/>
                  <a:pt x="2970465" y="5734779"/>
                </a:cubicBezTo>
                <a:cubicBezTo>
                  <a:pt x="2961293" y="5746680"/>
                  <a:pt x="2952168" y="5758439"/>
                  <a:pt x="2943019" y="5770363"/>
                </a:cubicBezTo>
                <a:close/>
                <a:moveTo>
                  <a:pt x="2895441" y="5802536"/>
                </a:moveTo>
                <a:cubicBezTo>
                  <a:pt x="2908682" y="5793599"/>
                  <a:pt x="2921923" y="5784709"/>
                  <a:pt x="2935164" y="5775725"/>
                </a:cubicBezTo>
                <a:cubicBezTo>
                  <a:pt x="2943866" y="5764389"/>
                  <a:pt x="2952591" y="5753218"/>
                  <a:pt x="2961293" y="5741811"/>
                </a:cubicBezTo>
                <a:cubicBezTo>
                  <a:pt x="2948946" y="5751383"/>
                  <a:pt x="2936599" y="5760908"/>
                  <a:pt x="2924252" y="5770386"/>
                </a:cubicBezTo>
                <a:cubicBezTo>
                  <a:pt x="2914562" y="5781205"/>
                  <a:pt x="2904966" y="5791788"/>
                  <a:pt x="2895441" y="5802536"/>
                </a:cubicBezTo>
                <a:close/>
                <a:moveTo>
                  <a:pt x="2847793" y="5834709"/>
                </a:moveTo>
                <a:cubicBezTo>
                  <a:pt x="2860258" y="5826431"/>
                  <a:pt x="2872746" y="5817894"/>
                  <a:pt x="2885211" y="5809450"/>
                </a:cubicBezTo>
                <a:cubicBezTo>
                  <a:pt x="2893866" y="5799785"/>
                  <a:pt x="2902520" y="5790212"/>
                  <a:pt x="2911081" y="5780476"/>
                </a:cubicBezTo>
                <a:cubicBezTo>
                  <a:pt x="2899722" y="5789201"/>
                  <a:pt x="2888386" y="5797832"/>
                  <a:pt x="2877026" y="5806346"/>
                </a:cubicBezTo>
                <a:cubicBezTo>
                  <a:pt x="2867219" y="5815965"/>
                  <a:pt x="2857483" y="5825278"/>
                  <a:pt x="2847722" y="5834709"/>
                </a:cubicBezTo>
                <a:close/>
                <a:moveTo>
                  <a:pt x="2805131" y="5862720"/>
                </a:moveTo>
                <a:cubicBezTo>
                  <a:pt x="2814749" y="5856394"/>
                  <a:pt x="2824392" y="5850161"/>
                  <a:pt x="2834011" y="5843905"/>
                </a:cubicBezTo>
                <a:cubicBezTo>
                  <a:pt x="2841937" y="5836285"/>
                  <a:pt x="2849839" y="5828642"/>
                  <a:pt x="2857765" y="5820998"/>
                </a:cubicBezTo>
                <a:cubicBezTo>
                  <a:pt x="2849181" y="5827419"/>
                  <a:pt x="2840596" y="5833863"/>
                  <a:pt x="2832012" y="5840283"/>
                </a:cubicBezTo>
                <a:cubicBezTo>
                  <a:pt x="2822981" y="5847809"/>
                  <a:pt x="2814020" y="5855171"/>
                  <a:pt x="2805060" y="5862720"/>
                </a:cubicBezTo>
                <a:close/>
                <a:moveTo>
                  <a:pt x="2778954" y="5879818"/>
                </a:moveTo>
                <a:lnTo>
                  <a:pt x="2783917" y="5876572"/>
                </a:lnTo>
                <a:lnTo>
                  <a:pt x="2787726" y="5873374"/>
                </a:lnTo>
                <a:cubicBezTo>
                  <a:pt x="2784740" y="5875561"/>
                  <a:pt x="2781800" y="5877654"/>
                  <a:pt x="2778883" y="5879818"/>
                </a:cubicBezTo>
                <a:close/>
                <a:moveTo>
                  <a:pt x="3517812" y="5412528"/>
                </a:moveTo>
                <a:cubicBezTo>
                  <a:pt x="3533005" y="5401545"/>
                  <a:pt x="3548198" y="5390303"/>
                  <a:pt x="3563391" y="5379109"/>
                </a:cubicBezTo>
                <a:cubicBezTo>
                  <a:pt x="3559769" y="5358648"/>
                  <a:pt x="3556076" y="5338092"/>
                  <a:pt x="3552431" y="5317631"/>
                </a:cubicBezTo>
                <a:cubicBezTo>
                  <a:pt x="3538320" y="5329297"/>
                  <a:pt x="3524139" y="5340867"/>
                  <a:pt x="3509863" y="5352321"/>
                </a:cubicBezTo>
                <a:cubicBezTo>
                  <a:pt x="3512473" y="5372406"/>
                  <a:pt x="3515107" y="5392468"/>
                  <a:pt x="3517742" y="5412528"/>
                </a:cubicBezTo>
                <a:close/>
                <a:moveTo>
                  <a:pt x="3469105" y="5447195"/>
                </a:moveTo>
                <a:cubicBezTo>
                  <a:pt x="3484415" y="5436282"/>
                  <a:pt x="3499679" y="5425511"/>
                  <a:pt x="3515037" y="5414504"/>
                </a:cubicBezTo>
                <a:cubicBezTo>
                  <a:pt x="3512403" y="5394513"/>
                  <a:pt x="3509768" y="5374523"/>
                  <a:pt x="3507111" y="5354508"/>
                </a:cubicBezTo>
                <a:cubicBezTo>
                  <a:pt x="3492835" y="5366009"/>
                  <a:pt x="3478512" y="5377368"/>
                  <a:pt x="3464237" y="5388799"/>
                </a:cubicBezTo>
                <a:cubicBezTo>
                  <a:pt x="3465789" y="5408295"/>
                  <a:pt x="3467412" y="5427722"/>
                  <a:pt x="3469034" y="5447195"/>
                </a:cubicBezTo>
                <a:close/>
                <a:moveTo>
                  <a:pt x="3419904" y="5482167"/>
                </a:moveTo>
                <a:cubicBezTo>
                  <a:pt x="3435309" y="5471348"/>
                  <a:pt x="3450690" y="5460271"/>
                  <a:pt x="3466094" y="5449241"/>
                </a:cubicBezTo>
                <a:cubicBezTo>
                  <a:pt x="3464472" y="5429838"/>
                  <a:pt x="3462873" y="5410483"/>
                  <a:pt x="3461250" y="5391056"/>
                </a:cubicBezTo>
                <a:cubicBezTo>
                  <a:pt x="3446856" y="5402580"/>
                  <a:pt x="3432487" y="5414222"/>
                  <a:pt x="3418093" y="5425558"/>
                </a:cubicBezTo>
                <a:cubicBezTo>
                  <a:pt x="3418752" y="5444490"/>
                  <a:pt x="3419363" y="5463352"/>
                  <a:pt x="3419904" y="5482167"/>
                </a:cubicBezTo>
                <a:close/>
                <a:moveTo>
                  <a:pt x="3370515" y="5516457"/>
                </a:moveTo>
                <a:cubicBezTo>
                  <a:pt x="3386014" y="5505756"/>
                  <a:pt x="3401513" y="5495102"/>
                  <a:pt x="3417012" y="5484260"/>
                </a:cubicBezTo>
                <a:cubicBezTo>
                  <a:pt x="3416424" y="5465445"/>
                  <a:pt x="3415836" y="5446677"/>
                  <a:pt x="3415224" y="5427957"/>
                </a:cubicBezTo>
                <a:cubicBezTo>
                  <a:pt x="3400760" y="5439269"/>
                  <a:pt x="3386273" y="5450252"/>
                  <a:pt x="3371809" y="5461494"/>
                </a:cubicBezTo>
                <a:cubicBezTo>
                  <a:pt x="3371386" y="5479815"/>
                  <a:pt x="3370939" y="5498089"/>
                  <a:pt x="3370515" y="5516410"/>
                </a:cubicBezTo>
                <a:close/>
                <a:moveTo>
                  <a:pt x="3320656" y="5550653"/>
                </a:moveTo>
                <a:cubicBezTo>
                  <a:pt x="3336249" y="5540023"/>
                  <a:pt x="3351818" y="5529322"/>
                  <a:pt x="3367411" y="5518574"/>
                </a:cubicBezTo>
                <a:cubicBezTo>
                  <a:pt x="3367858" y="5500347"/>
                  <a:pt x="3368305" y="5482143"/>
                  <a:pt x="3368728" y="5463869"/>
                </a:cubicBezTo>
                <a:cubicBezTo>
                  <a:pt x="3354170" y="5475158"/>
                  <a:pt x="3339612" y="5486447"/>
                  <a:pt x="3325054" y="5497595"/>
                </a:cubicBezTo>
                <a:cubicBezTo>
                  <a:pt x="3323596" y="5515281"/>
                  <a:pt x="3322138" y="5532944"/>
                  <a:pt x="3320656" y="5550606"/>
                </a:cubicBezTo>
                <a:close/>
                <a:moveTo>
                  <a:pt x="3270420" y="5584778"/>
                </a:moveTo>
                <a:cubicBezTo>
                  <a:pt x="3286108" y="5574265"/>
                  <a:pt x="3301771" y="5563611"/>
                  <a:pt x="3317458" y="5552840"/>
                </a:cubicBezTo>
                <a:cubicBezTo>
                  <a:pt x="3318916" y="5535295"/>
                  <a:pt x="3320374" y="5517727"/>
                  <a:pt x="3321809" y="5500111"/>
                </a:cubicBezTo>
                <a:cubicBezTo>
                  <a:pt x="3307180" y="5511283"/>
                  <a:pt x="3292552" y="5522384"/>
                  <a:pt x="3277946" y="5533390"/>
                </a:cubicBezTo>
                <a:cubicBezTo>
                  <a:pt x="3275383" y="5550535"/>
                  <a:pt x="3272866" y="5567633"/>
                  <a:pt x="3270420" y="5584731"/>
                </a:cubicBezTo>
                <a:close/>
                <a:moveTo>
                  <a:pt x="3219809" y="5618222"/>
                </a:moveTo>
                <a:cubicBezTo>
                  <a:pt x="3235543" y="5607826"/>
                  <a:pt x="3251277" y="5597549"/>
                  <a:pt x="3267010" y="5587036"/>
                </a:cubicBezTo>
                <a:cubicBezTo>
                  <a:pt x="3269527" y="5570032"/>
                  <a:pt x="3272020" y="5553005"/>
                  <a:pt x="3274489" y="5535954"/>
                </a:cubicBezTo>
                <a:cubicBezTo>
                  <a:pt x="3259814" y="5547008"/>
                  <a:pt x="3245115" y="5557991"/>
                  <a:pt x="3230415" y="5568880"/>
                </a:cubicBezTo>
                <a:cubicBezTo>
                  <a:pt x="3226888" y="5585343"/>
                  <a:pt x="3223336" y="5601735"/>
                  <a:pt x="3219809" y="5618175"/>
                </a:cubicBezTo>
                <a:close/>
                <a:moveTo>
                  <a:pt x="3168797" y="5651923"/>
                </a:moveTo>
                <a:cubicBezTo>
                  <a:pt x="3184578" y="5641646"/>
                  <a:pt x="3200382" y="5631063"/>
                  <a:pt x="3216187" y="5620621"/>
                </a:cubicBezTo>
                <a:cubicBezTo>
                  <a:pt x="3219691" y="5604298"/>
                  <a:pt x="3223242" y="5588024"/>
                  <a:pt x="3226723" y="5571631"/>
                </a:cubicBezTo>
                <a:cubicBezTo>
                  <a:pt x="3211954" y="5582638"/>
                  <a:pt x="3197208" y="5593739"/>
                  <a:pt x="3182438" y="5604557"/>
                </a:cubicBezTo>
                <a:cubicBezTo>
                  <a:pt x="3177875" y="5620315"/>
                  <a:pt x="3173336" y="5636166"/>
                  <a:pt x="3168797" y="5651876"/>
                </a:cubicBezTo>
                <a:close/>
                <a:moveTo>
                  <a:pt x="3117527" y="5684849"/>
                </a:moveTo>
                <a:cubicBezTo>
                  <a:pt x="3133307" y="5674736"/>
                  <a:pt x="3149089" y="5664812"/>
                  <a:pt x="3164870" y="5654605"/>
                </a:cubicBezTo>
                <a:cubicBezTo>
                  <a:pt x="3169409" y="5638988"/>
                  <a:pt x="3173924" y="5623254"/>
                  <a:pt x="3178440" y="5607568"/>
                </a:cubicBezTo>
                <a:cubicBezTo>
                  <a:pt x="3163741" y="5618292"/>
                  <a:pt x="3149042" y="5628734"/>
                  <a:pt x="3134343" y="5639388"/>
                </a:cubicBezTo>
                <a:cubicBezTo>
                  <a:pt x="3128745" y="5654464"/>
                  <a:pt x="3123124" y="5669562"/>
                  <a:pt x="3117527" y="5684709"/>
                </a:cubicBezTo>
                <a:close/>
                <a:moveTo>
                  <a:pt x="3065786" y="5717775"/>
                </a:moveTo>
                <a:cubicBezTo>
                  <a:pt x="3081590" y="5707803"/>
                  <a:pt x="3097395" y="5697690"/>
                  <a:pt x="3113223" y="5687578"/>
                </a:cubicBezTo>
                <a:cubicBezTo>
                  <a:pt x="3118750" y="5672620"/>
                  <a:pt x="3124277" y="5657639"/>
                  <a:pt x="3129850" y="5642610"/>
                </a:cubicBezTo>
                <a:cubicBezTo>
                  <a:pt x="3115057" y="5653311"/>
                  <a:pt x="3100288" y="5664083"/>
                  <a:pt x="3085495" y="5674643"/>
                </a:cubicBezTo>
                <a:cubicBezTo>
                  <a:pt x="3078980" y="5689012"/>
                  <a:pt x="3072442" y="5703335"/>
                  <a:pt x="3065856" y="5717611"/>
                </a:cubicBezTo>
                <a:close/>
                <a:moveTo>
                  <a:pt x="3013857" y="5750278"/>
                </a:moveTo>
                <a:cubicBezTo>
                  <a:pt x="3029544" y="5740518"/>
                  <a:pt x="3045278" y="5730687"/>
                  <a:pt x="3061059" y="5720762"/>
                </a:cubicBezTo>
                <a:cubicBezTo>
                  <a:pt x="3067550" y="5706651"/>
                  <a:pt x="3074041" y="5692469"/>
                  <a:pt x="3080508" y="5678241"/>
                </a:cubicBezTo>
                <a:cubicBezTo>
                  <a:pt x="3065880" y="5688613"/>
                  <a:pt x="3051252" y="5698773"/>
                  <a:pt x="3036623" y="5709050"/>
                </a:cubicBezTo>
                <a:cubicBezTo>
                  <a:pt x="3029074" y="5722714"/>
                  <a:pt x="3021524" y="5736402"/>
                  <a:pt x="3013927" y="5750113"/>
                </a:cubicBezTo>
                <a:close/>
                <a:moveTo>
                  <a:pt x="2961716" y="5782263"/>
                </a:moveTo>
                <a:cubicBezTo>
                  <a:pt x="2977404" y="5772715"/>
                  <a:pt x="2993020" y="5763119"/>
                  <a:pt x="3008589" y="5753500"/>
                </a:cubicBezTo>
                <a:cubicBezTo>
                  <a:pt x="3016068" y="5740000"/>
                  <a:pt x="3023547" y="5726548"/>
                  <a:pt x="3031025" y="5712954"/>
                </a:cubicBezTo>
                <a:cubicBezTo>
                  <a:pt x="3016420" y="5723232"/>
                  <a:pt x="3001792" y="5733415"/>
                  <a:pt x="2987187" y="5743528"/>
                </a:cubicBezTo>
                <a:cubicBezTo>
                  <a:pt x="2978767" y="5756370"/>
                  <a:pt x="2970277" y="5769211"/>
                  <a:pt x="2961787" y="5782099"/>
                </a:cubicBezTo>
                <a:close/>
                <a:moveTo>
                  <a:pt x="2909129" y="5814390"/>
                </a:moveTo>
                <a:cubicBezTo>
                  <a:pt x="2924651" y="5804982"/>
                  <a:pt x="2940150" y="5795575"/>
                  <a:pt x="2955649" y="5785979"/>
                </a:cubicBezTo>
                <a:cubicBezTo>
                  <a:pt x="2963928" y="5773444"/>
                  <a:pt x="2972206" y="5760885"/>
                  <a:pt x="2980461" y="5748349"/>
                </a:cubicBezTo>
                <a:cubicBezTo>
                  <a:pt x="2966044" y="5758345"/>
                  <a:pt x="2951627" y="5768269"/>
                  <a:pt x="2937187" y="5778101"/>
                </a:cubicBezTo>
                <a:cubicBezTo>
                  <a:pt x="2927874" y="5790095"/>
                  <a:pt x="2918537" y="5802136"/>
                  <a:pt x="2909200" y="5814225"/>
                </a:cubicBezTo>
                <a:close/>
                <a:moveTo>
                  <a:pt x="2857389" y="5844964"/>
                </a:moveTo>
                <a:cubicBezTo>
                  <a:pt x="2872299" y="5836121"/>
                  <a:pt x="2887210" y="5827395"/>
                  <a:pt x="2902074" y="5818505"/>
                </a:cubicBezTo>
                <a:cubicBezTo>
                  <a:pt x="2911105" y="5806746"/>
                  <a:pt x="2920136" y="5794987"/>
                  <a:pt x="2929167" y="5783369"/>
                </a:cubicBezTo>
                <a:cubicBezTo>
                  <a:pt x="2915150" y="5792894"/>
                  <a:pt x="2901133" y="5802371"/>
                  <a:pt x="2887092" y="5811779"/>
                </a:cubicBezTo>
                <a:cubicBezTo>
                  <a:pt x="2877332" y="5822668"/>
                  <a:pt x="2867407" y="5833816"/>
                  <a:pt x="2857506" y="5844799"/>
                </a:cubicBezTo>
                <a:close/>
                <a:moveTo>
                  <a:pt x="2805154" y="5875820"/>
                </a:moveTo>
                <a:cubicBezTo>
                  <a:pt x="2819712" y="5867353"/>
                  <a:pt x="2834246" y="5858652"/>
                  <a:pt x="2848804" y="5849949"/>
                </a:cubicBezTo>
                <a:cubicBezTo>
                  <a:pt x="2858211" y="5839601"/>
                  <a:pt x="2867619" y="5829042"/>
                  <a:pt x="2876886" y="5818623"/>
                </a:cubicBezTo>
                <a:cubicBezTo>
                  <a:pt x="2863198" y="5827866"/>
                  <a:pt x="2849510" y="5837108"/>
                  <a:pt x="2835822" y="5846187"/>
                </a:cubicBezTo>
                <a:cubicBezTo>
                  <a:pt x="2825709" y="5855923"/>
                  <a:pt x="2815478" y="5865895"/>
                  <a:pt x="2805271" y="5875655"/>
                </a:cubicBezTo>
                <a:close/>
                <a:moveTo>
                  <a:pt x="2754918" y="5904747"/>
                </a:moveTo>
                <a:cubicBezTo>
                  <a:pt x="2767948" y="5897269"/>
                  <a:pt x="2780977" y="5889954"/>
                  <a:pt x="2794006" y="5882428"/>
                </a:cubicBezTo>
                <a:cubicBezTo>
                  <a:pt x="2803414" y="5873374"/>
                  <a:pt x="2812962" y="5864084"/>
                  <a:pt x="2822440" y="5854983"/>
                </a:cubicBezTo>
                <a:lnTo>
                  <a:pt x="2785634" y="5879042"/>
                </a:lnTo>
                <a:cubicBezTo>
                  <a:pt x="2775497" y="5887438"/>
                  <a:pt x="2765266" y="5896093"/>
                  <a:pt x="2755036" y="5904583"/>
                </a:cubicBezTo>
                <a:close/>
                <a:moveTo>
                  <a:pt x="2707881" y="5931559"/>
                </a:moveTo>
                <a:cubicBezTo>
                  <a:pt x="2718723" y="5925444"/>
                  <a:pt x="2729565" y="5919235"/>
                  <a:pt x="2740384" y="5913050"/>
                </a:cubicBezTo>
                <a:cubicBezTo>
                  <a:pt x="2748404" y="5906417"/>
                  <a:pt x="2756423" y="5899574"/>
                  <a:pt x="2764467" y="5892918"/>
                </a:cubicBezTo>
                <a:cubicBezTo>
                  <a:pt x="2753249" y="5900279"/>
                  <a:pt x="2742030" y="5907664"/>
                  <a:pt x="2730835" y="5914884"/>
                </a:cubicBezTo>
                <a:cubicBezTo>
                  <a:pt x="2723262" y="5920270"/>
                  <a:pt x="2715619" y="5925867"/>
                  <a:pt x="2707952" y="5931371"/>
                </a:cubicBezTo>
                <a:close/>
                <a:moveTo>
                  <a:pt x="2673497" y="5951149"/>
                </a:moveTo>
                <a:cubicBezTo>
                  <a:pt x="2677189" y="5949080"/>
                  <a:pt x="2680882" y="5946963"/>
                  <a:pt x="2684598" y="5944847"/>
                </a:cubicBezTo>
                <a:cubicBezTo>
                  <a:pt x="2686950" y="5943106"/>
                  <a:pt x="2689466" y="5941272"/>
                  <a:pt x="2691912" y="5939531"/>
                </a:cubicBezTo>
                <a:close/>
                <a:moveTo>
                  <a:pt x="3526043" y="5476334"/>
                </a:moveTo>
                <a:cubicBezTo>
                  <a:pt x="3542295" y="5465822"/>
                  <a:pt x="3558499" y="5454932"/>
                  <a:pt x="3574703" y="5444161"/>
                </a:cubicBezTo>
                <a:cubicBezTo>
                  <a:pt x="3571058" y="5423606"/>
                  <a:pt x="3567483" y="5403144"/>
                  <a:pt x="3563814" y="5382542"/>
                </a:cubicBezTo>
                <a:cubicBezTo>
                  <a:pt x="3548598" y="5393784"/>
                  <a:pt x="3533358" y="5405026"/>
                  <a:pt x="3518094" y="5416033"/>
                </a:cubicBezTo>
                <a:cubicBezTo>
                  <a:pt x="3520799" y="5436047"/>
                  <a:pt x="3523456" y="5456085"/>
                  <a:pt x="3526114" y="5476170"/>
                </a:cubicBezTo>
                <a:close/>
                <a:moveTo>
                  <a:pt x="3474115" y="5509260"/>
                </a:moveTo>
                <a:cubicBezTo>
                  <a:pt x="3490578" y="5498818"/>
                  <a:pt x="3506899" y="5488635"/>
                  <a:pt x="3523245" y="5478075"/>
                </a:cubicBezTo>
                <a:cubicBezTo>
                  <a:pt x="3520634" y="5458060"/>
                  <a:pt x="3518000" y="5438023"/>
                  <a:pt x="3515343" y="5417938"/>
                </a:cubicBezTo>
                <a:cubicBezTo>
                  <a:pt x="3499985" y="5428991"/>
                  <a:pt x="3484604" y="5439787"/>
                  <a:pt x="3469246" y="5450746"/>
                </a:cubicBezTo>
                <a:cubicBezTo>
                  <a:pt x="3470845" y="5470196"/>
                  <a:pt x="3472492" y="5489669"/>
                  <a:pt x="3474185" y="5509166"/>
                </a:cubicBezTo>
                <a:close/>
                <a:moveTo>
                  <a:pt x="3421786" y="5542468"/>
                </a:moveTo>
                <a:cubicBezTo>
                  <a:pt x="3438249" y="5532120"/>
                  <a:pt x="3454712" y="5521608"/>
                  <a:pt x="3471175" y="5511095"/>
                </a:cubicBezTo>
                <a:cubicBezTo>
                  <a:pt x="3469552" y="5491692"/>
                  <a:pt x="3467929" y="5472219"/>
                  <a:pt x="3466306" y="5452792"/>
                </a:cubicBezTo>
                <a:cubicBezTo>
                  <a:pt x="3450854" y="5463822"/>
                  <a:pt x="3435403" y="5474947"/>
                  <a:pt x="3419928" y="5485718"/>
                </a:cubicBezTo>
                <a:cubicBezTo>
                  <a:pt x="3420634" y="5504651"/>
                  <a:pt x="3421269" y="5523536"/>
                  <a:pt x="3421857" y="5542375"/>
                </a:cubicBezTo>
                <a:close/>
                <a:moveTo>
                  <a:pt x="3369034" y="5575394"/>
                </a:moveTo>
                <a:cubicBezTo>
                  <a:pt x="3385638" y="5565140"/>
                  <a:pt x="3402242" y="5554815"/>
                  <a:pt x="3418823" y="5544420"/>
                </a:cubicBezTo>
                <a:lnTo>
                  <a:pt x="3417059" y="5487976"/>
                </a:lnTo>
                <a:cubicBezTo>
                  <a:pt x="3401489" y="5498842"/>
                  <a:pt x="3385920" y="5509496"/>
                  <a:pt x="3370351" y="5520267"/>
                </a:cubicBezTo>
                <a:cubicBezTo>
                  <a:pt x="3369951" y="5538541"/>
                  <a:pt x="3369551" y="5556862"/>
                  <a:pt x="3369104" y="5575230"/>
                </a:cubicBezTo>
                <a:close/>
                <a:moveTo>
                  <a:pt x="3315835" y="5607779"/>
                </a:moveTo>
                <a:cubicBezTo>
                  <a:pt x="3332557" y="5597643"/>
                  <a:pt x="3349255" y="5587530"/>
                  <a:pt x="3365953" y="5577205"/>
                </a:cubicBezTo>
                <a:cubicBezTo>
                  <a:pt x="3366400" y="5558955"/>
                  <a:pt x="3366823" y="5540658"/>
                  <a:pt x="3367270" y="5522313"/>
                </a:cubicBezTo>
                <a:cubicBezTo>
                  <a:pt x="3351583" y="5533131"/>
                  <a:pt x="3335920" y="5543879"/>
                  <a:pt x="3320233" y="5554533"/>
                </a:cubicBezTo>
                <a:cubicBezTo>
                  <a:pt x="3318845" y="5572243"/>
                  <a:pt x="3317387" y="5589929"/>
                  <a:pt x="3315905" y="5607615"/>
                </a:cubicBezTo>
                <a:close/>
                <a:moveTo>
                  <a:pt x="3262330" y="5640282"/>
                </a:moveTo>
                <a:cubicBezTo>
                  <a:pt x="3279169" y="5630239"/>
                  <a:pt x="3295985" y="5619821"/>
                  <a:pt x="3312801" y="5609567"/>
                </a:cubicBezTo>
                <a:cubicBezTo>
                  <a:pt x="3314283" y="5591951"/>
                  <a:pt x="3315764" y="5574289"/>
                  <a:pt x="3317223" y="5556626"/>
                </a:cubicBezTo>
                <a:cubicBezTo>
                  <a:pt x="3301465" y="5567374"/>
                  <a:pt x="3285708" y="5578123"/>
                  <a:pt x="3269927" y="5588682"/>
                </a:cubicBezTo>
                <a:cubicBezTo>
                  <a:pt x="3267363" y="5605922"/>
                  <a:pt x="3264823" y="5623137"/>
                  <a:pt x="3262330" y="5640282"/>
                </a:cubicBezTo>
                <a:close/>
                <a:moveTo>
                  <a:pt x="3208238" y="5671844"/>
                </a:moveTo>
                <a:cubicBezTo>
                  <a:pt x="3225124" y="5661942"/>
                  <a:pt x="3242010" y="5652253"/>
                  <a:pt x="3258897" y="5642258"/>
                </a:cubicBezTo>
                <a:cubicBezTo>
                  <a:pt x="3261413" y="5625183"/>
                  <a:pt x="3263929" y="5608085"/>
                  <a:pt x="3266446" y="5590940"/>
                </a:cubicBezTo>
                <a:cubicBezTo>
                  <a:pt x="3250595" y="5601523"/>
                  <a:pt x="3234743" y="5611871"/>
                  <a:pt x="3218915" y="5622338"/>
                </a:cubicBezTo>
                <a:cubicBezTo>
                  <a:pt x="3215293" y="5638824"/>
                  <a:pt x="3211813" y="5655428"/>
                  <a:pt x="3208238" y="5671844"/>
                </a:cubicBezTo>
                <a:close/>
                <a:moveTo>
                  <a:pt x="3153722" y="5703735"/>
                </a:moveTo>
                <a:cubicBezTo>
                  <a:pt x="3170702" y="5693928"/>
                  <a:pt x="3187706" y="5683909"/>
                  <a:pt x="3204686" y="5673937"/>
                </a:cubicBezTo>
                <a:cubicBezTo>
                  <a:pt x="3208238" y="5657615"/>
                  <a:pt x="3211742" y="5641011"/>
                  <a:pt x="3215270" y="5624736"/>
                </a:cubicBezTo>
                <a:cubicBezTo>
                  <a:pt x="3199371" y="5635273"/>
                  <a:pt x="3183449" y="5645903"/>
                  <a:pt x="3167503" y="5656275"/>
                </a:cubicBezTo>
                <a:cubicBezTo>
                  <a:pt x="3162917" y="5672150"/>
                  <a:pt x="3158331" y="5687977"/>
                  <a:pt x="3153722" y="5703735"/>
                </a:cubicBezTo>
                <a:close/>
                <a:moveTo>
                  <a:pt x="3098924" y="5734991"/>
                </a:moveTo>
                <a:cubicBezTo>
                  <a:pt x="3115927" y="5725348"/>
                  <a:pt x="3132908" y="5715729"/>
                  <a:pt x="3149888" y="5705969"/>
                </a:cubicBezTo>
                <a:cubicBezTo>
                  <a:pt x="3154474" y="5690282"/>
                  <a:pt x="3159037" y="5674619"/>
                  <a:pt x="3163600" y="5658932"/>
                </a:cubicBezTo>
                <a:cubicBezTo>
                  <a:pt x="3147701" y="5669233"/>
                  <a:pt x="3131755" y="5679205"/>
                  <a:pt x="3115833" y="5689389"/>
                </a:cubicBezTo>
                <a:cubicBezTo>
                  <a:pt x="3110189" y="5704511"/>
                  <a:pt x="3104568" y="5719869"/>
                  <a:pt x="3098924" y="5734991"/>
                </a:cubicBezTo>
                <a:close/>
                <a:moveTo>
                  <a:pt x="3043608" y="5765965"/>
                </a:moveTo>
                <a:cubicBezTo>
                  <a:pt x="3060659" y="5756463"/>
                  <a:pt x="3077710" y="5746915"/>
                  <a:pt x="3094737" y="5737296"/>
                </a:cubicBezTo>
                <a:cubicBezTo>
                  <a:pt x="3100335" y="5722315"/>
                  <a:pt x="3105909" y="5707074"/>
                  <a:pt x="3111483" y="5692023"/>
                </a:cubicBezTo>
                <a:cubicBezTo>
                  <a:pt x="3095490" y="5702253"/>
                  <a:pt x="3079474" y="5712507"/>
                  <a:pt x="3063481" y="5722597"/>
                </a:cubicBezTo>
                <a:cubicBezTo>
                  <a:pt x="3056943" y="5737014"/>
                  <a:pt x="3050335" y="5751619"/>
                  <a:pt x="3043608" y="5765965"/>
                </a:cubicBezTo>
                <a:close/>
                <a:moveTo>
                  <a:pt x="2987704" y="5797056"/>
                </a:moveTo>
                <a:cubicBezTo>
                  <a:pt x="3004826" y="5787649"/>
                  <a:pt x="3021948" y="5778077"/>
                  <a:pt x="3039093" y="5768505"/>
                </a:cubicBezTo>
                <a:cubicBezTo>
                  <a:pt x="3045654" y="5754276"/>
                  <a:pt x="3052216" y="5739883"/>
                  <a:pt x="3058754" y="5725584"/>
                </a:cubicBezTo>
                <a:cubicBezTo>
                  <a:pt x="3042808" y="5735602"/>
                  <a:pt x="3026863" y="5745551"/>
                  <a:pt x="3010894" y="5755405"/>
                </a:cubicBezTo>
                <a:cubicBezTo>
                  <a:pt x="3003227" y="5769328"/>
                  <a:pt x="2995536" y="5783204"/>
                  <a:pt x="2987799" y="5797056"/>
                </a:cubicBezTo>
                <a:close/>
                <a:moveTo>
                  <a:pt x="2932130" y="5826972"/>
                </a:moveTo>
                <a:cubicBezTo>
                  <a:pt x="2949017" y="5817894"/>
                  <a:pt x="2965879" y="5808910"/>
                  <a:pt x="2982742" y="5799714"/>
                </a:cubicBezTo>
                <a:cubicBezTo>
                  <a:pt x="2990386" y="5786073"/>
                  <a:pt x="2998029" y="5772385"/>
                  <a:pt x="3005626" y="5758627"/>
                </a:cubicBezTo>
                <a:cubicBezTo>
                  <a:pt x="2989704" y="5768458"/>
                  <a:pt x="2973782" y="5778218"/>
                  <a:pt x="2957860" y="5787931"/>
                </a:cubicBezTo>
                <a:cubicBezTo>
                  <a:pt x="2949369" y="5800913"/>
                  <a:pt x="2940809" y="5814061"/>
                  <a:pt x="2932224" y="5826972"/>
                </a:cubicBezTo>
                <a:close/>
                <a:moveTo>
                  <a:pt x="2875380" y="5857546"/>
                </a:moveTo>
                <a:cubicBezTo>
                  <a:pt x="2892407" y="5848538"/>
                  <a:pt x="2909435" y="5839225"/>
                  <a:pt x="2926439" y="5830029"/>
                </a:cubicBezTo>
                <a:cubicBezTo>
                  <a:pt x="2934882" y="5817329"/>
                  <a:pt x="2943349" y="5804441"/>
                  <a:pt x="2951792" y="5791647"/>
                </a:cubicBezTo>
                <a:cubicBezTo>
                  <a:pt x="2935940" y="5801337"/>
                  <a:pt x="2920089" y="5811027"/>
                  <a:pt x="2904237" y="5820551"/>
                </a:cubicBezTo>
                <a:cubicBezTo>
                  <a:pt x="2894689" y="5832945"/>
                  <a:pt x="2885093" y="5845293"/>
                  <a:pt x="2875474" y="5857546"/>
                </a:cubicBezTo>
                <a:close/>
                <a:moveTo>
                  <a:pt x="2819429" y="5886685"/>
                </a:moveTo>
                <a:cubicBezTo>
                  <a:pt x="2835892" y="5878125"/>
                  <a:pt x="2852355" y="5869776"/>
                  <a:pt x="2868818" y="5861121"/>
                </a:cubicBezTo>
                <a:cubicBezTo>
                  <a:pt x="2878226" y="5849009"/>
                  <a:pt x="2887798" y="5836944"/>
                  <a:pt x="2897299" y="5824714"/>
                </a:cubicBezTo>
                <a:cubicBezTo>
                  <a:pt x="2881848" y="5833934"/>
                  <a:pt x="2866372" y="5843011"/>
                  <a:pt x="2850897" y="5852137"/>
                </a:cubicBezTo>
                <a:cubicBezTo>
                  <a:pt x="2840432" y="5863731"/>
                  <a:pt x="2829942" y="5875115"/>
                  <a:pt x="2819429" y="5886685"/>
                </a:cubicBezTo>
                <a:close/>
                <a:moveTo>
                  <a:pt x="2762821" y="5915942"/>
                </a:moveTo>
                <a:cubicBezTo>
                  <a:pt x="2779095" y="5907617"/>
                  <a:pt x="2795394" y="5899150"/>
                  <a:pt x="2811692" y="5890683"/>
                </a:cubicBezTo>
                <a:cubicBezTo>
                  <a:pt x="2821899" y="5879512"/>
                  <a:pt x="2832083" y="5868529"/>
                  <a:pt x="2842266" y="5857287"/>
                </a:cubicBezTo>
                <a:cubicBezTo>
                  <a:pt x="2826862" y="5866412"/>
                  <a:pt x="2811457" y="5875655"/>
                  <a:pt x="2796076" y="5884593"/>
                </a:cubicBezTo>
                <a:cubicBezTo>
                  <a:pt x="2784904" y="5895129"/>
                  <a:pt x="2773898" y="5905500"/>
                  <a:pt x="2762821" y="5915895"/>
                </a:cubicBezTo>
                <a:close/>
                <a:moveTo>
                  <a:pt x="2706964" y="5944165"/>
                </a:moveTo>
                <a:cubicBezTo>
                  <a:pt x="2722368" y="5936450"/>
                  <a:pt x="2737750" y="5928783"/>
                  <a:pt x="2753154" y="5920976"/>
                </a:cubicBezTo>
                <a:cubicBezTo>
                  <a:pt x="2763738" y="5910980"/>
                  <a:pt x="2774321" y="5901102"/>
                  <a:pt x="2784928" y="5891013"/>
                </a:cubicBezTo>
                <a:cubicBezTo>
                  <a:pt x="2770699" y="5899174"/>
                  <a:pt x="2756494" y="5907194"/>
                  <a:pt x="2742289" y="5915307"/>
                </a:cubicBezTo>
                <a:cubicBezTo>
                  <a:pt x="2730506" y="5924974"/>
                  <a:pt x="2718747" y="5934452"/>
                  <a:pt x="2706964" y="5944094"/>
                </a:cubicBezTo>
                <a:close/>
                <a:moveTo>
                  <a:pt x="2652872" y="5971047"/>
                </a:moveTo>
                <a:cubicBezTo>
                  <a:pt x="2666983" y="5964108"/>
                  <a:pt x="2681023" y="5957123"/>
                  <a:pt x="2694993" y="5950138"/>
                </a:cubicBezTo>
                <a:cubicBezTo>
                  <a:pt x="2705647" y="5941437"/>
                  <a:pt x="2716301" y="5932876"/>
                  <a:pt x="2726955" y="5924080"/>
                </a:cubicBezTo>
                <a:cubicBezTo>
                  <a:pt x="2713432" y="5931817"/>
                  <a:pt x="2699932" y="5939602"/>
                  <a:pt x="2686409" y="5947199"/>
                </a:cubicBezTo>
                <a:cubicBezTo>
                  <a:pt x="2675167" y="5955148"/>
                  <a:pt x="2663972" y="5963003"/>
                  <a:pt x="2652801" y="5970976"/>
                </a:cubicBezTo>
                <a:close/>
                <a:moveTo>
                  <a:pt x="2601460" y="5996329"/>
                </a:moveTo>
                <a:cubicBezTo>
                  <a:pt x="2612843" y="5990802"/>
                  <a:pt x="2624226" y="5985204"/>
                  <a:pt x="2635585" y="5979513"/>
                </a:cubicBezTo>
                <a:cubicBezTo>
                  <a:pt x="2644475" y="5973234"/>
                  <a:pt x="2653342" y="5967048"/>
                  <a:pt x="2662208" y="5960698"/>
                </a:cubicBezTo>
                <a:cubicBezTo>
                  <a:pt x="2652119" y="5966296"/>
                  <a:pt x="2642006" y="5971752"/>
                  <a:pt x="2631916" y="5977326"/>
                </a:cubicBezTo>
                <a:cubicBezTo>
                  <a:pt x="2621733" y="5983699"/>
                  <a:pt x="2611597" y="5990026"/>
                  <a:pt x="2601460" y="5996329"/>
                </a:cubicBezTo>
                <a:close/>
                <a:moveTo>
                  <a:pt x="2570886" y="6010934"/>
                </a:moveTo>
                <a:lnTo>
                  <a:pt x="2576083" y="6008582"/>
                </a:lnTo>
                <a:lnTo>
                  <a:pt x="2582175" y="6004842"/>
                </a:lnTo>
                <a:close/>
                <a:moveTo>
                  <a:pt x="3358357" y="4211767"/>
                </a:moveTo>
                <a:lnTo>
                  <a:pt x="3351042" y="4179452"/>
                </a:lnTo>
                <a:lnTo>
                  <a:pt x="3355087" y="4208733"/>
                </a:lnTo>
                <a:lnTo>
                  <a:pt x="3361014" y="4240954"/>
                </a:lnTo>
                <a:close/>
                <a:moveTo>
                  <a:pt x="3373479" y="4278513"/>
                </a:moveTo>
                <a:lnTo>
                  <a:pt x="3363413" y="4234086"/>
                </a:lnTo>
                <a:lnTo>
                  <a:pt x="3367011" y="4273809"/>
                </a:lnTo>
                <a:lnTo>
                  <a:pt x="3375054" y="4317765"/>
                </a:lnTo>
                <a:close/>
                <a:moveTo>
                  <a:pt x="3388554" y="4345164"/>
                </a:moveTo>
                <a:lnTo>
                  <a:pt x="3377148" y="4294787"/>
                </a:lnTo>
                <a:cubicBezTo>
                  <a:pt x="3377759" y="4309534"/>
                  <a:pt x="3378324" y="4324209"/>
                  <a:pt x="3378935" y="4338908"/>
                </a:cubicBezTo>
                <a:lnTo>
                  <a:pt x="3387990" y="4388532"/>
                </a:lnTo>
                <a:cubicBezTo>
                  <a:pt x="3388107" y="4374068"/>
                  <a:pt x="3388248" y="4359581"/>
                  <a:pt x="3388437" y="4345117"/>
                </a:cubicBezTo>
                <a:close/>
                <a:moveTo>
                  <a:pt x="3403606" y="4411886"/>
                </a:moveTo>
                <a:lnTo>
                  <a:pt x="3391423" y="4357794"/>
                </a:lnTo>
                <a:cubicBezTo>
                  <a:pt x="3391235" y="4373198"/>
                  <a:pt x="3391047" y="4388579"/>
                  <a:pt x="3390835" y="4403961"/>
                </a:cubicBezTo>
                <a:cubicBezTo>
                  <a:pt x="3394057" y="4421599"/>
                  <a:pt x="3397279" y="4439238"/>
                  <a:pt x="3400525" y="4456901"/>
                </a:cubicBezTo>
                <a:cubicBezTo>
                  <a:pt x="3401418" y="4441896"/>
                  <a:pt x="3402454" y="4426915"/>
                  <a:pt x="3403441" y="4411839"/>
                </a:cubicBezTo>
                <a:close/>
                <a:moveTo>
                  <a:pt x="3418634" y="4478538"/>
                </a:moveTo>
                <a:lnTo>
                  <a:pt x="3405934" y="4422234"/>
                </a:lnTo>
                <a:cubicBezTo>
                  <a:pt x="3404876" y="4437921"/>
                  <a:pt x="3403794" y="4453537"/>
                  <a:pt x="3402712" y="4469083"/>
                </a:cubicBezTo>
                <a:cubicBezTo>
                  <a:pt x="3406099" y="4487545"/>
                  <a:pt x="3409415" y="4505984"/>
                  <a:pt x="3412778" y="4524446"/>
                </a:cubicBezTo>
                <a:cubicBezTo>
                  <a:pt x="3414660" y="4509112"/>
                  <a:pt x="3416565" y="4493801"/>
                  <a:pt x="3418517" y="4478491"/>
                </a:cubicBezTo>
                <a:close/>
                <a:moveTo>
                  <a:pt x="3433616" y="4545166"/>
                </a:moveTo>
                <a:lnTo>
                  <a:pt x="3420586" y="4487216"/>
                </a:lnTo>
                <a:lnTo>
                  <a:pt x="3414589" y="4534253"/>
                </a:lnTo>
                <a:lnTo>
                  <a:pt x="3424891" y="4590956"/>
                </a:lnTo>
                <a:cubicBezTo>
                  <a:pt x="3427689" y="4575716"/>
                  <a:pt x="3430605" y="4560500"/>
                  <a:pt x="3433498" y="4545118"/>
                </a:cubicBezTo>
                <a:close/>
                <a:moveTo>
                  <a:pt x="3448550" y="4611629"/>
                </a:moveTo>
                <a:lnTo>
                  <a:pt x="3435309" y="4552645"/>
                </a:lnTo>
                <a:cubicBezTo>
                  <a:pt x="3432346" y="4568308"/>
                  <a:pt x="3429382" y="4583783"/>
                  <a:pt x="3426395" y="4599352"/>
                </a:cubicBezTo>
                <a:cubicBezTo>
                  <a:pt x="3429923" y="4618661"/>
                  <a:pt x="3433427" y="4637993"/>
                  <a:pt x="3436932" y="4657326"/>
                </a:cubicBezTo>
                <a:cubicBezTo>
                  <a:pt x="3440742" y="4642109"/>
                  <a:pt x="3444575" y="4626845"/>
                  <a:pt x="3448432" y="4611582"/>
                </a:cubicBezTo>
                <a:close/>
                <a:moveTo>
                  <a:pt x="3463531" y="4678327"/>
                </a:moveTo>
                <a:cubicBezTo>
                  <a:pt x="3459039" y="4658290"/>
                  <a:pt x="3454547" y="4638252"/>
                  <a:pt x="3450032" y="4618191"/>
                </a:cubicBezTo>
                <a:cubicBezTo>
                  <a:pt x="3446104" y="4633619"/>
                  <a:pt x="3442176" y="4649118"/>
                  <a:pt x="3438272" y="4664522"/>
                </a:cubicBezTo>
                <a:lnTo>
                  <a:pt x="3448950" y="4723318"/>
                </a:lnTo>
                <a:cubicBezTo>
                  <a:pt x="3453677" y="4708408"/>
                  <a:pt x="3458545" y="4693309"/>
                  <a:pt x="3463414" y="4678280"/>
                </a:cubicBezTo>
                <a:close/>
                <a:moveTo>
                  <a:pt x="3478418" y="4744861"/>
                </a:moveTo>
                <a:cubicBezTo>
                  <a:pt x="3473903" y="4724635"/>
                  <a:pt x="3469364" y="4704410"/>
                  <a:pt x="3464825" y="4684183"/>
                </a:cubicBezTo>
                <a:cubicBezTo>
                  <a:pt x="3459909" y="4699377"/>
                  <a:pt x="3454970" y="4714546"/>
                  <a:pt x="3450055" y="4729668"/>
                </a:cubicBezTo>
                <a:cubicBezTo>
                  <a:pt x="3453654" y="4749565"/>
                  <a:pt x="3457228" y="4769391"/>
                  <a:pt x="3460803" y="4789264"/>
                </a:cubicBezTo>
                <a:cubicBezTo>
                  <a:pt x="3466565" y="4774495"/>
                  <a:pt x="3472421" y="4759584"/>
                  <a:pt x="3478301" y="4744814"/>
                </a:cubicBezTo>
                <a:close/>
                <a:moveTo>
                  <a:pt x="3493353" y="4811607"/>
                </a:moveTo>
                <a:lnTo>
                  <a:pt x="3479594" y="4750129"/>
                </a:lnTo>
                <a:cubicBezTo>
                  <a:pt x="3473668" y="4765040"/>
                  <a:pt x="3467835" y="4780116"/>
                  <a:pt x="3461838" y="4794815"/>
                </a:cubicBezTo>
                <a:lnTo>
                  <a:pt x="3472633" y="4854622"/>
                </a:lnTo>
                <a:cubicBezTo>
                  <a:pt x="3479430" y="4840323"/>
                  <a:pt x="3486344" y="4826000"/>
                  <a:pt x="3493235" y="4811560"/>
                </a:cubicBezTo>
                <a:close/>
                <a:moveTo>
                  <a:pt x="3508169" y="4878046"/>
                </a:moveTo>
                <a:cubicBezTo>
                  <a:pt x="3503583" y="4857491"/>
                  <a:pt x="3499020" y="4836936"/>
                  <a:pt x="3494434" y="4816381"/>
                </a:cubicBezTo>
                <a:cubicBezTo>
                  <a:pt x="3487379" y="4830986"/>
                  <a:pt x="3480512" y="4845356"/>
                  <a:pt x="3473550" y="4859867"/>
                </a:cubicBezTo>
                <a:cubicBezTo>
                  <a:pt x="3477196" y="4879975"/>
                  <a:pt x="3480841" y="4900154"/>
                  <a:pt x="3484463" y="4920263"/>
                </a:cubicBezTo>
                <a:cubicBezTo>
                  <a:pt x="3492294" y="4906175"/>
                  <a:pt x="3500150" y="4892088"/>
                  <a:pt x="3508052" y="4878000"/>
                </a:cubicBezTo>
                <a:close/>
                <a:moveTo>
                  <a:pt x="3523010" y="4944580"/>
                </a:moveTo>
                <a:cubicBezTo>
                  <a:pt x="3518400" y="4923885"/>
                  <a:pt x="3513790" y="4903188"/>
                  <a:pt x="3509157" y="4882468"/>
                </a:cubicBezTo>
                <a:cubicBezTo>
                  <a:pt x="3501232" y="4896674"/>
                  <a:pt x="3493282" y="4910832"/>
                  <a:pt x="3485309" y="4924966"/>
                </a:cubicBezTo>
                <a:cubicBezTo>
                  <a:pt x="3488978" y="4945286"/>
                  <a:pt x="3492576" y="4965512"/>
                  <a:pt x="3496222" y="4985832"/>
                </a:cubicBezTo>
                <a:cubicBezTo>
                  <a:pt x="3505041" y="4972098"/>
                  <a:pt x="3513978" y="4958292"/>
                  <a:pt x="3522892" y="4944533"/>
                </a:cubicBezTo>
                <a:close/>
                <a:moveTo>
                  <a:pt x="3537802" y="5011114"/>
                </a:moveTo>
                <a:cubicBezTo>
                  <a:pt x="3533193" y="4990324"/>
                  <a:pt x="3528560" y="4969510"/>
                  <a:pt x="3523927" y="4948696"/>
                </a:cubicBezTo>
                <a:cubicBezTo>
                  <a:pt x="3514966" y="4962525"/>
                  <a:pt x="3505982" y="4976425"/>
                  <a:pt x="3497022" y="4990183"/>
                </a:cubicBezTo>
                <a:lnTo>
                  <a:pt x="3507957" y="5051331"/>
                </a:lnTo>
                <a:cubicBezTo>
                  <a:pt x="3517812" y="5037926"/>
                  <a:pt x="3527737" y="5024449"/>
                  <a:pt x="3537685" y="5011067"/>
                </a:cubicBezTo>
                <a:close/>
                <a:moveTo>
                  <a:pt x="3552572" y="5077648"/>
                </a:moveTo>
                <a:cubicBezTo>
                  <a:pt x="3547963" y="5056787"/>
                  <a:pt x="3543329" y="5035927"/>
                  <a:pt x="3538673" y="5015019"/>
                </a:cubicBezTo>
                <a:cubicBezTo>
                  <a:pt x="3528677" y="5028448"/>
                  <a:pt x="3518706" y="5042018"/>
                  <a:pt x="3508687" y="5055329"/>
                </a:cubicBezTo>
                <a:cubicBezTo>
                  <a:pt x="3512356" y="5075720"/>
                  <a:pt x="3516025" y="5096087"/>
                  <a:pt x="3519670" y="5116477"/>
                </a:cubicBezTo>
                <a:cubicBezTo>
                  <a:pt x="3530441" y="5103660"/>
                  <a:pt x="3541495" y="5090560"/>
                  <a:pt x="3552455" y="5077648"/>
                </a:cubicBezTo>
                <a:close/>
                <a:moveTo>
                  <a:pt x="3567318" y="5144182"/>
                </a:moveTo>
                <a:lnTo>
                  <a:pt x="3553395" y="5081365"/>
                </a:lnTo>
                <a:cubicBezTo>
                  <a:pt x="3542389" y="5094347"/>
                  <a:pt x="3531382" y="5107517"/>
                  <a:pt x="3520470" y="5120428"/>
                </a:cubicBezTo>
                <a:lnTo>
                  <a:pt x="3531429" y="5181788"/>
                </a:lnTo>
                <a:cubicBezTo>
                  <a:pt x="3543235" y="5169371"/>
                  <a:pt x="3555206" y="5156671"/>
                  <a:pt x="3567200" y="5144135"/>
                </a:cubicBezTo>
                <a:close/>
                <a:moveTo>
                  <a:pt x="3582041" y="5210669"/>
                </a:moveTo>
                <a:lnTo>
                  <a:pt x="3568118" y="5147710"/>
                </a:lnTo>
                <a:cubicBezTo>
                  <a:pt x="3556053" y="5160292"/>
                  <a:pt x="3544035" y="5172993"/>
                  <a:pt x="3531993" y="5185481"/>
                </a:cubicBezTo>
                <a:cubicBezTo>
                  <a:pt x="3535662" y="5206013"/>
                  <a:pt x="3539308" y="5226521"/>
                  <a:pt x="3542930" y="5246982"/>
                </a:cubicBezTo>
                <a:cubicBezTo>
                  <a:pt x="3555865" y="5234940"/>
                  <a:pt x="3568894" y="5222758"/>
                  <a:pt x="3581923" y="5210622"/>
                </a:cubicBezTo>
                <a:close/>
                <a:moveTo>
                  <a:pt x="3596716" y="5277180"/>
                </a:moveTo>
                <a:cubicBezTo>
                  <a:pt x="3592013" y="5256177"/>
                  <a:pt x="3587380" y="5235128"/>
                  <a:pt x="3582794" y="5214079"/>
                </a:cubicBezTo>
                <a:cubicBezTo>
                  <a:pt x="3569717" y="5226215"/>
                  <a:pt x="3556641" y="5238468"/>
                  <a:pt x="3543565" y="5250510"/>
                </a:cubicBezTo>
                <a:cubicBezTo>
                  <a:pt x="3547233" y="5271041"/>
                  <a:pt x="3550879" y="5291573"/>
                  <a:pt x="3554524" y="5312104"/>
                </a:cubicBezTo>
                <a:cubicBezTo>
                  <a:pt x="3568541" y="5300463"/>
                  <a:pt x="3582558" y="5288821"/>
                  <a:pt x="3596599" y="5277133"/>
                </a:cubicBezTo>
                <a:close/>
                <a:moveTo>
                  <a:pt x="3611392" y="5343713"/>
                </a:moveTo>
                <a:cubicBezTo>
                  <a:pt x="3606688" y="5322641"/>
                  <a:pt x="3602032" y="5301568"/>
                  <a:pt x="3597446" y="5280472"/>
                </a:cubicBezTo>
                <a:cubicBezTo>
                  <a:pt x="3583334" y="5292184"/>
                  <a:pt x="3569223" y="5303849"/>
                  <a:pt x="3555112" y="5315491"/>
                </a:cubicBezTo>
                <a:cubicBezTo>
                  <a:pt x="3558758" y="5336023"/>
                  <a:pt x="3562450" y="5356648"/>
                  <a:pt x="3566095" y="5377157"/>
                </a:cubicBezTo>
                <a:cubicBezTo>
                  <a:pt x="3581077" y="5365986"/>
                  <a:pt x="3596293" y="5354884"/>
                  <a:pt x="3611275" y="5343667"/>
                </a:cubicBezTo>
                <a:close/>
                <a:moveTo>
                  <a:pt x="3626020" y="5410247"/>
                </a:moveTo>
                <a:cubicBezTo>
                  <a:pt x="3621317" y="5389151"/>
                  <a:pt x="3616660" y="5368031"/>
                  <a:pt x="3612074" y="5346912"/>
                </a:cubicBezTo>
                <a:cubicBezTo>
                  <a:pt x="3596952" y="5358154"/>
                  <a:pt x="3581830" y="5369325"/>
                  <a:pt x="3566707" y="5380449"/>
                </a:cubicBezTo>
                <a:lnTo>
                  <a:pt x="3577478" y="5442185"/>
                </a:lnTo>
                <a:cubicBezTo>
                  <a:pt x="3593636" y="5431508"/>
                  <a:pt x="3609769" y="5421019"/>
                  <a:pt x="3625903" y="5410200"/>
                </a:cubicBezTo>
                <a:close/>
                <a:moveTo>
                  <a:pt x="2376341" y="0"/>
                </a:moveTo>
                <a:cubicBezTo>
                  <a:pt x="2671663" y="1239967"/>
                  <a:pt x="3000193" y="2624502"/>
                  <a:pt x="3314918" y="4007556"/>
                </a:cubicBezTo>
                <a:cubicBezTo>
                  <a:pt x="3072677" y="2693600"/>
                  <a:pt x="2816701" y="1365109"/>
                  <a:pt x="2580928" y="141346"/>
                </a:cubicBezTo>
                <a:lnTo>
                  <a:pt x="2553717" y="0"/>
                </a:lnTo>
                <a:lnTo>
                  <a:pt x="2556775" y="0"/>
                </a:lnTo>
                <a:lnTo>
                  <a:pt x="2583915" y="140876"/>
                </a:lnTo>
                <a:cubicBezTo>
                  <a:pt x="2823804" y="1386440"/>
                  <a:pt x="3084671" y="2740401"/>
                  <a:pt x="3330793" y="4077218"/>
                </a:cubicBezTo>
                <a:lnTo>
                  <a:pt x="3338319" y="4110379"/>
                </a:lnTo>
                <a:cubicBezTo>
                  <a:pt x="3147231" y="2732687"/>
                  <a:pt x="2938645" y="1319601"/>
                  <a:pt x="2742830" y="0"/>
                </a:cubicBezTo>
                <a:lnTo>
                  <a:pt x="2745863" y="0"/>
                </a:lnTo>
                <a:cubicBezTo>
                  <a:pt x="2943302" y="1330584"/>
                  <a:pt x="3153722" y="2756206"/>
                  <a:pt x="3346103" y="4144692"/>
                </a:cubicBezTo>
                <a:lnTo>
                  <a:pt x="3356192" y="4189166"/>
                </a:lnTo>
                <a:cubicBezTo>
                  <a:pt x="3230769" y="2809052"/>
                  <a:pt x="3085377" y="1372917"/>
                  <a:pt x="2940127" y="0"/>
                </a:cubicBezTo>
                <a:lnTo>
                  <a:pt x="2943161" y="0"/>
                </a:lnTo>
                <a:cubicBezTo>
                  <a:pt x="3089140" y="1380325"/>
                  <a:pt x="3235307" y="2824574"/>
                  <a:pt x="3361202" y="4211414"/>
                </a:cubicBezTo>
                <a:lnTo>
                  <a:pt x="3372632" y="4261932"/>
                </a:lnTo>
                <a:cubicBezTo>
                  <a:pt x="3316588" y="2883935"/>
                  <a:pt x="3238083" y="1427950"/>
                  <a:pt x="3145279" y="0"/>
                </a:cubicBezTo>
                <a:lnTo>
                  <a:pt x="3148313" y="0"/>
                </a:lnTo>
                <a:cubicBezTo>
                  <a:pt x="3241469" y="1433454"/>
                  <a:pt x="3320233" y="2895388"/>
                  <a:pt x="3376301" y="4278207"/>
                </a:cubicBezTo>
                <a:cubicBezTo>
                  <a:pt x="3380393" y="4296222"/>
                  <a:pt x="3384462" y="4314261"/>
                  <a:pt x="3388530" y="4332299"/>
                </a:cubicBezTo>
                <a:cubicBezTo>
                  <a:pt x="3404993" y="2987040"/>
                  <a:pt x="3397139" y="1543873"/>
                  <a:pt x="3360050" y="88312"/>
                </a:cubicBezTo>
                <a:cubicBezTo>
                  <a:pt x="3359297" y="58679"/>
                  <a:pt x="3358992" y="29304"/>
                  <a:pt x="3358921" y="47"/>
                </a:cubicBezTo>
                <a:lnTo>
                  <a:pt x="3361955" y="47"/>
                </a:lnTo>
                <a:cubicBezTo>
                  <a:pt x="3361955" y="29328"/>
                  <a:pt x="3362331" y="58702"/>
                  <a:pt x="3363084" y="88359"/>
                </a:cubicBezTo>
                <a:cubicBezTo>
                  <a:pt x="3400266" y="1548483"/>
                  <a:pt x="3407957" y="2996024"/>
                  <a:pt x="3391306" y="4345023"/>
                </a:cubicBezTo>
                <a:cubicBezTo>
                  <a:pt x="3395562" y="4363838"/>
                  <a:pt x="3399796" y="4382653"/>
                  <a:pt x="3404053" y="4401467"/>
                </a:cubicBezTo>
                <a:cubicBezTo>
                  <a:pt x="3492882" y="3090216"/>
                  <a:pt x="3556123" y="1661842"/>
                  <a:pt x="3574938" y="179893"/>
                </a:cubicBezTo>
                <a:cubicBezTo>
                  <a:pt x="3575714" y="119168"/>
                  <a:pt x="3577807" y="59227"/>
                  <a:pt x="3581218" y="71"/>
                </a:cubicBezTo>
                <a:lnTo>
                  <a:pt x="3584275" y="71"/>
                </a:lnTo>
                <a:cubicBezTo>
                  <a:pt x="3580936" y="59321"/>
                  <a:pt x="3578843" y="119317"/>
                  <a:pt x="3577972" y="180058"/>
                </a:cubicBezTo>
                <a:cubicBezTo>
                  <a:pt x="3559157" y="1665770"/>
                  <a:pt x="3495657" y="3097718"/>
                  <a:pt x="3406287" y="4411792"/>
                </a:cubicBezTo>
                <a:lnTo>
                  <a:pt x="3419387" y="4469836"/>
                </a:lnTo>
                <a:cubicBezTo>
                  <a:pt x="3581006" y="3192827"/>
                  <a:pt x="3715297" y="1779411"/>
                  <a:pt x="3790062" y="271404"/>
                </a:cubicBezTo>
                <a:cubicBezTo>
                  <a:pt x="3794649" y="179133"/>
                  <a:pt x="3801915" y="88665"/>
                  <a:pt x="3811840" y="0"/>
                </a:cubicBezTo>
                <a:lnTo>
                  <a:pt x="3814898" y="0"/>
                </a:lnTo>
                <a:cubicBezTo>
                  <a:pt x="3804996" y="88790"/>
                  <a:pt x="3797729" y="179344"/>
                  <a:pt x="3793096" y="271662"/>
                </a:cubicBezTo>
                <a:cubicBezTo>
                  <a:pt x="3718143" y="1782986"/>
                  <a:pt x="3583452" y="3199295"/>
                  <a:pt x="3421503" y="4478467"/>
                </a:cubicBezTo>
                <a:lnTo>
                  <a:pt x="3434815" y="4537663"/>
                </a:lnTo>
                <a:cubicBezTo>
                  <a:pt x="3695165" y="3156609"/>
                  <a:pt x="3885477" y="1763268"/>
                  <a:pt x="4005069" y="362985"/>
                </a:cubicBezTo>
                <a:cubicBezTo>
                  <a:pt x="4015652" y="238713"/>
                  <a:pt x="4030633" y="117718"/>
                  <a:pt x="4050036" y="0"/>
                </a:cubicBezTo>
                <a:lnTo>
                  <a:pt x="4053117" y="0"/>
                </a:lnTo>
                <a:cubicBezTo>
                  <a:pt x="4033832" y="117875"/>
                  <a:pt x="4018827" y="238979"/>
                  <a:pt x="4008079" y="363314"/>
                </a:cubicBezTo>
                <a:cubicBezTo>
                  <a:pt x="3888322" y="1766029"/>
                  <a:pt x="3697588" y="3161783"/>
                  <a:pt x="3436579" y="4545189"/>
                </a:cubicBezTo>
                <a:lnTo>
                  <a:pt x="3450079" y="4605185"/>
                </a:lnTo>
                <a:cubicBezTo>
                  <a:pt x="3756713" y="3397344"/>
                  <a:pt x="4033338" y="2014502"/>
                  <a:pt x="4220051" y="454566"/>
                </a:cubicBezTo>
                <a:cubicBezTo>
                  <a:pt x="4238866" y="297775"/>
                  <a:pt x="4263960" y="146254"/>
                  <a:pt x="4295311" y="0"/>
                </a:cubicBezTo>
                <a:lnTo>
                  <a:pt x="4298415" y="0"/>
                </a:lnTo>
                <a:cubicBezTo>
                  <a:pt x="4267253" y="146552"/>
                  <a:pt x="4242182" y="298215"/>
                  <a:pt x="4223156" y="454989"/>
                </a:cubicBezTo>
                <a:cubicBezTo>
                  <a:pt x="4036042" y="2017536"/>
                  <a:pt x="3758876" y="3402424"/>
                  <a:pt x="3451631" y="4611723"/>
                </a:cubicBezTo>
                <a:lnTo>
                  <a:pt x="3465319" y="4672660"/>
                </a:lnTo>
                <a:cubicBezTo>
                  <a:pt x="3844508" y="3499556"/>
                  <a:pt x="4192205" y="2131930"/>
                  <a:pt x="4435034" y="546147"/>
                </a:cubicBezTo>
                <a:cubicBezTo>
                  <a:pt x="4463021" y="362331"/>
                  <a:pt x="4500298" y="180048"/>
                  <a:pt x="4546724" y="0"/>
                </a:cubicBezTo>
                <a:lnTo>
                  <a:pt x="4549851" y="0"/>
                </a:lnTo>
                <a:cubicBezTo>
                  <a:pt x="4503379" y="180217"/>
                  <a:pt x="4466055" y="362672"/>
                  <a:pt x="4438021" y="546664"/>
                </a:cubicBezTo>
                <a:cubicBezTo>
                  <a:pt x="4194840" y="2134823"/>
                  <a:pt x="3846460" y="3504259"/>
                  <a:pt x="3466518" y="4678516"/>
                </a:cubicBezTo>
                <a:cubicBezTo>
                  <a:pt x="3471104" y="4698977"/>
                  <a:pt x="3475667" y="4719438"/>
                  <a:pt x="3480253" y="4739875"/>
                </a:cubicBezTo>
                <a:cubicBezTo>
                  <a:pt x="3932232" y="3601438"/>
                  <a:pt x="4351238" y="2249335"/>
                  <a:pt x="4649923" y="637728"/>
                </a:cubicBezTo>
                <a:cubicBezTo>
                  <a:pt x="4689622" y="422482"/>
                  <a:pt x="4741128" y="209585"/>
                  <a:pt x="4804205" y="0"/>
                </a:cubicBezTo>
                <a:lnTo>
                  <a:pt x="4807497" y="0"/>
                </a:lnTo>
                <a:cubicBezTo>
                  <a:pt x="4744326" y="209770"/>
                  <a:pt x="4692774" y="422865"/>
                  <a:pt x="4653098" y="638316"/>
                </a:cubicBezTo>
                <a:cubicBezTo>
                  <a:pt x="4353801" y="2252110"/>
                  <a:pt x="3934184" y="3605718"/>
                  <a:pt x="3481546" y="4745144"/>
                </a:cubicBezTo>
                <a:cubicBezTo>
                  <a:pt x="3486250" y="4765840"/>
                  <a:pt x="3490883" y="4786513"/>
                  <a:pt x="3495423" y="4807185"/>
                </a:cubicBezTo>
                <a:cubicBezTo>
                  <a:pt x="4020073" y="3703555"/>
                  <a:pt x="4510152" y="2366692"/>
                  <a:pt x="4865117" y="729309"/>
                </a:cubicBezTo>
                <a:cubicBezTo>
                  <a:pt x="4918245" y="482459"/>
                  <a:pt x="4985791" y="238939"/>
                  <a:pt x="5067447" y="0"/>
                </a:cubicBezTo>
                <a:lnTo>
                  <a:pt x="5070669" y="0"/>
                </a:lnTo>
                <a:cubicBezTo>
                  <a:pt x="4988848" y="239148"/>
                  <a:pt x="4921185" y="482899"/>
                  <a:pt x="4867987" y="729991"/>
                </a:cubicBezTo>
                <a:cubicBezTo>
                  <a:pt x="4512575" y="2369373"/>
                  <a:pt x="4021766" y="3707436"/>
                  <a:pt x="3496410" y="4811983"/>
                </a:cubicBezTo>
                <a:cubicBezTo>
                  <a:pt x="3501020" y="4832703"/>
                  <a:pt x="3505629" y="4853423"/>
                  <a:pt x="3510262" y="4874096"/>
                </a:cubicBezTo>
                <a:cubicBezTo>
                  <a:pt x="4107633" y="3805273"/>
                  <a:pt x="4668950" y="2484073"/>
                  <a:pt x="5080006" y="820914"/>
                </a:cubicBezTo>
                <a:cubicBezTo>
                  <a:pt x="5152137" y="529174"/>
                  <a:pt x="5237392" y="255576"/>
                  <a:pt x="5335793" y="118"/>
                </a:cubicBezTo>
                <a:lnTo>
                  <a:pt x="5339015" y="118"/>
                </a:lnTo>
                <a:cubicBezTo>
                  <a:pt x="5241061" y="256281"/>
                  <a:pt x="5155688" y="530162"/>
                  <a:pt x="5082946" y="821761"/>
                </a:cubicBezTo>
                <a:cubicBezTo>
                  <a:pt x="4671372" y="2486872"/>
                  <a:pt x="4109279" y="3809130"/>
                  <a:pt x="3511227" y="4878705"/>
                </a:cubicBezTo>
                <a:cubicBezTo>
                  <a:pt x="3515931" y="4899543"/>
                  <a:pt x="3520564" y="4920380"/>
                  <a:pt x="3525150" y="4941194"/>
                </a:cubicBezTo>
                <a:cubicBezTo>
                  <a:pt x="4195239" y="3907249"/>
                  <a:pt x="4827817" y="2601619"/>
                  <a:pt x="5294988" y="912683"/>
                </a:cubicBezTo>
                <a:cubicBezTo>
                  <a:pt x="5385394" y="585776"/>
                  <a:pt x="5490733" y="282246"/>
                  <a:pt x="5608913" y="165"/>
                </a:cubicBezTo>
                <a:lnTo>
                  <a:pt x="5612207" y="165"/>
                </a:lnTo>
                <a:cubicBezTo>
                  <a:pt x="5493885" y="282387"/>
                  <a:pt x="5388404" y="586293"/>
                  <a:pt x="5297905" y="913459"/>
                </a:cubicBezTo>
                <a:cubicBezTo>
                  <a:pt x="4830286" y="2604112"/>
                  <a:pt x="4196909" y="3910753"/>
                  <a:pt x="3526067" y="4945310"/>
                </a:cubicBezTo>
                <a:cubicBezTo>
                  <a:pt x="3530770" y="4966241"/>
                  <a:pt x="3535428" y="4987149"/>
                  <a:pt x="3540014" y="5008057"/>
                </a:cubicBezTo>
                <a:cubicBezTo>
                  <a:pt x="4282846" y="4008990"/>
                  <a:pt x="4986708" y="2718929"/>
                  <a:pt x="5509971" y="1004264"/>
                </a:cubicBezTo>
                <a:cubicBezTo>
                  <a:pt x="5620650" y="641538"/>
                  <a:pt x="5746968" y="307599"/>
                  <a:pt x="5886550" y="0"/>
                </a:cubicBezTo>
                <a:lnTo>
                  <a:pt x="5889890" y="0"/>
                </a:lnTo>
                <a:cubicBezTo>
                  <a:pt x="5750119" y="307810"/>
                  <a:pt x="5623589" y="642056"/>
                  <a:pt x="5512911" y="1004970"/>
                </a:cubicBezTo>
                <a:cubicBezTo>
                  <a:pt x="4989155" y="2721257"/>
                  <a:pt x="4284492" y="4012259"/>
                  <a:pt x="3540907" y="5011797"/>
                </a:cubicBezTo>
                <a:cubicBezTo>
                  <a:pt x="3545611" y="5032775"/>
                  <a:pt x="3550314" y="5053754"/>
                  <a:pt x="3555018" y="5074732"/>
                </a:cubicBezTo>
                <a:cubicBezTo>
                  <a:pt x="4370570" y="4110473"/>
                  <a:pt x="5145717" y="2836098"/>
                  <a:pt x="5725119" y="1095681"/>
                </a:cubicBezTo>
                <a:cubicBezTo>
                  <a:pt x="5857787" y="696830"/>
                  <a:pt x="6006518" y="332575"/>
                  <a:pt x="6168443" y="0"/>
                </a:cubicBezTo>
                <a:lnTo>
                  <a:pt x="6171829" y="0"/>
                </a:lnTo>
                <a:cubicBezTo>
                  <a:pt x="6009717" y="332811"/>
                  <a:pt x="5860821" y="697371"/>
                  <a:pt x="5727894" y="1096622"/>
                </a:cubicBezTo>
                <a:cubicBezTo>
                  <a:pt x="5147975" y="2838544"/>
                  <a:pt x="4372052" y="4113836"/>
                  <a:pt x="3555724" y="5078425"/>
                </a:cubicBezTo>
                <a:lnTo>
                  <a:pt x="3569694" y="5141524"/>
                </a:lnTo>
                <a:cubicBezTo>
                  <a:pt x="4458035" y="4212285"/>
                  <a:pt x="5304467" y="2953409"/>
                  <a:pt x="5940008" y="1187285"/>
                </a:cubicBezTo>
                <a:cubicBezTo>
                  <a:pt x="6096830" y="751464"/>
                  <a:pt x="6269267" y="357082"/>
                  <a:pt x="6454287" y="0"/>
                </a:cubicBezTo>
                <a:lnTo>
                  <a:pt x="6457698" y="0"/>
                </a:lnTo>
                <a:cubicBezTo>
                  <a:pt x="6272512" y="357246"/>
                  <a:pt x="6099839" y="752028"/>
                  <a:pt x="5942876" y="1188273"/>
                </a:cubicBezTo>
                <a:cubicBezTo>
                  <a:pt x="5306819" y="2955854"/>
                  <a:pt x="4459588" y="4215460"/>
                  <a:pt x="3570423" y="5145052"/>
                </a:cubicBezTo>
                <a:cubicBezTo>
                  <a:pt x="3575127" y="5166148"/>
                  <a:pt x="3579783" y="5187221"/>
                  <a:pt x="3584416" y="5208270"/>
                </a:cubicBezTo>
                <a:cubicBezTo>
                  <a:pt x="4545524" y="4314002"/>
                  <a:pt x="5463264" y="3070743"/>
                  <a:pt x="6154991" y="1278890"/>
                </a:cubicBezTo>
                <a:cubicBezTo>
                  <a:pt x="6337729" y="805486"/>
                  <a:pt x="6535120" y="380812"/>
                  <a:pt x="6743753" y="0"/>
                </a:cubicBezTo>
                <a:lnTo>
                  <a:pt x="6747234" y="0"/>
                </a:lnTo>
                <a:cubicBezTo>
                  <a:pt x="6538460" y="381000"/>
                  <a:pt x="6340763" y="806050"/>
                  <a:pt x="6157836" y="1279925"/>
                </a:cubicBezTo>
                <a:cubicBezTo>
                  <a:pt x="5465639" y="3073165"/>
                  <a:pt x="4547100" y="4317059"/>
                  <a:pt x="3585216" y="5211704"/>
                </a:cubicBezTo>
                <a:cubicBezTo>
                  <a:pt x="3589920" y="5232824"/>
                  <a:pt x="3594576" y="5253920"/>
                  <a:pt x="3599209" y="5275016"/>
                </a:cubicBezTo>
                <a:cubicBezTo>
                  <a:pt x="4633107" y="4415696"/>
                  <a:pt x="5622155" y="3188077"/>
                  <a:pt x="6369973" y="1370518"/>
                </a:cubicBezTo>
                <a:cubicBezTo>
                  <a:pt x="6557110" y="915670"/>
                  <a:pt x="6754453" y="505789"/>
                  <a:pt x="6959441" y="136572"/>
                </a:cubicBezTo>
                <a:lnTo>
                  <a:pt x="6959441" y="142828"/>
                </a:lnTo>
                <a:cubicBezTo>
                  <a:pt x="6755465" y="510705"/>
                  <a:pt x="6559086" y="918939"/>
                  <a:pt x="6372818" y="1371577"/>
                </a:cubicBezTo>
                <a:cubicBezTo>
                  <a:pt x="5624460" y="3190452"/>
                  <a:pt x="4634589" y="4418706"/>
                  <a:pt x="3599986" y="5278285"/>
                </a:cubicBezTo>
                <a:cubicBezTo>
                  <a:pt x="3604689" y="5299452"/>
                  <a:pt x="3609346" y="5320618"/>
                  <a:pt x="3613979" y="5341785"/>
                </a:cubicBezTo>
                <a:cubicBezTo>
                  <a:pt x="4720667" y="4517461"/>
                  <a:pt x="5781069" y="3305457"/>
                  <a:pt x="6585050" y="1462146"/>
                </a:cubicBezTo>
                <a:cubicBezTo>
                  <a:pt x="6707346" y="1181759"/>
                  <a:pt x="6832159" y="918092"/>
                  <a:pt x="6959511" y="671148"/>
                </a:cubicBezTo>
                <a:lnTo>
                  <a:pt x="6959511" y="677757"/>
                </a:lnTo>
                <a:cubicBezTo>
                  <a:pt x="6833312" y="923462"/>
                  <a:pt x="6709440" y="1185303"/>
                  <a:pt x="6587919" y="1463275"/>
                </a:cubicBezTo>
                <a:cubicBezTo>
                  <a:pt x="5783280" y="3307762"/>
                  <a:pt x="4722078" y="4520260"/>
                  <a:pt x="3614614" y="5344913"/>
                </a:cubicBezTo>
                <a:lnTo>
                  <a:pt x="3628584" y="5408413"/>
                </a:lnTo>
                <a:cubicBezTo>
                  <a:pt x="4808108" y="4619084"/>
                  <a:pt x="5939819" y="3422674"/>
                  <a:pt x="6799986" y="1553728"/>
                </a:cubicBezTo>
                <a:cubicBezTo>
                  <a:pt x="6852879" y="1438800"/>
                  <a:pt x="6906031" y="1326696"/>
                  <a:pt x="6959441" y="1217413"/>
                </a:cubicBezTo>
                <a:lnTo>
                  <a:pt x="6959441" y="1224280"/>
                </a:lnTo>
                <a:cubicBezTo>
                  <a:pt x="6906971" y="1331760"/>
                  <a:pt x="6854737" y="1441967"/>
                  <a:pt x="6802761" y="1554903"/>
                </a:cubicBezTo>
                <a:cubicBezTo>
                  <a:pt x="5942077" y="3425072"/>
                  <a:pt x="4809543" y="4622001"/>
                  <a:pt x="3629219" y="5411611"/>
                </a:cubicBezTo>
                <a:cubicBezTo>
                  <a:pt x="3737122" y="5902678"/>
                  <a:pt x="3841168" y="6387089"/>
                  <a:pt x="3939170" y="6858000"/>
                </a:cubicBezTo>
                <a:lnTo>
                  <a:pt x="3936112" y="6858000"/>
                </a:lnTo>
                <a:cubicBezTo>
                  <a:pt x="3838228" y="6387630"/>
                  <a:pt x="3734300" y="5903783"/>
                  <a:pt x="3626538" y="5413328"/>
                </a:cubicBezTo>
                <a:cubicBezTo>
                  <a:pt x="3610381" y="5424123"/>
                  <a:pt x="3594177" y="5434683"/>
                  <a:pt x="3578019" y="5445408"/>
                </a:cubicBezTo>
                <a:cubicBezTo>
                  <a:pt x="3663109" y="5926502"/>
                  <a:pt x="3744578" y="6399436"/>
                  <a:pt x="3820636" y="6858000"/>
                </a:cubicBezTo>
                <a:lnTo>
                  <a:pt x="3817626" y="6858000"/>
                </a:lnTo>
                <a:cubicBezTo>
                  <a:pt x="3741638" y="6400001"/>
                  <a:pt x="3660287" y="5927678"/>
                  <a:pt x="3575385" y="5447195"/>
                </a:cubicBezTo>
                <a:cubicBezTo>
                  <a:pt x="3559134" y="5457990"/>
                  <a:pt x="3542883" y="5468926"/>
                  <a:pt x="3526608" y="5479463"/>
                </a:cubicBezTo>
                <a:cubicBezTo>
                  <a:pt x="3588508" y="5950585"/>
                  <a:pt x="3646976" y="6411972"/>
                  <a:pt x="3700645" y="6858000"/>
                </a:cubicBezTo>
                <a:lnTo>
                  <a:pt x="3697611" y="6858000"/>
                </a:lnTo>
                <a:cubicBezTo>
                  <a:pt x="3643942" y="6412513"/>
                  <a:pt x="3585545" y="5951737"/>
                  <a:pt x="3523738" y="5481250"/>
                </a:cubicBezTo>
                <a:cubicBezTo>
                  <a:pt x="3507275" y="5491810"/>
                  <a:pt x="3490812" y="5502040"/>
                  <a:pt x="3474349" y="5512529"/>
                </a:cubicBezTo>
                <a:cubicBezTo>
                  <a:pt x="3512591" y="5974080"/>
                  <a:pt x="3547657" y="6424225"/>
                  <a:pt x="3578678" y="6858000"/>
                </a:cubicBezTo>
                <a:lnTo>
                  <a:pt x="3575667" y="6858000"/>
                </a:lnTo>
                <a:cubicBezTo>
                  <a:pt x="3544670" y="6424789"/>
                  <a:pt x="3509651" y="5975256"/>
                  <a:pt x="3471457" y="5514340"/>
                </a:cubicBezTo>
                <a:cubicBezTo>
                  <a:pt x="3454994" y="5524876"/>
                  <a:pt x="3438390" y="5535507"/>
                  <a:pt x="3421833" y="5545832"/>
                </a:cubicBezTo>
                <a:cubicBezTo>
                  <a:pt x="3435944" y="5997810"/>
                  <a:pt x="3446974" y="6436619"/>
                  <a:pt x="3454759" y="6858000"/>
                </a:cubicBezTo>
                <a:lnTo>
                  <a:pt x="3451748" y="6858000"/>
                </a:lnTo>
                <a:cubicBezTo>
                  <a:pt x="3443940" y="6437207"/>
                  <a:pt x="3432934" y="5999033"/>
                  <a:pt x="3418823" y="5547713"/>
                </a:cubicBezTo>
                <a:cubicBezTo>
                  <a:pt x="3402171" y="5558132"/>
                  <a:pt x="3385520" y="5568480"/>
                  <a:pt x="3368846" y="5578758"/>
                </a:cubicBezTo>
                <a:cubicBezTo>
                  <a:pt x="3358074" y="6021376"/>
                  <a:pt x="3344598" y="6448943"/>
                  <a:pt x="3328629" y="6858000"/>
                </a:cubicBezTo>
                <a:lnTo>
                  <a:pt x="3325830" y="6858000"/>
                </a:lnTo>
                <a:cubicBezTo>
                  <a:pt x="3341776" y="6449578"/>
                  <a:pt x="3355228" y="6022599"/>
                  <a:pt x="3366000" y="5580639"/>
                </a:cubicBezTo>
                <a:cubicBezTo>
                  <a:pt x="3349231" y="5590940"/>
                  <a:pt x="3332463" y="5601100"/>
                  <a:pt x="3315670" y="5611213"/>
                </a:cubicBezTo>
                <a:cubicBezTo>
                  <a:pt x="3297396" y="5828994"/>
                  <a:pt x="3278581" y="6042378"/>
                  <a:pt x="3259226" y="6251387"/>
                </a:cubicBezTo>
                <a:cubicBezTo>
                  <a:pt x="3239917" y="6458233"/>
                  <a:pt x="3220209" y="6660445"/>
                  <a:pt x="3200077" y="6858000"/>
                </a:cubicBezTo>
                <a:lnTo>
                  <a:pt x="3197019" y="6858000"/>
                </a:lnTo>
                <a:cubicBezTo>
                  <a:pt x="3217151" y="6660445"/>
                  <a:pt x="3236836" y="6458138"/>
                  <a:pt x="3256075" y="6251081"/>
                </a:cubicBezTo>
                <a:cubicBezTo>
                  <a:pt x="3275407" y="6042989"/>
                  <a:pt x="3294174" y="5830382"/>
                  <a:pt x="3312401" y="5613236"/>
                </a:cubicBezTo>
                <a:cubicBezTo>
                  <a:pt x="3295492" y="5623513"/>
                  <a:pt x="3278605" y="5633956"/>
                  <a:pt x="3261695" y="5644045"/>
                </a:cubicBezTo>
                <a:cubicBezTo>
                  <a:pt x="3258685" y="5664341"/>
                  <a:pt x="3255674" y="5684615"/>
                  <a:pt x="3252664" y="5704864"/>
                </a:cubicBezTo>
                <a:cubicBezTo>
                  <a:pt x="3192715" y="6107289"/>
                  <a:pt x="3131309" y="6491676"/>
                  <a:pt x="3068420" y="6858000"/>
                </a:cubicBezTo>
                <a:lnTo>
                  <a:pt x="3065339" y="6858000"/>
                </a:lnTo>
                <a:cubicBezTo>
                  <a:pt x="3127828" y="6492052"/>
                  <a:pt x="3189282" y="6107501"/>
                  <a:pt x="3249678" y="5704346"/>
                </a:cubicBezTo>
                <a:cubicBezTo>
                  <a:pt x="3252570" y="5684944"/>
                  <a:pt x="3255463" y="5665517"/>
                  <a:pt x="3258332" y="5646020"/>
                </a:cubicBezTo>
                <a:cubicBezTo>
                  <a:pt x="3241352" y="5656086"/>
                  <a:pt x="3224372" y="5665847"/>
                  <a:pt x="3207391" y="5675795"/>
                </a:cubicBezTo>
                <a:cubicBezTo>
                  <a:pt x="3117150" y="6091743"/>
                  <a:pt x="3025804" y="6485820"/>
                  <a:pt x="2933354" y="6858000"/>
                </a:cubicBezTo>
                <a:lnTo>
                  <a:pt x="2930225" y="6858000"/>
                </a:lnTo>
                <a:cubicBezTo>
                  <a:pt x="3021806" y="6486760"/>
                  <a:pt x="3113011" y="6093389"/>
                  <a:pt x="3203839" y="5677864"/>
                </a:cubicBezTo>
                <a:cubicBezTo>
                  <a:pt x="3186718" y="5687907"/>
                  <a:pt x="3169620" y="5698020"/>
                  <a:pt x="3152499" y="5707874"/>
                </a:cubicBezTo>
                <a:cubicBezTo>
                  <a:pt x="3033636" y="6115379"/>
                  <a:pt x="2913245" y="6498708"/>
                  <a:pt x="2794382" y="6857930"/>
                </a:cubicBezTo>
                <a:lnTo>
                  <a:pt x="2791184" y="6857930"/>
                </a:lnTo>
                <a:cubicBezTo>
                  <a:pt x="2909835" y="6499296"/>
                  <a:pt x="3030014" y="6116697"/>
                  <a:pt x="3148665" y="5710038"/>
                </a:cubicBezTo>
                <a:cubicBezTo>
                  <a:pt x="3131567" y="5719892"/>
                  <a:pt x="3114446" y="5729511"/>
                  <a:pt x="3097325" y="5739201"/>
                </a:cubicBezTo>
                <a:cubicBezTo>
                  <a:pt x="2948358" y="6138780"/>
                  <a:pt x="2798192" y="6511243"/>
                  <a:pt x="2650849" y="6858000"/>
                </a:cubicBezTo>
                <a:lnTo>
                  <a:pt x="2647533" y="6858000"/>
                </a:lnTo>
                <a:cubicBezTo>
                  <a:pt x="2794594" y="6511925"/>
                  <a:pt x="2944478" y="6140239"/>
                  <a:pt x="3093185" y="5741600"/>
                </a:cubicBezTo>
                <a:cubicBezTo>
                  <a:pt x="3075946" y="5751336"/>
                  <a:pt x="3058683" y="5761003"/>
                  <a:pt x="3041445" y="5770574"/>
                </a:cubicBezTo>
                <a:cubicBezTo>
                  <a:pt x="2860775" y="6162417"/>
                  <a:pt x="2679071" y="6524037"/>
                  <a:pt x="2501882" y="6858000"/>
                </a:cubicBezTo>
                <a:lnTo>
                  <a:pt x="2498449" y="6858000"/>
                </a:lnTo>
                <a:cubicBezTo>
                  <a:pt x="2675355" y="6524719"/>
                  <a:pt x="2856589" y="6163992"/>
                  <a:pt x="3037023" y="5773114"/>
                </a:cubicBezTo>
                <a:cubicBezTo>
                  <a:pt x="3019713" y="5782734"/>
                  <a:pt x="3002404" y="5792376"/>
                  <a:pt x="2985117" y="5801830"/>
                </a:cubicBezTo>
                <a:cubicBezTo>
                  <a:pt x="2770394" y="6186335"/>
                  <a:pt x="2555316" y="6536972"/>
                  <a:pt x="2346308" y="6858000"/>
                </a:cubicBezTo>
                <a:lnTo>
                  <a:pt x="2342756" y="6858000"/>
                </a:lnTo>
                <a:cubicBezTo>
                  <a:pt x="2551318" y="6537725"/>
                  <a:pt x="2765925" y="6187981"/>
                  <a:pt x="2980108" y="5804512"/>
                </a:cubicBezTo>
                <a:cubicBezTo>
                  <a:pt x="2962963" y="5813919"/>
                  <a:pt x="2945794" y="5823021"/>
                  <a:pt x="2928650" y="5832240"/>
                </a:cubicBezTo>
                <a:cubicBezTo>
                  <a:pt x="2677284" y="6210253"/>
                  <a:pt x="2426059" y="6550072"/>
                  <a:pt x="2182972" y="6858000"/>
                </a:cubicBezTo>
                <a:lnTo>
                  <a:pt x="2179114" y="6858000"/>
                </a:lnTo>
                <a:cubicBezTo>
                  <a:pt x="2421590" y="6550919"/>
                  <a:pt x="2672180" y="6212111"/>
                  <a:pt x="2922934" y="5835297"/>
                </a:cubicBezTo>
                <a:cubicBezTo>
                  <a:pt x="2905578" y="5844705"/>
                  <a:pt x="2888221" y="5854112"/>
                  <a:pt x="2870841" y="5863355"/>
                </a:cubicBezTo>
                <a:cubicBezTo>
                  <a:pt x="2579823" y="6235112"/>
                  <a:pt x="2289487" y="6563760"/>
                  <a:pt x="2009804" y="6858000"/>
                </a:cubicBezTo>
                <a:lnTo>
                  <a:pt x="2005689" y="6858000"/>
                </a:lnTo>
                <a:cubicBezTo>
                  <a:pt x="2284595" y="6564677"/>
                  <a:pt x="2574131" y="6237111"/>
                  <a:pt x="2864397" y="5866671"/>
                </a:cubicBezTo>
                <a:cubicBezTo>
                  <a:pt x="2847464" y="5875538"/>
                  <a:pt x="2830506" y="5884169"/>
                  <a:pt x="2813597" y="5892941"/>
                </a:cubicBezTo>
                <a:cubicBezTo>
                  <a:pt x="2478364" y="6259830"/>
                  <a:pt x="2144495" y="6577636"/>
                  <a:pt x="1824432" y="6858000"/>
                </a:cubicBezTo>
                <a:lnTo>
                  <a:pt x="1819916" y="6858000"/>
                </a:lnTo>
                <a:cubicBezTo>
                  <a:pt x="2138921" y="6578694"/>
                  <a:pt x="2471685" y="6262205"/>
                  <a:pt x="2805859" y="5896940"/>
                </a:cubicBezTo>
                <a:cubicBezTo>
                  <a:pt x="2788879" y="5905759"/>
                  <a:pt x="2771899" y="5914625"/>
                  <a:pt x="2754942" y="5923257"/>
                </a:cubicBezTo>
                <a:cubicBezTo>
                  <a:pt x="2370343" y="6286101"/>
                  <a:pt x="1987932" y="6592453"/>
                  <a:pt x="1623325" y="6858000"/>
                </a:cubicBezTo>
                <a:lnTo>
                  <a:pt x="1618386" y="6858000"/>
                </a:lnTo>
                <a:cubicBezTo>
                  <a:pt x="1981488" y="6593699"/>
                  <a:pt x="2362300" y="6288970"/>
                  <a:pt x="2745346" y="5928242"/>
                </a:cubicBezTo>
                <a:cubicBezTo>
                  <a:pt x="2729142" y="5936450"/>
                  <a:pt x="2712914" y="5944400"/>
                  <a:pt x="2696686" y="5952490"/>
                </a:cubicBezTo>
                <a:cubicBezTo>
                  <a:pt x="2255056" y="6313218"/>
                  <a:pt x="1816553" y="6608022"/>
                  <a:pt x="1401310" y="6857953"/>
                </a:cubicBezTo>
                <a:lnTo>
                  <a:pt x="1395619" y="6857953"/>
                </a:lnTo>
                <a:cubicBezTo>
                  <a:pt x="1808815" y="6609410"/>
                  <a:pt x="2245084" y="6316486"/>
                  <a:pt x="2684645" y="5958440"/>
                </a:cubicBezTo>
                <a:cubicBezTo>
                  <a:pt x="2668840" y="5966319"/>
                  <a:pt x="2653012" y="5974221"/>
                  <a:pt x="2637184" y="5981959"/>
                </a:cubicBezTo>
                <a:cubicBezTo>
                  <a:pt x="2128220" y="6342686"/>
                  <a:pt x="1623772" y="6625167"/>
                  <a:pt x="1150108" y="6858000"/>
                </a:cubicBezTo>
                <a:lnTo>
                  <a:pt x="1143524" y="6858000"/>
                </a:lnTo>
                <a:cubicBezTo>
                  <a:pt x="1613753" y="6627025"/>
                  <a:pt x="2114509" y="6347272"/>
                  <a:pt x="2619922" y="5990567"/>
                </a:cubicBezTo>
                <a:cubicBezTo>
                  <a:pt x="2605811" y="5997458"/>
                  <a:pt x="2591700" y="6004184"/>
                  <a:pt x="2577589" y="6010981"/>
                </a:cubicBezTo>
                <a:cubicBezTo>
                  <a:pt x="1985580" y="6375377"/>
                  <a:pt x="1399923" y="6644241"/>
                  <a:pt x="856386" y="6858000"/>
                </a:cubicBezTo>
                <a:lnTo>
                  <a:pt x="848413" y="6858000"/>
                </a:lnTo>
                <a:cubicBezTo>
                  <a:pt x="1386352" y="6646710"/>
                  <a:pt x="1965848" y="6381515"/>
                  <a:pt x="2551977" y="6023093"/>
                </a:cubicBezTo>
                <a:cubicBezTo>
                  <a:pt x="2540735" y="6028455"/>
                  <a:pt x="2529493" y="6033841"/>
                  <a:pt x="2518252" y="6039156"/>
                </a:cubicBezTo>
                <a:cubicBezTo>
                  <a:pt x="1817400" y="6413829"/>
                  <a:pt x="1125720" y="6666630"/>
                  <a:pt x="495024" y="6858000"/>
                </a:cubicBezTo>
                <a:lnTo>
                  <a:pt x="485076" y="6858000"/>
                </a:lnTo>
                <a:cubicBezTo>
                  <a:pt x="1101543" y="6671333"/>
                  <a:pt x="1776736" y="6426106"/>
                  <a:pt x="2461760" y="6065732"/>
                </a:cubicBezTo>
                <a:cubicBezTo>
                  <a:pt x="1603334" y="6464018"/>
                  <a:pt x="758431" y="6694688"/>
                  <a:pt x="11460" y="6858000"/>
                </a:cubicBezTo>
                <a:lnTo>
                  <a:pt x="-2040" y="6858000"/>
                </a:lnTo>
                <a:cubicBezTo>
                  <a:pt x="764217" y="6691019"/>
                  <a:pt x="1634426" y="6453364"/>
                  <a:pt x="2516793" y="6036569"/>
                </a:cubicBezTo>
                <a:cubicBezTo>
                  <a:pt x="2554541" y="6016390"/>
                  <a:pt x="2592311" y="5995835"/>
                  <a:pt x="2630129" y="5974903"/>
                </a:cubicBezTo>
                <a:cubicBezTo>
                  <a:pt x="2663055" y="5954278"/>
                  <a:pt x="2695981" y="5933534"/>
                  <a:pt x="2729095" y="5912273"/>
                </a:cubicBezTo>
                <a:cubicBezTo>
                  <a:pt x="2762656" y="5887861"/>
                  <a:pt x="2796240" y="5863096"/>
                  <a:pt x="2829825" y="5838002"/>
                </a:cubicBezTo>
                <a:cubicBezTo>
                  <a:pt x="2857859" y="5814248"/>
                  <a:pt x="2885893" y="5790212"/>
                  <a:pt x="2913904" y="5765871"/>
                </a:cubicBezTo>
                <a:cubicBezTo>
                  <a:pt x="2940550" y="5739624"/>
                  <a:pt x="2967220" y="5713142"/>
                  <a:pt x="2993867" y="5686402"/>
                </a:cubicBezTo>
                <a:cubicBezTo>
                  <a:pt x="3017502" y="5659238"/>
                  <a:pt x="3041138" y="5631792"/>
                  <a:pt x="3064775" y="5604087"/>
                </a:cubicBezTo>
                <a:cubicBezTo>
                  <a:pt x="3086200" y="5575230"/>
                  <a:pt x="3107625" y="5546184"/>
                  <a:pt x="3129004" y="5516904"/>
                </a:cubicBezTo>
                <a:cubicBezTo>
                  <a:pt x="3147513" y="5487435"/>
                  <a:pt x="3165998" y="5457708"/>
                  <a:pt x="3184507" y="5427745"/>
                </a:cubicBezTo>
                <a:cubicBezTo>
                  <a:pt x="3200947" y="5396513"/>
                  <a:pt x="3217410" y="5365045"/>
                  <a:pt x="3233896" y="5333365"/>
                </a:cubicBezTo>
                <a:cubicBezTo>
                  <a:pt x="3248007" y="5300769"/>
                  <a:pt x="3262118" y="5267960"/>
                  <a:pt x="3276229" y="5234964"/>
                </a:cubicBezTo>
                <a:cubicBezTo>
                  <a:pt x="3287825" y="5201779"/>
                  <a:pt x="3299372" y="5168383"/>
                  <a:pt x="3310919" y="5134775"/>
                </a:cubicBezTo>
                <a:cubicBezTo>
                  <a:pt x="3320327" y="5100203"/>
                  <a:pt x="3329734" y="5065325"/>
                  <a:pt x="3339142" y="5030447"/>
                </a:cubicBezTo>
                <a:cubicBezTo>
                  <a:pt x="3346338" y="4994675"/>
                  <a:pt x="3353488" y="4958739"/>
                  <a:pt x="3360614" y="4922638"/>
                </a:cubicBezTo>
                <a:cubicBezTo>
                  <a:pt x="3365553" y="4885972"/>
                  <a:pt x="3370468" y="4849190"/>
                  <a:pt x="3375360" y="4812313"/>
                </a:cubicBezTo>
                <a:cubicBezTo>
                  <a:pt x="3378135" y="4774377"/>
                  <a:pt x="3380887" y="4736348"/>
                  <a:pt x="3383615" y="4698224"/>
                </a:cubicBezTo>
                <a:cubicBezTo>
                  <a:pt x="3384227" y="4659019"/>
                  <a:pt x="3384815" y="4619766"/>
                  <a:pt x="3385403" y="4580420"/>
                </a:cubicBezTo>
                <a:cubicBezTo>
                  <a:pt x="3383827" y="4540227"/>
                  <a:pt x="3382275" y="4499963"/>
                  <a:pt x="3380699" y="4459629"/>
                </a:cubicBezTo>
                <a:cubicBezTo>
                  <a:pt x="3377007" y="4418354"/>
                  <a:pt x="3373290" y="4376985"/>
                  <a:pt x="3369575" y="4335569"/>
                </a:cubicBezTo>
                <a:cubicBezTo>
                  <a:pt x="3363742" y="4293376"/>
                  <a:pt x="3357909" y="4251137"/>
                  <a:pt x="3352077" y="4208851"/>
                </a:cubicBezTo>
                <a:cubicBezTo>
                  <a:pt x="3344057" y="4165224"/>
                  <a:pt x="3336014" y="4121573"/>
                  <a:pt x="3327994" y="4077900"/>
                </a:cubicBezTo>
                <a:cubicBezTo>
                  <a:pt x="3008330" y="2671563"/>
                  <a:pt x="2673615" y="1261016"/>
                  <a:pt x="2373330" y="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2349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AAD14AFD-FF72-BF06-6556-3420C32A8A3C}"/>
              </a:ext>
            </a:extLst>
          </p:cNvPr>
          <p:cNvSpPr/>
          <p:nvPr/>
        </p:nvSpPr>
        <p:spPr>
          <a:xfrm>
            <a:off x="11449050" y="5181314"/>
            <a:ext cx="377340" cy="1676686"/>
          </a:xfrm>
          <a:prstGeom prst="round2SameRect">
            <a:avLst>
              <a:gd name="adj1" fmla="val 37923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39FCD3-EA51-8414-7D0F-AEA22590E5E9}"/>
              </a:ext>
            </a:extLst>
          </p:cNvPr>
          <p:cNvGrpSpPr/>
          <p:nvPr/>
        </p:nvGrpSpPr>
        <p:grpSpPr>
          <a:xfrm>
            <a:off x="5913402" y="1204967"/>
            <a:ext cx="6278598" cy="3976347"/>
            <a:chOff x="6008652" y="1077257"/>
            <a:chExt cx="6278598" cy="397634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71CDA6-50EE-6291-A809-08F606B7414F}"/>
                </a:ext>
              </a:extLst>
            </p:cNvPr>
            <p:cNvSpPr txBox="1"/>
            <p:nvPr/>
          </p:nvSpPr>
          <p:spPr>
            <a:xfrm>
              <a:off x="6008652" y="1077257"/>
              <a:ext cx="5878548" cy="651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IN" sz="4000" b="1" kern="0" dirty="0">
                  <a:latin typeface="Poppins" panose="00000500000000000000" pitchFamily="2" charset="0"/>
                  <a:cs typeface="Poppins" panose="00000500000000000000" pitchFamily="2" charset="0"/>
                </a:rPr>
                <a:t>The Future Ahead</a:t>
              </a:r>
              <a:endParaRPr lang="en-US" sz="4000" b="1" kern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7E8D36-373A-000E-77CD-421166959375}"/>
                </a:ext>
              </a:extLst>
            </p:cNvPr>
            <p:cNvSpPr txBox="1"/>
            <p:nvPr/>
          </p:nvSpPr>
          <p:spPr>
            <a:xfrm>
              <a:off x="6096000" y="1865582"/>
              <a:ext cx="55245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kern="0" dirty="0">
                  <a:latin typeface="Poppins" panose="00000500000000000000" pitchFamily="2" charset="0"/>
                  <a:cs typeface="Poppins" panose="00000500000000000000" pitchFamily="2" charset="0"/>
                </a:rPr>
                <a:t>WWDC26 demonstrates Apple's commitment to innovation through artificial intelligence, software excellence, and developer empowerment.</a:t>
              </a:r>
              <a:endParaRPr lang="en-US" sz="1400" kern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4A6697A-C40F-119E-60FE-A18AB2A4A385}"/>
                </a:ext>
              </a:extLst>
            </p:cNvPr>
            <p:cNvSpPr txBox="1"/>
            <p:nvPr/>
          </p:nvSpPr>
          <p:spPr>
            <a:xfrm>
              <a:off x="6096000" y="2741111"/>
              <a:ext cx="6191250" cy="23124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IN" sz="1600" b="1" dirty="0">
                  <a:latin typeface="Poppins" panose="00000500000000000000" pitchFamily="2" charset="0"/>
                  <a:cs typeface="Poppins" panose="00000500000000000000" pitchFamily="2" charset="0"/>
                </a:rPr>
                <a:t>Key Takeaways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IN" sz="1600" dirty="0">
                  <a:latin typeface="Poppins" panose="00000500000000000000" pitchFamily="2" charset="0"/>
                  <a:cs typeface="Poppins" panose="00000500000000000000" pitchFamily="2" charset="0"/>
                </a:rPr>
                <a:t>✓ Apple Intelligence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IN" sz="1600" dirty="0">
                  <a:latin typeface="Poppins" panose="00000500000000000000" pitchFamily="2" charset="0"/>
                  <a:cs typeface="Poppins" panose="00000500000000000000" pitchFamily="2" charset="0"/>
                </a:rPr>
                <a:t>✓ Software Innovation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IN" sz="1600" dirty="0">
                  <a:latin typeface="Poppins" panose="00000500000000000000" pitchFamily="2" charset="0"/>
                  <a:cs typeface="Poppins" panose="00000500000000000000" pitchFamily="2" charset="0"/>
                </a:rPr>
                <a:t>✓ Smarter Siri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IN" sz="1600" dirty="0">
                  <a:latin typeface="Poppins" panose="00000500000000000000" pitchFamily="2" charset="0"/>
                  <a:cs typeface="Poppins" panose="00000500000000000000" pitchFamily="2" charset="0"/>
                </a:rPr>
                <a:t>✓ Developer Growth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IN" sz="1600" dirty="0">
                  <a:latin typeface="Poppins" panose="00000500000000000000" pitchFamily="2" charset="0"/>
                  <a:cs typeface="Poppins" panose="00000500000000000000" pitchFamily="2" charset="0"/>
                </a:rPr>
                <a:t>✓ Ecosystem Integration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701548A-11A3-1CE0-82F5-BB2F2A9AC37C}"/>
              </a:ext>
            </a:extLst>
          </p:cNvPr>
          <p:cNvGrpSpPr/>
          <p:nvPr/>
        </p:nvGrpSpPr>
        <p:grpSpPr>
          <a:xfrm>
            <a:off x="1218997" y="0"/>
            <a:ext cx="3680517" cy="5631876"/>
            <a:chOff x="1218997" y="0"/>
            <a:chExt cx="3680517" cy="5631876"/>
          </a:xfrm>
        </p:grpSpPr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F962594A-A117-2754-A0BF-C69BCD8EA3C9}"/>
                </a:ext>
              </a:extLst>
            </p:cNvPr>
            <p:cNvSpPr/>
            <p:nvPr/>
          </p:nvSpPr>
          <p:spPr>
            <a:xfrm flipV="1">
              <a:off x="1528993" y="0"/>
              <a:ext cx="3370521" cy="5631876"/>
            </a:xfrm>
            <a:prstGeom prst="round2SameRect">
              <a:avLst>
                <a:gd name="adj1" fmla="val 13197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kern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0EE4F0-001C-4217-05B3-DF1354946B19}"/>
                </a:ext>
              </a:extLst>
            </p:cNvPr>
            <p:cNvGrpSpPr/>
            <p:nvPr/>
          </p:nvGrpSpPr>
          <p:grpSpPr>
            <a:xfrm>
              <a:off x="1218997" y="1474757"/>
              <a:ext cx="619991" cy="619991"/>
              <a:chOff x="1967347" y="1004455"/>
              <a:chExt cx="619991" cy="619991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0F5536D-BACA-50CD-CB3C-6CE0F52E3801}"/>
                  </a:ext>
                </a:extLst>
              </p:cNvPr>
              <p:cNvSpPr/>
              <p:nvPr/>
            </p:nvSpPr>
            <p:spPr>
              <a:xfrm>
                <a:off x="1967347" y="1004455"/>
                <a:ext cx="619991" cy="619991"/>
              </a:xfrm>
              <a:prstGeom prst="roundRect">
                <a:avLst>
                  <a:gd name="adj" fmla="val 21695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2540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kern="0"/>
              </a:p>
            </p:txBody>
          </p:sp>
          <p:sp>
            <p:nvSpPr>
              <p:cNvPr id="9" name="任意形状 1867">
                <a:extLst>
                  <a:ext uri="{FF2B5EF4-FFF2-40B4-BE49-F238E27FC236}">
                    <a16:creationId xmlns:a16="http://schemas.microsoft.com/office/drawing/2014/main" id="{368A069F-A5A5-7413-A795-73430E5E1933}"/>
                  </a:ext>
                </a:extLst>
              </p:cNvPr>
              <p:cNvSpPr/>
              <p:nvPr/>
            </p:nvSpPr>
            <p:spPr>
              <a:xfrm>
                <a:off x="2223459" y="1233621"/>
                <a:ext cx="107766" cy="1616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2" y="10800"/>
                    </a:moveTo>
                    <a:lnTo>
                      <a:pt x="0" y="3602"/>
                    </a:lnTo>
                    <a:lnTo>
                      <a:pt x="5399" y="0"/>
                    </a:lnTo>
                    <a:lnTo>
                      <a:pt x="21600" y="10800"/>
                    </a:lnTo>
                    <a:lnTo>
                      <a:pt x="5399" y="21600"/>
                    </a:lnTo>
                    <a:lnTo>
                      <a:pt x="0" y="17998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 kern="0"/>
              </a:p>
            </p:txBody>
          </p:sp>
        </p:grpSp>
        <p:pic>
          <p:nvPicPr>
            <p:cNvPr id="29" name="Picture 28" descr="WWDC 2024: Apple Officially Unveils the Dates For its Upcoming Developer  Conference ~ My Mobile India">
              <a:extLst>
                <a:ext uri="{FF2B5EF4-FFF2-40B4-BE49-F238E27FC236}">
                  <a16:creationId xmlns:a16="http://schemas.microsoft.com/office/drawing/2014/main" id="{A93234DB-BBF9-50ED-5574-72AE29109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043" r="12043"/>
            <a:stretch>
              <a:fillRect/>
            </a:stretch>
          </p:blipFill>
          <p:spPr>
            <a:xfrm>
              <a:off x="1528992" y="3060126"/>
              <a:ext cx="3370521" cy="2571750"/>
            </a:xfrm>
            <a:prstGeom prst="round2SameRect">
              <a:avLst>
                <a:gd name="adj1" fmla="val 0"/>
                <a:gd name="adj2" fmla="val 27160"/>
              </a:avLst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022B12A-DE8C-B32B-5C56-85E81A6BE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3" t="15661" r="32927" b="24233"/>
            <a:stretch>
              <a:fillRect/>
            </a:stretch>
          </p:blipFill>
          <p:spPr>
            <a:xfrm>
              <a:off x="2684111" y="860892"/>
              <a:ext cx="1158772" cy="13885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0383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9148;p73">
            <a:extLst>
              <a:ext uri="{FF2B5EF4-FFF2-40B4-BE49-F238E27FC236}">
                <a16:creationId xmlns:a16="http://schemas.microsoft.com/office/drawing/2014/main" id="{6D252132-8532-960E-AC8E-B6015AB7B222}"/>
              </a:ext>
            </a:extLst>
          </p:cNvPr>
          <p:cNvSpPr/>
          <p:nvPr/>
        </p:nvSpPr>
        <p:spPr>
          <a:xfrm>
            <a:off x="751869" y="1547631"/>
            <a:ext cx="95301" cy="115200"/>
          </a:xfrm>
          <a:custGeom>
            <a:avLst/>
            <a:gdLst/>
            <a:ahLst/>
            <a:cxnLst/>
            <a:rect l="l" t="t" r="r" b="b"/>
            <a:pathLst>
              <a:path w="2112" h="2553" extrusionOk="0">
                <a:moveTo>
                  <a:pt x="1072" y="0"/>
                </a:moveTo>
                <a:cubicBezTo>
                  <a:pt x="473" y="0"/>
                  <a:pt x="64" y="473"/>
                  <a:pt x="64" y="1009"/>
                </a:cubicBezTo>
                <a:cubicBezTo>
                  <a:pt x="1" y="1229"/>
                  <a:pt x="158" y="1324"/>
                  <a:pt x="379" y="1324"/>
                </a:cubicBezTo>
                <a:cubicBezTo>
                  <a:pt x="568" y="1324"/>
                  <a:pt x="725" y="1166"/>
                  <a:pt x="725" y="977"/>
                </a:cubicBezTo>
                <a:cubicBezTo>
                  <a:pt x="725" y="788"/>
                  <a:pt x="883" y="631"/>
                  <a:pt x="1072" y="631"/>
                </a:cubicBezTo>
                <a:cubicBezTo>
                  <a:pt x="1261" y="631"/>
                  <a:pt x="1418" y="788"/>
                  <a:pt x="1418" y="977"/>
                </a:cubicBezTo>
                <a:cubicBezTo>
                  <a:pt x="1418" y="1103"/>
                  <a:pt x="1355" y="1198"/>
                  <a:pt x="1229" y="1292"/>
                </a:cubicBezTo>
                <a:cubicBezTo>
                  <a:pt x="914" y="1450"/>
                  <a:pt x="725" y="1796"/>
                  <a:pt x="725" y="2206"/>
                </a:cubicBezTo>
                <a:cubicBezTo>
                  <a:pt x="725" y="2395"/>
                  <a:pt x="883" y="2552"/>
                  <a:pt x="1072" y="2552"/>
                </a:cubicBezTo>
                <a:cubicBezTo>
                  <a:pt x="1261" y="2552"/>
                  <a:pt x="1418" y="2395"/>
                  <a:pt x="1418" y="2206"/>
                </a:cubicBezTo>
                <a:cubicBezTo>
                  <a:pt x="1418" y="2080"/>
                  <a:pt x="1481" y="1954"/>
                  <a:pt x="1544" y="1922"/>
                </a:cubicBezTo>
                <a:cubicBezTo>
                  <a:pt x="1891" y="1733"/>
                  <a:pt x="2111" y="1355"/>
                  <a:pt x="2111" y="1009"/>
                </a:cubicBezTo>
                <a:cubicBezTo>
                  <a:pt x="2111" y="410"/>
                  <a:pt x="1639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68" name="Google Shape;9149;p73">
            <a:extLst>
              <a:ext uri="{FF2B5EF4-FFF2-40B4-BE49-F238E27FC236}">
                <a16:creationId xmlns:a16="http://schemas.microsoft.com/office/drawing/2014/main" id="{EADDEC81-853F-BE1C-91DE-79C7C31490D6}"/>
              </a:ext>
            </a:extLst>
          </p:cNvPr>
          <p:cNvSpPr/>
          <p:nvPr/>
        </p:nvSpPr>
        <p:spPr>
          <a:xfrm>
            <a:off x="402165" y="1671315"/>
            <a:ext cx="288609" cy="345511"/>
          </a:xfrm>
          <a:custGeom>
            <a:avLst/>
            <a:gdLst/>
            <a:ahLst/>
            <a:cxnLst/>
            <a:rect l="l" t="t" r="r" b="b"/>
            <a:pathLst>
              <a:path w="6396" h="7657" extrusionOk="0">
                <a:moveTo>
                  <a:pt x="3245" y="693"/>
                </a:moveTo>
                <a:cubicBezTo>
                  <a:pt x="3812" y="693"/>
                  <a:pt x="4285" y="1166"/>
                  <a:pt x="4285" y="1702"/>
                </a:cubicBezTo>
                <a:cubicBezTo>
                  <a:pt x="4285" y="2269"/>
                  <a:pt x="3812" y="2710"/>
                  <a:pt x="3245" y="2710"/>
                </a:cubicBezTo>
                <a:cubicBezTo>
                  <a:pt x="2647" y="2710"/>
                  <a:pt x="2174" y="2269"/>
                  <a:pt x="2174" y="1702"/>
                </a:cubicBezTo>
                <a:cubicBezTo>
                  <a:pt x="2174" y="1166"/>
                  <a:pt x="2678" y="693"/>
                  <a:pt x="3245" y="693"/>
                </a:cubicBezTo>
                <a:close/>
                <a:moveTo>
                  <a:pt x="3245" y="3434"/>
                </a:moveTo>
                <a:cubicBezTo>
                  <a:pt x="4569" y="3434"/>
                  <a:pt x="5671" y="4537"/>
                  <a:pt x="5671" y="5892"/>
                </a:cubicBezTo>
                <a:lnTo>
                  <a:pt x="5671" y="6994"/>
                </a:lnTo>
                <a:lnTo>
                  <a:pt x="788" y="6994"/>
                </a:lnTo>
                <a:lnTo>
                  <a:pt x="788" y="5892"/>
                </a:lnTo>
                <a:cubicBezTo>
                  <a:pt x="788" y="4537"/>
                  <a:pt x="1891" y="3434"/>
                  <a:pt x="3245" y="3434"/>
                </a:cubicBezTo>
                <a:close/>
                <a:moveTo>
                  <a:pt x="3182" y="0"/>
                </a:moveTo>
                <a:cubicBezTo>
                  <a:pt x="2237" y="0"/>
                  <a:pt x="1418" y="788"/>
                  <a:pt x="1418" y="1733"/>
                </a:cubicBezTo>
                <a:cubicBezTo>
                  <a:pt x="1418" y="2206"/>
                  <a:pt x="1607" y="2678"/>
                  <a:pt x="1985" y="2993"/>
                </a:cubicBezTo>
                <a:cubicBezTo>
                  <a:pt x="819" y="3466"/>
                  <a:pt x="0" y="4569"/>
                  <a:pt x="0" y="5892"/>
                </a:cubicBezTo>
                <a:lnTo>
                  <a:pt x="0" y="7309"/>
                </a:lnTo>
                <a:cubicBezTo>
                  <a:pt x="126" y="7499"/>
                  <a:pt x="284" y="7656"/>
                  <a:pt x="441" y="7656"/>
                </a:cubicBezTo>
                <a:lnTo>
                  <a:pt x="6018" y="7656"/>
                </a:lnTo>
                <a:cubicBezTo>
                  <a:pt x="6238" y="7656"/>
                  <a:pt x="6396" y="7499"/>
                  <a:pt x="6396" y="7309"/>
                </a:cubicBezTo>
                <a:lnTo>
                  <a:pt x="6396" y="5892"/>
                </a:lnTo>
                <a:cubicBezTo>
                  <a:pt x="6396" y="4569"/>
                  <a:pt x="5545" y="3466"/>
                  <a:pt x="4411" y="2993"/>
                </a:cubicBezTo>
                <a:cubicBezTo>
                  <a:pt x="4758" y="2647"/>
                  <a:pt x="4978" y="2206"/>
                  <a:pt x="4978" y="1733"/>
                </a:cubicBezTo>
                <a:cubicBezTo>
                  <a:pt x="4978" y="788"/>
                  <a:pt x="4190" y="0"/>
                  <a:pt x="318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69" name="Google Shape;9150;p73">
            <a:extLst>
              <a:ext uri="{FF2B5EF4-FFF2-40B4-BE49-F238E27FC236}">
                <a16:creationId xmlns:a16="http://schemas.microsoft.com/office/drawing/2014/main" id="{5430F17E-602D-DD05-C886-5CF2AB78D725}"/>
              </a:ext>
            </a:extLst>
          </p:cNvPr>
          <p:cNvSpPr/>
          <p:nvPr/>
        </p:nvSpPr>
        <p:spPr>
          <a:xfrm>
            <a:off x="658059" y="1485091"/>
            <a:ext cx="284367" cy="281525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662"/>
                </a:moveTo>
                <a:cubicBezTo>
                  <a:pt x="4505" y="662"/>
                  <a:pt x="5608" y="1765"/>
                  <a:pt x="5608" y="3119"/>
                </a:cubicBezTo>
                <a:cubicBezTo>
                  <a:pt x="5608" y="4442"/>
                  <a:pt x="4505" y="5545"/>
                  <a:pt x="3151" y="5545"/>
                </a:cubicBezTo>
                <a:cubicBezTo>
                  <a:pt x="2710" y="5545"/>
                  <a:pt x="2332" y="5451"/>
                  <a:pt x="1954" y="5230"/>
                </a:cubicBezTo>
                <a:cubicBezTo>
                  <a:pt x="1890" y="5199"/>
                  <a:pt x="1796" y="5199"/>
                  <a:pt x="1733" y="5199"/>
                </a:cubicBezTo>
                <a:lnTo>
                  <a:pt x="945" y="5388"/>
                </a:lnTo>
                <a:lnTo>
                  <a:pt x="1166" y="4694"/>
                </a:lnTo>
                <a:cubicBezTo>
                  <a:pt x="1229" y="4568"/>
                  <a:pt x="1166" y="4505"/>
                  <a:pt x="1134" y="4411"/>
                </a:cubicBezTo>
                <a:cubicBezTo>
                  <a:pt x="914" y="4033"/>
                  <a:pt x="756" y="3592"/>
                  <a:pt x="756" y="3119"/>
                </a:cubicBezTo>
                <a:cubicBezTo>
                  <a:pt x="725" y="1733"/>
                  <a:pt x="1827" y="662"/>
                  <a:pt x="3151" y="662"/>
                </a:cubicBezTo>
                <a:close/>
                <a:moveTo>
                  <a:pt x="3182" y="0"/>
                </a:moveTo>
                <a:cubicBezTo>
                  <a:pt x="1449" y="0"/>
                  <a:pt x="95" y="1418"/>
                  <a:pt x="95" y="3119"/>
                </a:cubicBezTo>
                <a:cubicBezTo>
                  <a:pt x="95" y="3655"/>
                  <a:pt x="189" y="4190"/>
                  <a:pt x="473" y="4663"/>
                </a:cubicBezTo>
                <a:lnTo>
                  <a:pt x="32" y="5766"/>
                </a:lnTo>
                <a:cubicBezTo>
                  <a:pt x="0" y="5860"/>
                  <a:pt x="32" y="5986"/>
                  <a:pt x="126" y="6112"/>
                </a:cubicBezTo>
                <a:cubicBezTo>
                  <a:pt x="189" y="6175"/>
                  <a:pt x="315" y="6238"/>
                  <a:pt x="473" y="6238"/>
                </a:cubicBezTo>
                <a:lnTo>
                  <a:pt x="1764" y="5923"/>
                </a:lnTo>
                <a:cubicBezTo>
                  <a:pt x="2206" y="6144"/>
                  <a:pt x="2678" y="6238"/>
                  <a:pt x="3182" y="6238"/>
                </a:cubicBezTo>
                <a:cubicBezTo>
                  <a:pt x="4915" y="6238"/>
                  <a:pt x="6301" y="4820"/>
                  <a:pt x="6301" y="3119"/>
                </a:cubicBezTo>
                <a:cubicBezTo>
                  <a:pt x="6301" y="1386"/>
                  <a:pt x="4883" y="0"/>
                  <a:pt x="318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70" name="Google Shape;9151;p73">
            <a:extLst>
              <a:ext uri="{FF2B5EF4-FFF2-40B4-BE49-F238E27FC236}">
                <a16:creationId xmlns:a16="http://schemas.microsoft.com/office/drawing/2014/main" id="{33925D72-BA36-73C9-602B-40BB85B2ED29}"/>
              </a:ext>
            </a:extLst>
          </p:cNvPr>
          <p:cNvSpPr/>
          <p:nvPr/>
        </p:nvSpPr>
        <p:spPr>
          <a:xfrm>
            <a:off x="784583" y="1671316"/>
            <a:ext cx="31316" cy="32715"/>
          </a:xfrm>
          <a:custGeom>
            <a:avLst/>
            <a:gdLst/>
            <a:ahLst/>
            <a:cxnLst/>
            <a:rect l="l" t="t" r="r" b="b"/>
            <a:pathLst>
              <a:path w="694" h="725" extrusionOk="0">
                <a:moveTo>
                  <a:pt x="347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47" y="725"/>
                </a:cubicBezTo>
                <a:cubicBezTo>
                  <a:pt x="536" y="725"/>
                  <a:pt x="693" y="567"/>
                  <a:pt x="693" y="378"/>
                </a:cubicBez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64" name="Google Shape;9153;p73">
            <a:extLst>
              <a:ext uri="{FF2B5EF4-FFF2-40B4-BE49-F238E27FC236}">
                <a16:creationId xmlns:a16="http://schemas.microsoft.com/office/drawing/2014/main" id="{1021A423-8B91-EA74-F17E-79C220509D66}"/>
              </a:ext>
            </a:extLst>
          </p:cNvPr>
          <p:cNvSpPr/>
          <p:nvPr/>
        </p:nvSpPr>
        <p:spPr>
          <a:xfrm>
            <a:off x="403584" y="2213676"/>
            <a:ext cx="257384" cy="436749"/>
          </a:xfrm>
          <a:custGeom>
            <a:avLst/>
            <a:gdLst/>
            <a:ahLst/>
            <a:cxnLst/>
            <a:rect l="l" t="t" r="r" b="b"/>
            <a:pathLst>
              <a:path w="5704" h="9679" extrusionOk="0">
                <a:moveTo>
                  <a:pt x="2080" y="662"/>
                </a:moveTo>
                <a:cubicBezTo>
                  <a:pt x="2458" y="662"/>
                  <a:pt x="2773" y="977"/>
                  <a:pt x="2773" y="1387"/>
                </a:cubicBezTo>
                <a:cubicBezTo>
                  <a:pt x="2773" y="1765"/>
                  <a:pt x="2458" y="2080"/>
                  <a:pt x="2080" y="2080"/>
                </a:cubicBezTo>
                <a:cubicBezTo>
                  <a:pt x="1671" y="2080"/>
                  <a:pt x="1356" y="1765"/>
                  <a:pt x="1356" y="1387"/>
                </a:cubicBezTo>
                <a:cubicBezTo>
                  <a:pt x="1356" y="977"/>
                  <a:pt x="1734" y="662"/>
                  <a:pt x="2080" y="662"/>
                </a:cubicBezTo>
                <a:close/>
                <a:moveTo>
                  <a:pt x="2962" y="6900"/>
                </a:moveTo>
                <a:lnTo>
                  <a:pt x="3120" y="7593"/>
                </a:lnTo>
                <a:lnTo>
                  <a:pt x="1135" y="7593"/>
                </a:lnTo>
                <a:lnTo>
                  <a:pt x="1293" y="6900"/>
                </a:lnTo>
                <a:close/>
                <a:moveTo>
                  <a:pt x="1742" y="2767"/>
                </a:moveTo>
                <a:cubicBezTo>
                  <a:pt x="1866" y="2767"/>
                  <a:pt x="1991" y="2831"/>
                  <a:pt x="2049" y="2962"/>
                </a:cubicBezTo>
                <a:lnTo>
                  <a:pt x="2553" y="3938"/>
                </a:lnTo>
                <a:cubicBezTo>
                  <a:pt x="2584" y="4064"/>
                  <a:pt x="2742" y="4127"/>
                  <a:pt x="2868" y="4127"/>
                </a:cubicBezTo>
                <a:lnTo>
                  <a:pt x="3813" y="4127"/>
                </a:lnTo>
                <a:cubicBezTo>
                  <a:pt x="4002" y="4127"/>
                  <a:pt x="4159" y="4285"/>
                  <a:pt x="4159" y="4474"/>
                </a:cubicBezTo>
                <a:cubicBezTo>
                  <a:pt x="4159" y="4695"/>
                  <a:pt x="4002" y="4852"/>
                  <a:pt x="3813" y="4852"/>
                </a:cubicBezTo>
                <a:lnTo>
                  <a:pt x="2427" y="4852"/>
                </a:lnTo>
                <a:cubicBezTo>
                  <a:pt x="2301" y="4852"/>
                  <a:pt x="2175" y="4758"/>
                  <a:pt x="2112" y="4631"/>
                </a:cubicBezTo>
                <a:cubicBezTo>
                  <a:pt x="2042" y="4515"/>
                  <a:pt x="1919" y="4450"/>
                  <a:pt x="1784" y="4450"/>
                </a:cubicBezTo>
                <a:cubicBezTo>
                  <a:pt x="1737" y="4450"/>
                  <a:pt x="1688" y="4458"/>
                  <a:pt x="1639" y="4474"/>
                </a:cubicBezTo>
                <a:cubicBezTo>
                  <a:pt x="1482" y="4568"/>
                  <a:pt x="1387" y="4758"/>
                  <a:pt x="1482" y="4947"/>
                </a:cubicBezTo>
                <a:cubicBezTo>
                  <a:pt x="1671" y="5325"/>
                  <a:pt x="2017" y="5545"/>
                  <a:pt x="2427" y="5545"/>
                </a:cubicBezTo>
                <a:lnTo>
                  <a:pt x="3813" y="5545"/>
                </a:lnTo>
                <a:cubicBezTo>
                  <a:pt x="3970" y="5545"/>
                  <a:pt x="4128" y="5671"/>
                  <a:pt x="4159" y="5829"/>
                </a:cubicBezTo>
                <a:lnTo>
                  <a:pt x="4853" y="8570"/>
                </a:lnTo>
                <a:cubicBezTo>
                  <a:pt x="4916" y="8790"/>
                  <a:pt x="4790" y="8979"/>
                  <a:pt x="4632" y="9011"/>
                </a:cubicBezTo>
                <a:cubicBezTo>
                  <a:pt x="4608" y="9015"/>
                  <a:pt x="4584" y="9017"/>
                  <a:pt x="4560" y="9017"/>
                </a:cubicBezTo>
                <a:cubicBezTo>
                  <a:pt x="4403" y="9017"/>
                  <a:pt x="4273" y="8927"/>
                  <a:pt x="4191" y="8790"/>
                </a:cubicBezTo>
                <a:lnTo>
                  <a:pt x="3655" y="6522"/>
                </a:lnTo>
                <a:cubicBezTo>
                  <a:pt x="3592" y="6364"/>
                  <a:pt x="3498" y="6270"/>
                  <a:pt x="3277" y="6270"/>
                </a:cubicBezTo>
                <a:lnTo>
                  <a:pt x="1040" y="6270"/>
                </a:lnTo>
                <a:cubicBezTo>
                  <a:pt x="914" y="6270"/>
                  <a:pt x="851" y="6207"/>
                  <a:pt x="757" y="6144"/>
                </a:cubicBezTo>
                <a:cubicBezTo>
                  <a:pt x="694" y="5986"/>
                  <a:pt x="694" y="5892"/>
                  <a:pt x="694" y="5797"/>
                </a:cubicBezTo>
                <a:lnTo>
                  <a:pt x="1419" y="3025"/>
                </a:lnTo>
                <a:cubicBezTo>
                  <a:pt x="1453" y="2855"/>
                  <a:pt x="1597" y="2767"/>
                  <a:pt x="1742" y="2767"/>
                </a:cubicBezTo>
                <a:close/>
                <a:moveTo>
                  <a:pt x="2143" y="0"/>
                </a:moveTo>
                <a:cubicBezTo>
                  <a:pt x="1419" y="0"/>
                  <a:pt x="788" y="630"/>
                  <a:pt x="788" y="1387"/>
                </a:cubicBezTo>
                <a:cubicBezTo>
                  <a:pt x="788" y="1733"/>
                  <a:pt x="946" y="2080"/>
                  <a:pt x="1135" y="2332"/>
                </a:cubicBezTo>
                <a:cubicBezTo>
                  <a:pt x="977" y="2426"/>
                  <a:pt x="851" y="2647"/>
                  <a:pt x="788" y="2867"/>
                </a:cubicBezTo>
                <a:lnTo>
                  <a:pt x="64" y="5640"/>
                </a:lnTo>
                <a:cubicBezTo>
                  <a:pt x="1" y="5955"/>
                  <a:pt x="64" y="6270"/>
                  <a:pt x="253" y="6522"/>
                </a:cubicBezTo>
                <a:cubicBezTo>
                  <a:pt x="347" y="6648"/>
                  <a:pt x="473" y="6774"/>
                  <a:pt x="631" y="6805"/>
                </a:cubicBezTo>
                <a:lnTo>
                  <a:pt x="32" y="9263"/>
                </a:lnTo>
                <a:cubicBezTo>
                  <a:pt x="1" y="9452"/>
                  <a:pt x="95" y="9609"/>
                  <a:pt x="253" y="9672"/>
                </a:cubicBezTo>
                <a:cubicBezTo>
                  <a:pt x="281" y="9676"/>
                  <a:pt x="309" y="9678"/>
                  <a:pt x="335" y="9678"/>
                </a:cubicBezTo>
                <a:cubicBezTo>
                  <a:pt x="513" y="9678"/>
                  <a:pt x="639" y="9589"/>
                  <a:pt x="694" y="9452"/>
                </a:cubicBezTo>
                <a:lnTo>
                  <a:pt x="977" y="8318"/>
                </a:lnTo>
                <a:lnTo>
                  <a:pt x="3372" y="8318"/>
                </a:lnTo>
                <a:lnTo>
                  <a:pt x="3529" y="8885"/>
                </a:lnTo>
                <a:cubicBezTo>
                  <a:pt x="3661" y="9359"/>
                  <a:pt x="4079" y="9679"/>
                  <a:pt x="4526" y="9679"/>
                </a:cubicBezTo>
                <a:cubicBezTo>
                  <a:pt x="4613" y="9679"/>
                  <a:pt x="4702" y="9667"/>
                  <a:pt x="4790" y="9641"/>
                </a:cubicBezTo>
                <a:cubicBezTo>
                  <a:pt x="5357" y="9483"/>
                  <a:pt x="5703" y="8916"/>
                  <a:pt x="5546" y="8381"/>
                </a:cubicBezTo>
                <a:lnTo>
                  <a:pt x="4821" y="5640"/>
                </a:lnTo>
                <a:cubicBezTo>
                  <a:pt x="4790" y="5482"/>
                  <a:pt x="4727" y="5325"/>
                  <a:pt x="4601" y="5199"/>
                </a:cubicBezTo>
                <a:cubicBezTo>
                  <a:pt x="4758" y="5010"/>
                  <a:pt x="4884" y="4758"/>
                  <a:pt x="4884" y="4474"/>
                </a:cubicBezTo>
                <a:cubicBezTo>
                  <a:pt x="4884" y="3907"/>
                  <a:pt x="4412" y="3466"/>
                  <a:pt x="3844" y="3466"/>
                </a:cubicBezTo>
                <a:lnTo>
                  <a:pt x="3088" y="3466"/>
                </a:lnTo>
                <a:lnTo>
                  <a:pt x="2710" y="2647"/>
                </a:lnTo>
                <a:cubicBezTo>
                  <a:pt x="3183" y="2395"/>
                  <a:pt x="3529" y="1922"/>
                  <a:pt x="3529" y="1387"/>
                </a:cubicBezTo>
                <a:cubicBezTo>
                  <a:pt x="3529" y="630"/>
                  <a:pt x="2899" y="0"/>
                  <a:pt x="2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65" name="Google Shape;9154;p73">
            <a:extLst>
              <a:ext uri="{FF2B5EF4-FFF2-40B4-BE49-F238E27FC236}">
                <a16:creationId xmlns:a16="http://schemas.microsoft.com/office/drawing/2014/main" id="{583D06D6-6EF9-B01A-534D-360292E157CB}"/>
              </a:ext>
            </a:extLst>
          </p:cNvPr>
          <p:cNvSpPr/>
          <p:nvPr/>
        </p:nvSpPr>
        <p:spPr>
          <a:xfrm>
            <a:off x="682224" y="2213676"/>
            <a:ext cx="258783" cy="437923"/>
          </a:xfrm>
          <a:custGeom>
            <a:avLst/>
            <a:gdLst/>
            <a:ahLst/>
            <a:cxnLst/>
            <a:rect l="l" t="t" r="r" b="b"/>
            <a:pathLst>
              <a:path w="5735" h="9705" extrusionOk="0">
                <a:moveTo>
                  <a:pt x="3624" y="662"/>
                </a:moveTo>
                <a:cubicBezTo>
                  <a:pt x="4002" y="662"/>
                  <a:pt x="4317" y="977"/>
                  <a:pt x="4317" y="1355"/>
                </a:cubicBezTo>
                <a:cubicBezTo>
                  <a:pt x="4317" y="1765"/>
                  <a:pt x="4002" y="2080"/>
                  <a:pt x="3624" y="2080"/>
                </a:cubicBezTo>
                <a:cubicBezTo>
                  <a:pt x="3214" y="2080"/>
                  <a:pt x="2899" y="1765"/>
                  <a:pt x="2899" y="1355"/>
                </a:cubicBezTo>
                <a:cubicBezTo>
                  <a:pt x="2899" y="977"/>
                  <a:pt x="3214" y="662"/>
                  <a:pt x="3624" y="662"/>
                </a:cubicBezTo>
                <a:close/>
                <a:moveTo>
                  <a:pt x="4317" y="6900"/>
                </a:moveTo>
                <a:lnTo>
                  <a:pt x="4474" y="7593"/>
                </a:lnTo>
                <a:lnTo>
                  <a:pt x="2490" y="7593"/>
                </a:lnTo>
                <a:lnTo>
                  <a:pt x="2647" y="6900"/>
                </a:lnTo>
                <a:close/>
                <a:moveTo>
                  <a:pt x="3962" y="2731"/>
                </a:moveTo>
                <a:cubicBezTo>
                  <a:pt x="4108" y="2731"/>
                  <a:pt x="4250" y="2818"/>
                  <a:pt x="4285" y="2993"/>
                </a:cubicBezTo>
                <a:lnTo>
                  <a:pt x="4979" y="5734"/>
                </a:lnTo>
                <a:cubicBezTo>
                  <a:pt x="5010" y="6018"/>
                  <a:pt x="4853" y="6207"/>
                  <a:pt x="4632" y="6207"/>
                </a:cubicBezTo>
                <a:lnTo>
                  <a:pt x="2395" y="6207"/>
                </a:lnTo>
                <a:cubicBezTo>
                  <a:pt x="2238" y="6207"/>
                  <a:pt x="2080" y="6333"/>
                  <a:pt x="2049" y="6490"/>
                </a:cubicBezTo>
                <a:lnTo>
                  <a:pt x="1482" y="8727"/>
                </a:lnTo>
                <a:cubicBezTo>
                  <a:pt x="1456" y="8883"/>
                  <a:pt x="1323" y="8996"/>
                  <a:pt x="1154" y="8996"/>
                </a:cubicBezTo>
                <a:cubicBezTo>
                  <a:pt x="1118" y="8996"/>
                  <a:pt x="1080" y="8990"/>
                  <a:pt x="1040" y="8979"/>
                </a:cubicBezTo>
                <a:cubicBezTo>
                  <a:pt x="851" y="8916"/>
                  <a:pt x="725" y="8727"/>
                  <a:pt x="820" y="8538"/>
                </a:cubicBezTo>
                <a:lnTo>
                  <a:pt x="1513" y="5766"/>
                </a:lnTo>
                <a:cubicBezTo>
                  <a:pt x="1576" y="5608"/>
                  <a:pt x="1671" y="5514"/>
                  <a:pt x="1891" y="5514"/>
                </a:cubicBezTo>
                <a:lnTo>
                  <a:pt x="3246" y="5514"/>
                </a:lnTo>
                <a:cubicBezTo>
                  <a:pt x="3655" y="5514"/>
                  <a:pt x="4002" y="5262"/>
                  <a:pt x="4222" y="4915"/>
                </a:cubicBezTo>
                <a:cubicBezTo>
                  <a:pt x="4285" y="4758"/>
                  <a:pt x="4222" y="4537"/>
                  <a:pt x="4033" y="4442"/>
                </a:cubicBezTo>
                <a:cubicBezTo>
                  <a:pt x="3993" y="4426"/>
                  <a:pt x="3948" y="4418"/>
                  <a:pt x="3902" y="4418"/>
                </a:cubicBezTo>
                <a:cubicBezTo>
                  <a:pt x="3770" y="4418"/>
                  <a:pt x="3631" y="4483"/>
                  <a:pt x="3561" y="4600"/>
                </a:cubicBezTo>
                <a:cubicBezTo>
                  <a:pt x="3529" y="4726"/>
                  <a:pt x="3372" y="4789"/>
                  <a:pt x="3246" y="4789"/>
                </a:cubicBezTo>
                <a:lnTo>
                  <a:pt x="1891" y="4789"/>
                </a:lnTo>
                <a:cubicBezTo>
                  <a:pt x="1671" y="4789"/>
                  <a:pt x="1513" y="4631"/>
                  <a:pt x="1513" y="4442"/>
                </a:cubicBezTo>
                <a:cubicBezTo>
                  <a:pt x="1513" y="4253"/>
                  <a:pt x="1671" y="4096"/>
                  <a:pt x="1891" y="4096"/>
                </a:cubicBezTo>
                <a:lnTo>
                  <a:pt x="2836" y="4096"/>
                </a:lnTo>
                <a:cubicBezTo>
                  <a:pt x="2931" y="4096"/>
                  <a:pt x="3057" y="4001"/>
                  <a:pt x="3151" y="3907"/>
                </a:cubicBezTo>
                <a:cubicBezTo>
                  <a:pt x="3151" y="3844"/>
                  <a:pt x="3655" y="2899"/>
                  <a:pt x="3655" y="2899"/>
                </a:cubicBezTo>
                <a:cubicBezTo>
                  <a:pt x="3725" y="2787"/>
                  <a:pt x="3845" y="2731"/>
                  <a:pt x="3962" y="2731"/>
                </a:cubicBezTo>
                <a:close/>
                <a:moveTo>
                  <a:pt x="3529" y="0"/>
                </a:moveTo>
                <a:cubicBezTo>
                  <a:pt x="2805" y="0"/>
                  <a:pt x="2175" y="630"/>
                  <a:pt x="2175" y="1355"/>
                </a:cubicBezTo>
                <a:cubicBezTo>
                  <a:pt x="2175" y="1922"/>
                  <a:pt x="2490" y="2395"/>
                  <a:pt x="2994" y="2615"/>
                </a:cubicBezTo>
                <a:lnTo>
                  <a:pt x="2584" y="3466"/>
                </a:lnTo>
                <a:lnTo>
                  <a:pt x="1860" y="3466"/>
                </a:lnTo>
                <a:cubicBezTo>
                  <a:pt x="1261" y="3466"/>
                  <a:pt x="820" y="3938"/>
                  <a:pt x="820" y="4474"/>
                </a:cubicBezTo>
                <a:cubicBezTo>
                  <a:pt x="820" y="4758"/>
                  <a:pt x="946" y="4978"/>
                  <a:pt x="1103" y="5199"/>
                </a:cubicBezTo>
                <a:cubicBezTo>
                  <a:pt x="977" y="5325"/>
                  <a:pt x="914" y="5451"/>
                  <a:pt x="851" y="5608"/>
                </a:cubicBezTo>
                <a:lnTo>
                  <a:pt x="158" y="8381"/>
                </a:lnTo>
                <a:cubicBezTo>
                  <a:pt x="1" y="8916"/>
                  <a:pt x="347" y="9483"/>
                  <a:pt x="914" y="9641"/>
                </a:cubicBezTo>
                <a:cubicBezTo>
                  <a:pt x="1002" y="9667"/>
                  <a:pt x="1091" y="9679"/>
                  <a:pt x="1178" y="9679"/>
                </a:cubicBezTo>
                <a:cubicBezTo>
                  <a:pt x="1624" y="9679"/>
                  <a:pt x="2038" y="9359"/>
                  <a:pt x="2143" y="8885"/>
                </a:cubicBezTo>
                <a:lnTo>
                  <a:pt x="2332" y="8286"/>
                </a:lnTo>
                <a:lnTo>
                  <a:pt x="4695" y="8286"/>
                </a:lnTo>
                <a:lnTo>
                  <a:pt x="4947" y="9452"/>
                </a:lnTo>
                <a:cubicBezTo>
                  <a:pt x="4995" y="9597"/>
                  <a:pt x="5118" y="9704"/>
                  <a:pt x="5257" y="9704"/>
                </a:cubicBezTo>
                <a:cubicBezTo>
                  <a:pt x="5300" y="9704"/>
                  <a:pt x="5344" y="9694"/>
                  <a:pt x="5388" y="9672"/>
                </a:cubicBezTo>
                <a:cubicBezTo>
                  <a:pt x="5577" y="9641"/>
                  <a:pt x="5703" y="9452"/>
                  <a:pt x="5609" y="9231"/>
                </a:cubicBezTo>
                <a:lnTo>
                  <a:pt x="5042" y="6805"/>
                </a:lnTo>
                <a:cubicBezTo>
                  <a:pt x="5514" y="6616"/>
                  <a:pt x="5735" y="6144"/>
                  <a:pt x="5640" y="5640"/>
                </a:cubicBezTo>
                <a:lnTo>
                  <a:pt x="4916" y="2867"/>
                </a:lnTo>
                <a:cubicBezTo>
                  <a:pt x="4884" y="2647"/>
                  <a:pt x="4758" y="2489"/>
                  <a:pt x="4569" y="2332"/>
                </a:cubicBezTo>
                <a:cubicBezTo>
                  <a:pt x="4790" y="2080"/>
                  <a:pt x="4916" y="1733"/>
                  <a:pt x="4916" y="1355"/>
                </a:cubicBezTo>
                <a:cubicBezTo>
                  <a:pt x="4916" y="630"/>
                  <a:pt x="4285" y="0"/>
                  <a:pt x="35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66" name="Google Shape;9155;p73">
            <a:extLst>
              <a:ext uri="{FF2B5EF4-FFF2-40B4-BE49-F238E27FC236}">
                <a16:creationId xmlns:a16="http://schemas.microsoft.com/office/drawing/2014/main" id="{CEB15D6E-7CA3-F2BE-0726-49CB2169CE7B}"/>
              </a:ext>
            </a:extLst>
          </p:cNvPr>
          <p:cNvSpPr/>
          <p:nvPr/>
        </p:nvSpPr>
        <p:spPr>
          <a:xfrm>
            <a:off x="561382" y="2116976"/>
            <a:ext cx="220428" cy="189655"/>
          </a:xfrm>
          <a:custGeom>
            <a:avLst/>
            <a:gdLst/>
            <a:ahLst/>
            <a:cxnLst/>
            <a:rect l="l" t="t" r="r" b="b"/>
            <a:pathLst>
              <a:path w="4885" h="4203" extrusionOk="0">
                <a:moveTo>
                  <a:pt x="3844" y="631"/>
                </a:moveTo>
                <a:cubicBezTo>
                  <a:pt x="4034" y="631"/>
                  <a:pt x="4223" y="789"/>
                  <a:pt x="4223" y="978"/>
                </a:cubicBezTo>
                <a:lnTo>
                  <a:pt x="4223" y="1734"/>
                </a:lnTo>
                <a:cubicBezTo>
                  <a:pt x="4223" y="1923"/>
                  <a:pt x="4034" y="2112"/>
                  <a:pt x="3844" y="2112"/>
                </a:cubicBezTo>
                <a:cubicBezTo>
                  <a:pt x="3655" y="2143"/>
                  <a:pt x="3498" y="2301"/>
                  <a:pt x="3498" y="2458"/>
                </a:cubicBezTo>
                <a:lnTo>
                  <a:pt x="3498" y="2994"/>
                </a:lnTo>
                <a:lnTo>
                  <a:pt x="2679" y="2206"/>
                </a:lnTo>
                <a:cubicBezTo>
                  <a:pt x="2584" y="2143"/>
                  <a:pt x="2521" y="2112"/>
                  <a:pt x="2427" y="2112"/>
                </a:cubicBezTo>
                <a:lnTo>
                  <a:pt x="1009" y="2112"/>
                </a:lnTo>
                <a:cubicBezTo>
                  <a:pt x="820" y="2112"/>
                  <a:pt x="662" y="1923"/>
                  <a:pt x="662" y="1734"/>
                </a:cubicBezTo>
                <a:lnTo>
                  <a:pt x="662" y="978"/>
                </a:lnTo>
                <a:cubicBezTo>
                  <a:pt x="662" y="789"/>
                  <a:pt x="820" y="631"/>
                  <a:pt x="1009" y="631"/>
                </a:cubicBezTo>
                <a:close/>
                <a:moveTo>
                  <a:pt x="1009" y="1"/>
                </a:moveTo>
                <a:cubicBezTo>
                  <a:pt x="442" y="1"/>
                  <a:pt x="1" y="474"/>
                  <a:pt x="1" y="1041"/>
                </a:cubicBezTo>
                <a:lnTo>
                  <a:pt x="1" y="1765"/>
                </a:lnTo>
                <a:cubicBezTo>
                  <a:pt x="1" y="2364"/>
                  <a:pt x="473" y="2805"/>
                  <a:pt x="1009" y="2805"/>
                </a:cubicBezTo>
                <a:lnTo>
                  <a:pt x="2269" y="2805"/>
                </a:lnTo>
                <a:lnTo>
                  <a:pt x="3592" y="4097"/>
                </a:lnTo>
                <a:cubicBezTo>
                  <a:pt x="3663" y="4167"/>
                  <a:pt x="3770" y="4203"/>
                  <a:pt x="3872" y="4203"/>
                </a:cubicBezTo>
                <a:cubicBezTo>
                  <a:pt x="3906" y="4203"/>
                  <a:pt x="3939" y="4199"/>
                  <a:pt x="3970" y="4191"/>
                </a:cubicBezTo>
                <a:cubicBezTo>
                  <a:pt x="4097" y="4160"/>
                  <a:pt x="4160" y="4002"/>
                  <a:pt x="4160" y="3876"/>
                </a:cubicBezTo>
                <a:lnTo>
                  <a:pt x="4160" y="2773"/>
                </a:lnTo>
                <a:cubicBezTo>
                  <a:pt x="4569" y="2616"/>
                  <a:pt x="4884" y="2238"/>
                  <a:pt x="4884" y="1765"/>
                </a:cubicBezTo>
                <a:lnTo>
                  <a:pt x="4884" y="1041"/>
                </a:lnTo>
                <a:cubicBezTo>
                  <a:pt x="4884" y="442"/>
                  <a:pt x="4412" y="1"/>
                  <a:pt x="384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08" name="Google Shape;9156;p73">
            <a:extLst>
              <a:ext uri="{FF2B5EF4-FFF2-40B4-BE49-F238E27FC236}">
                <a16:creationId xmlns:a16="http://schemas.microsoft.com/office/drawing/2014/main" id="{57850422-C86A-EBD6-306C-453B54B3A5C1}"/>
              </a:ext>
            </a:extLst>
          </p:cNvPr>
          <p:cNvSpPr/>
          <p:nvPr/>
        </p:nvSpPr>
        <p:spPr>
          <a:xfrm>
            <a:off x="405719" y="2804357"/>
            <a:ext cx="533135" cy="534532"/>
          </a:xfrm>
          <a:custGeom>
            <a:avLst/>
            <a:gdLst/>
            <a:ahLst/>
            <a:cxnLst/>
            <a:rect l="l" t="t" r="r" b="b"/>
            <a:pathLst>
              <a:path w="11815" h="11846" extrusionOk="0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62" name="Google Shape;9158;p73">
            <a:extLst>
              <a:ext uri="{FF2B5EF4-FFF2-40B4-BE49-F238E27FC236}">
                <a16:creationId xmlns:a16="http://schemas.microsoft.com/office/drawing/2014/main" id="{99FBBA8A-23D4-24AB-4569-7962A8872310}"/>
              </a:ext>
            </a:extLst>
          </p:cNvPr>
          <p:cNvSpPr/>
          <p:nvPr/>
        </p:nvSpPr>
        <p:spPr>
          <a:xfrm>
            <a:off x="3812086" y="1484729"/>
            <a:ext cx="473481" cy="532456"/>
          </a:xfrm>
          <a:custGeom>
            <a:avLst/>
            <a:gdLst/>
            <a:ahLst/>
            <a:cxnLst/>
            <a:rect l="l" t="t" r="r" b="b"/>
            <a:pathLst>
              <a:path w="10493" h="11800" extrusionOk="0">
                <a:moveTo>
                  <a:pt x="5294" y="709"/>
                </a:moveTo>
                <a:cubicBezTo>
                  <a:pt x="6350" y="1316"/>
                  <a:pt x="7422" y="1602"/>
                  <a:pt x="8487" y="1602"/>
                </a:cubicBezTo>
                <a:cubicBezTo>
                  <a:pt x="8915" y="1602"/>
                  <a:pt x="9343" y="1556"/>
                  <a:pt x="9767" y="1465"/>
                </a:cubicBezTo>
                <a:lnTo>
                  <a:pt x="9767" y="5026"/>
                </a:lnTo>
                <a:cubicBezTo>
                  <a:pt x="9767" y="7798"/>
                  <a:pt x="7940" y="10287"/>
                  <a:pt x="5294" y="11137"/>
                </a:cubicBezTo>
                <a:cubicBezTo>
                  <a:pt x="2647" y="10350"/>
                  <a:pt x="789" y="7798"/>
                  <a:pt x="789" y="5026"/>
                </a:cubicBezTo>
                <a:lnTo>
                  <a:pt x="789" y="1465"/>
                </a:lnTo>
                <a:cubicBezTo>
                  <a:pt x="1222" y="1556"/>
                  <a:pt x="1654" y="1602"/>
                  <a:pt x="2084" y="1602"/>
                </a:cubicBezTo>
                <a:cubicBezTo>
                  <a:pt x="3153" y="1602"/>
                  <a:pt x="4215" y="1316"/>
                  <a:pt x="5294" y="709"/>
                </a:cubicBezTo>
                <a:close/>
                <a:moveTo>
                  <a:pt x="5266" y="0"/>
                </a:moveTo>
                <a:cubicBezTo>
                  <a:pt x="5207" y="0"/>
                  <a:pt x="5152" y="16"/>
                  <a:pt x="5105" y="48"/>
                </a:cubicBezTo>
                <a:cubicBezTo>
                  <a:pt x="4065" y="646"/>
                  <a:pt x="3057" y="930"/>
                  <a:pt x="2017" y="930"/>
                </a:cubicBezTo>
                <a:cubicBezTo>
                  <a:pt x="1513" y="930"/>
                  <a:pt x="1009" y="835"/>
                  <a:pt x="473" y="678"/>
                </a:cubicBezTo>
                <a:cubicBezTo>
                  <a:pt x="440" y="669"/>
                  <a:pt x="408" y="665"/>
                  <a:pt x="378" y="665"/>
                </a:cubicBezTo>
                <a:cubicBezTo>
                  <a:pt x="297" y="665"/>
                  <a:pt x="228" y="695"/>
                  <a:pt x="158" y="741"/>
                </a:cubicBezTo>
                <a:cubicBezTo>
                  <a:pt x="95" y="804"/>
                  <a:pt x="1" y="898"/>
                  <a:pt x="1" y="993"/>
                </a:cubicBezTo>
                <a:lnTo>
                  <a:pt x="1" y="4994"/>
                </a:lnTo>
                <a:cubicBezTo>
                  <a:pt x="127" y="8176"/>
                  <a:pt x="2206" y="10917"/>
                  <a:pt x="5199" y="11799"/>
                </a:cubicBezTo>
                <a:lnTo>
                  <a:pt x="5357" y="11799"/>
                </a:lnTo>
                <a:cubicBezTo>
                  <a:pt x="8350" y="10917"/>
                  <a:pt x="10492" y="8176"/>
                  <a:pt x="10492" y="5026"/>
                </a:cubicBezTo>
                <a:lnTo>
                  <a:pt x="10492" y="1056"/>
                </a:lnTo>
                <a:cubicBezTo>
                  <a:pt x="10492" y="930"/>
                  <a:pt x="10429" y="835"/>
                  <a:pt x="10335" y="772"/>
                </a:cubicBezTo>
                <a:cubicBezTo>
                  <a:pt x="10282" y="720"/>
                  <a:pt x="10230" y="697"/>
                  <a:pt x="10173" y="697"/>
                </a:cubicBezTo>
                <a:cubicBezTo>
                  <a:pt x="10126" y="697"/>
                  <a:pt x="10076" y="713"/>
                  <a:pt x="10019" y="741"/>
                </a:cubicBezTo>
                <a:cubicBezTo>
                  <a:pt x="9509" y="876"/>
                  <a:pt x="9006" y="946"/>
                  <a:pt x="8504" y="946"/>
                </a:cubicBezTo>
                <a:cubicBezTo>
                  <a:pt x="7490" y="946"/>
                  <a:pt x="6485" y="659"/>
                  <a:pt x="5451" y="48"/>
                </a:cubicBezTo>
                <a:cubicBezTo>
                  <a:pt x="5388" y="16"/>
                  <a:pt x="5325" y="0"/>
                  <a:pt x="526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63" name="Google Shape;9159;p73">
            <a:extLst>
              <a:ext uri="{FF2B5EF4-FFF2-40B4-BE49-F238E27FC236}">
                <a16:creationId xmlns:a16="http://schemas.microsoft.com/office/drawing/2014/main" id="{034EA406-EAB6-1CA3-F432-917A8E478363}"/>
              </a:ext>
            </a:extLst>
          </p:cNvPr>
          <p:cNvSpPr/>
          <p:nvPr/>
        </p:nvSpPr>
        <p:spPr>
          <a:xfrm>
            <a:off x="3942899" y="1610535"/>
            <a:ext cx="220383" cy="250255"/>
          </a:xfrm>
          <a:custGeom>
            <a:avLst/>
            <a:gdLst/>
            <a:ahLst/>
            <a:cxnLst/>
            <a:rect l="l" t="t" r="r" b="b"/>
            <a:pathLst>
              <a:path w="4884" h="5546" extrusionOk="0">
                <a:moveTo>
                  <a:pt x="2426" y="694"/>
                </a:moveTo>
                <a:cubicBezTo>
                  <a:pt x="2836" y="694"/>
                  <a:pt x="3151" y="1009"/>
                  <a:pt x="3151" y="1418"/>
                </a:cubicBezTo>
                <a:cubicBezTo>
                  <a:pt x="3151" y="1796"/>
                  <a:pt x="2836" y="2111"/>
                  <a:pt x="2426" y="2111"/>
                </a:cubicBezTo>
                <a:cubicBezTo>
                  <a:pt x="2048" y="2111"/>
                  <a:pt x="1733" y="1796"/>
                  <a:pt x="1733" y="1418"/>
                </a:cubicBezTo>
                <a:cubicBezTo>
                  <a:pt x="1733" y="1009"/>
                  <a:pt x="2048" y="694"/>
                  <a:pt x="2426" y="694"/>
                </a:cubicBezTo>
                <a:close/>
                <a:moveTo>
                  <a:pt x="2426" y="2742"/>
                </a:moveTo>
                <a:cubicBezTo>
                  <a:pt x="3371" y="2742"/>
                  <a:pt x="4159" y="3529"/>
                  <a:pt x="4159" y="4474"/>
                </a:cubicBezTo>
                <a:lnTo>
                  <a:pt x="4159" y="4821"/>
                </a:lnTo>
                <a:lnTo>
                  <a:pt x="693" y="4821"/>
                </a:lnTo>
                <a:lnTo>
                  <a:pt x="693" y="4474"/>
                </a:lnTo>
                <a:cubicBezTo>
                  <a:pt x="693" y="3529"/>
                  <a:pt x="1481" y="2742"/>
                  <a:pt x="2426" y="2742"/>
                </a:cubicBezTo>
                <a:close/>
                <a:moveTo>
                  <a:pt x="2458" y="1"/>
                </a:moveTo>
                <a:cubicBezTo>
                  <a:pt x="1733" y="1"/>
                  <a:pt x="1103" y="599"/>
                  <a:pt x="1103" y="1355"/>
                </a:cubicBezTo>
                <a:cubicBezTo>
                  <a:pt x="1103" y="1733"/>
                  <a:pt x="1198" y="2048"/>
                  <a:pt x="1450" y="2269"/>
                </a:cubicBezTo>
                <a:cubicBezTo>
                  <a:pt x="630" y="2647"/>
                  <a:pt x="63" y="3498"/>
                  <a:pt x="63" y="4474"/>
                </a:cubicBezTo>
                <a:lnTo>
                  <a:pt x="63" y="5199"/>
                </a:lnTo>
                <a:cubicBezTo>
                  <a:pt x="0" y="5388"/>
                  <a:pt x="158" y="5546"/>
                  <a:pt x="347" y="5546"/>
                </a:cubicBezTo>
                <a:lnTo>
                  <a:pt x="4506" y="5546"/>
                </a:lnTo>
                <a:cubicBezTo>
                  <a:pt x="4726" y="5546"/>
                  <a:pt x="4884" y="5388"/>
                  <a:pt x="4884" y="5199"/>
                </a:cubicBezTo>
                <a:lnTo>
                  <a:pt x="4884" y="4474"/>
                </a:lnTo>
                <a:cubicBezTo>
                  <a:pt x="4884" y="3498"/>
                  <a:pt x="4317" y="2647"/>
                  <a:pt x="3497" y="2269"/>
                </a:cubicBezTo>
                <a:cubicBezTo>
                  <a:pt x="3718" y="2048"/>
                  <a:pt x="3844" y="1702"/>
                  <a:pt x="3844" y="1355"/>
                </a:cubicBezTo>
                <a:cubicBezTo>
                  <a:pt x="3844" y="599"/>
                  <a:pt x="3214" y="1"/>
                  <a:pt x="245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60" name="Google Shape;9161;p73">
            <a:extLst>
              <a:ext uri="{FF2B5EF4-FFF2-40B4-BE49-F238E27FC236}">
                <a16:creationId xmlns:a16="http://schemas.microsoft.com/office/drawing/2014/main" id="{3F8004FE-2834-C7F4-4259-2EAB54375279}"/>
              </a:ext>
            </a:extLst>
          </p:cNvPr>
          <p:cNvSpPr/>
          <p:nvPr/>
        </p:nvSpPr>
        <p:spPr>
          <a:xfrm>
            <a:off x="3780113" y="2117698"/>
            <a:ext cx="537421" cy="533179"/>
          </a:xfrm>
          <a:custGeom>
            <a:avLst/>
            <a:gdLst/>
            <a:ahLst/>
            <a:cxnLst/>
            <a:rect l="l" t="t" r="r" b="b"/>
            <a:pathLst>
              <a:path w="11910" h="11816" extrusionOk="0">
                <a:moveTo>
                  <a:pt x="5892" y="694"/>
                </a:moveTo>
                <a:cubicBezTo>
                  <a:pt x="7625" y="694"/>
                  <a:pt x="9043" y="2112"/>
                  <a:pt x="9043" y="3845"/>
                </a:cubicBezTo>
                <a:cubicBezTo>
                  <a:pt x="9043" y="5483"/>
                  <a:pt x="7751" y="6838"/>
                  <a:pt x="6081" y="6932"/>
                </a:cubicBezTo>
                <a:cubicBezTo>
                  <a:pt x="6018" y="6932"/>
                  <a:pt x="5987" y="6901"/>
                  <a:pt x="5924" y="6869"/>
                </a:cubicBezTo>
                <a:lnTo>
                  <a:pt x="5766" y="6711"/>
                </a:lnTo>
                <a:cubicBezTo>
                  <a:pt x="5297" y="6298"/>
                  <a:pt x="4683" y="6101"/>
                  <a:pt x="4072" y="6101"/>
                </a:cubicBezTo>
                <a:cubicBezTo>
                  <a:pt x="3985" y="6101"/>
                  <a:pt x="3899" y="6105"/>
                  <a:pt x="3813" y="6113"/>
                </a:cubicBezTo>
                <a:cubicBezTo>
                  <a:pt x="3151" y="5577"/>
                  <a:pt x="2773" y="4727"/>
                  <a:pt x="2773" y="3845"/>
                </a:cubicBezTo>
                <a:cubicBezTo>
                  <a:pt x="2773" y="2112"/>
                  <a:pt x="4191" y="694"/>
                  <a:pt x="5892" y="694"/>
                </a:cubicBezTo>
                <a:close/>
                <a:moveTo>
                  <a:pt x="4171" y="6822"/>
                </a:moveTo>
                <a:cubicBezTo>
                  <a:pt x="4577" y="6822"/>
                  <a:pt x="4979" y="6964"/>
                  <a:pt x="5294" y="7247"/>
                </a:cubicBezTo>
                <a:cubicBezTo>
                  <a:pt x="5420" y="7373"/>
                  <a:pt x="5735" y="7657"/>
                  <a:pt x="5892" y="7657"/>
                </a:cubicBezTo>
                <a:lnTo>
                  <a:pt x="7972" y="7657"/>
                </a:lnTo>
                <a:cubicBezTo>
                  <a:pt x="8192" y="7657"/>
                  <a:pt x="8350" y="7814"/>
                  <a:pt x="8350" y="8003"/>
                </a:cubicBezTo>
                <a:cubicBezTo>
                  <a:pt x="8350" y="8192"/>
                  <a:pt x="8192" y="8350"/>
                  <a:pt x="7972" y="8350"/>
                </a:cubicBezTo>
                <a:lnTo>
                  <a:pt x="5514" y="8350"/>
                </a:lnTo>
                <a:cubicBezTo>
                  <a:pt x="5294" y="8350"/>
                  <a:pt x="5136" y="8507"/>
                  <a:pt x="5136" y="8728"/>
                </a:cubicBezTo>
                <a:cubicBezTo>
                  <a:pt x="5136" y="8917"/>
                  <a:pt x="5294" y="9074"/>
                  <a:pt x="5514" y="9074"/>
                </a:cubicBezTo>
                <a:lnTo>
                  <a:pt x="8224" y="9074"/>
                </a:lnTo>
                <a:cubicBezTo>
                  <a:pt x="8507" y="9074"/>
                  <a:pt x="8759" y="8948"/>
                  <a:pt x="8980" y="8759"/>
                </a:cubicBezTo>
                <a:lnTo>
                  <a:pt x="10492" y="7090"/>
                </a:lnTo>
                <a:cubicBezTo>
                  <a:pt x="10568" y="7033"/>
                  <a:pt x="10666" y="6987"/>
                  <a:pt x="10766" y="6987"/>
                </a:cubicBezTo>
                <a:cubicBezTo>
                  <a:pt x="10833" y="6987"/>
                  <a:pt x="10902" y="7008"/>
                  <a:pt x="10965" y="7058"/>
                </a:cubicBezTo>
                <a:cubicBezTo>
                  <a:pt x="11122" y="7184"/>
                  <a:pt x="11185" y="7373"/>
                  <a:pt x="11059" y="7531"/>
                </a:cubicBezTo>
                <a:lnTo>
                  <a:pt x="9389" y="9767"/>
                </a:lnTo>
                <a:cubicBezTo>
                  <a:pt x="9074" y="10209"/>
                  <a:pt x="8570" y="10492"/>
                  <a:pt x="8035" y="10492"/>
                </a:cubicBezTo>
                <a:lnTo>
                  <a:pt x="2773" y="10492"/>
                </a:lnTo>
                <a:lnTo>
                  <a:pt x="2773" y="7468"/>
                </a:lnTo>
                <a:lnTo>
                  <a:pt x="3025" y="7247"/>
                </a:lnTo>
                <a:cubicBezTo>
                  <a:pt x="3356" y="6964"/>
                  <a:pt x="3766" y="6822"/>
                  <a:pt x="4171" y="6822"/>
                </a:cubicBezTo>
                <a:close/>
                <a:moveTo>
                  <a:pt x="1734" y="6932"/>
                </a:moveTo>
                <a:cubicBezTo>
                  <a:pt x="1923" y="6932"/>
                  <a:pt x="2080" y="7090"/>
                  <a:pt x="2080" y="7310"/>
                </a:cubicBezTo>
                <a:lnTo>
                  <a:pt x="2080" y="10807"/>
                </a:lnTo>
                <a:cubicBezTo>
                  <a:pt x="2080" y="10996"/>
                  <a:pt x="1923" y="11154"/>
                  <a:pt x="1734" y="11154"/>
                </a:cubicBezTo>
                <a:lnTo>
                  <a:pt x="662" y="11154"/>
                </a:lnTo>
                <a:lnTo>
                  <a:pt x="662" y="6932"/>
                </a:lnTo>
                <a:close/>
                <a:moveTo>
                  <a:pt x="5924" y="1"/>
                </a:moveTo>
                <a:cubicBezTo>
                  <a:pt x="3844" y="1"/>
                  <a:pt x="2112" y="1734"/>
                  <a:pt x="2112" y="3845"/>
                </a:cubicBezTo>
                <a:cubicBezTo>
                  <a:pt x="2112" y="4790"/>
                  <a:pt x="2458" y="5672"/>
                  <a:pt x="3088" y="6396"/>
                </a:cubicBezTo>
                <a:cubicBezTo>
                  <a:pt x="2931" y="6459"/>
                  <a:pt x="2773" y="6585"/>
                  <a:pt x="2616" y="6711"/>
                </a:cubicBezTo>
                <a:cubicBezTo>
                  <a:pt x="2427" y="6428"/>
                  <a:pt x="2112" y="6270"/>
                  <a:pt x="1765" y="6270"/>
                </a:cubicBezTo>
                <a:lnTo>
                  <a:pt x="347" y="6270"/>
                </a:lnTo>
                <a:cubicBezTo>
                  <a:pt x="158" y="6270"/>
                  <a:pt x="1" y="6428"/>
                  <a:pt x="1" y="6585"/>
                </a:cubicBezTo>
                <a:lnTo>
                  <a:pt x="1" y="11469"/>
                </a:lnTo>
                <a:cubicBezTo>
                  <a:pt x="1" y="11658"/>
                  <a:pt x="158" y="11815"/>
                  <a:pt x="347" y="11815"/>
                </a:cubicBezTo>
                <a:lnTo>
                  <a:pt x="1765" y="11815"/>
                </a:lnTo>
                <a:cubicBezTo>
                  <a:pt x="2238" y="11815"/>
                  <a:pt x="2584" y="11563"/>
                  <a:pt x="2742" y="11122"/>
                </a:cubicBezTo>
                <a:lnTo>
                  <a:pt x="8035" y="11122"/>
                </a:lnTo>
                <a:cubicBezTo>
                  <a:pt x="8759" y="11122"/>
                  <a:pt x="9515" y="10776"/>
                  <a:pt x="9956" y="10146"/>
                </a:cubicBezTo>
                <a:lnTo>
                  <a:pt x="11595" y="7877"/>
                </a:lnTo>
                <a:cubicBezTo>
                  <a:pt x="11910" y="7468"/>
                  <a:pt x="11878" y="6838"/>
                  <a:pt x="11437" y="6459"/>
                </a:cubicBezTo>
                <a:cubicBezTo>
                  <a:pt x="11249" y="6301"/>
                  <a:pt x="11015" y="6221"/>
                  <a:pt x="10780" y="6221"/>
                </a:cubicBezTo>
                <a:cubicBezTo>
                  <a:pt x="10503" y="6221"/>
                  <a:pt x="10224" y="6332"/>
                  <a:pt x="10019" y="6554"/>
                </a:cubicBezTo>
                <a:lnTo>
                  <a:pt x="9011" y="7657"/>
                </a:lnTo>
                <a:cubicBezTo>
                  <a:pt x="8885" y="7247"/>
                  <a:pt x="8539" y="6932"/>
                  <a:pt x="8098" y="6932"/>
                </a:cubicBezTo>
                <a:cubicBezTo>
                  <a:pt x="8287" y="6838"/>
                  <a:pt x="8444" y="6680"/>
                  <a:pt x="8602" y="6522"/>
                </a:cubicBezTo>
                <a:cubicBezTo>
                  <a:pt x="9358" y="5798"/>
                  <a:pt x="9767" y="4821"/>
                  <a:pt x="9767" y="3845"/>
                </a:cubicBezTo>
                <a:cubicBezTo>
                  <a:pt x="9767" y="1734"/>
                  <a:pt x="8035" y="1"/>
                  <a:pt x="592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61" name="Google Shape;9162;p73">
            <a:extLst>
              <a:ext uri="{FF2B5EF4-FFF2-40B4-BE49-F238E27FC236}">
                <a16:creationId xmlns:a16="http://schemas.microsoft.com/office/drawing/2014/main" id="{E9F1913E-7C87-E532-FE9E-36EAF0CBA6F0}"/>
              </a:ext>
            </a:extLst>
          </p:cNvPr>
          <p:cNvSpPr/>
          <p:nvPr/>
        </p:nvSpPr>
        <p:spPr>
          <a:xfrm>
            <a:off x="3997654" y="2180285"/>
            <a:ext cx="98099" cy="218939"/>
          </a:xfrm>
          <a:custGeom>
            <a:avLst/>
            <a:gdLst/>
            <a:ahLst/>
            <a:cxnLst/>
            <a:rect l="l" t="t" r="r" b="b"/>
            <a:pathLst>
              <a:path w="2174" h="4852" extrusionOk="0">
                <a:moveTo>
                  <a:pt x="1071" y="0"/>
                </a:moveTo>
                <a:cubicBezTo>
                  <a:pt x="882" y="0"/>
                  <a:pt x="725" y="158"/>
                  <a:pt x="725" y="347"/>
                </a:cubicBezTo>
                <a:lnTo>
                  <a:pt x="725" y="756"/>
                </a:lnTo>
                <a:cubicBezTo>
                  <a:pt x="315" y="914"/>
                  <a:pt x="63" y="1292"/>
                  <a:pt x="63" y="1733"/>
                </a:cubicBezTo>
                <a:cubicBezTo>
                  <a:pt x="0" y="2332"/>
                  <a:pt x="473" y="2804"/>
                  <a:pt x="1071" y="2804"/>
                </a:cubicBezTo>
                <a:cubicBezTo>
                  <a:pt x="1260" y="2804"/>
                  <a:pt x="1418" y="2962"/>
                  <a:pt x="1418" y="3151"/>
                </a:cubicBezTo>
                <a:cubicBezTo>
                  <a:pt x="1418" y="3308"/>
                  <a:pt x="1355" y="3434"/>
                  <a:pt x="1229" y="3466"/>
                </a:cubicBezTo>
                <a:cubicBezTo>
                  <a:pt x="1185" y="3492"/>
                  <a:pt x="1140" y="3503"/>
                  <a:pt x="1093" y="3503"/>
                </a:cubicBezTo>
                <a:cubicBezTo>
                  <a:pt x="970" y="3503"/>
                  <a:pt x="839" y="3422"/>
                  <a:pt x="725" y="3308"/>
                </a:cubicBezTo>
                <a:cubicBezTo>
                  <a:pt x="662" y="3245"/>
                  <a:pt x="575" y="3214"/>
                  <a:pt x="488" y="3214"/>
                </a:cubicBezTo>
                <a:cubicBezTo>
                  <a:pt x="402" y="3214"/>
                  <a:pt x="315" y="3245"/>
                  <a:pt x="252" y="3308"/>
                </a:cubicBezTo>
                <a:cubicBezTo>
                  <a:pt x="126" y="3434"/>
                  <a:pt x="126" y="3655"/>
                  <a:pt x="252" y="3781"/>
                </a:cubicBezTo>
                <a:cubicBezTo>
                  <a:pt x="410" y="3938"/>
                  <a:pt x="567" y="4064"/>
                  <a:pt x="756" y="4096"/>
                </a:cubicBezTo>
                <a:lnTo>
                  <a:pt x="756" y="4505"/>
                </a:lnTo>
                <a:cubicBezTo>
                  <a:pt x="756" y="4694"/>
                  <a:pt x="914" y="4852"/>
                  <a:pt x="1103" y="4852"/>
                </a:cubicBezTo>
                <a:cubicBezTo>
                  <a:pt x="1323" y="4852"/>
                  <a:pt x="1481" y="4694"/>
                  <a:pt x="1481" y="4505"/>
                </a:cubicBezTo>
                <a:lnTo>
                  <a:pt x="1481" y="4096"/>
                </a:lnTo>
                <a:cubicBezTo>
                  <a:pt x="1481" y="4096"/>
                  <a:pt x="1512" y="4096"/>
                  <a:pt x="1512" y="4064"/>
                </a:cubicBezTo>
                <a:cubicBezTo>
                  <a:pt x="1890" y="3907"/>
                  <a:pt x="2142" y="3497"/>
                  <a:pt x="2142" y="3119"/>
                </a:cubicBezTo>
                <a:cubicBezTo>
                  <a:pt x="2142" y="2521"/>
                  <a:pt x="1670" y="2079"/>
                  <a:pt x="1103" y="2079"/>
                </a:cubicBezTo>
                <a:cubicBezTo>
                  <a:pt x="914" y="2079"/>
                  <a:pt x="756" y="1922"/>
                  <a:pt x="756" y="1733"/>
                </a:cubicBezTo>
                <a:cubicBezTo>
                  <a:pt x="756" y="1575"/>
                  <a:pt x="851" y="1449"/>
                  <a:pt x="1008" y="1418"/>
                </a:cubicBezTo>
                <a:cubicBezTo>
                  <a:pt x="1047" y="1405"/>
                  <a:pt x="1085" y="1399"/>
                  <a:pt x="1124" y="1399"/>
                </a:cubicBezTo>
                <a:cubicBezTo>
                  <a:pt x="1273" y="1399"/>
                  <a:pt x="1418" y="1494"/>
                  <a:pt x="1544" y="1670"/>
                </a:cubicBezTo>
                <a:cubicBezTo>
                  <a:pt x="1610" y="1753"/>
                  <a:pt x="1703" y="1792"/>
                  <a:pt x="1795" y="1792"/>
                </a:cubicBezTo>
                <a:cubicBezTo>
                  <a:pt x="1876" y="1792"/>
                  <a:pt x="1957" y="1761"/>
                  <a:pt x="2016" y="1701"/>
                </a:cubicBezTo>
                <a:cubicBezTo>
                  <a:pt x="2174" y="1575"/>
                  <a:pt x="2174" y="1323"/>
                  <a:pt x="2048" y="1229"/>
                </a:cubicBezTo>
                <a:cubicBezTo>
                  <a:pt x="1859" y="977"/>
                  <a:pt x="1670" y="819"/>
                  <a:pt x="1418" y="756"/>
                </a:cubicBezTo>
                <a:lnTo>
                  <a:pt x="1418" y="347"/>
                </a:ln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11" name="Google Shape;9163;p73">
            <a:extLst>
              <a:ext uri="{FF2B5EF4-FFF2-40B4-BE49-F238E27FC236}">
                <a16:creationId xmlns:a16="http://schemas.microsoft.com/office/drawing/2014/main" id="{D655B154-D9B6-50FB-A2B4-8E0FC462E7F1}"/>
              </a:ext>
            </a:extLst>
          </p:cNvPr>
          <p:cNvSpPr/>
          <p:nvPr/>
        </p:nvSpPr>
        <p:spPr>
          <a:xfrm>
            <a:off x="3781500" y="2804357"/>
            <a:ext cx="534576" cy="534532"/>
          </a:xfrm>
          <a:custGeom>
            <a:avLst/>
            <a:gdLst/>
            <a:ahLst/>
            <a:cxnLst/>
            <a:rect l="l" t="t" r="r" b="b"/>
            <a:pathLst>
              <a:path w="11847" h="11846" extrusionOk="0">
                <a:moveTo>
                  <a:pt x="10744" y="3718"/>
                </a:moveTo>
                <a:lnTo>
                  <a:pt x="10428" y="4348"/>
                </a:lnTo>
                <a:cubicBezTo>
                  <a:pt x="10397" y="4442"/>
                  <a:pt x="10397" y="4568"/>
                  <a:pt x="10428" y="4663"/>
                </a:cubicBezTo>
                <a:lnTo>
                  <a:pt x="10744" y="5293"/>
                </a:lnTo>
                <a:lnTo>
                  <a:pt x="9483" y="4915"/>
                </a:lnTo>
                <a:lnTo>
                  <a:pt x="9105" y="4505"/>
                </a:lnTo>
                <a:lnTo>
                  <a:pt x="9483" y="4127"/>
                </a:lnTo>
                <a:lnTo>
                  <a:pt x="10744" y="3718"/>
                </a:lnTo>
                <a:close/>
                <a:moveTo>
                  <a:pt x="4443" y="3497"/>
                </a:moveTo>
                <a:cubicBezTo>
                  <a:pt x="4884" y="3497"/>
                  <a:pt x="5262" y="3781"/>
                  <a:pt x="5419" y="4190"/>
                </a:cubicBezTo>
                <a:lnTo>
                  <a:pt x="4443" y="4190"/>
                </a:lnTo>
                <a:cubicBezTo>
                  <a:pt x="4253" y="4190"/>
                  <a:pt x="4096" y="4348"/>
                  <a:pt x="4096" y="4568"/>
                </a:cubicBezTo>
                <a:cubicBezTo>
                  <a:pt x="4096" y="4663"/>
                  <a:pt x="4253" y="4820"/>
                  <a:pt x="4443" y="4820"/>
                </a:cubicBezTo>
                <a:lnTo>
                  <a:pt x="5419" y="4820"/>
                </a:lnTo>
                <a:cubicBezTo>
                  <a:pt x="5262" y="5230"/>
                  <a:pt x="4915" y="5545"/>
                  <a:pt x="4443" y="5545"/>
                </a:cubicBezTo>
                <a:cubicBezTo>
                  <a:pt x="3844" y="5545"/>
                  <a:pt x="3434" y="5072"/>
                  <a:pt x="3434" y="4505"/>
                </a:cubicBezTo>
                <a:cubicBezTo>
                  <a:pt x="3434" y="3970"/>
                  <a:pt x="3907" y="3497"/>
                  <a:pt x="4443" y="3497"/>
                </a:cubicBezTo>
                <a:close/>
                <a:moveTo>
                  <a:pt x="4443" y="2080"/>
                </a:moveTo>
                <a:cubicBezTo>
                  <a:pt x="5671" y="2080"/>
                  <a:pt x="6679" y="2993"/>
                  <a:pt x="6837" y="4159"/>
                </a:cubicBezTo>
                <a:lnTo>
                  <a:pt x="6144" y="4159"/>
                </a:lnTo>
                <a:cubicBezTo>
                  <a:pt x="5986" y="3371"/>
                  <a:pt x="5262" y="2773"/>
                  <a:pt x="4443" y="2773"/>
                </a:cubicBezTo>
                <a:cubicBezTo>
                  <a:pt x="3497" y="2773"/>
                  <a:pt x="2710" y="3560"/>
                  <a:pt x="2710" y="4505"/>
                </a:cubicBezTo>
                <a:cubicBezTo>
                  <a:pt x="2710" y="5451"/>
                  <a:pt x="3497" y="6238"/>
                  <a:pt x="4443" y="6238"/>
                </a:cubicBezTo>
                <a:cubicBezTo>
                  <a:pt x="5262" y="6238"/>
                  <a:pt x="5986" y="5671"/>
                  <a:pt x="6144" y="4883"/>
                </a:cubicBezTo>
                <a:lnTo>
                  <a:pt x="6837" y="4883"/>
                </a:lnTo>
                <a:cubicBezTo>
                  <a:pt x="6679" y="6049"/>
                  <a:pt x="5671" y="6963"/>
                  <a:pt x="4443" y="6963"/>
                </a:cubicBezTo>
                <a:cubicBezTo>
                  <a:pt x="3119" y="6963"/>
                  <a:pt x="2017" y="5860"/>
                  <a:pt x="2017" y="4505"/>
                </a:cubicBezTo>
                <a:cubicBezTo>
                  <a:pt x="2017" y="3182"/>
                  <a:pt x="3119" y="2080"/>
                  <a:pt x="4443" y="2080"/>
                </a:cubicBezTo>
                <a:close/>
                <a:moveTo>
                  <a:pt x="4474" y="662"/>
                </a:moveTo>
                <a:cubicBezTo>
                  <a:pt x="6459" y="662"/>
                  <a:pt x="8097" y="2206"/>
                  <a:pt x="8255" y="4127"/>
                </a:cubicBezTo>
                <a:lnTo>
                  <a:pt x="7562" y="4127"/>
                </a:lnTo>
                <a:cubicBezTo>
                  <a:pt x="7372" y="2584"/>
                  <a:pt x="6049" y="1355"/>
                  <a:pt x="4443" y="1355"/>
                </a:cubicBezTo>
                <a:cubicBezTo>
                  <a:pt x="2710" y="1355"/>
                  <a:pt x="1324" y="2773"/>
                  <a:pt x="1324" y="4474"/>
                </a:cubicBezTo>
                <a:cubicBezTo>
                  <a:pt x="1324" y="6175"/>
                  <a:pt x="2741" y="7593"/>
                  <a:pt x="4443" y="7593"/>
                </a:cubicBezTo>
                <a:cubicBezTo>
                  <a:pt x="6049" y="7593"/>
                  <a:pt x="7372" y="6364"/>
                  <a:pt x="7562" y="4820"/>
                </a:cubicBezTo>
                <a:lnTo>
                  <a:pt x="8255" y="4820"/>
                </a:lnTo>
                <a:cubicBezTo>
                  <a:pt x="8097" y="6774"/>
                  <a:pt x="6459" y="8286"/>
                  <a:pt x="4474" y="8286"/>
                </a:cubicBezTo>
                <a:cubicBezTo>
                  <a:pt x="2395" y="8286"/>
                  <a:pt x="662" y="6616"/>
                  <a:pt x="662" y="4474"/>
                </a:cubicBezTo>
                <a:cubicBezTo>
                  <a:pt x="662" y="2363"/>
                  <a:pt x="2363" y="662"/>
                  <a:pt x="4474" y="662"/>
                </a:cubicBezTo>
                <a:close/>
                <a:moveTo>
                  <a:pt x="5734" y="8822"/>
                </a:moveTo>
                <a:lnTo>
                  <a:pt x="6049" y="9767"/>
                </a:lnTo>
                <a:lnTo>
                  <a:pt x="2836" y="9767"/>
                </a:lnTo>
                <a:lnTo>
                  <a:pt x="3151" y="8822"/>
                </a:lnTo>
                <a:cubicBezTo>
                  <a:pt x="3529" y="8916"/>
                  <a:pt x="4001" y="9011"/>
                  <a:pt x="4443" y="9011"/>
                </a:cubicBezTo>
                <a:cubicBezTo>
                  <a:pt x="4884" y="9011"/>
                  <a:pt x="5356" y="8916"/>
                  <a:pt x="5734" y="8822"/>
                </a:cubicBezTo>
                <a:close/>
                <a:moveTo>
                  <a:pt x="6522" y="10428"/>
                </a:moveTo>
                <a:cubicBezTo>
                  <a:pt x="6963" y="10428"/>
                  <a:pt x="7372" y="10680"/>
                  <a:pt x="7530" y="11121"/>
                </a:cubicBezTo>
                <a:lnTo>
                  <a:pt x="1418" y="11121"/>
                </a:lnTo>
                <a:cubicBezTo>
                  <a:pt x="1576" y="10743"/>
                  <a:pt x="1922" y="10428"/>
                  <a:pt x="2395" y="10428"/>
                </a:cubicBezTo>
                <a:close/>
                <a:moveTo>
                  <a:pt x="4474" y="0"/>
                </a:moveTo>
                <a:cubicBezTo>
                  <a:pt x="1985" y="0"/>
                  <a:pt x="0" y="1985"/>
                  <a:pt x="0" y="4474"/>
                </a:cubicBezTo>
                <a:cubicBezTo>
                  <a:pt x="0" y="6238"/>
                  <a:pt x="1040" y="7813"/>
                  <a:pt x="2552" y="8538"/>
                </a:cubicBezTo>
                <a:lnTo>
                  <a:pt x="2143" y="9767"/>
                </a:lnTo>
                <a:cubicBezTo>
                  <a:pt x="1324" y="9861"/>
                  <a:pt x="693" y="10586"/>
                  <a:pt x="693" y="11499"/>
                </a:cubicBezTo>
                <a:cubicBezTo>
                  <a:pt x="693" y="11688"/>
                  <a:pt x="851" y="11846"/>
                  <a:pt x="1040" y="11846"/>
                </a:cubicBezTo>
                <a:lnTo>
                  <a:pt x="7971" y="11846"/>
                </a:lnTo>
                <a:cubicBezTo>
                  <a:pt x="8192" y="11846"/>
                  <a:pt x="8349" y="11688"/>
                  <a:pt x="8349" y="11499"/>
                </a:cubicBezTo>
                <a:cubicBezTo>
                  <a:pt x="8349" y="10617"/>
                  <a:pt x="7719" y="9924"/>
                  <a:pt x="6900" y="9767"/>
                </a:cubicBezTo>
                <a:lnTo>
                  <a:pt x="6490" y="8538"/>
                </a:lnTo>
                <a:cubicBezTo>
                  <a:pt x="7782" y="7908"/>
                  <a:pt x="8727" y="6679"/>
                  <a:pt x="8979" y="5230"/>
                </a:cubicBezTo>
                <a:lnTo>
                  <a:pt x="9137" y="5388"/>
                </a:lnTo>
                <a:cubicBezTo>
                  <a:pt x="9168" y="5419"/>
                  <a:pt x="9200" y="5451"/>
                  <a:pt x="9263" y="5451"/>
                </a:cubicBezTo>
                <a:lnTo>
                  <a:pt x="11374" y="6175"/>
                </a:lnTo>
                <a:cubicBezTo>
                  <a:pt x="11403" y="6183"/>
                  <a:pt x="11435" y="6186"/>
                  <a:pt x="11466" y="6186"/>
                </a:cubicBezTo>
                <a:cubicBezTo>
                  <a:pt x="11569" y="6186"/>
                  <a:pt x="11672" y="6145"/>
                  <a:pt x="11720" y="6049"/>
                </a:cubicBezTo>
                <a:cubicBezTo>
                  <a:pt x="11815" y="5923"/>
                  <a:pt x="11846" y="5766"/>
                  <a:pt x="11783" y="5671"/>
                </a:cubicBezTo>
                <a:lnTo>
                  <a:pt x="11153" y="4442"/>
                </a:lnTo>
                <a:lnTo>
                  <a:pt x="11783" y="3214"/>
                </a:lnTo>
                <a:cubicBezTo>
                  <a:pt x="11815" y="3151"/>
                  <a:pt x="11783" y="2993"/>
                  <a:pt x="11689" y="2899"/>
                </a:cubicBezTo>
                <a:cubicBezTo>
                  <a:pt x="11641" y="2802"/>
                  <a:pt x="11519" y="2761"/>
                  <a:pt x="11422" y="2761"/>
                </a:cubicBezTo>
                <a:cubicBezTo>
                  <a:pt x="11392" y="2761"/>
                  <a:pt x="11364" y="2765"/>
                  <a:pt x="11342" y="2773"/>
                </a:cubicBezTo>
                <a:lnTo>
                  <a:pt x="9200" y="3497"/>
                </a:lnTo>
                <a:cubicBezTo>
                  <a:pt x="9168" y="3497"/>
                  <a:pt x="9105" y="3529"/>
                  <a:pt x="9105" y="3560"/>
                </a:cubicBezTo>
                <a:lnTo>
                  <a:pt x="8916" y="3718"/>
                </a:lnTo>
                <a:cubicBezTo>
                  <a:pt x="8570" y="1607"/>
                  <a:pt x="6742" y="0"/>
                  <a:pt x="447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7" name="Google Shape;9165;p73">
            <a:extLst>
              <a:ext uri="{FF2B5EF4-FFF2-40B4-BE49-F238E27FC236}">
                <a16:creationId xmlns:a16="http://schemas.microsoft.com/office/drawing/2014/main" id="{9F4F299C-CB6C-819D-BE10-1416A6B48767}"/>
              </a:ext>
            </a:extLst>
          </p:cNvPr>
          <p:cNvSpPr/>
          <p:nvPr/>
        </p:nvSpPr>
        <p:spPr>
          <a:xfrm>
            <a:off x="7182571" y="1484393"/>
            <a:ext cx="531735" cy="533133"/>
          </a:xfrm>
          <a:custGeom>
            <a:avLst/>
            <a:gdLst/>
            <a:ahLst/>
            <a:cxnLst/>
            <a:rect l="l" t="t" r="r" b="b"/>
            <a:pathLst>
              <a:path w="11784" h="11815" extrusionOk="0">
                <a:moveTo>
                  <a:pt x="9043" y="662"/>
                </a:moveTo>
                <a:lnTo>
                  <a:pt x="9043" y="2080"/>
                </a:lnTo>
                <a:lnTo>
                  <a:pt x="2742" y="2080"/>
                </a:lnTo>
                <a:lnTo>
                  <a:pt x="2742" y="662"/>
                </a:lnTo>
                <a:close/>
                <a:moveTo>
                  <a:pt x="10775" y="2742"/>
                </a:moveTo>
                <a:cubicBezTo>
                  <a:pt x="10996" y="2742"/>
                  <a:pt x="11153" y="2899"/>
                  <a:pt x="11153" y="3120"/>
                </a:cubicBezTo>
                <a:lnTo>
                  <a:pt x="11153" y="6554"/>
                </a:lnTo>
                <a:cubicBezTo>
                  <a:pt x="11153" y="6774"/>
                  <a:pt x="10996" y="6932"/>
                  <a:pt x="10775" y="6932"/>
                </a:cubicBezTo>
                <a:lnTo>
                  <a:pt x="9767" y="6932"/>
                </a:lnTo>
                <a:lnTo>
                  <a:pt x="9767" y="4474"/>
                </a:lnTo>
                <a:cubicBezTo>
                  <a:pt x="9767" y="4285"/>
                  <a:pt x="9610" y="4128"/>
                  <a:pt x="9421" y="4128"/>
                </a:cubicBezTo>
                <a:lnTo>
                  <a:pt x="2427" y="4128"/>
                </a:lnTo>
                <a:cubicBezTo>
                  <a:pt x="2238" y="4128"/>
                  <a:pt x="2080" y="4285"/>
                  <a:pt x="2080" y="4474"/>
                </a:cubicBezTo>
                <a:lnTo>
                  <a:pt x="2080" y="6932"/>
                </a:lnTo>
                <a:lnTo>
                  <a:pt x="1009" y="6932"/>
                </a:lnTo>
                <a:cubicBezTo>
                  <a:pt x="820" y="6932"/>
                  <a:pt x="662" y="6774"/>
                  <a:pt x="662" y="6554"/>
                </a:cubicBezTo>
                <a:lnTo>
                  <a:pt x="662" y="3120"/>
                </a:lnTo>
                <a:cubicBezTo>
                  <a:pt x="662" y="2899"/>
                  <a:pt x="820" y="2742"/>
                  <a:pt x="1009" y="2742"/>
                </a:cubicBezTo>
                <a:close/>
                <a:moveTo>
                  <a:pt x="9011" y="4821"/>
                </a:moveTo>
                <a:lnTo>
                  <a:pt x="9011" y="11090"/>
                </a:lnTo>
                <a:lnTo>
                  <a:pt x="2710" y="11090"/>
                </a:lnTo>
                <a:lnTo>
                  <a:pt x="2710" y="4821"/>
                </a:lnTo>
                <a:close/>
                <a:moveTo>
                  <a:pt x="2395" y="1"/>
                </a:moveTo>
                <a:cubicBezTo>
                  <a:pt x="2206" y="1"/>
                  <a:pt x="2049" y="158"/>
                  <a:pt x="2049" y="347"/>
                </a:cubicBezTo>
                <a:lnTo>
                  <a:pt x="2049" y="2112"/>
                </a:lnTo>
                <a:lnTo>
                  <a:pt x="1009" y="2112"/>
                </a:lnTo>
                <a:cubicBezTo>
                  <a:pt x="442" y="2112"/>
                  <a:pt x="1" y="2584"/>
                  <a:pt x="1" y="3151"/>
                </a:cubicBezTo>
                <a:lnTo>
                  <a:pt x="1" y="6617"/>
                </a:lnTo>
                <a:cubicBezTo>
                  <a:pt x="1" y="7215"/>
                  <a:pt x="473" y="7625"/>
                  <a:pt x="1009" y="7625"/>
                </a:cubicBezTo>
                <a:lnTo>
                  <a:pt x="2049" y="7625"/>
                </a:lnTo>
                <a:lnTo>
                  <a:pt x="2049" y="11468"/>
                </a:lnTo>
                <a:cubicBezTo>
                  <a:pt x="2049" y="11657"/>
                  <a:pt x="2206" y="11815"/>
                  <a:pt x="2395" y="11815"/>
                </a:cubicBezTo>
                <a:lnTo>
                  <a:pt x="9358" y="11815"/>
                </a:lnTo>
                <a:cubicBezTo>
                  <a:pt x="9578" y="11815"/>
                  <a:pt x="9736" y="11657"/>
                  <a:pt x="9736" y="11468"/>
                </a:cubicBezTo>
                <a:lnTo>
                  <a:pt x="9736" y="7625"/>
                </a:lnTo>
                <a:lnTo>
                  <a:pt x="10744" y="7625"/>
                </a:lnTo>
                <a:cubicBezTo>
                  <a:pt x="11343" y="7625"/>
                  <a:pt x="11784" y="7152"/>
                  <a:pt x="11784" y="6617"/>
                </a:cubicBezTo>
                <a:lnTo>
                  <a:pt x="11784" y="3151"/>
                </a:lnTo>
                <a:cubicBezTo>
                  <a:pt x="11784" y="2553"/>
                  <a:pt x="11311" y="2112"/>
                  <a:pt x="10744" y="2112"/>
                </a:cubicBezTo>
                <a:lnTo>
                  <a:pt x="9736" y="2112"/>
                </a:lnTo>
                <a:lnTo>
                  <a:pt x="9736" y="347"/>
                </a:lnTo>
                <a:cubicBezTo>
                  <a:pt x="9736" y="158"/>
                  <a:pt x="9578" y="1"/>
                  <a:pt x="935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8" name="Google Shape;9166;p73">
            <a:extLst>
              <a:ext uri="{FF2B5EF4-FFF2-40B4-BE49-F238E27FC236}">
                <a16:creationId xmlns:a16="http://schemas.microsoft.com/office/drawing/2014/main" id="{62ABB93F-0D4C-DB71-87C3-9099FCEEFB4A}"/>
              </a:ext>
            </a:extLst>
          </p:cNvPr>
          <p:cNvSpPr/>
          <p:nvPr/>
        </p:nvSpPr>
        <p:spPr>
          <a:xfrm>
            <a:off x="7621846" y="1637946"/>
            <a:ext cx="31316" cy="32715"/>
          </a:xfrm>
          <a:custGeom>
            <a:avLst/>
            <a:gdLst/>
            <a:ahLst/>
            <a:cxnLst/>
            <a:rect l="l" t="t" r="r" b="b"/>
            <a:pathLst>
              <a:path w="694" h="725" extrusionOk="0">
                <a:moveTo>
                  <a:pt x="347" y="0"/>
                </a:moveTo>
                <a:cubicBezTo>
                  <a:pt x="158" y="0"/>
                  <a:pt x="1" y="189"/>
                  <a:pt x="1" y="378"/>
                </a:cubicBezTo>
                <a:cubicBezTo>
                  <a:pt x="1" y="599"/>
                  <a:pt x="158" y="725"/>
                  <a:pt x="347" y="725"/>
                </a:cubicBezTo>
                <a:cubicBezTo>
                  <a:pt x="536" y="725"/>
                  <a:pt x="694" y="567"/>
                  <a:pt x="694" y="378"/>
                </a:cubicBezTo>
                <a:cubicBezTo>
                  <a:pt x="694" y="189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9" name="Google Shape;9167;p73">
            <a:extLst>
              <a:ext uri="{FF2B5EF4-FFF2-40B4-BE49-F238E27FC236}">
                <a16:creationId xmlns:a16="http://schemas.microsoft.com/office/drawing/2014/main" id="{A041E61A-0CC7-E304-4650-4488464D7619}"/>
              </a:ext>
            </a:extLst>
          </p:cNvPr>
          <p:cNvSpPr/>
          <p:nvPr/>
        </p:nvSpPr>
        <p:spPr>
          <a:xfrm>
            <a:off x="7350338" y="1733203"/>
            <a:ext cx="191955" cy="220383"/>
          </a:xfrm>
          <a:custGeom>
            <a:avLst/>
            <a:gdLst/>
            <a:ahLst/>
            <a:cxnLst/>
            <a:rect l="l" t="t" r="r" b="b"/>
            <a:pathLst>
              <a:path w="4254" h="4884" extrusionOk="0">
                <a:moveTo>
                  <a:pt x="2174" y="693"/>
                </a:moveTo>
                <a:cubicBezTo>
                  <a:pt x="2584" y="693"/>
                  <a:pt x="2899" y="1008"/>
                  <a:pt x="2899" y="1418"/>
                </a:cubicBezTo>
                <a:cubicBezTo>
                  <a:pt x="2899" y="1796"/>
                  <a:pt x="2584" y="2111"/>
                  <a:pt x="2174" y="2111"/>
                </a:cubicBezTo>
                <a:cubicBezTo>
                  <a:pt x="1796" y="2111"/>
                  <a:pt x="1481" y="1796"/>
                  <a:pt x="1481" y="1418"/>
                </a:cubicBezTo>
                <a:cubicBezTo>
                  <a:pt x="1481" y="1008"/>
                  <a:pt x="1796" y="693"/>
                  <a:pt x="2174" y="693"/>
                </a:cubicBezTo>
                <a:close/>
                <a:moveTo>
                  <a:pt x="2174" y="2804"/>
                </a:moveTo>
                <a:cubicBezTo>
                  <a:pt x="2930" y="2804"/>
                  <a:pt x="3592" y="3403"/>
                  <a:pt x="3592" y="4190"/>
                </a:cubicBezTo>
                <a:lnTo>
                  <a:pt x="756" y="4190"/>
                </a:lnTo>
                <a:cubicBezTo>
                  <a:pt x="756" y="3403"/>
                  <a:pt x="1387" y="2804"/>
                  <a:pt x="2174" y="2804"/>
                </a:cubicBezTo>
                <a:close/>
                <a:moveTo>
                  <a:pt x="2143" y="0"/>
                </a:moveTo>
                <a:cubicBezTo>
                  <a:pt x="1387" y="0"/>
                  <a:pt x="725" y="630"/>
                  <a:pt x="725" y="1386"/>
                </a:cubicBezTo>
                <a:cubicBezTo>
                  <a:pt x="725" y="1733"/>
                  <a:pt x="882" y="2079"/>
                  <a:pt x="1103" y="2331"/>
                </a:cubicBezTo>
                <a:cubicBezTo>
                  <a:pt x="473" y="2678"/>
                  <a:pt x="0" y="3340"/>
                  <a:pt x="0" y="4159"/>
                </a:cubicBezTo>
                <a:lnTo>
                  <a:pt x="0" y="4537"/>
                </a:lnTo>
                <a:cubicBezTo>
                  <a:pt x="63" y="4726"/>
                  <a:pt x="221" y="4883"/>
                  <a:pt x="410" y="4883"/>
                </a:cubicBezTo>
                <a:lnTo>
                  <a:pt x="3907" y="4883"/>
                </a:lnTo>
                <a:cubicBezTo>
                  <a:pt x="4127" y="4883"/>
                  <a:pt x="4253" y="4726"/>
                  <a:pt x="4253" y="4537"/>
                </a:cubicBezTo>
                <a:lnTo>
                  <a:pt x="4253" y="4159"/>
                </a:lnTo>
                <a:cubicBezTo>
                  <a:pt x="4253" y="3371"/>
                  <a:pt x="3844" y="2709"/>
                  <a:pt x="3151" y="2331"/>
                </a:cubicBezTo>
                <a:cubicBezTo>
                  <a:pt x="3403" y="2048"/>
                  <a:pt x="3560" y="1733"/>
                  <a:pt x="3560" y="1386"/>
                </a:cubicBezTo>
                <a:cubicBezTo>
                  <a:pt x="3560" y="599"/>
                  <a:pt x="2930" y="0"/>
                  <a:pt x="2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13" name="Google Shape;9168;p73">
            <a:extLst>
              <a:ext uri="{FF2B5EF4-FFF2-40B4-BE49-F238E27FC236}">
                <a16:creationId xmlns:a16="http://schemas.microsoft.com/office/drawing/2014/main" id="{61DD83F4-2D79-0017-C0B5-3B123CF92ED3}"/>
              </a:ext>
            </a:extLst>
          </p:cNvPr>
          <p:cNvSpPr/>
          <p:nvPr/>
        </p:nvSpPr>
        <p:spPr>
          <a:xfrm>
            <a:off x="7177522" y="2134750"/>
            <a:ext cx="541707" cy="499067"/>
          </a:xfrm>
          <a:custGeom>
            <a:avLst/>
            <a:gdLst/>
            <a:ahLst/>
            <a:cxnLst/>
            <a:rect l="l" t="t" r="r" b="b"/>
            <a:pathLst>
              <a:path w="12005" h="11060" extrusionOk="0">
                <a:moveTo>
                  <a:pt x="2049" y="2049"/>
                </a:moveTo>
                <a:cubicBezTo>
                  <a:pt x="2238" y="2049"/>
                  <a:pt x="2395" y="2206"/>
                  <a:pt x="2395" y="2395"/>
                </a:cubicBezTo>
                <a:cubicBezTo>
                  <a:pt x="2395" y="2584"/>
                  <a:pt x="2238" y="2742"/>
                  <a:pt x="2049" y="2742"/>
                </a:cubicBezTo>
                <a:cubicBezTo>
                  <a:pt x="1860" y="2742"/>
                  <a:pt x="1702" y="2584"/>
                  <a:pt x="1702" y="2395"/>
                </a:cubicBezTo>
                <a:cubicBezTo>
                  <a:pt x="1734" y="2206"/>
                  <a:pt x="1860" y="2049"/>
                  <a:pt x="2049" y="2049"/>
                </a:cubicBezTo>
                <a:close/>
                <a:moveTo>
                  <a:pt x="9736" y="2049"/>
                </a:moveTo>
                <a:cubicBezTo>
                  <a:pt x="9925" y="2049"/>
                  <a:pt x="10082" y="2206"/>
                  <a:pt x="10082" y="2395"/>
                </a:cubicBezTo>
                <a:cubicBezTo>
                  <a:pt x="10082" y="2584"/>
                  <a:pt x="9925" y="2742"/>
                  <a:pt x="9736" y="2742"/>
                </a:cubicBezTo>
                <a:cubicBezTo>
                  <a:pt x="9515" y="2742"/>
                  <a:pt x="9358" y="2584"/>
                  <a:pt x="9358" y="2395"/>
                </a:cubicBezTo>
                <a:cubicBezTo>
                  <a:pt x="9358" y="2206"/>
                  <a:pt x="9515" y="2049"/>
                  <a:pt x="9736" y="2049"/>
                </a:cubicBezTo>
                <a:close/>
                <a:moveTo>
                  <a:pt x="2049" y="3719"/>
                </a:moveTo>
                <a:lnTo>
                  <a:pt x="3151" y="5514"/>
                </a:lnTo>
                <a:lnTo>
                  <a:pt x="946" y="5514"/>
                </a:lnTo>
                <a:lnTo>
                  <a:pt x="2049" y="3719"/>
                </a:lnTo>
                <a:close/>
                <a:moveTo>
                  <a:pt x="9736" y="3719"/>
                </a:moveTo>
                <a:lnTo>
                  <a:pt x="10838" y="5514"/>
                </a:lnTo>
                <a:lnTo>
                  <a:pt x="8633" y="5514"/>
                </a:lnTo>
                <a:lnTo>
                  <a:pt x="9736" y="3719"/>
                </a:lnTo>
                <a:close/>
                <a:moveTo>
                  <a:pt x="3435" y="6207"/>
                </a:moveTo>
                <a:cubicBezTo>
                  <a:pt x="3466" y="6964"/>
                  <a:pt x="2836" y="7594"/>
                  <a:pt x="2049" y="7594"/>
                </a:cubicBezTo>
                <a:cubicBezTo>
                  <a:pt x="1292" y="7594"/>
                  <a:pt x="662" y="6964"/>
                  <a:pt x="662" y="6207"/>
                </a:cubicBezTo>
                <a:close/>
                <a:moveTo>
                  <a:pt x="11090" y="6207"/>
                </a:moveTo>
                <a:cubicBezTo>
                  <a:pt x="11090" y="6964"/>
                  <a:pt x="10460" y="7594"/>
                  <a:pt x="9736" y="7594"/>
                </a:cubicBezTo>
                <a:cubicBezTo>
                  <a:pt x="8980" y="7594"/>
                  <a:pt x="8350" y="6964"/>
                  <a:pt x="8350" y="6207"/>
                </a:cubicBezTo>
                <a:close/>
                <a:moveTo>
                  <a:pt x="5892" y="663"/>
                </a:moveTo>
                <a:cubicBezTo>
                  <a:pt x="6113" y="663"/>
                  <a:pt x="6270" y="820"/>
                  <a:pt x="6270" y="1009"/>
                </a:cubicBezTo>
                <a:lnTo>
                  <a:pt x="6270" y="8980"/>
                </a:lnTo>
                <a:lnTo>
                  <a:pt x="5546" y="8980"/>
                </a:lnTo>
                <a:lnTo>
                  <a:pt x="5546" y="1009"/>
                </a:lnTo>
                <a:cubicBezTo>
                  <a:pt x="5546" y="820"/>
                  <a:pt x="5703" y="663"/>
                  <a:pt x="5892" y="663"/>
                </a:cubicBezTo>
                <a:close/>
                <a:moveTo>
                  <a:pt x="8003" y="9673"/>
                </a:moveTo>
                <a:cubicBezTo>
                  <a:pt x="8192" y="9673"/>
                  <a:pt x="8350" y="9830"/>
                  <a:pt x="8350" y="10020"/>
                </a:cubicBezTo>
                <a:lnTo>
                  <a:pt x="8350" y="10398"/>
                </a:lnTo>
                <a:lnTo>
                  <a:pt x="3466" y="10398"/>
                </a:lnTo>
                <a:lnTo>
                  <a:pt x="3466" y="10020"/>
                </a:lnTo>
                <a:cubicBezTo>
                  <a:pt x="3466" y="9830"/>
                  <a:pt x="3624" y="9673"/>
                  <a:pt x="3813" y="9673"/>
                </a:cubicBezTo>
                <a:close/>
                <a:moveTo>
                  <a:pt x="5955" y="1"/>
                </a:moveTo>
                <a:cubicBezTo>
                  <a:pt x="5357" y="1"/>
                  <a:pt x="4916" y="474"/>
                  <a:pt x="4916" y="1009"/>
                </a:cubicBezTo>
                <a:lnTo>
                  <a:pt x="4916" y="1167"/>
                </a:lnTo>
                <a:cubicBezTo>
                  <a:pt x="3970" y="1671"/>
                  <a:pt x="3655" y="1891"/>
                  <a:pt x="3057" y="1954"/>
                </a:cubicBezTo>
                <a:cubicBezTo>
                  <a:pt x="2899" y="1608"/>
                  <a:pt x="2553" y="1324"/>
                  <a:pt x="2112" y="1324"/>
                </a:cubicBezTo>
                <a:cubicBezTo>
                  <a:pt x="1734" y="1324"/>
                  <a:pt x="1387" y="1576"/>
                  <a:pt x="1166" y="1923"/>
                </a:cubicBezTo>
                <a:cubicBezTo>
                  <a:pt x="946" y="1891"/>
                  <a:pt x="694" y="1797"/>
                  <a:pt x="505" y="1734"/>
                </a:cubicBezTo>
                <a:cubicBezTo>
                  <a:pt x="454" y="1708"/>
                  <a:pt x="404" y="1697"/>
                  <a:pt x="355" y="1697"/>
                </a:cubicBezTo>
                <a:cubicBezTo>
                  <a:pt x="224" y="1697"/>
                  <a:pt x="110" y="1784"/>
                  <a:pt x="64" y="1923"/>
                </a:cubicBezTo>
                <a:cubicBezTo>
                  <a:pt x="1" y="2112"/>
                  <a:pt x="64" y="2301"/>
                  <a:pt x="284" y="2364"/>
                </a:cubicBezTo>
                <a:cubicBezTo>
                  <a:pt x="536" y="2458"/>
                  <a:pt x="820" y="2553"/>
                  <a:pt x="1135" y="2616"/>
                </a:cubicBezTo>
                <a:cubicBezTo>
                  <a:pt x="1229" y="2899"/>
                  <a:pt x="1387" y="3151"/>
                  <a:pt x="1607" y="3277"/>
                </a:cubicBezTo>
                <a:lnTo>
                  <a:pt x="127" y="5703"/>
                </a:lnTo>
                <a:cubicBezTo>
                  <a:pt x="64" y="5735"/>
                  <a:pt x="64" y="5829"/>
                  <a:pt x="64" y="5892"/>
                </a:cubicBezTo>
                <a:lnTo>
                  <a:pt x="64" y="6239"/>
                </a:lnTo>
                <a:cubicBezTo>
                  <a:pt x="64" y="7405"/>
                  <a:pt x="1009" y="8350"/>
                  <a:pt x="2175" y="8350"/>
                </a:cubicBezTo>
                <a:cubicBezTo>
                  <a:pt x="3309" y="8350"/>
                  <a:pt x="4254" y="7405"/>
                  <a:pt x="4254" y="6239"/>
                </a:cubicBezTo>
                <a:lnTo>
                  <a:pt x="4254" y="5892"/>
                </a:lnTo>
                <a:cubicBezTo>
                  <a:pt x="4254" y="5829"/>
                  <a:pt x="4254" y="5766"/>
                  <a:pt x="4222" y="5703"/>
                </a:cubicBezTo>
                <a:lnTo>
                  <a:pt x="2710" y="3277"/>
                </a:lnTo>
                <a:cubicBezTo>
                  <a:pt x="2962" y="3183"/>
                  <a:pt x="3120" y="2931"/>
                  <a:pt x="3183" y="2647"/>
                </a:cubicBezTo>
                <a:cubicBezTo>
                  <a:pt x="3844" y="2553"/>
                  <a:pt x="4222" y="2332"/>
                  <a:pt x="4947" y="1954"/>
                </a:cubicBezTo>
                <a:lnTo>
                  <a:pt x="4947" y="8980"/>
                </a:lnTo>
                <a:lnTo>
                  <a:pt x="3939" y="8980"/>
                </a:lnTo>
                <a:cubicBezTo>
                  <a:pt x="3340" y="8980"/>
                  <a:pt x="2899" y="9421"/>
                  <a:pt x="2899" y="9988"/>
                </a:cubicBezTo>
                <a:lnTo>
                  <a:pt x="2899" y="10713"/>
                </a:lnTo>
                <a:cubicBezTo>
                  <a:pt x="2899" y="10902"/>
                  <a:pt x="3057" y="11059"/>
                  <a:pt x="3246" y="11059"/>
                </a:cubicBezTo>
                <a:lnTo>
                  <a:pt x="8822" y="11059"/>
                </a:lnTo>
                <a:cubicBezTo>
                  <a:pt x="9011" y="11059"/>
                  <a:pt x="9169" y="10902"/>
                  <a:pt x="9169" y="10713"/>
                </a:cubicBezTo>
                <a:lnTo>
                  <a:pt x="9169" y="9988"/>
                </a:lnTo>
                <a:cubicBezTo>
                  <a:pt x="9169" y="9389"/>
                  <a:pt x="8696" y="8980"/>
                  <a:pt x="8129" y="8980"/>
                </a:cubicBezTo>
                <a:lnTo>
                  <a:pt x="7089" y="8980"/>
                </a:lnTo>
                <a:lnTo>
                  <a:pt x="7089" y="1954"/>
                </a:lnTo>
                <a:cubicBezTo>
                  <a:pt x="7814" y="2332"/>
                  <a:pt x="8224" y="2553"/>
                  <a:pt x="8885" y="2647"/>
                </a:cubicBezTo>
                <a:cubicBezTo>
                  <a:pt x="8980" y="2931"/>
                  <a:pt x="9137" y="3120"/>
                  <a:pt x="9358" y="3277"/>
                </a:cubicBezTo>
                <a:lnTo>
                  <a:pt x="7877" y="5703"/>
                </a:lnTo>
                <a:cubicBezTo>
                  <a:pt x="7814" y="5735"/>
                  <a:pt x="7814" y="5829"/>
                  <a:pt x="7814" y="5892"/>
                </a:cubicBezTo>
                <a:lnTo>
                  <a:pt x="7814" y="6239"/>
                </a:lnTo>
                <a:cubicBezTo>
                  <a:pt x="7814" y="7405"/>
                  <a:pt x="8759" y="8350"/>
                  <a:pt x="9925" y="8350"/>
                </a:cubicBezTo>
                <a:cubicBezTo>
                  <a:pt x="11059" y="8350"/>
                  <a:pt x="12004" y="7405"/>
                  <a:pt x="12004" y="6239"/>
                </a:cubicBezTo>
                <a:lnTo>
                  <a:pt x="12004" y="5892"/>
                </a:lnTo>
                <a:cubicBezTo>
                  <a:pt x="12004" y="5829"/>
                  <a:pt x="12004" y="5766"/>
                  <a:pt x="11973" y="5703"/>
                </a:cubicBezTo>
                <a:lnTo>
                  <a:pt x="10460" y="3277"/>
                </a:lnTo>
                <a:cubicBezTo>
                  <a:pt x="10523" y="3151"/>
                  <a:pt x="10681" y="2899"/>
                  <a:pt x="10744" y="2616"/>
                </a:cubicBezTo>
                <a:cubicBezTo>
                  <a:pt x="11027" y="2553"/>
                  <a:pt x="11343" y="2458"/>
                  <a:pt x="11626" y="2364"/>
                </a:cubicBezTo>
                <a:cubicBezTo>
                  <a:pt x="11815" y="2269"/>
                  <a:pt x="11878" y="2080"/>
                  <a:pt x="11815" y="1923"/>
                </a:cubicBezTo>
                <a:cubicBezTo>
                  <a:pt x="11746" y="1784"/>
                  <a:pt x="11626" y="1697"/>
                  <a:pt x="11505" y="1697"/>
                </a:cubicBezTo>
                <a:cubicBezTo>
                  <a:pt x="11461" y="1697"/>
                  <a:pt x="11416" y="1708"/>
                  <a:pt x="11374" y="1734"/>
                </a:cubicBezTo>
                <a:cubicBezTo>
                  <a:pt x="11122" y="1797"/>
                  <a:pt x="10933" y="1891"/>
                  <a:pt x="10712" y="1923"/>
                </a:cubicBezTo>
                <a:cubicBezTo>
                  <a:pt x="10555" y="1576"/>
                  <a:pt x="10208" y="1324"/>
                  <a:pt x="9767" y="1324"/>
                </a:cubicBezTo>
                <a:cubicBezTo>
                  <a:pt x="9326" y="1324"/>
                  <a:pt x="8980" y="1576"/>
                  <a:pt x="8822" y="1954"/>
                </a:cubicBezTo>
                <a:cubicBezTo>
                  <a:pt x="8224" y="1828"/>
                  <a:pt x="7908" y="1639"/>
                  <a:pt x="6963" y="1167"/>
                </a:cubicBezTo>
                <a:lnTo>
                  <a:pt x="6963" y="1009"/>
                </a:lnTo>
                <a:cubicBezTo>
                  <a:pt x="6963" y="411"/>
                  <a:pt x="6491" y="1"/>
                  <a:pt x="59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14" name="Google Shape;9169;p73">
            <a:extLst>
              <a:ext uri="{FF2B5EF4-FFF2-40B4-BE49-F238E27FC236}">
                <a16:creationId xmlns:a16="http://schemas.microsoft.com/office/drawing/2014/main" id="{4254C36D-C489-8D4D-8207-F2582FD0C6FE}"/>
              </a:ext>
            </a:extLst>
          </p:cNvPr>
          <p:cNvSpPr/>
          <p:nvPr/>
        </p:nvSpPr>
        <p:spPr>
          <a:xfrm>
            <a:off x="7178243" y="2805057"/>
            <a:ext cx="540263" cy="533133"/>
          </a:xfrm>
          <a:custGeom>
            <a:avLst/>
            <a:gdLst/>
            <a:ahLst/>
            <a:cxnLst/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15" name="Google Shape;9170;p73">
            <a:extLst>
              <a:ext uri="{FF2B5EF4-FFF2-40B4-BE49-F238E27FC236}">
                <a16:creationId xmlns:a16="http://schemas.microsoft.com/office/drawing/2014/main" id="{27E02E03-973B-E7C9-828F-C60DACE477B2}"/>
              </a:ext>
            </a:extLst>
          </p:cNvPr>
          <p:cNvSpPr/>
          <p:nvPr/>
        </p:nvSpPr>
        <p:spPr>
          <a:xfrm>
            <a:off x="10659402" y="1485808"/>
            <a:ext cx="342667" cy="530291"/>
          </a:xfrm>
          <a:custGeom>
            <a:avLst/>
            <a:gdLst/>
            <a:ahLst/>
            <a:cxnLst/>
            <a:rect l="l" t="t" r="r" b="b"/>
            <a:pathLst>
              <a:path w="7594" h="11752" extrusionOk="0">
                <a:moveTo>
                  <a:pt x="6585" y="662"/>
                </a:moveTo>
                <a:cubicBezTo>
                  <a:pt x="6774" y="662"/>
                  <a:pt x="6932" y="819"/>
                  <a:pt x="6932" y="1008"/>
                </a:cubicBezTo>
                <a:cubicBezTo>
                  <a:pt x="6932" y="1197"/>
                  <a:pt x="6774" y="1355"/>
                  <a:pt x="6585" y="1355"/>
                </a:cubicBezTo>
                <a:lnTo>
                  <a:pt x="1040" y="1355"/>
                </a:lnTo>
                <a:cubicBezTo>
                  <a:pt x="820" y="1355"/>
                  <a:pt x="662" y="1197"/>
                  <a:pt x="662" y="1008"/>
                </a:cubicBezTo>
                <a:cubicBezTo>
                  <a:pt x="662" y="819"/>
                  <a:pt x="820" y="662"/>
                  <a:pt x="1040" y="662"/>
                </a:cubicBezTo>
                <a:close/>
                <a:moveTo>
                  <a:pt x="6175" y="2048"/>
                </a:moveTo>
                <a:lnTo>
                  <a:pt x="6175" y="2867"/>
                </a:lnTo>
                <a:cubicBezTo>
                  <a:pt x="5435" y="3277"/>
                  <a:pt x="4600" y="3481"/>
                  <a:pt x="3765" y="3481"/>
                </a:cubicBezTo>
                <a:cubicBezTo>
                  <a:pt x="2930" y="3481"/>
                  <a:pt x="2096" y="3277"/>
                  <a:pt x="1355" y="2867"/>
                </a:cubicBezTo>
                <a:lnTo>
                  <a:pt x="1355" y="2048"/>
                </a:lnTo>
                <a:close/>
                <a:moveTo>
                  <a:pt x="1418" y="3686"/>
                </a:moveTo>
                <a:lnTo>
                  <a:pt x="1418" y="3686"/>
                </a:lnTo>
                <a:cubicBezTo>
                  <a:pt x="2174" y="4001"/>
                  <a:pt x="2962" y="4190"/>
                  <a:pt x="3781" y="4190"/>
                </a:cubicBezTo>
                <a:cubicBezTo>
                  <a:pt x="4600" y="4190"/>
                  <a:pt x="5388" y="4033"/>
                  <a:pt x="6144" y="3686"/>
                </a:cubicBezTo>
                <a:lnTo>
                  <a:pt x="6144" y="3686"/>
                </a:lnTo>
                <a:cubicBezTo>
                  <a:pt x="5860" y="4757"/>
                  <a:pt x="4915" y="5545"/>
                  <a:pt x="3781" y="5545"/>
                </a:cubicBezTo>
                <a:cubicBezTo>
                  <a:pt x="2647" y="5545"/>
                  <a:pt x="1702" y="4757"/>
                  <a:pt x="1418" y="3686"/>
                </a:cubicBezTo>
                <a:close/>
                <a:moveTo>
                  <a:pt x="3435" y="6238"/>
                </a:moveTo>
                <a:lnTo>
                  <a:pt x="3435" y="7813"/>
                </a:lnTo>
                <a:lnTo>
                  <a:pt x="1544" y="9704"/>
                </a:lnTo>
                <a:lnTo>
                  <a:pt x="1355" y="9704"/>
                </a:lnTo>
                <a:lnTo>
                  <a:pt x="1355" y="8695"/>
                </a:lnTo>
                <a:cubicBezTo>
                  <a:pt x="1355" y="7467"/>
                  <a:pt x="2237" y="6427"/>
                  <a:pt x="3435" y="6238"/>
                </a:cubicBezTo>
                <a:close/>
                <a:moveTo>
                  <a:pt x="3781" y="8443"/>
                </a:moveTo>
                <a:lnTo>
                  <a:pt x="5041" y="9704"/>
                </a:lnTo>
                <a:lnTo>
                  <a:pt x="2552" y="9704"/>
                </a:lnTo>
                <a:lnTo>
                  <a:pt x="3781" y="8443"/>
                </a:lnTo>
                <a:close/>
                <a:moveTo>
                  <a:pt x="4128" y="6238"/>
                </a:moveTo>
                <a:cubicBezTo>
                  <a:pt x="5325" y="6396"/>
                  <a:pt x="6207" y="7435"/>
                  <a:pt x="6207" y="8695"/>
                </a:cubicBezTo>
                <a:lnTo>
                  <a:pt x="6207" y="9704"/>
                </a:lnTo>
                <a:lnTo>
                  <a:pt x="6018" y="9704"/>
                </a:lnTo>
                <a:lnTo>
                  <a:pt x="4128" y="7813"/>
                </a:lnTo>
                <a:lnTo>
                  <a:pt x="4128" y="6238"/>
                </a:lnTo>
                <a:close/>
                <a:moveTo>
                  <a:pt x="6553" y="10397"/>
                </a:moveTo>
                <a:cubicBezTo>
                  <a:pt x="6743" y="10428"/>
                  <a:pt x="6900" y="10586"/>
                  <a:pt x="6900" y="10743"/>
                </a:cubicBezTo>
                <a:cubicBezTo>
                  <a:pt x="6900" y="10932"/>
                  <a:pt x="6743" y="11090"/>
                  <a:pt x="6553" y="11090"/>
                </a:cubicBezTo>
                <a:lnTo>
                  <a:pt x="977" y="11090"/>
                </a:lnTo>
                <a:cubicBezTo>
                  <a:pt x="788" y="11090"/>
                  <a:pt x="631" y="10932"/>
                  <a:pt x="631" y="10743"/>
                </a:cubicBezTo>
                <a:cubicBezTo>
                  <a:pt x="631" y="10554"/>
                  <a:pt x="788" y="10397"/>
                  <a:pt x="977" y="10397"/>
                </a:cubicBezTo>
                <a:close/>
                <a:moveTo>
                  <a:pt x="1009" y="0"/>
                </a:moveTo>
                <a:cubicBezTo>
                  <a:pt x="442" y="0"/>
                  <a:pt x="0" y="473"/>
                  <a:pt x="0" y="1008"/>
                </a:cubicBezTo>
                <a:cubicBezTo>
                  <a:pt x="0" y="1449"/>
                  <a:pt x="284" y="1827"/>
                  <a:pt x="694" y="1985"/>
                </a:cubicBezTo>
                <a:lnTo>
                  <a:pt x="694" y="3088"/>
                </a:lnTo>
                <a:cubicBezTo>
                  <a:pt x="694" y="4316"/>
                  <a:pt x="1387" y="5356"/>
                  <a:pt x="2395" y="5860"/>
                </a:cubicBezTo>
                <a:cubicBezTo>
                  <a:pt x="1387" y="6364"/>
                  <a:pt x="694" y="7435"/>
                  <a:pt x="694" y="8664"/>
                </a:cubicBezTo>
                <a:lnTo>
                  <a:pt x="694" y="9767"/>
                </a:lnTo>
                <a:cubicBezTo>
                  <a:pt x="316" y="9924"/>
                  <a:pt x="0" y="10271"/>
                  <a:pt x="0" y="10743"/>
                </a:cubicBezTo>
                <a:cubicBezTo>
                  <a:pt x="0" y="11342"/>
                  <a:pt x="473" y="11751"/>
                  <a:pt x="1009" y="11751"/>
                </a:cubicBezTo>
                <a:lnTo>
                  <a:pt x="6585" y="11751"/>
                </a:lnTo>
                <a:cubicBezTo>
                  <a:pt x="7152" y="11751"/>
                  <a:pt x="7593" y="11279"/>
                  <a:pt x="7593" y="10743"/>
                </a:cubicBezTo>
                <a:cubicBezTo>
                  <a:pt x="7593" y="10302"/>
                  <a:pt x="7310" y="9924"/>
                  <a:pt x="6900" y="9767"/>
                </a:cubicBezTo>
                <a:lnTo>
                  <a:pt x="6900" y="8664"/>
                </a:lnTo>
                <a:cubicBezTo>
                  <a:pt x="6900" y="7435"/>
                  <a:pt x="6207" y="6364"/>
                  <a:pt x="5199" y="5860"/>
                </a:cubicBezTo>
                <a:cubicBezTo>
                  <a:pt x="6207" y="5387"/>
                  <a:pt x="6900" y="4316"/>
                  <a:pt x="6900" y="3088"/>
                </a:cubicBezTo>
                <a:lnTo>
                  <a:pt x="6900" y="1985"/>
                </a:lnTo>
                <a:cubicBezTo>
                  <a:pt x="7278" y="1827"/>
                  <a:pt x="7593" y="1481"/>
                  <a:pt x="7593" y="1008"/>
                </a:cubicBezTo>
                <a:cubicBezTo>
                  <a:pt x="7593" y="410"/>
                  <a:pt x="7121" y="0"/>
                  <a:pt x="658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16" name="Google Shape;9171;p73">
            <a:extLst>
              <a:ext uri="{FF2B5EF4-FFF2-40B4-BE49-F238E27FC236}">
                <a16:creationId xmlns:a16="http://schemas.microsoft.com/office/drawing/2014/main" id="{91B73983-D62E-9702-88CB-6FCA7E25B9A3}"/>
              </a:ext>
            </a:extLst>
          </p:cNvPr>
          <p:cNvSpPr/>
          <p:nvPr/>
        </p:nvSpPr>
        <p:spPr>
          <a:xfrm>
            <a:off x="1082550" y="1483664"/>
            <a:ext cx="537375" cy="534576"/>
          </a:xfrm>
          <a:custGeom>
            <a:avLst/>
            <a:gdLst/>
            <a:ahLst/>
            <a:cxnLst/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3" name="Google Shape;9173;p73">
            <a:extLst>
              <a:ext uri="{FF2B5EF4-FFF2-40B4-BE49-F238E27FC236}">
                <a16:creationId xmlns:a16="http://schemas.microsoft.com/office/drawing/2014/main" id="{A5567BD1-4AF9-F12D-F7C3-1B2E02C889CC}"/>
              </a:ext>
            </a:extLst>
          </p:cNvPr>
          <p:cNvSpPr/>
          <p:nvPr/>
        </p:nvSpPr>
        <p:spPr>
          <a:xfrm>
            <a:off x="1175653" y="2431712"/>
            <a:ext cx="126571" cy="91195"/>
          </a:xfrm>
          <a:custGeom>
            <a:avLst/>
            <a:gdLst/>
            <a:ahLst/>
            <a:cxnLst/>
            <a:rect l="l" t="t" r="r" b="b"/>
            <a:pathLst>
              <a:path w="2805" h="2021" extrusionOk="0">
                <a:moveTo>
                  <a:pt x="2473" y="0"/>
                </a:moveTo>
                <a:cubicBezTo>
                  <a:pt x="2377" y="0"/>
                  <a:pt x="2273" y="32"/>
                  <a:pt x="2206" y="99"/>
                </a:cubicBezTo>
                <a:lnTo>
                  <a:pt x="1072" y="1233"/>
                </a:lnTo>
                <a:lnTo>
                  <a:pt x="599" y="761"/>
                </a:lnTo>
                <a:cubicBezTo>
                  <a:pt x="536" y="713"/>
                  <a:pt x="449" y="690"/>
                  <a:pt x="363" y="690"/>
                </a:cubicBezTo>
                <a:cubicBezTo>
                  <a:pt x="276" y="690"/>
                  <a:pt x="189" y="713"/>
                  <a:pt x="126" y="761"/>
                </a:cubicBezTo>
                <a:cubicBezTo>
                  <a:pt x="0" y="887"/>
                  <a:pt x="0" y="1139"/>
                  <a:pt x="126" y="1233"/>
                </a:cubicBezTo>
                <a:lnTo>
                  <a:pt x="820" y="1958"/>
                </a:lnTo>
                <a:cubicBezTo>
                  <a:pt x="914" y="2021"/>
                  <a:pt x="977" y="2021"/>
                  <a:pt x="1072" y="2021"/>
                </a:cubicBezTo>
                <a:cubicBezTo>
                  <a:pt x="1135" y="2021"/>
                  <a:pt x="1261" y="1989"/>
                  <a:pt x="1292" y="1926"/>
                </a:cubicBezTo>
                <a:lnTo>
                  <a:pt x="2678" y="540"/>
                </a:lnTo>
                <a:cubicBezTo>
                  <a:pt x="2804" y="414"/>
                  <a:pt x="2804" y="162"/>
                  <a:pt x="2678" y="68"/>
                </a:cubicBezTo>
                <a:cubicBezTo>
                  <a:pt x="2634" y="24"/>
                  <a:pt x="2557" y="0"/>
                  <a:pt x="247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4" name="Google Shape;9174;p73">
            <a:extLst>
              <a:ext uri="{FF2B5EF4-FFF2-40B4-BE49-F238E27FC236}">
                <a16:creationId xmlns:a16="http://schemas.microsoft.com/office/drawing/2014/main" id="{1B92E479-4C59-FA5B-126F-E20C3CD37603}"/>
              </a:ext>
            </a:extLst>
          </p:cNvPr>
          <p:cNvSpPr/>
          <p:nvPr/>
        </p:nvSpPr>
        <p:spPr>
          <a:xfrm>
            <a:off x="1175653" y="2338216"/>
            <a:ext cx="126571" cy="92323"/>
          </a:xfrm>
          <a:custGeom>
            <a:avLst/>
            <a:gdLst/>
            <a:ahLst/>
            <a:cxnLst/>
            <a:rect l="l" t="t" r="r" b="b"/>
            <a:pathLst>
              <a:path w="2805" h="2046" extrusionOk="0">
                <a:moveTo>
                  <a:pt x="2469" y="1"/>
                </a:moveTo>
                <a:cubicBezTo>
                  <a:pt x="2374" y="1"/>
                  <a:pt x="2272" y="40"/>
                  <a:pt x="2206" y="123"/>
                </a:cubicBezTo>
                <a:lnTo>
                  <a:pt x="1072" y="1257"/>
                </a:lnTo>
                <a:lnTo>
                  <a:pt x="599" y="785"/>
                </a:lnTo>
                <a:cubicBezTo>
                  <a:pt x="536" y="738"/>
                  <a:pt x="449" y="714"/>
                  <a:pt x="363" y="714"/>
                </a:cubicBezTo>
                <a:cubicBezTo>
                  <a:pt x="276" y="714"/>
                  <a:pt x="189" y="738"/>
                  <a:pt x="126" y="785"/>
                </a:cubicBezTo>
                <a:cubicBezTo>
                  <a:pt x="0" y="911"/>
                  <a:pt x="0" y="1163"/>
                  <a:pt x="126" y="1257"/>
                </a:cubicBezTo>
                <a:lnTo>
                  <a:pt x="820" y="1982"/>
                </a:lnTo>
                <a:cubicBezTo>
                  <a:pt x="914" y="2045"/>
                  <a:pt x="977" y="2045"/>
                  <a:pt x="1072" y="2045"/>
                </a:cubicBezTo>
                <a:cubicBezTo>
                  <a:pt x="1135" y="2045"/>
                  <a:pt x="1261" y="2014"/>
                  <a:pt x="1292" y="1951"/>
                </a:cubicBezTo>
                <a:lnTo>
                  <a:pt x="2678" y="564"/>
                </a:lnTo>
                <a:cubicBezTo>
                  <a:pt x="2804" y="438"/>
                  <a:pt x="2804" y="186"/>
                  <a:pt x="2678" y="92"/>
                </a:cubicBezTo>
                <a:cubicBezTo>
                  <a:pt x="2634" y="32"/>
                  <a:pt x="2554" y="1"/>
                  <a:pt x="246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5" name="Google Shape;9175;p73">
            <a:extLst>
              <a:ext uri="{FF2B5EF4-FFF2-40B4-BE49-F238E27FC236}">
                <a16:creationId xmlns:a16="http://schemas.microsoft.com/office/drawing/2014/main" id="{0D4B1019-A32C-8A40-11F8-FD6CD367655C}"/>
              </a:ext>
            </a:extLst>
          </p:cNvPr>
          <p:cNvSpPr/>
          <p:nvPr/>
        </p:nvSpPr>
        <p:spPr>
          <a:xfrm>
            <a:off x="1175653" y="2244405"/>
            <a:ext cx="126571" cy="92277"/>
          </a:xfrm>
          <a:custGeom>
            <a:avLst/>
            <a:gdLst/>
            <a:ahLst/>
            <a:cxnLst/>
            <a:rect l="l" t="t" r="r" b="b"/>
            <a:pathLst>
              <a:path w="2805" h="2045" extrusionOk="0">
                <a:moveTo>
                  <a:pt x="2469" y="1"/>
                </a:moveTo>
                <a:cubicBezTo>
                  <a:pt x="2374" y="1"/>
                  <a:pt x="2272" y="40"/>
                  <a:pt x="2206" y="123"/>
                </a:cubicBezTo>
                <a:lnTo>
                  <a:pt x="1072" y="1257"/>
                </a:lnTo>
                <a:lnTo>
                  <a:pt x="599" y="785"/>
                </a:lnTo>
                <a:cubicBezTo>
                  <a:pt x="536" y="722"/>
                  <a:pt x="449" y="690"/>
                  <a:pt x="363" y="690"/>
                </a:cubicBezTo>
                <a:cubicBezTo>
                  <a:pt x="276" y="690"/>
                  <a:pt x="189" y="722"/>
                  <a:pt x="126" y="785"/>
                </a:cubicBezTo>
                <a:cubicBezTo>
                  <a:pt x="0" y="911"/>
                  <a:pt x="0" y="1131"/>
                  <a:pt x="126" y="1257"/>
                </a:cubicBezTo>
                <a:lnTo>
                  <a:pt x="820" y="1982"/>
                </a:lnTo>
                <a:cubicBezTo>
                  <a:pt x="914" y="2045"/>
                  <a:pt x="977" y="2045"/>
                  <a:pt x="1072" y="2045"/>
                </a:cubicBezTo>
                <a:cubicBezTo>
                  <a:pt x="1135" y="2045"/>
                  <a:pt x="1261" y="2013"/>
                  <a:pt x="1292" y="1919"/>
                </a:cubicBezTo>
                <a:lnTo>
                  <a:pt x="2678" y="532"/>
                </a:lnTo>
                <a:cubicBezTo>
                  <a:pt x="2804" y="438"/>
                  <a:pt x="2804" y="186"/>
                  <a:pt x="2678" y="91"/>
                </a:cubicBezTo>
                <a:cubicBezTo>
                  <a:pt x="2634" y="32"/>
                  <a:pt x="2554" y="1"/>
                  <a:pt x="246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6" name="Google Shape;9176;p73">
            <a:extLst>
              <a:ext uri="{FF2B5EF4-FFF2-40B4-BE49-F238E27FC236}">
                <a16:creationId xmlns:a16="http://schemas.microsoft.com/office/drawing/2014/main" id="{AEFB5E8C-4BE4-DB13-1023-BF5FC5C0A828}"/>
              </a:ext>
            </a:extLst>
          </p:cNvPr>
          <p:cNvSpPr/>
          <p:nvPr/>
        </p:nvSpPr>
        <p:spPr>
          <a:xfrm>
            <a:off x="1081841" y="2117698"/>
            <a:ext cx="538819" cy="533179"/>
          </a:xfrm>
          <a:custGeom>
            <a:avLst/>
            <a:gdLst/>
            <a:ahLst/>
            <a:cxnLst/>
            <a:rect l="l" t="t" r="r" b="b"/>
            <a:pathLst>
              <a:path w="11941" h="11816" extrusionOk="0">
                <a:moveTo>
                  <a:pt x="6963" y="1198"/>
                </a:moveTo>
                <a:lnTo>
                  <a:pt x="7876" y="2143"/>
                </a:lnTo>
                <a:lnTo>
                  <a:pt x="6963" y="2143"/>
                </a:lnTo>
                <a:lnTo>
                  <a:pt x="6963" y="1198"/>
                </a:lnTo>
                <a:close/>
                <a:moveTo>
                  <a:pt x="10286" y="3498"/>
                </a:moveTo>
                <a:cubicBezTo>
                  <a:pt x="10373" y="3498"/>
                  <a:pt x="10460" y="3530"/>
                  <a:pt x="10523" y="3593"/>
                </a:cubicBezTo>
                <a:lnTo>
                  <a:pt x="10995" y="4065"/>
                </a:lnTo>
                <a:cubicBezTo>
                  <a:pt x="11184" y="4223"/>
                  <a:pt x="11184" y="4475"/>
                  <a:pt x="11027" y="4569"/>
                </a:cubicBezTo>
                <a:lnTo>
                  <a:pt x="10806" y="4821"/>
                </a:lnTo>
                <a:lnTo>
                  <a:pt x="9798" y="3845"/>
                </a:lnTo>
                <a:lnTo>
                  <a:pt x="10050" y="3593"/>
                </a:lnTo>
                <a:cubicBezTo>
                  <a:pt x="10113" y="3530"/>
                  <a:pt x="10200" y="3498"/>
                  <a:pt x="10286" y="3498"/>
                </a:cubicBezTo>
                <a:close/>
                <a:moveTo>
                  <a:pt x="9294" y="4349"/>
                </a:moveTo>
                <a:lnTo>
                  <a:pt x="10271" y="5325"/>
                </a:lnTo>
                <a:lnTo>
                  <a:pt x="7845" y="7783"/>
                </a:lnTo>
                <a:lnTo>
                  <a:pt x="6868" y="6774"/>
                </a:lnTo>
                <a:lnTo>
                  <a:pt x="9294" y="4349"/>
                </a:lnTo>
                <a:close/>
                <a:moveTo>
                  <a:pt x="6585" y="7499"/>
                </a:moveTo>
                <a:lnTo>
                  <a:pt x="7183" y="8098"/>
                </a:lnTo>
                <a:lnTo>
                  <a:pt x="6427" y="8255"/>
                </a:lnTo>
                <a:lnTo>
                  <a:pt x="6585" y="7499"/>
                </a:lnTo>
                <a:close/>
                <a:moveTo>
                  <a:pt x="6994" y="10398"/>
                </a:moveTo>
                <a:lnTo>
                  <a:pt x="6994" y="10776"/>
                </a:lnTo>
                <a:cubicBezTo>
                  <a:pt x="6994" y="10870"/>
                  <a:pt x="7057" y="10996"/>
                  <a:pt x="7089" y="11122"/>
                </a:cubicBezTo>
                <a:lnTo>
                  <a:pt x="1071" y="11122"/>
                </a:lnTo>
                <a:cubicBezTo>
                  <a:pt x="882" y="11122"/>
                  <a:pt x="693" y="10965"/>
                  <a:pt x="693" y="10776"/>
                </a:cubicBezTo>
                <a:lnTo>
                  <a:pt x="693" y="10398"/>
                </a:lnTo>
                <a:close/>
                <a:moveTo>
                  <a:pt x="6270" y="663"/>
                </a:moveTo>
                <a:lnTo>
                  <a:pt x="6270" y="2458"/>
                </a:lnTo>
                <a:cubicBezTo>
                  <a:pt x="6270" y="2647"/>
                  <a:pt x="6427" y="2805"/>
                  <a:pt x="6616" y="2805"/>
                </a:cubicBezTo>
                <a:lnTo>
                  <a:pt x="8349" y="2805"/>
                </a:lnTo>
                <a:lnTo>
                  <a:pt x="8349" y="4286"/>
                </a:lnTo>
                <a:lnTo>
                  <a:pt x="6112" y="6554"/>
                </a:lnTo>
                <a:cubicBezTo>
                  <a:pt x="6081" y="6585"/>
                  <a:pt x="6018" y="6680"/>
                  <a:pt x="6018" y="6711"/>
                </a:cubicBezTo>
                <a:lnTo>
                  <a:pt x="5608" y="8633"/>
                </a:lnTo>
                <a:cubicBezTo>
                  <a:pt x="5545" y="8759"/>
                  <a:pt x="5608" y="8885"/>
                  <a:pt x="5671" y="8948"/>
                </a:cubicBezTo>
                <a:cubicBezTo>
                  <a:pt x="5742" y="9019"/>
                  <a:pt x="5813" y="9055"/>
                  <a:pt x="5897" y="9055"/>
                </a:cubicBezTo>
                <a:cubicBezTo>
                  <a:pt x="5925" y="9055"/>
                  <a:pt x="5955" y="9051"/>
                  <a:pt x="5986" y="9043"/>
                </a:cubicBezTo>
                <a:lnTo>
                  <a:pt x="7908" y="8602"/>
                </a:lnTo>
                <a:cubicBezTo>
                  <a:pt x="8002" y="8602"/>
                  <a:pt x="8034" y="8570"/>
                  <a:pt x="8065" y="8507"/>
                </a:cubicBezTo>
                <a:lnTo>
                  <a:pt x="8349" y="8255"/>
                </a:lnTo>
                <a:lnTo>
                  <a:pt x="8349" y="10807"/>
                </a:lnTo>
                <a:lnTo>
                  <a:pt x="8380" y="10807"/>
                </a:lnTo>
                <a:cubicBezTo>
                  <a:pt x="8380" y="10996"/>
                  <a:pt x="8223" y="11154"/>
                  <a:pt x="8034" y="11154"/>
                </a:cubicBezTo>
                <a:cubicBezTo>
                  <a:pt x="7845" y="11154"/>
                  <a:pt x="7687" y="10996"/>
                  <a:pt x="7687" y="10807"/>
                </a:cubicBezTo>
                <a:lnTo>
                  <a:pt x="7687" y="10083"/>
                </a:lnTo>
                <a:cubicBezTo>
                  <a:pt x="7687" y="9893"/>
                  <a:pt x="7530" y="9736"/>
                  <a:pt x="7309" y="9736"/>
                </a:cubicBezTo>
                <a:lnTo>
                  <a:pt x="1386" y="9736"/>
                </a:lnTo>
                <a:lnTo>
                  <a:pt x="1386" y="663"/>
                </a:lnTo>
                <a:close/>
                <a:moveTo>
                  <a:pt x="1071" y="1"/>
                </a:moveTo>
                <a:cubicBezTo>
                  <a:pt x="882" y="1"/>
                  <a:pt x="693" y="158"/>
                  <a:pt x="693" y="379"/>
                </a:cubicBezTo>
                <a:lnTo>
                  <a:pt x="693" y="9736"/>
                </a:lnTo>
                <a:lnTo>
                  <a:pt x="347" y="9736"/>
                </a:lnTo>
                <a:cubicBezTo>
                  <a:pt x="158" y="9736"/>
                  <a:pt x="0" y="9893"/>
                  <a:pt x="0" y="10083"/>
                </a:cubicBezTo>
                <a:lnTo>
                  <a:pt x="0" y="10807"/>
                </a:lnTo>
                <a:cubicBezTo>
                  <a:pt x="0" y="11406"/>
                  <a:pt x="473" y="11815"/>
                  <a:pt x="1008" y="11815"/>
                </a:cubicBezTo>
                <a:lnTo>
                  <a:pt x="8002" y="11815"/>
                </a:lnTo>
                <a:cubicBezTo>
                  <a:pt x="8569" y="11815"/>
                  <a:pt x="9011" y="11343"/>
                  <a:pt x="9011" y="10807"/>
                </a:cubicBezTo>
                <a:lnTo>
                  <a:pt x="9011" y="7562"/>
                </a:lnTo>
                <a:lnTo>
                  <a:pt x="11499" y="5105"/>
                </a:lnTo>
                <a:cubicBezTo>
                  <a:pt x="11940" y="4664"/>
                  <a:pt x="11940" y="4034"/>
                  <a:pt x="11531" y="3593"/>
                </a:cubicBezTo>
                <a:lnTo>
                  <a:pt x="11058" y="3120"/>
                </a:lnTo>
                <a:cubicBezTo>
                  <a:pt x="10869" y="2931"/>
                  <a:pt x="10609" y="2836"/>
                  <a:pt x="10346" y="2836"/>
                </a:cubicBezTo>
                <a:cubicBezTo>
                  <a:pt x="10082" y="2836"/>
                  <a:pt x="9814" y="2931"/>
                  <a:pt x="9609" y="3120"/>
                </a:cubicBezTo>
                <a:lnTo>
                  <a:pt x="9105" y="3624"/>
                </a:lnTo>
                <a:lnTo>
                  <a:pt x="9105" y="2490"/>
                </a:lnTo>
                <a:cubicBezTo>
                  <a:pt x="9105" y="2427"/>
                  <a:pt x="9074" y="2332"/>
                  <a:pt x="8979" y="2269"/>
                </a:cubicBezTo>
                <a:lnTo>
                  <a:pt x="6900" y="127"/>
                </a:lnTo>
                <a:cubicBezTo>
                  <a:pt x="6805" y="64"/>
                  <a:pt x="6742" y="1"/>
                  <a:pt x="66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1" name="Google Shape;9178;p73">
            <a:extLst>
              <a:ext uri="{FF2B5EF4-FFF2-40B4-BE49-F238E27FC236}">
                <a16:creationId xmlns:a16="http://schemas.microsoft.com/office/drawing/2014/main" id="{71AF0A12-C5CD-3069-341D-4085ACC8BD38}"/>
              </a:ext>
            </a:extLst>
          </p:cNvPr>
          <p:cNvSpPr/>
          <p:nvPr/>
        </p:nvSpPr>
        <p:spPr>
          <a:xfrm>
            <a:off x="1197718" y="2932313"/>
            <a:ext cx="291452" cy="281525"/>
          </a:xfrm>
          <a:custGeom>
            <a:avLst/>
            <a:gdLst/>
            <a:ahLst/>
            <a:cxnLst/>
            <a:rect l="l" t="t" r="r" b="b"/>
            <a:pathLst>
              <a:path w="6459" h="6239" extrusionOk="0">
                <a:moveTo>
                  <a:pt x="3403" y="2079"/>
                </a:moveTo>
                <a:cubicBezTo>
                  <a:pt x="3781" y="2079"/>
                  <a:pt x="4096" y="2394"/>
                  <a:pt x="4096" y="2773"/>
                </a:cubicBezTo>
                <a:cubicBezTo>
                  <a:pt x="4096" y="3182"/>
                  <a:pt x="3781" y="3497"/>
                  <a:pt x="3403" y="3497"/>
                </a:cubicBezTo>
                <a:cubicBezTo>
                  <a:pt x="2993" y="3434"/>
                  <a:pt x="2678" y="3119"/>
                  <a:pt x="2678" y="2773"/>
                </a:cubicBezTo>
                <a:cubicBezTo>
                  <a:pt x="2678" y="2394"/>
                  <a:pt x="2993" y="2079"/>
                  <a:pt x="3403" y="2079"/>
                </a:cubicBezTo>
                <a:close/>
                <a:moveTo>
                  <a:pt x="3371" y="693"/>
                </a:moveTo>
                <a:cubicBezTo>
                  <a:pt x="4694" y="693"/>
                  <a:pt x="5765" y="1796"/>
                  <a:pt x="5765" y="3119"/>
                </a:cubicBezTo>
                <a:cubicBezTo>
                  <a:pt x="5765" y="3686"/>
                  <a:pt x="5545" y="4222"/>
                  <a:pt x="5198" y="4663"/>
                </a:cubicBezTo>
                <a:cubicBezTo>
                  <a:pt x="5072" y="4442"/>
                  <a:pt x="4915" y="4190"/>
                  <a:pt x="4694" y="4001"/>
                </a:cubicBezTo>
                <a:cubicBezTo>
                  <a:pt x="4568" y="3907"/>
                  <a:pt x="4442" y="3812"/>
                  <a:pt x="4348" y="3749"/>
                </a:cubicBezTo>
                <a:cubicBezTo>
                  <a:pt x="4568" y="3529"/>
                  <a:pt x="4726" y="3182"/>
                  <a:pt x="4726" y="2804"/>
                </a:cubicBezTo>
                <a:cubicBezTo>
                  <a:pt x="4726" y="2079"/>
                  <a:pt x="4096" y="1449"/>
                  <a:pt x="3340" y="1449"/>
                </a:cubicBezTo>
                <a:cubicBezTo>
                  <a:pt x="2615" y="1449"/>
                  <a:pt x="1985" y="2079"/>
                  <a:pt x="1985" y="2804"/>
                </a:cubicBezTo>
                <a:cubicBezTo>
                  <a:pt x="1985" y="3182"/>
                  <a:pt x="2142" y="3529"/>
                  <a:pt x="2363" y="3749"/>
                </a:cubicBezTo>
                <a:lnTo>
                  <a:pt x="2016" y="4001"/>
                </a:lnTo>
                <a:cubicBezTo>
                  <a:pt x="1827" y="4190"/>
                  <a:pt x="1607" y="4442"/>
                  <a:pt x="1512" y="4663"/>
                </a:cubicBezTo>
                <a:cubicBezTo>
                  <a:pt x="1040" y="4064"/>
                  <a:pt x="882" y="3434"/>
                  <a:pt x="945" y="2773"/>
                </a:cubicBezTo>
                <a:cubicBezTo>
                  <a:pt x="1103" y="1670"/>
                  <a:pt x="2111" y="693"/>
                  <a:pt x="3371" y="693"/>
                </a:cubicBezTo>
                <a:close/>
                <a:moveTo>
                  <a:pt x="3371" y="4159"/>
                </a:moveTo>
                <a:cubicBezTo>
                  <a:pt x="4001" y="4159"/>
                  <a:pt x="4505" y="4600"/>
                  <a:pt x="4694" y="5135"/>
                </a:cubicBezTo>
                <a:cubicBezTo>
                  <a:pt x="4316" y="5387"/>
                  <a:pt x="3875" y="5545"/>
                  <a:pt x="3371" y="5545"/>
                </a:cubicBezTo>
                <a:cubicBezTo>
                  <a:pt x="2898" y="5545"/>
                  <a:pt x="2426" y="5387"/>
                  <a:pt x="2016" y="5135"/>
                </a:cubicBezTo>
                <a:cubicBezTo>
                  <a:pt x="2174" y="4537"/>
                  <a:pt x="2741" y="4159"/>
                  <a:pt x="3371" y="4159"/>
                </a:cubicBezTo>
                <a:close/>
                <a:moveTo>
                  <a:pt x="3308" y="0"/>
                </a:moveTo>
                <a:cubicBezTo>
                  <a:pt x="1701" y="0"/>
                  <a:pt x="441" y="1229"/>
                  <a:pt x="252" y="2710"/>
                </a:cubicBezTo>
                <a:cubicBezTo>
                  <a:pt x="0" y="4600"/>
                  <a:pt x="1512" y="6238"/>
                  <a:pt x="3371" y="6238"/>
                </a:cubicBezTo>
                <a:cubicBezTo>
                  <a:pt x="5104" y="6238"/>
                  <a:pt x="6459" y="4820"/>
                  <a:pt x="6459" y="3119"/>
                </a:cubicBezTo>
                <a:cubicBezTo>
                  <a:pt x="6459" y="1386"/>
                  <a:pt x="5041" y="0"/>
                  <a:pt x="330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2" name="Google Shape;9179;p73">
            <a:extLst>
              <a:ext uri="{FF2B5EF4-FFF2-40B4-BE49-F238E27FC236}">
                <a16:creationId xmlns:a16="http://schemas.microsoft.com/office/drawing/2014/main" id="{044A1249-D65B-B8AF-9B32-F6E2ED823C95}"/>
              </a:ext>
            </a:extLst>
          </p:cNvPr>
          <p:cNvSpPr/>
          <p:nvPr/>
        </p:nvSpPr>
        <p:spPr>
          <a:xfrm>
            <a:off x="1082564" y="2802944"/>
            <a:ext cx="537375" cy="537375"/>
          </a:xfrm>
          <a:custGeom>
            <a:avLst/>
            <a:gdLst/>
            <a:ahLst/>
            <a:cxnLst/>
            <a:rect l="l" t="t" r="r" b="b"/>
            <a:pathLst>
              <a:path w="11909" h="11909" extrusionOk="0">
                <a:moveTo>
                  <a:pt x="6270" y="1512"/>
                </a:moveTo>
                <a:cubicBezTo>
                  <a:pt x="8475" y="1670"/>
                  <a:pt x="10239" y="3434"/>
                  <a:pt x="10397" y="5640"/>
                </a:cubicBezTo>
                <a:lnTo>
                  <a:pt x="10082" y="5640"/>
                </a:lnTo>
                <a:cubicBezTo>
                  <a:pt x="9893" y="5640"/>
                  <a:pt x="9735" y="5797"/>
                  <a:pt x="9735" y="5986"/>
                </a:cubicBezTo>
                <a:cubicBezTo>
                  <a:pt x="9735" y="6207"/>
                  <a:pt x="9893" y="6364"/>
                  <a:pt x="10082" y="6364"/>
                </a:cubicBezTo>
                <a:lnTo>
                  <a:pt x="10397" y="6364"/>
                </a:lnTo>
                <a:cubicBezTo>
                  <a:pt x="10239" y="8569"/>
                  <a:pt x="8475" y="10334"/>
                  <a:pt x="6270" y="10491"/>
                </a:cubicBezTo>
                <a:lnTo>
                  <a:pt x="6270" y="10176"/>
                </a:lnTo>
                <a:cubicBezTo>
                  <a:pt x="6270" y="9987"/>
                  <a:pt x="6112" y="9830"/>
                  <a:pt x="5923" y="9830"/>
                </a:cubicBezTo>
                <a:cubicBezTo>
                  <a:pt x="5703" y="9830"/>
                  <a:pt x="5545" y="9987"/>
                  <a:pt x="5545" y="10176"/>
                </a:cubicBezTo>
                <a:lnTo>
                  <a:pt x="5545" y="10491"/>
                </a:lnTo>
                <a:cubicBezTo>
                  <a:pt x="3340" y="10334"/>
                  <a:pt x="1575" y="8569"/>
                  <a:pt x="1418" y="6364"/>
                </a:cubicBezTo>
                <a:lnTo>
                  <a:pt x="1733" y="6364"/>
                </a:lnTo>
                <a:cubicBezTo>
                  <a:pt x="1922" y="6364"/>
                  <a:pt x="2079" y="6207"/>
                  <a:pt x="2079" y="5986"/>
                </a:cubicBezTo>
                <a:cubicBezTo>
                  <a:pt x="2142" y="5797"/>
                  <a:pt x="1985" y="5640"/>
                  <a:pt x="1764" y="5640"/>
                </a:cubicBezTo>
                <a:lnTo>
                  <a:pt x="1418" y="5640"/>
                </a:lnTo>
                <a:cubicBezTo>
                  <a:pt x="1575" y="3434"/>
                  <a:pt x="3340" y="1670"/>
                  <a:pt x="5545" y="1512"/>
                </a:cubicBezTo>
                <a:lnTo>
                  <a:pt x="5545" y="1827"/>
                </a:lnTo>
                <a:cubicBezTo>
                  <a:pt x="5545" y="2016"/>
                  <a:pt x="5703" y="2174"/>
                  <a:pt x="5923" y="2174"/>
                </a:cubicBezTo>
                <a:cubicBezTo>
                  <a:pt x="6112" y="2174"/>
                  <a:pt x="6270" y="2016"/>
                  <a:pt x="6270" y="1827"/>
                </a:cubicBezTo>
                <a:lnTo>
                  <a:pt x="6270" y="1512"/>
                </a:lnTo>
                <a:close/>
                <a:moveTo>
                  <a:pt x="5955" y="0"/>
                </a:moveTo>
                <a:cubicBezTo>
                  <a:pt x="5766" y="0"/>
                  <a:pt x="5608" y="158"/>
                  <a:pt x="5608" y="347"/>
                </a:cubicBezTo>
                <a:lnTo>
                  <a:pt x="5608" y="756"/>
                </a:lnTo>
                <a:cubicBezTo>
                  <a:pt x="2993" y="914"/>
                  <a:pt x="914" y="2993"/>
                  <a:pt x="756" y="5608"/>
                </a:cubicBezTo>
                <a:lnTo>
                  <a:pt x="347" y="5608"/>
                </a:lnTo>
                <a:cubicBezTo>
                  <a:pt x="158" y="5608"/>
                  <a:pt x="0" y="5766"/>
                  <a:pt x="0" y="5955"/>
                </a:cubicBezTo>
                <a:cubicBezTo>
                  <a:pt x="0" y="6144"/>
                  <a:pt x="158" y="6301"/>
                  <a:pt x="347" y="6301"/>
                </a:cubicBezTo>
                <a:lnTo>
                  <a:pt x="756" y="6301"/>
                </a:lnTo>
                <a:cubicBezTo>
                  <a:pt x="914" y="8916"/>
                  <a:pt x="2993" y="10995"/>
                  <a:pt x="5608" y="11153"/>
                </a:cubicBezTo>
                <a:lnTo>
                  <a:pt x="5608" y="11562"/>
                </a:lnTo>
                <a:cubicBezTo>
                  <a:pt x="5608" y="11751"/>
                  <a:pt x="5766" y="11909"/>
                  <a:pt x="5955" y="11909"/>
                </a:cubicBezTo>
                <a:cubicBezTo>
                  <a:pt x="6144" y="11909"/>
                  <a:pt x="6301" y="11751"/>
                  <a:pt x="6301" y="11562"/>
                </a:cubicBezTo>
                <a:lnTo>
                  <a:pt x="6301" y="11153"/>
                </a:lnTo>
                <a:cubicBezTo>
                  <a:pt x="8916" y="10995"/>
                  <a:pt x="10995" y="8916"/>
                  <a:pt x="11153" y="6301"/>
                </a:cubicBezTo>
                <a:lnTo>
                  <a:pt x="11531" y="6301"/>
                </a:lnTo>
                <a:cubicBezTo>
                  <a:pt x="11751" y="6301"/>
                  <a:pt x="11909" y="6144"/>
                  <a:pt x="11909" y="5955"/>
                </a:cubicBezTo>
                <a:cubicBezTo>
                  <a:pt x="11909" y="5766"/>
                  <a:pt x="11751" y="5608"/>
                  <a:pt x="11531" y="5608"/>
                </a:cubicBezTo>
                <a:lnTo>
                  <a:pt x="11153" y="5608"/>
                </a:lnTo>
                <a:cubicBezTo>
                  <a:pt x="10995" y="2993"/>
                  <a:pt x="8916" y="914"/>
                  <a:pt x="6301" y="756"/>
                </a:cubicBezTo>
                <a:lnTo>
                  <a:pt x="6301" y="347"/>
                </a:lnTo>
                <a:cubicBezTo>
                  <a:pt x="6301" y="158"/>
                  <a:pt x="6144" y="0"/>
                  <a:pt x="59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8" name="Google Shape;9181;p73">
            <a:extLst>
              <a:ext uri="{FF2B5EF4-FFF2-40B4-BE49-F238E27FC236}">
                <a16:creationId xmlns:a16="http://schemas.microsoft.com/office/drawing/2014/main" id="{E4D3D248-8A7F-C2A4-DB11-0775FEE4550C}"/>
              </a:ext>
            </a:extLst>
          </p:cNvPr>
          <p:cNvSpPr/>
          <p:nvPr/>
        </p:nvSpPr>
        <p:spPr>
          <a:xfrm>
            <a:off x="4624919" y="1484369"/>
            <a:ext cx="220383" cy="251699"/>
          </a:xfrm>
          <a:custGeom>
            <a:avLst/>
            <a:gdLst/>
            <a:ahLst/>
            <a:cxnLst/>
            <a:rect l="l" t="t" r="r" b="b"/>
            <a:pathLst>
              <a:path w="4884" h="5578" extrusionOk="0">
                <a:moveTo>
                  <a:pt x="2395" y="694"/>
                </a:moveTo>
                <a:cubicBezTo>
                  <a:pt x="2805" y="694"/>
                  <a:pt x="3120" y="1009"/>
                  <a:pt x="3120" y="1418"/>
                </a:cubicBezTo>
                <a:cubicBezTo>
                  <a:pt x="3120" y="1797"/>
                  <a:pt x="2805" y="2112"/>
                  <a:pt x="2395" y="2112"/>
                </a:cubicBezTo>
                <a:cubicBezTo>
                  <a:pt x="2017" y="2112"/>
                  <a:pt x="1702" y="1797"/>
                  <a:pt x="1702" y="1418"/>
                </a:cubicBezTo>
                <a:cubicBezTo>
                  <a:pt x="1733" y="1009"/>
                  <a:pt x="2048" y="694"/>
                  <a:pt x="2395" y="694"/>
                </a:cubicBezTo>
                <a:close/>
                <a:moveTo>
                  <a:pt x="2395" y="2742"/>
                </a:moveTo>
                <a:cubicBezTo>
                  <a:pt x="3340" y="2742"/>
                  <a:pt x="4128" y="3529"/>
                  <a:pt x="4128" y="4537"/>
                </a:cubicBezTo>
                <a:lnTo>
                  <a:pt x="4128" y="4884"/>
                </a:lnTo>
                <a:lnTo>
                  <a:pt x="662" y="4884"/>
                </a:lnTo>
                <a:lnTo>
                  <a:pt x="662" y="4537"/>
                </a:lnTo>
                <a:cubicBezTo>
                  <a:pt x="662" y="3529"/>
                  <a:pt x="1450" y="2742"/>
                  <a:pt x="2395" y="2742"/>
                </a:cubicBezTo>
                <a:close/>
                <a:moveTo>
                  <a:pt x="2490" y="1"/>
                </a:moveTo>
                <a:cubicBezTo>
                  <a:pt x="1733" y="1"/>
                  <a:pt x="1103" y="631"/>
                  <a:pt x="1103" y="1387"/>
                </a:cubicBezTo>
                <a:cubicBezTo>
                  <a:pt x="1103" y="1734"/>
                  <a:pt x="1229" y="2049"/>
                  <a:pt x="1450" y="2332"/>
                </a:cubicBezTo>
                <a:cubicBezTo>
                  <a:pt x="568" y="2710"/>
                  <a:pt x="1" y="3529"/>
                  <a:pt x="1" y="4537"/>
                </a:cubicBezTo>
                <a:lnTo>
                  <a:pt x="1" y="5231"/>
                </a:lnTo>
                <a:cubicBezTo>
                  <a:pt x="1" y="5420"/>
                  <a:pt x="158" y="5577"/>
                  <a:pt x="347" y="5577"/>
                </a:cubicBezTo>
                <a:lnTo>
                  <a:pt x="4537" y="5577"/>
                </a:lnTo>
                <a:cubicBezTo>
                  <a:pt x="4726" y="5577"/>
                  <a:pt x="4884" y="5420"/>
                  <a:pt x="4884" y="5231"/>
                </a:cubicBezTo>
                <a:lnTo>
                  <a:pt x="4884" y="4537"/>
                </a:lnTo>
                <a:cubicBezTo>
                  <a:pt x="4884" y="3529"/>
                  <a:pt x="4317" y="2710"/>
                  <a:pt x="3498" y="2332"/>
                </a:cubicBezTo>
                <a:cubicBezTo>
                  <a:pt x="3750" y="2080"/>
                  <a:pt x="3844" y="1765"/>
                  <a:pt x="3844" y="1387"/>
                </a:cubicBezTo>
                <a:cubicBezTo>
                  <a:pt x="3844" y="631"/>
                  <a:pt x="3214" y="1"/>
                  <a:pt x="249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9" name="Google Shape;9182;p73">
            <a:extLst>
              <a:ext uri="{FF2B5EF4-FFF2-40B4-BE49-F238E27FC236}">
                <a16:creationId xmlns:a16="http://schemas.microsoft.com/office/drawing/2014/main" id="{29D6C13A-E8A0-F78B-E2E7-77D21E5255D0}"/>
              </a:ext>
            </a:extLst>
          </p:cNvPr>
          <p:cNvSpPr/>
          <p:nvPr/>
        </p:nvSpPr>
        <p:spPr>
          <a:xfrm>
            <a:off x="4529663" y="1831233"/>
            <a:ext cx="345511" cy="125172"/>
          </a:xfrm>
          <a:custGeom>
            <a:avLst/>
            <a:gdLst/>
            <a:ahLst/>
            <a:cxnLst/>
            <a:rect l="l" t="t" r="r" b="b"/>
            <a:pathLst>
              <a:path w="7657" h="2774" extrusionOk="0">
                <a:moveTo>
                  <a:pt x="1419" y="694"/>
                </a:moveTo>
                <a:lnTo>
                  <a:pt x="1419" y="2080"/>
                </a:lnTo>
                <a:lnTo>
                  <a:pt x="694" y="2080"/>
                </a:lnTo>
                <a:lnTo>
                  <a:pt x="694" y="694"/>
                </a:lnTo>
                <a:close/>
                <a:moveTo>
                  <a:pt x="2773" y="694"/>
                </a:moveTo>
                <a:lnTo>
                  <a:pt x="2773" y="2080"/>
                </a:lnTo>
                <a:lnTo>
                  <a:pt x="2080" y="2080"/>
                </a:lnTo>
                <a:lnTo>
                  <a:pt x="2080" y="694"/>
                </a:lnTo>
                <a:close/>
                <a:moveTo>
                  <a:pt x="4159" y="694"/>
                </a:moveTo>
                <a:lnTo>
                  <a:pt x="4159" y="2080"/>
                </a:lnTo>
                <a:lnTo>
                  <a:pt x="3466" y="2080"/>
                </a:lnTo>
                <a:lnTo>
                  <a:pt x="3466" y="694"/>
                </a:lnTo>
                <a:close/>
                <a:moveTo>
                  <a:pt x="6995" y="694"/>
                </a:moveTo>
                <a:lnTo>
                  <a:pt x="6995" y="2080"/>
                </a:lnTo>
                <a:lnTo>
                  <a:pt x="4884" y="2080"/>
                </a:lnTo>
                <a:lnTo>
                  <a:pt x="4884" y="694"/>
                </a:lnTo>
                <a:close/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2427"/>
                </a:lnTo>
                <a:cubicBezTo>
                  <a:pt x="1" y="2616"/>
                  <a:pt x="158" y="2773"/>
                  <a:pt x="347" y="2773"/>
                </a:cubicBezTo>
                <a:lnTo>
                  <a:pt x="7310" y="2773"/>
                </a:lnTo>
                <a:cubicBezTo>
                  <a:pt x="7499" y="2773"/>
                  <a:pt x="7657" y="2616"/>
                  <a:pt x="7657" y="2427"/>
                </a:cubicBezTo>
                <a:lnTo>
                  <a:pt x="7657" y="347"/>
                </a:lnTo>
                <a:cubicBezTo>
                  <a:pt x="7657" y="127"/>
                  <a:pt x="7499" y="1"/>
                  <a:pt x="731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50" name="Google Shape;9183;p73">
            <a:extLst>
              <a:ext uri="{FF2B5EF4-FFF2-40B4-BE49-F238E27FC236}">
                <a16:creationId xmlns:a16="http://schemas.microsoft.com/office/drawing/2014/main" id="{A7A526C8-A26C-AC0B-15DB-78C437F4FEE9}"/>
              </a:ext>
            </a:extLst>
          </p:cNvPr>
          <p:cNvSpPr/>
          <p:nvPr/>
        </p:nvSpPr>
        <p:spPr>
          <a:xfrm>
            <a:off x="4468564" y="1768691"/>
            <a:ext cx="533135" cy="248856"/>
          </a:xfrm>
          <a:custGeom>
            <a:avLst/>
            <a:gdLst/>
            <a:ahLst/>
            <a:cxnLst/>
            <a:rect l="l" t="t" r="r" b="b"/>
            <a:pathLst>
              <a:path w="11815" h="5515" extrusionOk="0">
                <a:moveTo>
                  <a:pt x="11121" y="2080"/>
                </a:moveTo>
                <a:lnTo>
                  <a:pt x="11121" y="3466"/>
                </a:lnTo>
                <a:lnTo>
                  <a:pt x="10397" y="3466"/>
                </a:lnTo>
                <a:lnTo>
                  <a:pt x="10397" y="2080"/>
                </a:lnTo>
                <a:close/>
                <a:moveTo>
                  <a:pt x="9389" y="662"/>
                </a:moveTo>
                <a:cubicBezTo>
                  <a:pt x="9578" y="662"/>
                  <a:pt x="9735" y="820"/>
                  <a:pt x="9735" y="1009"/>
                </a:cubicBezTo>
                <a:lnTo>
                  <a:pt x="9735" y="4474"/>
                </a:lnTo>
                <a:cubicBezTo>
                  <a:pt x="9735" y="4663"/>
                  <a:pt x="9578" y="4852"/>
                  <a:pt x="9389" y="4852"/>
                </a:cubicBezTo>
                <a:lnTo>
                  <a:pt x="1040" y="4852"/>
                </a:lnTo>
                <a:cubicBezTo>
                  <a:pt x="819" y="4852"/>
                  <a:pt x="662" y="4663"/>
                  <a:pt x="662" y="4474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40" y="1"/>
                </a:moveTo>
                <a:cubicBezTo>
                  <a:pt x="441" y="1"/>
                  <a:pt x="0" y="473"/>
                  <a:pt x="0" y="1009"/>
                </a:cubicBezTo>
                <a:lnTo>
                  <a:pt x="0" y="4474"/>
                </a:lnTo>
                <a:cubicBezTo>
                  <a:pt x="0" y="5073"/>
                  <a:pt x="473" y="5514"/>
                  <a:pt x="1040" y="5514"/>
                </a:cubicBezTo>
                <a:lnTo>
                  <a:pt x="9357" y="5514"/>
                </a:lnTo>
                <a:cubicBezTo>
                  <a:pt x="9956" y="5514"/>
                  <a:pt x="10397" y="5041"/>
                  <a:pt x="10397" y="4474"/>
                </a:cubicBezTo>
                <a:lnTo>
                  <a:pt x="10397" y="4128"/>
                </a:lnTo>
                <a:lnTo>
                  <a:pt x="11436" y="4128"/>
                </a:lnTo>
                <a:cubicBezTo>
                  <a:pt x="11625" y="4128"/>
                  <a:pt x="11783" y="3970"/>
                  <a:pt x="11783" y="3781"/>
                </a:cubicBezTo>
                <a:lnTo>
                  <a:pt x="11783" y="1702"/>
                </a:lnTo>
                <a:cubicBezTo>
                  <a:pt x="11814" y="1513"/>
                  <a:pt x="11657" y="1387"/>
                  <a:pt x="11468" y="1387"/>
                </a:cubicBezTo>
                <a:lnTo>
                  <a:pt x="10397" y="1387"/>
                </a:lnTo>
                <a:lnTo>
                  <a:pt x="10397" y="1009"/>
                </a:lnTo>
                <a:cubicBezTo>
                  <a:pt x="10397" y="442"/>
                  <a:pt x="9924" y="1"/>
                  <a:pt x="935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6" name="Google Shape;9185;p73">
            <a:extLst>
              <a:ext uri="{FF2B5EF4-FFF2-40B4-BE49-F238E27FC236}">
                <a16:creationId xmlns:a16="http://schemas.microsoft.com/office/drawing/2014/main" id="{F2CD0E2B-7C62-0301-3F8D-FEF9303B677E}"/>
              </a:ext>
            </a:extLst>
          </p:cNvPr>
          <p:cNvSpPr/>
          <p:nvPr/>
        </p:nvSpPr>
        <p:spPr>
          <a:xfrm>
            <a:off x="4585142" y="2178864"/>
            <a:ext cx="290055" cy="281525"/>
          </a:xfrm>
          <a:custGeom>
            <a:avLst/>
            <a:gdLst/>
            <a:ahLst/>
            <a:cxnLst/>
            <a:rect l="l" t="t" r="r" b="b"/>
            <a:pathLst>
              <a:path w="6428" h="6239" extrusionOk="0">
                <a:moveTo>
                  <a:pt x="3371" y="2048"/>
                </a:moveTo>
                <a:cubicBezTo>
                  <a:pt x="3749" y="2048"/>
                  <a:pt x="4064" y="2363"/>
                  <a:pt x="4064" y="2773"/>
                </a:cubicBezTo>
                <a:cubicBezTo>
                  <a:pt x="4064" y="3151"/>
                  <a:pt x="3749" y="3466"/>
                  <a:pt x="3371" y="3466"/>
                </a:cubicBezTo>
                <a:cubicBezTo>
                  <a:pt x="2961" y="3466"/>
                  <a:pt x="2646" y="3151"/>
                  <a:pt x="2646" y="2773"/>
                </a:cubicBezTo>
                <a:cubicBezTo>
                  <a:pt x="2646" y="2363"/>
                  <a:pt x="2961" y="2048"/>
                  <a:pt x="3371" y="2048"/>
                </a:cubicBezTo>
                <a:close/>
                <a:moveTo>
                  <a:pt x="3308" y="662"/>
                </a:moveTo>
                <a:cubicBezTo>
                  <a:pt x="4663" y="662"/>
                  <a:pt x="5734" y="1764"/>
                  <a:pt x="5734" y="3119"/>
                </a:cubicBezTo>
                <a:cubicBezTo>
                  <a:pt x="5734" y="3655"/>
                  <a:pt x="5513" y="4159"/>
                  <a:pt x="5167" y="4663"/>
                </a:cubicBezTo>
                <a:cubicBezTo>
                  <a:pt x="4978" y="4253"/>
                  <a:pt x="4694" y="3938"/>
                  <a:pt x="4316" y="3686"/>
                </a:cubicBezTo>
                <a:cubicBezTo>
                  <a:pt x="4537" y="3466"/>
                  <a:pt x="4694" y="3119"/>
                  <a:pt x="4694" y="2741"/>
                </a:cubicBezTo>
                <a:cubicBezTo>
                  <a:pt x="4694" y="2016"/>
                  <a:pt x="4064" y="1386"/>
                  <a:pt x="3308" y="1386"/>
                </a:cubicBezTo>
                <a:cubicBezTo>
                  <a:pt x="2583" y="1386"/>
                  <a:pt x="1953" y="2016"/>
                  <a:pt x="1953" y="2741"/>
                </a:cubicBezTo>
                <a:cubicBezTo>
                  <a:pt x="1953" y="3119"/>
                  <a:pt x="2111" y="3466"/>
                  <a:pt x="2331" y="3686"/>
                </a:cubicBezTo>
                <a:cubicBezTo>
                  <a:pt x="1953" y="3907"/>
                  <a:pt x="1670" y="4253"/>
                  <a:pt x="1481" y="4663"/>
                </a:cubicBezTo>
                <a:cubicBezTo>
                  <a:pt x="1008" y="4096"/>
                  <a:pt x="851" y="3434"/>
                  <a:pt x="914" y="2773"/>
                </a:cubicBezTo>
                <a:cubicBezTo>
                  <a:pt x="1071" y="1670"/>
                  <a:pt x="2048" y="662"/>
                  <a:pt x="3308" y="662"/>
                </a:cubicBezTo>
                <a:close/>
                <a:moveTo>
                  <a:pt x="3308" y="4190"/>
                </a:moveTo>
                <a:cubicBezTo>
                  <a:pt x="3938" y="4190"/>
                  <a:pt x="4442" y="4600"/>
                  <a:pt x="4663" y="5167"/>
                </a:cubicBezTo>
                <a:cubicBezTo>
                  <a:pt x="4253" y="5387"/>
                  <a:pt x="3844" y="5545"/>
                  <a:pt x="3308" y="5545"/>
                </a:cubicBezTo>
                <a:cubicBezTo>
                  <a:pt x="2835" y="5545"/>
                  <a:pt x="2363" y="5387"/>
                  <a:pt x="1985" y="5167"/>
                </a:cubicBezTo>
                <a:cubicBezTo>
                  <a:pt x="2142" y="4568"/>
                  <a:pt x="2678" y="4190"/>
                  <a:pt x="3308" y="4190"/>
                </a:cubicBezTo>
                <a:close/>
                <a:moveTo>
                  <a:pt x="3308" y="0"/>
                </a:moveTo>
                <a:cubicBezTo>
                  <a:pt x="1701" y="0"/>
                  <a:pt x="410" y="1229"/>
                  <a:pt x="252" y="2678"/>
                </a:cubicBezTo>
                <a:cubicBezTo>
                  <a:pt x="0" y="4600"/>
                  <a:pt x="1481" y="6238"/>
                  <a:pt x="3308" y="6238"/>
                </a:cubicBezTo>
                <a:cubicBezTo>
                  <a:pt x="5041" y="6238"/>
                  <a:pt x="6427" y="4820"/>
                  <a:pt x="6427" y="3119"/>
                </a:cubicBezTo>
                <a:cubicBezTo>
                  <a:pt x="6427" y="1386"/>
                  <a:pt x="5009" y="0"/>
                  <a:pt x="330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7" name="Google Shape;9186;p73">
            <a:extLst>
              <a:ext uri="{FF2B5EF4-FFF2-40B4-BE49-F238E27FC236}">
                <a16:creationId xmlns:a16="http://schemas.microsoft.com/office/drawing/2014/main" id="{379B5C78-2FFF-B687-C835-6D01C58634A6}"/>
              </a:ext>
            </a:extLst>
          </p:cNvPr>
          <p:cNvSpPr/>
          <p:nvPr/>
        </p:nvSpPr>
        <p:spPr>
          <a:xfrm>
            <a:off x="4501256" y="2116277"/>
            <a:ext cx="467751" cy="536021"/>
          </a:xfrm>
          <a:custGeom>
            <a:avLst/>
            <a:gdLst/>
            <a:ahLst/>
            <a:cxnLst/>
            <a:rect l="l" t="t" r="r" b="b"/>
            <a:pathLst>
              <a:path w="10366" h="11879" extrusionOk="0">
                <a:moveTo>
                  <a:pt x="5167" y="694"/>
                </a:moveTo>
                <a:cubicBezTo>
                  <a:pt x="7309" y="694"/>
                  <a:pt x="9011" y="2427"/>
                  <a:pt x="9011" y="4506"/>
                </a:cubicBezTo>
                <a:cubicBezTo>
                  <a:pt x="9011" y="5640"/>
                  <a:pt x="8475" y="6711"/>
                  <a:pt x="7656" y="7405"/>
                </a:cubicBezTo>
                <a:lnTo>
                  <a:pt x="5167" y="9547"/>
                </a:lnTo>
                <a:lnTo>
                  <a:pt x="2710" y="7405"/>
                </a:lnTo>
                <a:cubicBezTo>
                  <a:pt x="1796" y="6585"/>
                  <a:pt x="1229" y="5420"/>
                  <a:pt x="1386" y="4034"/>
                </a:cubicBezTo>
                <a:cubicBezTo>
                  <a:pt x="1575" y="2206"/>
                  <a:pt x="3151" y="694"/>
                  <a:pt x="5167" y="694"/>
                </a:cubicBezTo>
                <a:close/>
                <a:moveTo>
                  <a:pt x="8475" y="8980"/>
                </a:moveTo>
                <a:lnTo>
                  <a:pt x="9546" y="11122"/>
                </a:lnTo>
                <a:lnTo>
                  <a:pt x="977" y="11122"/>
                </a:lnTo>
                <a:lnTo>
                  <a:pt x="2017" y="8980"/>
                </a:lnTo>
                <a:lnTo>
                  <a:pt x="3529" y="8980"/>
                </a:lnTo>
                <a:lnTo>
                  <a:pt x="4978" y="10240"/>
                </a:lnTo>
                <a:cubicBezTo>
                  <a:pt x="5073" y="10272"/>
                  <a:pt x="5136" y="10335"/>
                  <a:pt x="5230" y="10335"/>
                </a:cubicBezTo>
                <a:cubicBezTo>
                  <a:pt x="5293" y="10335"/>
                  <a:pt x="5388" y="10272"/>
                  <a:pt x="5451" y="10240"/>
                </a:cubicBezTo>
                <a:lnTo>
                  <a:pt x="6900" y="8980"/>
                </a:lnTo>
                <a:close/>
                <a:moveTo>
                  <a:pt x="5107" y="1"/>
                </a:moveTo>
                <a:cubicBezTo>
                  <a:pt x="2772" y="1"/>
                  <a:pt x="912" y="1815"/>
                  <a:pt x="662" y="3939"/>
                </a:cubicBezTo>
                <a:cubicBezTo>
                  <a:pt x="441" y="5483"/>
                  <a:pt x="1040" y="6932"/>
                  <a:pt x="2174" y="7940"/>
                </a:cubicBezTo>
                <a:lnTo>
                  <a:pt x="2615" y="8318"/>
                </a:lnTo>
                <a:lnTo>
                  <a:pt x="1638" y="8318"/>
                </a:lnTo>
                <a:cubicBezTo>
                  <a:pt x="1575" y="8318"/>
                  <a:pt x="1481" y="8413"/>
                  <a:pt x="1449" y="8507"/>
                </a:cubicBezTo>
                <a:lnTo>
                  <a:pt x="63" y="11343"/>
                </a:lnTo>
                <a:cubicBezTo>
                  <a:pt x="0" y="11469"/>
                  <a:pt x="0" y="11595"/>
                  <a:pt x="63" y="11721"/>
                </a:cubicBezTo>
                <a:cubicBezTo>
                  <a:pt x="126" y="11815"/>
                  <a:pt x="221" y="11878"/>
                  <a:pt x="347" y="11878"/>
                </a:cubicBezTo>
                <a:lnTo>
                  <a:pt x="10019" y="11878"/>
                </a:lnTo>
                <a:cubicBezTo>
                  <a:pt x="10145" y="11878"/>
                  <a:pt x="10271" y="11784"/>
                  <a:pt x="10302" y="11721"/>
                </a:cubicBezTo>
                <a:cubicBezTo>
                  <a:pt x="10365" y="11595"/>
                  <a:pt x="10365" y="11469"/>
                  <a:pt x="10302" y="11343"/>
                </a:cubicBezTo>
                <a:lnTo>
                  <a:pt x="8916" y="8507"/>
                </a:lnTo>
                <a:cubicBezTo>
                  <a:pt x="8885" y="8413"/>
                  <a:pt x="8727" y="8318"/>
                  <a:pt x="8601" y="8318"/>
                </a:cubicBezTo>
                <a:lnTo>
                  <a:pt x="7624" y="8318"/>
                </a:lnTo>
                <a:lnTo>
                  <a:pt x="8065" y="7940"/>
                </a:lnTo>
                <a:cubicBezTo>
                  <a:pt x="9042" y="7090"/>
                  <a:pt x="9641" y="5829"/>
                  <a:pt x="9641" y="4506"/>
                </a:cubicBezTo>
                <a:cubicBezTo>
                  <a:pt x="9641" y="2049"/>
                  <a:pt x="7656" y="1"/>
                  <a:pt x="5167" y="1"/>
                </a:cubicBezTo>
                <a:cubicBezTo>
                  <a:pt x="5147" y="1"/>
                  <a:pt x="5127" y="1"/>
                  <a:pt x="510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21" name="Google Shape;9187;p73">
            <a:extLst>
              <a:ext uri="{FF2B5EF4-FFF2-40B4-BE49-F238E27FC236}">
                <a16:creationId xmlns:a16="http://schemas.microsoft.com/office/drawing/2014/main" id="{F082D384-1F74-4CD4-64C2-C83E3E2B376F}"/>
              </a:ext>
            </a:extLst>
          </p:cNvPr>
          <p:cNvSpPr/>
          <p:nvPr/>
        </p:nvSpPr>
        <p:spPr>
          <a:xfrm>
            <a:off x="4562336" y="2803635"/>
            <a:ext cx="345511" cy="535976"/>
          </a:xfrm>
          <a:custGeom>
            <a:avLst/>
            <a:gdLst/>
            <a:ahLst/>
            <a:cxnLst/>
            <a:rect l="l" t="t" r="r" b="b"/>
            <a:pathLst>
              <a:path w="7657" h="11878" extrusionOk="0">
                <a:moveTo>
                  <a:pt x="3813" y="1387"/>
                </a:moveTo>
                <a:cubicBezTo>
                  <a:pt x="4254" y="1387"/>
                  <a:pt x="4664" y="1670"/>
                  <a:pt x="4821" y="2112"/>
                </a:cubicBezTo>
                <a:lnTo>
                  <a:pt x="2836" y="2112"/>
                </a:lnTo>
                <a:cubicBezTo>
                  <a:pt x="2994" y="1702"/>
                  <a:pt x="3372" y="1387"/>
                  <a:pt x="3813" y="1387"/>
                </a:cubicBezTo>
                <a:close/>
                <a:moveTo>
                  <a:pt x="4947" y="2805"/>
                </a:moveTo>
                <a:cubicBezTo>
                  <a:pt x="5199" y="2805"/>
                  <a:pt x="5357" y="3057"/>
                  <a:pt x="5294" y="3277"/>
                </a:cubicBezTo>
                <a:lnTo>
                  <a:pt x="4947" y="4222"/>
                </a:lnTo>
                <a:lnTo>
                  <a:pt x="2679" y="4222"/>
                </a:lnTo>
                <a:lnTo>
                  <a:pt x="2364" y="3277"/>
                </a:lnTo>
                <a:cubicBezTo>
                  <a:pt x="2332" y="3025"/>
                  <a:pt x="2490" y="2805"/>
                  <a:pt x="2710" y="2805"/>
                </a:cubicBezTo>
                <a:close/>
                <a:moveTo>
                  <a:pt x="4916" y="4852"/>
                </a:moveTo>
                <a:lnTo>
                  <a:pt x="5514" y="8381"/>
                </a:lnTo>
                <a:lnTo>
                  <a:pt x="2175" y="8381"/>
                </a:lnTo>
                <a:lnTo>
                  <a:pt x="2773" y="4852"/>
                </a:lnTo>
                <a:close/>
                <a:moveTo>
                  <a:pt x="5955" y="9074"/>
                </a:moveTo>
                <a:cubicBezTo>
                  <a:pt x="6144" y="9074"/>
                  <a:pt x="6302" y="9232"/>
                  <a:pt x="6302" y="9421"/>
                </a:cubicBezTo>
                <a:lnTo>
                  <a:pt x="6302" y="9799"/>
                </a:lnTo>
                <a:lnTo>
                  <a:pt x="1450" y="9799"/>
                </a:lnTo>
                <a:lnTo>
                  <a:pt x="1450" y="9421"/>
                </a:lnTo>
                <a:cubicBezTo>
                  <a:pt x="1419" y="9232"/>
                  <a:pt x="1576" y="9074"/>
                  <a:pt x="1765" y="9074"/>
                </a:cubicBezTo>
                <a:close/>
                <a:moveTo>
                  <a:pt x="6648" y="10460"/>
                </a:moveTo>
                <a:cubicBezTo>
                  <a:pt x="6806" y="10460"/>
                  <a:pt x="6964" y="10618"/>
                  <a:pt x="6964" y="10807"/>
                </a:cubicBezTo>
                <a:lnTo>
                  <a:pt x="6964" y="11153"/>
                </a:lnTo>
                <a:lnTo>
                  <a:pt x="757" y="11153"/>
                </a:lnTo>
                <a:lnTo>
                  <a:pt x="757" y="10807"/>
                </a:lnTo>
                <a:cubicBezTo>
                  <a:pt x="757" y="10618"/>
                  <a:pt x="915" y="10460"/>
                  <a:pt x="1104" y="10460"/>
                </a:cubicBezTo>
                <a:close/>
                <a:moveTo>
                  <a:pt x="3782" y="1"/>
                </a:moveTo>
                <a:cubicBezTo>
                  <a:pt x="3592" y="1"/>
                  <a:pt x="3435" y="158"/>
                  <a:pt x="3435" y="379"/>
                </a:cubicBezTo>
                <a:lnTo>
                  <a:pt x="3435" y="757"/>
                </a:lnTo>
                <a:cubicBezTo>
                  <a:pt x="2679" y="914"/>
                  <a:pt x="2143" y="1544"/>
                  <a:pt x="2049" y="2301"/>
                </a:cubicBezTo>
                <a:cubicBezTo>
                  <a:pt x="1702" y="2521"/>
                  <a:pt x="1545" y="3025"/>
                  <a:pt x="1671" y="3466"/>
                </a:cubicBezTo>
                <a:lnTo>
                  <a:pt x="1891" y="4191"/>
                </a:lnTo>
                <a:lnTo>
                  <a:pt x="1702" y="4191"/>
                </a:lnTo>
                <a:cubicBezTo>
                  <a:pt x="1513" y="4191"/>
                  <a:pt x="1356" y="4348"/>
                  <a:pt x="1356" y="4537"/>
                </a:cubicBezTo>
                <a:cubicBezTo>
                  <a:pt x="1356" y="4758"/>
                  <a:pt x="1513" y="4915"/>
                  <a:pt x="1702" y="4915"/>
                </a:cubicBezTo>
                <a:lnTo>
                  <a:pt x="1986" y="4915"/>
                </a:lnTo>
                <a:lnTo>
                  <a:pt x="1387" y="8444"/>
                </a:lnTo>
                <a:cubicBezTo>
                  <a:pt x="1009" y="8570"/>
                  <a:pt x="726" y="8948"/>
                  <a:pt x="726" y="9421"/>
                </a:cubicBezTo>
                <a:lnTo>
                  <a:pt x="726" y="9830"/>
                </a:lnTo>
                <a:cubicBezTo>
                  <a:pt x="316" y="9988"/>
                  <a:pt x="1" y="10334"/>
                  <a:pt x="1" y="10807"/>
                </a:cubicBezTo>
                <a:lnTo>
                  <a:pt x="1" y="11531"/>
                </a:lnTo>
                <a:cubicBezTo>
                  <a:pt x="1" y="11720"/>
                  <a:pt x="158" y="11878"/>
                  <a:pt x="347" y="11878"/>
                </a:cubicBezTo>
                <a:lnTo>
                  <a:pt x="7279" y="11878"/>
                </a:lnTo>
                <a:cubicBezTo>
                  <a:pt x="7499" y="11878"/>
                  <a:pt x="7657" y="11720"/>
                  <a:pt x="7657" y="11531"/>
                </a:cubicBezTo>
                <a:lnTo>
                  <a:pt x="7657" y="10807"/>
                </a:lnTo>
                <a:cubicBezTo>
                  <a:pt x="7657" y="10366"/>
                  <a:pt x="7373" y="9988"/>
                  <a:pt x="6932" y="9830"/>
                </a:cubicBezTo>
                <a:lnTo>
                  <a:pt x="6932" y="9421"/>
                </a:lnTo>
                <a:cubicBezTo>
                  <a:pt x="6932" y="8948"/>
                  <a:pt x="6617" y="8570"/>
                  <a:pt x="6176" y="8444"/>
                </a:cubicBezTo>
                <a:lnTo>
                  <a:pt x="5609" y="4915"/>
                </a:lnTo>
                <a:lnTo>
                  <a:pt x="5861" y="4915"/>
                </a:lnTo>
                <a:cubicBezTo>
                  <a:pt x="6081" y="4915"/>
                  <a:pt x="6207" y="4758"/>
                  <a:pt x="6207" y="4537"/>
                </a:cubicBezTo>
                <a:cubicBezTo>
                  <a:pt x="6207" y="4348"/>
                  <a:pt x="6081" y="4191"/>
                  <a:pt x="5861" y="4191"/>
                </a:cubicBezTo>
                <a:lnTo>
                  <a:pt x="5672" y="4191"/>
                </a:lnTo>
                <a:lnTo>
                  <a:pt x="5924" y="3466"/>
                </a:lnTo>
                <a:cubicBezTo>
                  <a:pt x="6081" y="3025"/>
                  <a:pt x="5861" y="2584"/>
                  <a:pt x="5514" y="2301"/>
                </a:cubicBezTo>
                <a:cubicBezTo>
                  <a:pt x="5451" y="1513"/>
                  <a:pt x="4884" y="914"/>
                  <a:pt x="4128" y="757"/>
                </a:cubicBezTo>
                <a:lnTo>
                  <a:pt x="4128" y="379"/>
                </a:lnTo>
                <a:cubicBezTo>
                  <a:pt x="4128" y="158"/>
                  <a:pt x="3971" y="1"/>
                  <a:pt x="378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1" name="Google Shape;9189;p73">
            <a:extLst>
              <a:ext uri="{FF2B5EF4-FFF2-40B4-BE49-F238E27FC236}">
                <a16:creationId xmlns:a16="http://schemas.microsoft.com/office/drawing/2014/main" id="{C0DC6401-8047-5497-29EF-91F6D1CFA9CD}"/>
              </a:ext>
            </a:extLst>
          </p:cNvPr>
          <p:cNvSpPr/>
          <p:nvPr/>
        </p:nvSpPr>
        <p:spPr>
          <a:xfrm>
            <a:off x="7920143" y="1738166"/>
            <a:ext cx="189112" cy="218939"/>
          </a:xfrm>
          <a:custGeom>
            <a:avLst/>
            <a:gdLst/>
            <a:ahLst/>
            <a:cxnLst/>
            <a:rect l="l" t="t" r="r" b="b"/>
            <a:pathLst>
              <a:path w="4191" h="4852" extrusionOk="0">
                <a:moveTo>
                  <a:pt x="2017" y="693"/>
                </a:moveTo>
                <a:cubicBezTo>
                  <a:pt x="2427" y="693"/>
                  <a:pt x="2742" y="1008"/>
                  <a:pt x="2742" y="1386"/>
                </a:cubicBezTo>
                <a:cubicBezTo>
                  <a:pt x="2742" y="1796"/>
                  <a:pt x="2427" y="2111"/>
                  <a:pt x="2017" y="2111"/>
                </a:cubicBezTo>
                <a:cubicBezTo>
                  <a:pt x="1639" y="2111"/>
                  <a:pt x="1324" y="1796"/>
                  <a:pt x="1324" y="1386"/>
                </a:cubicBezTo>
                <a:cubicBezTo>
                  <a:pt x="1324" y="1008"/>
                  <a:pt x="1639" y="693"/>
                  <a:pt x="2017" y="693"/>
                </a:cubicBezTo>
                <a:close/>
                <a:moveTo>
                  <a:pt x="2017" y="2772"/>
                </a:moveTo>
                <a:cubicBezTo>
                  <a:pt x="2773" y="2772"/>
                  <a:pt x="3403" y="3403"/>
                  <a:pt x="3403" y="4127"/>
                </a:cubicBezTo>
                <a:lnTo>
                  <a:pt x="631" y="4127"/>
                </a:lnTo>
                <a:cubicBezTo>
                  <a:pt x="631" y="3403"/>
                  <a:pt x="1261" y="2772"/>
                  <a:pt x="2017" y="2772"/>
                </a:cubicBezTo>
                <a:close/>
                <a:moveTo>
                  <a:pt x="2049" y="0"/>
                </a:moveTo>
                <a:cubicBezTo>
                  <a:pt x="1324" y="0"/>
                  <a:pt x="694" y="630"/>
                  <a:pt x="694" y="1386"/>
                </a:cubicBezTo>
                <a:cubicBezTo>
                  <a:pt x="694" y="1733"/>
                  <a:pt x="851" y="2111"/>
                  <a:pt x="1072" y="2331"/>
                </a:cubicBezTo>
                <a:cubicBezTo>
                  <a:pt x="442" y="2678"/>
                  <a:pt x="1" y="3340"/>
                  <a:pt x="1" y="4127"/>
                </a:cubicBezTo>
                <a:lnTo>
                  <a:pt x="1" y="4505"/>
                </a:lnTo>
                <a:cubicBezTo>
                  <a:pt x="1" y="4694"/>
                  <a:pt x="158" y="4852"/>
                  <a:pt x="379" y="4852"/>
                </a:cubicBezTo>
                <a:lnTo>
                  <a:pt x="3844" y="4852"/>
                </a:lnTo>
                <a:cubicBezTo>
                  <a:pt x="4033" y="4852"/>
                  <a:pt x="4191" y="4694"/>
                  <a:pt x="4191" y="4505"/>
                </a:cubicBezTo>
                <a:lnTo>
                  <a:pt x="4191" y="4127"/>
                </a:lnTo>
                <a:cubicBezTo>
                  <a:pt x="4096" y="3340"/>
                  <a:pt x="3687" y="2678"/>
                  <a:pt x="3057" y="2331"/>
                </a:cubicBezTo>
                <a:cubicBezTo>
                  <a:pt x="3277" y="2111"/>
                  <a:pt x="3435" y="1733"/>
                  <a:pt x="3435" y="1386"/>
                </a:cubicBezTo>
                <a:cubicBezTo>
                  <a:pt x="3435" y="630"/>
                  <a:pt x="2805" y="0"/>
                  <a:pt x="204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2" name="Google Shape;9190;p73">
            <a:extLst>
              <a:ext uri="{FF2B5EF4-FFF2-40B4-BE49-F238E27FC236}">
                <a16:creationId xmlns:a16="http://schemas.microsoft.com/office/drawing/2014/main" id="{06BA1702-924B-C955-7D5D-0A5D1F20D532}"/>
              </a:ext>
            </a:extLst>
          </p:cNvPr>
          <p:cNvSpPr/>
          <p:nvPr/>
        </p:nvSpPr>
        <p:spPr>
          <a:xfrm>
            <a:off x="7856205" y="1485114"/>
            <a:ext cx="531689" cy="531689"/>
          </a:xfrm>
          <a:custGeom>
            <a:avLst/>
            <a:gdLst/>
            <a:ahLst/>
            <a:cxnLst/>
            <a:rect l="l" t="t" r="r" b="b"/>
            <a:pathLst>
              <a:path w="11783" h="11783" extrusionOk="0">
                <a:moveTo>
                  <a:pt x="6900" y="693"/>
                </a:moveTo>
                <a:lnTo>
                  <a:pt x="6900" y="1418"/>
                </a:lnTo>
                <a:lnTo>
                  <a:pt x="4820" y="1418"/>
                </a:lnTo>
                <a:lnTo>
                  <a:pt x="4820" y="693"/>
                </a:lnTo>
                <a:close/>
                <a:moveTo>
                  <a:pt x="7215" y="2111"/>
                </a:moveTo>
                <a:cubicBezTo>
                  <a:pt x="7404" y="2111"/>
                  <a:pt x="7561" y="2269"/>
                  <a:pt x="7561" y="2458"/>
                </a:cubicBezTo>
                <a:cubicBezTo>
                  <a:pt x="7561" y="2678"/>
                  <a:pt x="7404" y="2836"/>
                  <a:pt x="7215" y="2836"/>
                </a:cubicBezTo>
                <a:lnTo>
                  <a:pt x="4474" y="2836"/>
                </a:lnTo>
                <a:cubicBezTo>
                  <a:pt x="4253" y="2836"/>
                  <a:pt x="4096" y="2678"/>
                  <a:pt x="4096" y="2458"/>
                </a:cubicBezTo>
                <a:cubicBezTo>
                  <a:pt x="4096" y="2269"/>
                  <a:pt x="4316" y="2111"/>
                  <a:pt x="4474" y="2111"/>
                </a:cubicBezTo>
                <a:close/>
                <a:moveTo>
                  <a:pt x="6900" y="3497"/>
                </a:moveTo>
                <a:lnTo>
                  <a:pt x="6900" y="4568"/>
                </a:lnTo>
                <a:cubicBezTo>
                  <a:pt x="6900" y="4757"/>
                  <a:pt x="6742" y="4915"/>
                  <a:pt x="6553" y="4915"/>
                </a:cubicBezTo>
                <a:lnTo>
                  <a:pt x="5167" y="4915"/>
                </a:lnTo>
                <a:cubicBezTo>
                  <a:pt x="4978" y="4915"/>
                  <a:pt x="4820" y="4757"/>
                  <a:pt x="4820" y="4568"/>
                </a:cubicBezTo>
                <a:lnTo>
                  <a:pt x="4820" y="3497"/>
                </a:lnTo>
                <a:close/>
                <a:moveTo>
                  <a:pt x="10775" y="4883"/>
                </a:moveTo>
                <a:cubicBezTo>
                  <a:pt x="10964" y="4883"/>
                  <a:pt x="11121" y="5041"/>
                  <a:pt x="11121" y="5230"/>
                </a:cubicBezTo>
                <a:lnTo>
                  <a:pt x="11121" y="10775"/>
                </a:lnTo>
                <a:cubicBezTo>
                  <a:pt x="11121" y="10964"/>
                  <a:pt x="10964" y="11121"/>
                  <a:pt x="10775" y="11121"/>
                </a:cubicBezTo>
                <a:lnTo>
                  <a:pt x="1008" y="11121"/>
                </a:lnTo>
                <a:cubicBezTo>
                  <a:pt x="788" y="11121"/>
                  <a:pt x="630" y="10964"/>
                  <a:pt x="630" y="10775"/>
                </a:cubicBezTo>
                <a:lnTo>
                  <a:pt x="630" y="5230"/>
                </a:lnTo>
                <a:cubicBezTo>
                  <a:pt x="630" y="5041"/>
                  <a:pt x="788" y="4883"/>
                  <a:pt x="1008" y="4883"/>
                </a:cubicBezTo>
                <a:lnTo>
                  <a:pt x="4190" y="4883"/>
                </a:lnTo>
                <a:cubicBezTo>
                  <a:pt x="4348" y="5261"/>
                  <a:pt x="4694" y="5577"/>
                  <a:pt x="5167" y="5577"/>
                </a:cubicBezTo>
                <a:lnTo>
                  <a:pt x="6553" y="5577"/>
                </a:lnTo>
                <a:cubicBezTo>
                  <a:pt x="6994" y="5577"/>
                  <a:pt x="7372" y="5293"/>
                  <a:pt x="7530" y="4883"/>
                </a:cubicBezTo>
                <a:close/>
                <a:moveTo>
                  <a:pt x="4505" y="0"/>
                </a:moveTo>
                <a:cubicBezTo>
                  <a:pt x="4316" y="0"/>
                  <a:pt x="4159" y="158"/>
                  <a:pt x="4159" y="347"/>
                </a:cubicBezTo>
                <a:lnTo>
                  <a:pt x="4159" y="1449"/>
                </a:lnTo>
                <a:cubicBezTo>
                  <a:pt x="3749" y="1607"/>
                  <a:pt x="3434" y="1953"/>
                  <a:pt x="3434" y="2426"/>
                </a:cubicBezTo>
                <a:cubicBezTo>
                  <a:pt x="3434" y="2867"/>
                  <a:pt x="3718" y="3245"/>
                  <a:pt x="4159" y="3403"/>
                </a:cubicBezTo>
                <a:lnTo>
                  <a:pt x="4159" y="4190"/>
                </a:lnTo>
                <a:lnTo>
                  <a:pt x="1040" y="4190"/>
                </a:lnTo>
                <a:cubicBezTo>
                  <a:pt x="441" y="4190"/>
                  <a:pt x="0" y="4663"/>
                  <a:pt x="0" y="5230"/>
                </a:cubicBezTo>
                <a:lnTo>
                  <a:pt x="0" y="10775"/>
                </a:lnTo>
                <a:cubicBezTo>
                  <a:pt x="0" y="11373"/>
                  <a:pt x="473" y="11783"/>
                  <a:pt x="1040" y="11783"/>
                </a:cubicBezTo>
                <a:lnTo>
                  <a:pt x="10775" y="11783"/>
                </a:lnTo>
                <a:cubicBezTo>
                  <a:pt x="11342" y="11783"/>
                  <a:pt x="11783" y="11310"/>
                  <a:pt x="11783" y="10775"/>
                </a:cubicBezTo>
                <a:lnTo>
                  <a:pt x="11783" y="5230"/>
                </a:lnTo>
                <a:cubicBezTo>
                  <a:pt x="11783" y="4663"/>
                  <a:pt x="11342" y="4190"/>
                  <a:pt x="10775" y="4190"/>
                </a:cubicBezTo>
                <a:lnTo>
                  <a:pt x="7624" y="4190"/>
                </a:lnTo>
                <a:lnTo>
                  <a:pt x="7624" y="3403"/>
                </a:lnTo>
                <a:cubicBezTo>
                  <a:pt x="8002" y="3245"/>
                  <a:pt x="8317" y="2899"/>
                  <a:pt x="8317" y="2426"/>
                </a:cubicBezTo>
                <a:cubicBezTo>
                  <a:pt x="8317" y="1985"/>
                  <a:pt x="8034" y="1607"/>
                  <a:pt x="7624" y="1449"/>
                </a:cubicBezTo>
                <a:lnTo>
                  <a:pt x="7624" y="347"/>
                </a:lnTo>
                <a:cubicBezTo>
                  <a:pt x="7624" y="158"/>
                  <a:pt x="7467" y="0"/>
                  <a:pt x="72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3" name="Google Shape;9191;p73">
            <a:extLst>
              <a:ext uri="{FF2B5EF4-FFF2-40B4-BE49-F238E27FC236}">
                <a16:creationId xmlns:a16="http://schemas.microsoft.com/office/drawing/2014/main" id="{21039E50-196E-F27B-5871-412745D25462}"/>
              </a:ext>
            </a:extLst>
          </p:cNvPr>
          <p:cNvSpPr/>
          <p:nvPr/>
        </p:nvSpPr>
        <p:spPr>
          <a:xfrm>
            <a:off x="8136239" y="1769435"/>
            <a:ext cx="189112" cy="31316"/>
          </a:xfrm>
          <a:custGeom>
            <a:avLst/>
            <a:gdLst/>
            <a:ahLst/>
            <a:cxnLst/>
            <a:rect l="l" t="t" r="r" b="b"/>
            <a:pathLst>
              <a:path w="4191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844" y="693"/>
                </a:lnTo>
                <a:cubicBezTo>
                  <a:pt x="4033" y="693"/>
                  <a:pt x="4191" y="536"/>
                  <a:pt x="4191" y="347"/>
                </a:cubicBezTo>
                <a:cubicBezTo>
                  <a:pt x="4191" y="158"/>
                  <a:pt x="4033" y="0"/>
                  <a:pt x="38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4" name="Google Shape;9192;p73">
            <a:extLst>
              <a:ext uri="{FF2B5EF4-FFF2-40B4-BE49-F238E27FC236}">
                <a16:creationId xmlns:a16="http://schemas.microsoft.com/office/drawing/2014/main" id="{49738138-21AB-DBA3-465E-DC534887802F}"/>
              </a:ext>
            </a:extLst>
          </p:cNvPr>
          <p:cNvSpPr/>
          <p:nvPr/>
        </p:nvSpPr>
        <p:spPr>
          <a:xfrm>
            <a:off x="8136239" y="1830532"/>
            <a:ext cx="189112" cy="32760"/>
          </a:xfrm>
          <a:custGeom>
            <a:avLst/>
            <a:gdLst/>
            <a:ahLst/>
            <a:cxnLst/>
            <a:rect l="l" t="t" r="r" b="b"/>
            <a:pathLst>
              <a:path w="4191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3844" y="725"/>
                </a:lnTo>
                <a:cubicBezTo>
                  <a:pt x="4033" y="725"/>
                  <a:pt x="4191" y="568"/>
                  <a:pt x="4191" y="379"/>
                </a:cubicBezTo>
                <a:cubicBezTo>
                  <a:pt x="4191" y="158"/>
                  <a:pt x="4033" y="1"/>
                  <a:pt x="384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5" name="Google Shape;9193;p73">
            <a:extLst>
              <a:ext uri="{FF2B5EF4-FFF2-40B4-BE49-F238E27FC236}">
                <a16:creationId xmlns:a16="http://schemas.microsoft.com/office/drawing/2014/main" id="{7BA59135-593A-E96C-F29C-979F897ABB52}"/>
              </a:ext>
            </a:extLst>
          </p:cNvPr>
          <p:cNvSpPr/>
          <p:nvPr/>
        </p:nvSpPr>
        <p:spPr>
          <a:xfrm>
            <a:off x="8136239" y="1893118"/>
            <a:ext cx="189112" cy="32715"/>
          </a:xfrm>
          <a:custGeom>
            <a:avLst/>
            <a:gdLst/>
            <a:ahLst/>
            <a:cxnLst/>
            <a:rect l="l" t="t" r="r" b="b"/>
            <a:pathLst>
              <a:path w="4191" h="725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47" y="725"/>
                </a:cubicBezTo>
                <a:lnTo>
                  <a:pt x="3844" y="725"/>
                </a:lnTo>
                <a:cubicBezTo>
                  <a:pt x="4033" y="725"/>
                  <a:pt x="4191" y="567"/>
                  <a:pt x="4191" y="347"/>
                </a:cubicBezTo>
                <a:cubicBezTo>
                  <a:pt x="4191" y="158"/>
                  <a:pt x="4033" y="0"/>
                  <a:pt x="38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23" name="Google Shape;9194;p73">
            <a:extLst>
              <a:ext uri="{FF2B5EF4-FFF2-40B4-BE49-F238E27FC236}">
                <a16:creationId xmlns:a16="http://schemas.microsoft.com/office/drawing/2014/main" id="{B818CA98-F18D-7DD6-2217-9E5C2365CC4B}"/>
              </a:ext>
            </a:extLst>
          </p:cNvPr>
          <p:cNvSpPr/>
          <p:nvPr/>
        </p:nvSpPr>
        <p:spPr>
          <a:xfrm>
            <a:off x="7855415" y="2118416"/>
            <a:ext cx="533135" cy="531735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5923" y="2080"/>
                </a:moveTo>
                <a:cubicBezTo>
                  <a:pt x="6459" y="2080"/>
                  <a:pt x="6932" y="2552"/>
                  <a:pt x="6932" y="3119"/>
                </a:cubicBezTo>
                <a:lnTo>
                  <a:pt x="6932" y="3466"/>
                </a:lnTo>
                <a:lnTo>
                  <a:pt x="4884" y="3466"/>
                </a:lnTo>
                <a:lnTo>
                  <a:pt x="4884" y="3119"/>
                </a:lnTo>
                <a:cubicBezTo>
                  <a:pt x="4884" y="2521"/>
                  <a:pt x="5356" y="2080"/>
                  <a:pt x="5923" y="2080"/>
                </a:cubicBezTo>
                <a:close/>
                <a:moveTo>
                  <a:pt x="5923" y="662"/>
                </a:moveTo>
                <a:cubicBezTo>
                  <a:pt x="7247" y="662"/>
                  <a:pt x="8349" y="1765"/>
                  <a:pt x="8349" y="3119"/>
                </a:cubicBezTo>
                <a:lnTo>
                  <a:pt x="8349" y="3466"/>
                </a:lnTo>
                <a:lnTo>
                  <a:pt x="7656" y="3466"/>
                </a:lnTo>
                <a:lnTo>
                  <a:pt x="7656" y="3119"/>
                </a:lnTo>
                <a:cubicBezTo>
                  <a:pt x="7656" y="2174"/>
                  <a:pt x="6869" y="1387"/>
                  <a:pt x="5923" y="1387"/>
                </a:cubicBezTo>
                <a:cubicBezTo>
                  <a:pt x="4978" y="1387"/>
                  <a:pt x="4191" y="2174"/>
                  <a:pt x="4191" y="3119"/>
                </a:cubicBezTo>
                <a:lnTo>
                  <a:pt x="4191" y="3466"/>
                </a:lnTo>
                <a:lnTo>
                  <a:pt x="3466" y="3466"/>
                </a:lnTo>
                <a:lnTo>
                  <a:pt x="3466" y="3119"/>
                </a:lnTo>
                <a:cubicBezTo>
                  <a:pt x="3466" y="1765"/>
                  <a:pt x="4569" y="662"/>
                  <a:pt x="5923" y="662"/>
                </a:cubicBezTo>
                <a:close/>
                <a:moveTo>
                  <a:pt x="1387" y="4191"/>
                </a:moveTo>
                <a:lnTo>
                  <a:pt x="1387" y="6742"/>
                </a:lnTo>
                <a:cubicBezTo>
                  <a:pt x="946" y="6490"/>
                  <a:pt x="662" y="6018"/>
                  <a:pt x="662" y="5545"/>
                </a:cubicBezTo>
                <a:lnTo>
                  <a:pt x="662" y="4537"/>
                </a:lnTo>
                <a:cubicBezTo>
                  <a:pt x="662" y="4348"/>
                  <a:pt x="820" y="4191"/>
                  <a:pt x="1040" y="4191"/>
                </a:cubicBezTo>
                <a:close/>
                <a:moveTo>
                  <a:pt x="10775" y="4128"/>
                </a:moveTo>
                <a:cubicBezTo>
                  <a:pt x="10996" y="4128"/>
                  <a:pt x="11153" y="4285"/>
                  <a:pt x="11153" y="4506"/>
                </a:cubicBezTo>
                <a:lnTo>
                  <a:pt x="11153" y="5545"/>
                </a:lnTo>
                <a:cubicBezTo>
                  <a:pt x="11153" y="6081"/>
                  <a:pt x="10870" y="6490"/>
                  <a:pt x="10429" y="6742"/>
                </a:cubicBezTo>
                <a:lnTo>
                  <a:pt x="10429" y="4128"/>
                </a:lnTo>
                <a:close/>
                <a:moveTo>
                  <a:pt x="8349" y="4191"/>
                </a:moveTo>
                <a:lnTo>
                  <a:pt x="8349" y="6931"/>
                </a:lnTo>
                <a:lnTo>
                  <a:pt x="3498" y="6931"/>
                </a:lnTo>
                <a:lnTo>
                  <a:pt x="3498" y="4191"/>
                </a:lnTo>
                <a:close/>
                <a:moveTo>
                  <a:pt x="6270" y="7593"/>
                </a:moveTo>
                <a:lnTo>
                  <a:pt x="6270" y="7971"/>
                </a:lnTo>
                <a:cubicBezTo>
                  <a:pt x="6270" y="8160"/>
                  <a:pt x="6112" y="8318"/>
                  <a:pt x="5923" y="8318"/>
                </a:cubicBezTo>
                <a:cubicBezTo>
                  <a:pt x="5703" y="8318"/>
                  <a:pt x="5545" y="8160"/>
                  <a:pt x="5545" y="7971"/>
                </a:cubicBezTo>
                <a:lnTo>
                  <a:pt x="5545" y="7593"/>
                </a:lnTo>
                <a:close/>
                <a:moveTo>
                  <a:pt x="662" y="7089"/>
                </a:moveTo>
                <a:cubicBezTo>
                  <a:pt x="883" y="7278"/>
                  <a:pt x="1103" y="7404"/>
                  <a:pt x="1387" y="7467"/>
                </a:cubicBezTo>
                <a:lnTo>
                  <a:pt x="1387" y="11153"/>
                </a:lnTo>
                <a:lnTo>
                  <a:pt x="1040" y="11153"/>
                </a:lnTo>
                <a:cubicBezTo>
                  <a:pt x="820" y="11153"/>
                  <a:pt x="662" y="10996"/>
                  <a:pt x="662" y="10807"/>
                </a:cubicBezTo>
                <a:lnTo>
                  <a:pt x="662" y="7089"/>
                </a:lnTo>
                <a:close/>
                <a:moveTo>
                  <a:pt x="2804" y="4191"/>
                </a:moveTo>
                <a:lnTo>
                  <a:pt x="2804" y="11153"/>
                </a:lnTo>
                <a:lnTo>
                  <a:pt x="2080" y="11153"/>
                </a:lnTo>
                <a:lnTo>
                  <a:pt x="2080" y="4191"/>
                </a:lnTo>
                <a:close/>
                <a:moveTo>
                  <a:pt x="8318" y="7656"/>
                </a:moveTo>
                <a:lnTo>
                  <a:pt x="8318" y="11153"/>
                </a:lnTo>
                <a:lnTo>
                  <a:pt x="3498" y="11153"/>
                </a:lnTo>
                <a:lnTo>
                  <a:pt x="3498" y="7656"/>
                </a:lnTo>
                <a:lnTo>
                  <a:pt x="4884" y="7656"/>
                </a:lnTo>
                <a:lnTo>
                  <a:pt x="4884" y="8003"/>
                </a:lnTo>
                <a:cubicBezTo>
                  <a:pt x="4884" y="8601"/>
                  <a:pt x="5356" y="9011"/>
                  <a:pt x="5923" y="9011"/>
                </a:cubicBezTo>
                <a:cubicBezTo>
                  <a:pt x="6459" y="9011"/>
                  <a:pt x="6932" y="8538"/>
                  <a:pt x="6932" y="8003"/>
                </a:cubicBezTo>
                <a:lnTo>
                  <a:pt x="6932" y="7656"/>
                </a:lnTo>
                <a:close/>
                <a:moveTo>
                  <a:pt x="9767" y="4191"/>
                </a:moveTo>
                <a:lnTo>
                  <a:pt x="9767" y="11153"/>
                </a:lnTo>
                <a:lnTo>
                  <a:pt x="9074" y="11153"/>
                </a:lnTo>
                <a:lnTo>
                  <a:pt x="9074" y="4191"/>
                </a:lnTo>
                <a:close/>
                <a:moveTo>
                  <a:pt x="11153" y="7120"/>
                </a:moveTo>
                <a:lnTo>
                  <a:pt x="11153" y="10807"/>
                </a:lnTo>
                <a:cubicBezTo>
                  <a:pt x="11153" y="10996"/>
                  <a:pt x="10996" y="11153"/>
                  <a:pt x="10807" y="11153"/>
                </a:cubicBezTo>
                <a:lnTo>
                  <a:pt x="10429" y="11153"/>
                </a:lnTo>
                <a:lnTo>
                  <a:pt x="10429" y="7530"/>
                </a:lnTo>
                <a:cubicBezTo>
                  <a:pt x="10712" y="7436"/>
                  <a:pt x="10964" y="7278"/>
                  <a:pt x="11153" y="7120"/>
                </a:cubicBezTo>
                <a:close/>
                <a:moveTo>
                  <a:pt x="5923" y="0"/>
                </a:moveTo>
                <a:cubicBezTo>
                  <a:pt x="4191" y="0"/>
                  <a:pt x="2804" y="1418"/>
                  <a:pt x="2804" y="3119"/>
                </a:cubicBezTo>
                <a:lnTo>
                  <a:pt x="2804" y="3466"/>
                </a:lnTo>
                <a:lnTo>
                  <a:pt x="1040" y="3466"/>
                </a:lnTo>
                <a:cubicBezTo>
                  <a:pt x="442" y="3466"/>
                  <a:pt x="1" y="3939"/>
                  <a:pt x="1" y="4474"/>
                </a:cubicBezTo>
                <a:lnTo>
                  <a:pt x="1" y="5514"/>
                </a:lnTo>
                <a:lnTo>
                  <a:pt x="1" y="10744"/>
                </a:lnTo>
                <a:cubicBezTo>
                  <a:pt x="1" y="11342"/>
                  <a:pt x="473" y="11783"/>
                  <a:pt x="1040" y="11783"/>
                </a:cubicBezTo>
                <a:lnTo>
                  <a:pt x="10807" y="11783"/>
                </a:lnTo>
                <a:cubicBezTo>
                  <a:pt x="11374" y="11783"/>
                  <a:pt x="11815" y="11311"/>
                  <a:pt x="11815" y="10744"/>
                </a:cubicBezTo>
                <a:lnTo>
                  <a:pt x="11815" y="5514"/>
                </a:lnTo>
                <a:lnTo>
                  <a:pt x="11815" y="4474"/>
                </a:lnTo>
                <a:cubicBezTo>
                  <a:pt x="11815" y="3939"/>
                  <a:pt x="11374" y="3466"/>
                  <a:pt x="10807" y="3466"/>
                </a:cubicBezTo>
                <a:lnTo>
                  <a:pt x="9011" y="3466"/>
                </a:lnTo>
                <a:lnTo>
                  <a:pt x="9011" y="3119"/>
                </a:lnTo>
                <a:cubicBezTo>
                  <a:pt x="9011" y="1387"/>
                  <a:pt x="7593" y="0"/>
                  <a:pt x="59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24" name="Google Shape;9195;p73">
            <a:extLst>
              <a:ext uri="{FF2B5EF4-FFF2-40B4-BE49-F238E27FC236}">
                <a16:creationId xmlns:a16="http://schemas.microsoft.com/office/drawing/2014/main" id="{FCC4F4D6-587F-F580-8D92-F74FB5DAE8F5}"/>
              </a:ext>
            </a:extLst>
          </p:cNvPr>
          <p:cNvSpPr/>
          <p:nvPr/>
        </p:nvSpPr>
        <p:spPr>
          <a:xfrm>
            <a:off x="7887407" y="2803635"/>
            <a:ext cx="469148" cy="535976"/>
          </a:xfrm>
          <a:custGeom>
            <a:avLst/>
            <a:gdLst/>
            <a:ahLst/>
            <a:cxnLst/>
            <a:rect l="l" t="t" r="r" b="b"/>
            <a:pathLst>
              <a:path w="10397" h="11878" extrusionOk="0">
                <a:moveTo>
                  <a:pt x="5135" y="725"/>
                </a:moveTo>
                <a:cubicBezTo>
                  <a:pt x="6868" y="725"/>
                  <a:pt x="8254" y="2142"/>
                  <a:pt x="8254" y="3844"/>
                </a:cubicBezTo>
                <a:lnTo>
                  <a:pt x="8254" y="5923"/>
                </a:lnTo>
                <a:cubicBezTo>
                  <a:pt x="8254" y="6112"/>
                  <a:pt x="8097" y="6270"/>
                  <a:pt x="7908" y="6270"/>
                </a:cubicBezTo>
                <a:lnTo>
                  <a:pt x="7498" y="6270"/>
                </a:lnTo>
                <a:cubicBezTo>
                  <a:pt x="7561" y="6144"/>
                  <a:pt x="7561" y="6049"/>
                  <a:pt x="7561" y="5923"/>
                </a:cubicBezTo>
                <a:lnTo>
                  <a:pt x="7561" y="3844"/>
                </a:lnTo>
                <a:cubicBezTo>
                  <a:pt x="7561" y="3623"/>
                  <a:pt x="7404" y="3466"/>
                  <a:pt x="7183" y="3466"/>
                </a:cubicBezTo>
                <a:lnTo>
                  <a:pt x="6490" y="3466"/>
                </a:lnTo>
                <a:cubicBezTo>
                  <a:pt x="5892" y="3466"/>
                  <a:pt x="5450" y="2993"/>
                  <a:pt x="5450" y="2458"/>
                </a:cubicBezTo>
                <a:lnTo>
                  <a:pt x="5450" y="1733"/>
                </a:lnTo>
                <a:cubicBezTo>
                  <a:pt x="5450" y="1544"/>
                  <a:pt x="5293" y="1386"/>
                  <a:pt x="5104" y="1386"/>
                </a:cubicBezTo>
                <a:cubicBezTo>
                  <a:pt x="4915" y="1386"/>
                  <a:pt x="4757" y="1544"/>
                  <a:pt x="4757" y="1733"/>
                </a:cubicBezTo>
                <a:lnTo>
                  <a:pt x="4757" y="2458"/>
                </a:lnTo>
                <a:cubicBezTo>
                  <a:pt x="4757" y="3056"/>
                  <a:pt x="4285" y="3466"/>
                  <a:pt x="3718" y="3466"/>
                </a:cubicBezTo>
                <a:lnTo>
                  <a:pt x="3088" y="3466"/>
                </a:lnTo>
                <a:cubicBezTo>
                  <a:pt x="2899" y="3466"/>
                  <a:pt x="2741" y="3623"/>
                  <a:pt x="2741" y="3844"/>
                </a:cubicBezTo>
                <a:lnTo>
                  <a:pt x="2741" y="5923"/>
                </a:lnTo>
                <a:cubicBezTo>
                  <a:pt x="2741" y="6049"/>
                  <a:pt x="2741" y="6144"/>
                  <a:pt x="2773" y="6270"/>
                </a:cubicBezTo>
                <a:lnTo>
                  <a:pt x="2395" y="6270"/>
                </a:lnTo>
                <a:cubicBezTo>
                  <a:pt x="2205" y="6270"/>
                  <a:pt x="2048" y="6112"/>
                  <a:pt x="2048" y="5923"/>
                </a:cubicBezTo>
                <a:lnTo>
                  <a:pt x="2048" y="3844"/>
                </a:lnTo>
                <a:cubicBezTo>
                  <a:pt x="2048" y="2111"/>
                  <a:pt x="3466" y="725"/>
                  <a:pt x="5135" y="725"/>
                </a:cubicBezTo>
                <a:close/>
                <a:moveTo>
                  <a:pt x="5230" y="3466"/>
                </a:moveTo>
                <a:cubicBezTo>
                  <a:pt x="5545" y="3907"/>
                  <a:pt x="6049" y="4190"/>
                  <a:pt x="6585" y="4190"/>
                </a:cubicBezTo>
                <a:lnTo>
                  <a:pt x="6963" y="4190"/>
                </a:lnTo>
                <a:lnTo>
                  <a:pt x="6963" y="5955"/>
                </a:lnTo>
                <a:lnTo>
                  <a:pt x="6931" y="5955"/>
                </a:lnTo>
                <a:cubicBezTo>
                  <a:pt x="6931" y="6553"/>
                  <a:pt x="6459" y="6994"/>
                  <a:pt x="5892" y="6994"/>
                </a:cubicBezTo>
                <a:lnTo>
                  <a:pt x="4505" y="6994"/>
                </a:lnTo>
                <a:cubicBezTo>
                  <a:pt x="3938" y="6994"/>
                  <a:pt x="3497" y="6522"/>
                  <a:pt x="3497" y="5955"/>
                </a:cubicBezTo>
                <a:lnTo>
                  <a:pt x="3497" y="4190"/>
                </a:lnTo>
                <a:lnTo>
                  <a:pt x="3844" y="4190"/>
                </a:lnTo>
                <a:cubicBezTo>
                  <a:pt x="4379" y="4190"/>
                  <a:pt x="4915" y="3907"/>
                  <a:pt x="5230" y="3466"/>
                </a:cubicBezTo>
                <a:close/>
                <a:moveTo>
                  <a:pt x="6301" y="7624"/>
                </a:moveTo>
                <a:cubicBezTo>
                  <a:pt x="6396" y="8034"/>
                  <a:pt x="6805" y="8349"/>
                  <a:pt x="7278" y="8349"/>
                </a:cubicBezTo>
                <a:lnTo>
                  <a:pt x="7624" y="8349"/>
                </a:lnTo>
                <a:lnTo>
                  <a:pt x="7624" y="9200"/>
                </a:lnTo>
                <a:cubicBezTo>
                  <a:pt x="6852" y="9546"/>
                  <a:pt x="6025" y="9719"/>
                  <a:pt x="5198" y="9719"/>
                </a:cubicBezTo>
                <a:cubicBezTo>
                  <a:pt x="4371" y="9719"/>
                  <a:pt x="3544" y="9546"/>
                  <a:pt x="2773" y="9200"/>
                </a:cubicBezTo>
                <a:lnTo>
                  <a:pt x="2773" y="8349"/>
                </a:lnTo>
                <a:lnTo>
                  <a:pt x="3119" y="8349"/>
                </a:lnTo>
                <a:cubicBezTo>
                  <a:pt x="3560" y="8349"/>
                  <a:pt x="3970" y="8034"/>
                  <a:pt x="4127" y="7624"/>
                </a:cubicBezTo>
                <a:cubicBezTo>
                  <a:pt x="4253" y="7656"/>
                  <a:pt x="4411" y="7656"/>
                  <a:pt x="4505" y="7656"/>
                </a:cubicBezTo>
                <a:lnTo>
                  <a:pt x="5892" y="7656"/>
                </a:lnTo>
                <a:cubicBezTo>
                  <a:pt x="6018" y="7656"/>
                  <a:pt x="6175" y="7656"/>
                  <a:pt x="6301" y="7624"/>
                </a:cubicBezTo>
                <a:close/>
                <a:moveTo>
                  <a:pt x="2079" y="8349"/>
                </a:moveTo>
                <a:lnTo>
                  <a:pt x="2079" y="11153"/>
                </a:lnTo>
                <a:lnTo>
                  <a:pt x="693" y="11153"/>
                </a:lnTo>
                <a:lnTo>
                  <a:pt x="693" y="9389"/>
                </a:lnTo>
                <a:cubicBezTo>
                  <a:pt x="693" y="8790"/>
                  <a:pt x="1166" y="8349"/>
                  <a:pt x="1733" y="8349"/>
                </a:cubicBezTo>
                <a:close/>
                <a:moveTo>
                  <a:pt x="7656" y="9924"/>
                </a:moveTo>
                <a:lnTo>
                  <a:pt x="7656" y="11153"/>
                </a:lnTo>
                <a:lnTo>
                  <a:pt x="2773" y="11153"/>
                </a:lnTo>
                <a:lnTo>
                  <a:pt x="2773" y="9924"/>
                </a:lnTo>
                <a:cubicBezTo>
                  <a:pt x="3560" y="10239"/>
                  <a:pt x="4411" y="10397"/>
                  <a:pt x="5230" y="10397"/>
                </a:cubicBezTo>
                <a:cubicBezTo>
                  <a:pt x="6049" y="10397"/>
                  <a:pt x="6868" y="10239"/>
                  <a:pt x="7656" y="9924"/>
                </a:cubicBezTo>
                <a:close/>
                <a:moveTo>
                  <a:pt x="8664" y="8349"/>
                </a:moveTo>
                <a:cubicBezTo>
                  <a:pt x="9231" y="8349"/>
                  <a:pt x="9672" y="8821"/>
                  <a:pt x="9672" y="9389"/>
                </a:cubicBezTo>
                <a:lnTo>
                  <a:pt x="9672" y="11153"/>
                </a:lnTo>
                <a:lnTo>
                  <a:pt x="8286" y="11153"/>
                </a:lnTo>
                <a:lnTo>
                  <a:pt x="8286" y="8349"/>
                </a:lnTo>
                <a:close/>
                <a:moveTo>
                  <a:pt x="5198" y="0"/>
                </a:moveTo>
                <a:cubicBezTo>
                  <a:pt x="3088" y="0"/>
                  <a:pt x="1355" y="1701"/>
                  <a:pt x="1355" y="3844"/>
                </a:cubicBezTo>
                <a:lnTo>
                  <a:pt x="1355" y="5923"/>
                </a:lnTo>
                <a:cubicBezTo>
                  <a:pt x="1355" y="6522"/>
                  <a:pt x="1827" y="6931"/>
                  <a:pt x="2395" y="6931"/>
                </a:cubicBezTo>
                <a:lnTo>
                  <a:pt x="3088" y="6931"/>
                </a:lnTo>
                <a:cubicBezTo>
                  <a:pt x="3182" y="7057"/>
                  <a:pt x="3308" y="7183"/>
                  <a:pt x="3466" y="7309"/>
                </a:cubicBezTo>
                <a:cubicBezTo>
                  <a:pt x="3466" y="7530"/>
                  <a:pt x="3308" y="7687"/>
                  <a:pt x="3088" y="7687"/>
                </a:cubicBezTo>
                <a:lnTo>
                  <a:pt x="1733" y="7687"/>
                </a:lnTo>
                <a:cubicBezTo>
                  <a:pt x="788" y="7687"/>
                  <a:pt x="0" y="8475"/>
                  <a:pt x="0" y="9420"/>
                </a:cubicBezTo>
                <a:lnTo>
                  <a:pt x="0" y="11499"/>
                </a:lnTo>
                <a:cubicBezTo>
                  <a:pt x="0" y="11720"/>
                  <a:pt x="158" y="11877"/>
                  <a:pt x="347" y="11877"/>
                </a:cubicBezTo>
                <a:lnTo>
                  <a:pt x="10019" y="11877"/>
                </a:lnTo>
                <a:cubicBezTo>
                  <a:pt x="10239" y="11877"/>
                  <a:pt x="10397" y="11720"/>
                  <a:pt x="10397" y="11499"/>
                </a:cubicBezTo>
                <a:lnTo>
                  <a:pt x="10397" y="9420"/>
                </a:lnTo>
                <a:cubicBezTo>
                  <a:pt x="10397" y="8475"/>
                  <a:pt x="9609" y="7687"/>
                  <a:pt x="8664" y="7687"/>
                </a:cubicBezTo>
                <a:lnTo>
                  <a:pt x="7278" y="7687"/>
                </a:lnTo>
                <a:cubicBezTo>
                  <a:pt x="7089" y="7687"/>
                  <a:pt x="6931" y="7530"/>
                  <a:pt x="6931" y="7341"/>
                </a:cubicBezTo>
                <a:cubicBezTo>
                  <a:pt x="7026" y="7246"/>
                  <a:pt x="7152" y="7152"/>
                  <a:pt x="7278" y="6994"/>
                </a:cubicBezTo>
                <a:lnTo>
                  <a:pt x="7971" y="6994"/>
                </a:lnTo>
                <a:cubicBezTo>
                  <a:pt x="8569" y="6994"/>
                  <a:pt x="9011" y="6522"/>
                  <a:pt x="9011" y="5955"/>
                </a:cubicBezTo>
                <a:lnTo>
                  <a:pt x="9011" y="3844"/>
                </a:lnTo>
                <a:cubicBezTo>
                  <a:pt x="9011" y="1733"/>
                  <a:pt x="7309" y="0"/>
                  <a:pt x="519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7" name="Google Shape;9197;p73">
            <a:extLst>
              <a:ext uri="{FF2B5EF4-FFF2-40B4-BE49-F238E27FC236}">
                <a16:creationId xmlns:a16="http://schemas.microsoft.com/office/drawing/2014/main" id="{E47DD08D-2B96-A278-1154-0ED6E4E5481A}"/>
              </a:ext>
            </a:extLst>
          </p:cNvPr>
          <p:cNvSpPr/>
          <p:nvPr/>
        </p:nvSpPr>
        <p:spPr>
          <a:xfrm>
            <a:off x="10564259" y="2118423"/>
            <a:ext cx="533135" cy="531735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3813" y="630"/>
                </a:moveTo>
                <a:cubicBezTo>
                  <a:pt x="4002" y="630"/>
                  <a:pt x="4159" y="788"/>
                  <a:pt x="4159" y="977"/>
                </a:cubicBezTo>
                <a:lnTo>
                  <a:pt x="4159" y="1355"/>
                </a:lnTo>
                <a:lnTo>
                  <a:pt x="1387" y="1355"/>
                </a:lnTo>
                <a:lnTo>
                  <a:pt x="1387" y="977"/>
                </a:lnTo>
                <a:lnTo>
                  <a:pt x="1355" y="977"/>
                </a:lnTo>
                <a:cubicBezTo>
                  <a:pt x="1355" y="788"/>
                  <a:pt x="1513" y="630"/>
                  <a:pt x="1733" y="630"/>
                </a:cubicBezTo>
                <a:close/>
                <a:moveTo>
                  <a:pt x="10114" y="1355"/>
                </a:moveTo>
                <a:cubicBezTo>
                  <a:pt x="10303" y="1355"/>
                  <a:pt x="10460" y="1513"/>
                  <a:pt x="10460" y="1702"/>
                </a:cubicBezTo>
                <a:lnTo>
                  <a:pt x="10460" y="3434"/>
                </a:lnTo>
                <a:lnTo>
                  <a:pt x="7688" y="3434"/>
                </a:lnTo>
                <a:cubicBezTo>
                  <a:pt x="7656" y="3277"/>
                  <a:pt x="7656" y="1859"/>
                  <a:pt x="7656" y="1702"/>
                </a:cubicBezTo>
                <a:cubicBezTo>
                  <a:pt x="7656" y="1513"/>
                  <a:pt x="7814" y="1355"/>
                  <a:pt x="8034" y="1355"/>
                </a:cubicBezTo>
                <a:close/>
                <a:moveTo>
                  <a:pt x="4128" y="2048"/>
                </a:moveTo>
                <a:lnTo>
                  <a:pt x="4128" y="4821"/>
                </a:lnTo>
                <a:lnTo>
                  <a:pt x="1355" y="4821"/>
                </a:lnTo>
                <a:lnTo>
                  <a:pt x="1355" y="2048"/>
                </a:lnTo>
                <a:close/>
                <a:moveTo>
                  <a:pt x="6617" y="2048"/>
                </a:moveTo>
                <a:cubicBezTo>
                  <a:pt x="6806" y="2048"/>
                  <a:pt x="6963" y="2206"/>
                  <a:pt x="6963" y="2395"/>
                </a:cubicBezTo>
                <a:lnTo>
                  <a:pt x="6963" y="4852"/>
                </a:lnTo>
                <a:lnTo>
                  <a:pt x="4821" y="4852"/>
                </a:lnTo>
                <a:lnTo>
                  <a:pt x="4821" y="2395"/>
                </a:lnTo>
                <a:cubicBezTo>
                  <a:pt x="4821" y="2206"/>
                  <a:pt x="4978" y="2048"/>
                  <a:pt x="5167" y="2048"/>
                </a:cubicBezTo>
                <a:close/>
                <a:moveTo>
                  <a:pt x="10429" y="4127"/>
                </a:moveTo>
                <a:lnTo>
                  <a:pt x="10429" y="4852"/>
                </a:lnTo>
                <a:lnTo>
                  <a:pt x="7656" y="4852"/>
                </a:lnTo>
                <a:lnTo>
                  <a:pt x="7656" y="4127"/>
                </a:lnTo>
                <a:close/>
                <a:moveTo>
                  <a:pt x="10775" y="5514"/>
                </a:moveTo>
                <a:cubicBezTo>
                  <a:pt x="10964" y="5514"/>
                  <a:pt x="11122" y="5671"/>
                  <a:pt x="11122" y="5860"/>
                </a:cubicBezTo>
                <a:lnTo>
                  <a:pt x="11122" y="10744"/>
                </a:lnTo>
                <a:cubicBezTo>
                  <a:pt x="11122" y="10964"/>
                  <a:pt x="10964" y="11122"/>
                  <a:pt x="10775" y="11122"/>
                </a:cubicBezTo>
                <a:lnTo>
                  <a:pt x="1009" y="11122"/>
                </a:lnTo>
                <a:cubicBezTo>
                  <a:pt x="820" y="11122"/>
                  <a:pt x="662" y="10964"/>
                  <a:pt x="662" y="10744"/>
                </a:cubicBezTo>
                <a:lnTo>
                  <a:pt x="662" y="5860"/>
                </a:lnTo>
                <a:cubicBezTo>
                  <a:pt x="662" y="5671"/>
                  <a:pt x="820" y="5514"/>
                  <a:pt x="1009" y="5514"/>
                </a:cubicBezTo>
                <a:close/>
                <a:moveTo>
                  <a:pt x="1733" y="0"/>
                </a:moveTo>
                <a:cubicBezTo>
                  <a:pt x="1135" y="0"/>
                  <a:pt x="694" y="473"/>
                  <a:pt x="694" y="1040"/>
                </a:cubicBezTo>
                <a:lnTo>
                  <a:pt x="694" y="4884"/>
                </a:lnTo>
                <a:cubicBezTo>
                  <a:pt x="316" y="5041"/>
                  <a:pt x="1" y="5388"/>
                  <a:pt x="1" y="5860"/>
                </a:cubicBezTo>
                <a:lnTo>
                  <a:pt x="1" y="10744"/>
                </a:lnTo>
                <a:cubicBezTo>
                  <a:pt x="1" y="11342"/>
                  <a:pt x="473" y="11783"/>
                  <a:pt x="1009" y="11783"/>
                </a:cubicBezTo>
                <a:lnTo>
                  <a:pt x="10775" y="11783"/>
                </a:lnTo>
                <a:cubicBezTo>
                  <a:pt x="11374" y="11783"/>
                  <a:pt x="11815" y="11311"/>
                  <a:pt x="11815" y="10744"/>
                </a:cubicBezTo>
                <a:lnTo>
                  <a:pt x="11815" y="5860"/>
                </a:lnTo>
                <a:cubicBezTo>
                  <a:pt x="11815" y="5388"/>
                  <a:pt x="11531" y="5010"/>
                  <a:pt x="11122" y="4884"/>
                </a:cubicBezTo>
                <a:lnTo>
                  <a:pt x="11122" y="1702"/>
                </a:lnTo>
                <a:cubicBezTo>
                  <a:pt x="11122" y="1103"/>
                  <a:pt x="10649" y="662"/>
                  <a:pt x="10114" y="662"/>
                </a:cubicBezTo>
                <a:lnTo>
                  <a:pt x="8034" y="662"/>
                </a:lnTo>
                <a:cubicBezTo>
                  <a:pt x="7530" y="662"/>
                  <a:pt x="7152" y="977"/>
                  <a:pt x="7026" y="1418"/>
                </a:cubicBezTo>
                <a:cubicBezTo>
                  <a:pt x="6932" y="1387"/>
                  <a:pt x="6806" y="1355"/>
                  <a:pt x="6648" y="1355"/>
                </a:cubicBezTo>
                <a:lnTo>
                  <a:pt x="5230" y="1355"/>
                </a:lnTo>
                <a:cubicBezTo>
                  <a:pt x="5104" y="1355"/>
                  <a:pt x="4978" y="1387"/>
                  <a:pt x="4884" y="1418"/>
                </a:cubicBezTo>
                <a:lnTo>
                  <a:pt x="4884" y="1040"/>
                </a:lnTo>
                <a:cubicBezTo>
                  <a:pt x="4884" y="441"/>
                  <a:pt x="4380" y="0"/>
                  <a:pt x="38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8" name="Google Shape;9198;p73">
            <a:extLst>
              <a:ext uri="{FF2B5EF4-FFF2-40B4-BE49-F238E27FC236}">
                <a16:creationId xmlns:a16="http://schemas.microsoft.com/office/drawing/2014/main" id="{411AA18F-2FFB-7BBB-5DC3-4E4B1A303CAE}"/>
              </a:ext>
            </a:extLst>
          </p:cNvPr>
          <p:cNvSpPr/>
          <p:nvPr/>
        </p:nvSpPr>
        <p:spPr>
          <a:xfrm>
            <a:off x="10720658" y="2397058"/>
            <a:ext cx="220383" cy="92459"/>
          </a:xfrm>
          <a:custGeom>
            <a:avLst/>
            <a:gdLst/>
            <a:ahLst/>
            <a:cxnLst/>
            <a:rect l="l" t="t" r="r" b="b"/>
            <a:pathLst>
              <a:path w="4884" h="2049" extrusionOk="0">
                <a:moveTo>
                  <a:pt x="3844" y="725"/>
                </a:moveTo>
                <a:cubicBezTo>
                  <a:pt x="4033" y="725"/>
                  <a:pt x="4190" y="882"/>
                  <a:pt x="4190" y="1071"/>
                </a:cubicBezTo>
                <a:cubicBezTo>
                  <a:pt x="4190" y="1260"/>
                  <a:pt x="4033" y="1418"/>
                  <a:pt x="3844" y="1418"/>
                </a:cubicBezTo>
                <a:lnTo>
                  <a:pt x="1008" y="1418"/>
                </a:lnTo>
                <a:cubicBezTo>
                  <a:pt x="819" y="1418"/>
                  <a:pt x="662" y="1260"/>
                  <a:pt x="662" y="1071"/>
                </a:cubicBezTo>
                <a:cubicBezTo>
                  <a:pt x="662" y="882"/>
                  <a:pt x="819" y="725"/>
                  <a:pt x="1008" y="725"/>
                </a:cubicBezTo>
                <a:close/>
                <a:moveTo>
                  <a:pt x="1008" y="0"/>
                </a:moveTo>
                <a:cubicBezTo>
                  <a:pt x="410" y="0"/>
                  <a:pt x="0" y="473"/>
                  <a:pt x="0" y="1040"/>
                </a:cubicBezTo>
                <a:cubicBezTo>
                  <a:pt x="0" y="1639"/>
                  <a:pt x="473" y="2048"/>
                  <a:pt x="1008" y="2048"/>
                </a:cubicBezTo>
                <a:lnTo>
                  <a:pt x="3844" y="2048"/>
                </a:lnTo>
                <a:cubicBezTo>
                  <a:pt x="4442" y="2048"/>
                  <a:pt x="4883" y="1576"/>
                  <a:pt x="4883" y="1040"/>
                </a:cubicBezTo>
                <a:cubicBezTo>
                  <a:pt x="4852" y="473"/>
                  <a:pt x="4411" y="0"/>
                  <a:pt x="38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9" name="Google Shape;9199;p73">
            <a:extLst>
              <a:ext uri="{FF2B5EF4-FFF2-40B4-BE49-F238E27FC236}">
                <a16:creationId xmlns:a16="http://schemas.microsoft.com/office/drawing/2014/main" id="{74855AC9-896E-C010-DCCE-26D0F8DE2ED1}"/>
              </a:ext>
            </a:extLst>
          </p:cNvPr>
          <p:cNvSpPr/>
          <p:nvPr/>
        </p:nvSpPr>
        <p:spPr>
          <a:xfrm>
            <a:off x="10940995" y="2210834"/>
            <a:ext cx="64031" cy="32715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47" y="725"/>
                </a:cubicBezTo>
                <a:lnTo>
                  <a:pt x="1040" y="725"/>
                </a:lnTo>
                <a:cubicBezTo>
                  <a:pt x="1261" y="725"/>
                  <a:pt x="1418" y="567"/>
                  <a:pt x="1418" y="347"/>
                </a:cubicBezTo>
                <a:cubicBezTo>
                  <a:pt x="1355" y="158"/>
                  <a:pt x="1198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40" name="Google Shape;9200;p73">
            <a:extLst>
              <a:ext uri="{FF2B5EF4-FFF2-40B4-BE49-F238E27FC236}">
                <a16:creationId xmlns:a16="http://schemas.microsoft.com/office/drawing/2014/main" id="{D4FCA13B-212E-BD73-3240-AA1FC9F23FB8}"/>
              </a:ext>
            </a:extLst>
          </p:cNvPr>
          <p:cNvSpPr/>
          <p:nvPr/>
        </p:nvSpPr>
        <p:spPr>
          <a:xfrm>
            <a:off x="10656671" y="2240659"/>
            <a:ext cx="64031" cy="3276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1040" y="725"/>
                </a:lnTo>
                <a:cubicBezTo>
                  <a:pt x="1261" y="725"/>
                  <a:pt x="1418" y="568"/>
                  <a:pt x="1418" y="379"/>
                </a:cubicBezTo>
                <a:cubicBezTo>
                  <a:pt x="1418" y="158"/>
                  <a:pt x="1261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5" name="Google Shape;9202;p73">
            <a:extLst>
              <a:ext uri="{FF2B5EF4-FFF2-40B4-BE49-F238E27FC236}">
                <a16:creationId xmlns:a16="http://schemas.microsoft.com/office/drawing/2014/main" id="{509A033B-F17D-E52B-5719-0AA8E6B2D837}"/>
              </a:ext>
            </a:extLst>
          </p:cNvPr>
          <p:cNvSpPr/>
          <p:nvPr/>
        </p:nvSpPr>
        <p:spPr>
          <a:xfrm>
            <a:off x="1889132" y="1608795"/>
            <a:ext cx="281527" cy="281524"/>
          </a:xfrm>
          <a:custGeom>
            <a:avLst/>
            <a:gdLst/>
            <a:ahLst/>
            <a:cxnLst/>
            <a:rect l="l" t="t" r="r" b="b"/>
            <a:pathLst>
              <a:path w="6239" h="6239" extrusionOk="0">
                <a:moveTo>
                  <a:pt x="3119" y="2079"/>
                </a:moveTo>
                <a:cubicBezTo>
                  <a:pt x="3529" y="2079"/>
                  <a:pt x="3844" y="2395"/>
                  <a:pt x="3844" y="2773"/>
                </a:cubicBezTo>
                <a:cubicBezTo>
                  <a:pt x="3844" y="3182"/>
                  <a:pt x="3529" y="3497"/>
                  <a:pt x="3119" y="3497"/>
                </a:cubicBezTo>
                <a:cubicBezTo>
                  <a:pt x="2741" y="3497"/>
                  <a:pt x="2426" y="3182"/>
                  <a:pt x="2426" y="2773"/>
                </a:cubicBezTo>
                <a:cubicBezTo>
                  <a:pt x="2426" y="2395"/>
                  <a:pt x="2741" y="2079"/>
                  <a:pt x="3119" y="2079"/>
                </a:cubicBezTo>
                <a:close/>
                <a:moveTo>
                  <a:pt x="3119" y="725"/>
                </a:moveTo>
                <a:cubicBezTo>
                  <a:pt x="4474" y="725"/>
                  <a:pt x="5577" y="1827"/>
                  <a:pt x="5577" y="3182"/>
                </a:cubicBezTo>
                <a:cubicBezTo>
                  <a:pt x="5577" y="3686"/>
                  <a:pt x="5388" y="4159"/>
                  <a:pt x="5136" y="4537"/>
                </a:cubicBezTo>
                <a:cubicBezTo>
                  <a:pt x="4884" y="4190"/>
                  <a:pt x="4537" y="3907"/>
                  <a:pt x="4191" y="3718"/>
                </a:cubicBezTo>
                <a:cubicBezTo>
                  <a:pt x="4411" y="3497"/>
                  <a:pt x="4537" y="3182"/>
                  <a:pt x="4537" y="2804"/>
                </a:cubicBezTo>
                <a:cubicBezTo>
                  <a:pt x="4537" y="2079"/>
                  <a:pt x="3907" y="1449"/>
                  <a:pt x="3151" y="1449"/>
                </a:cubicBezTo>
                <a:cubicBezTo>
                  <a:pt x="2426" y="1449"/>
                  <a:pt x="1796" y="2079"/>
                  <a:pt x="1796" y="2804"/>
                </a:cubicBezTo>
                <a:cubicBezTo>
                  <a:pt x="1796" y="3182"/>
                  <a:pt x="1891" y="3497"/>
                  <a:pt x="2143" y="3718"/>
                </a:cubicBezTo>
                <a:cubicBezTo>
                  <a:pt x="1733" y="3907"/>
                  <a:pt x="1418" y="4190"/>
                  <a:pt x="1198" y="4537"/>
                </a:cubicBezTo>
                <a:cubicBezTo>
                  <a:pt x="914" y="4159"/>
                  <a:pt x="756" y="3686"/>
                  <a:pt x="756" y="3182"/>
                </a:cubicBezTo>
                <a:cubicBezTo>
                  <a:pt x="662" y="1796"/>
                  <a:pt x="1796" y="725"/>
                  <a:pt x="3119" y="725"/>
                </a:cubicBezTo>
                <a:close/>
                <a:moveTo>
                  <a:pt x="3119" y="4190"/>
                </a:moveTo>
                <a:cubicBezTo>
                  <a:pt x="3749" y="4190"/>
                  <a:pt x="4317" y="4505"/>
                  <a:pt x="4632" y="5041"/>
                </a:cubicBezTo>
                <a:cubicBezTo>
                  <a:pt x="4222" y="5387"/>
                  <a:pt x="3686" y="5577"/>
                  <a:pt x="3119" y="5577"/>
                </a:cubicBezTo>
                <a:cubicBezTo>
                  <a:pt x="2584" y="5577"/>
                  <a:pt x="2017" y="5387"/>
                  <a:pt x="1639" y="5041"/>
                </a:cubicBezTo>
                <a:cubicBezTo>
                  <a:pt x="1954" y="4505"/>
                  <a:pt x="2489" y="4190"/>
                  <a:pt x="3119" y="4190"/>
                </a:cubicBezTo>
                <a:close/>
                <a:moveTo>
                  <a:pt x="3119" y="0"/>
                </a:moveTo>
                <a:cubicBezTo>
                  <a:pt x="1387" y="0"/>
                  <a:pt x="0" y="1418"/>
                  <a:pt x="0" y="3119"/>
                </a:cubicBezTo>
                <a:cubicBezTo>
                  <a:pt x="0" y="4852"/>
                  <a:pt x="1387" y="6238"/>
                  <a:pt x="3119" y="6238"/>
                </a:cubicBezTo>
                <a:cubicBezTo>
                  <a:pt x="4852" y="6238"/>
                  <a:pt x="6238" y="4820"/>
                  <a:pt x="6238" y="3119"/>
                </a:cubicBezTo>
                <a:cubicBezTo>
                  <a:pt x="6238" y="1386"/>
                  <a:pt x="4821" y="0"/>
                  <a:pt x="31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6" name="Google Shape;9203;p73">
            <a:extLst>
              <a:ext uri="{FF2B5EF4-FFF2-40B4-BE49-F238E27FC236}">
                <a16:creationId xmlns:a16="http://schemas.microsoft.com/office/drawing/2014/main" id="{444728D6-6344-787A-87A5-B871EA01237A}"/>
              </a:ext>
            </a:extLst>
          </p:cNvPr>
          <p:cNvSpPr/>
          <p:nvPr/>
        </p:nvSpPr>
        <p:spPr>
          <a:xfrm>
            <a:off x="1761163" y="1483668"/>
            <a:ext cx="537421" cy="534576"/>
          </a:xfrm>
          <a:custGeom>
            <a:avLst/>
            <a:gdLst/>
            <a:ahLst/>
            <a:cxnLst/>
            <a:rect l="l" t="t" r="r" b="b"/>
            <a:pathLst>
              <a:path w="11910" h="11847" extrusionOk="0">
                <a:moveTo>
                  <a:pt x="6365" y="662"/>
                </a:moveTo>
                <a:lnTo>
                  <a:pt x="6522" y="1513"/>
                </a:lnTo>
                <a:cubicBezTo>
                  <a:pt x="6554" y="1702"/>
                  <a:pt x="6617" y="1765"/>
                  <a:pt x="6774" y="1797"/>
                </a:cubicBezTo>
                <a:cubicBezTo>
                  <a:pt x="7342" y="1923"/>
                  <a:pt x="7814" y="2112"/>
                  <a:pt x="8287" y="2427"/>
                </a:cubicBezTo>
                <a:cubicBezTo>
                  <a:pt x="8350" y="2474"/>
                  <a:pt x="8421" y="2498"/>
                  <a:pt x="8488" y="2498"/>
                </a:cubicBezTo>
                <a:cubicBezTo>
                  <a:pt x="8554" y="2498"/>
                  <a:pt x="8618" y="2474"/>
                  <a:pt x="8665" y="2427"/>
                </a:cubicBezTo>
                <a:lnTo>
                  <a:pt x="9389" y="1923"/>
                </a:lnTo>
                <a:lnTo>
                  <a:pt x="9925" y="2490"/>
                </a:lnTo>
                <a:lnTo>
                  <a:pt x="9421" y="3183"/>
                </a:lnTo>
                <a:cubicBezTo>
                  <a:pt x="9358" y="3309"/>
                  <a:pt x="9358" y="3466"/>
                  <a:pt x="9421" y="3592"/>
                </a:cubicBezTo>
                <a:cubicBezTo>
                  <a:pt x="9736" y="4065"/>
                  <a:pt x="9925" y="4537"/>
                  <a:pt x="10051" y="5073"/>
                </a:cubicBezTo>
                <a:cubicBezTo>
                  <a:pt x="10082" y="5231"/>
                  <a:pt x="10209" y="5294"/>
                  <a:pt x="10335" y="5357"/>
                </a:cubicBezTo>
                <a:lnTo>
                  <a:pt x="11185" y="5514"/>
                </a:lnTo>
                <a:lnTo>
                  <a:pt x="11185" y="6302"/>
                </a:lnTo>
                <a:lnTo>
                  <a:pt x="10335" y="6459"/>
                </a:lnTo>
                <a:cubicBezTo>
                  <a:pt x="10177" y="6491"/>
                  <a:pt x="10082" y="6585"/>
                  <a:pt x="10051" y="6743"/>
                </a:cubicBezTo>
                <a:cubicBezTo>
                  <a:pt x="9925" y="7278"/>
                  <a:pt x="9736" y="7751"/>
                  <a:pt x="9421" y="8224"/>
                </a:cubicBezTo>
                <a:cubicBezTo>
                  <a:pt x="9358" y="8350"/>
                  <a:pt x="9358" y="8507"/>
                  <a:pt x="9421" y="8633"/>
                </a:cubicBezTo>
                <a:lnTo>
                  <a:pt x="9925" y="9326"/>
                </a:lnTo>
                <a:lnTo>
                  <a:pt x="9389" y="9893"/>
                </a:lnTo>
                <a:lnTo>
                  <a:pt x="8665" y="9358"/>
                </a:lnTo>
                <a:cubicBezTo>
                  <a:pt x="8618" y="9326"/>
                  <a:pt x="8554" y="9310"/>
                  <a:pt x="8488" y="9310"/>
                </a:cubicBezTo>
                <a:cubicBezTo>
                  <a:pt x="8421" y="9310"/>
                  <a:pt x="8350" y="9326"/>
                  <a:pt x="8287" y="9358"/>
                </a:cubicBezTo>
                <a:cubicBezTo>
                  <a:pt x="7814" y="9673"/>
                  <a:pt x="7342" y="9893"/>
                  <a:pt x="6774" y="9988"/>
                </a:cubicBezTo>
                <a:cubicBezTo>
                  <a:pt x="6617" y="10051"/>
                  <a:pt x="6554" y="10145"/>
                  <a:pt x="6522" y="10271"/>
                </a:cubicBezTo>
                <a:lnTo>
                  <a:pt x="6365" y="11153"/>
                </a:lnTo>
                <a:lnTo>
                  <a:pt x="5577" y="11153"/>
                </a:lnTo>
                <a:lnTo>
                  <a:pt x="5420" y="10271"/>
                </a:lnTo>
                <a:cubicBezTo>
                  <a:pt x="5357" y="10114"/>
                  <a:pt x="5294" y="10051"/>
                  <a:pt x="5136" y="9988"/>
                </a:cubicBezTo>
                <a:cubicBezTo>
                  <a:pt x="4569" y="9893"/>
                  <a:pt x="4097" y="9673"/>
                  <a:pt x="3624" y="9358"/>
                </a:cubicBezTo>
                <a:cubicBezTo>
                  <a:pt x="3561" y="9326"/>
                  <a:pt x="3498" y="9310"/>
                  <a:pt x="3435" y="9310"/>
                </a:cubicBezTo>
                <a:cubicBezTo>
                  <a:pt x="3372" y="9310"/>
                  <a:pt x="3309" y="9326"/>
                  <a:pt x="3246" y="9358"/>
                </a:cubicBezTo>
                <a:lnTo>
                  <a:pt x="2521" y="9893"/>
                </a:lnTo>
                <a:lnTo>
                  <a:pt x="1986" y="9326"/>
                </a:lnTo>
                <a:lnTo>
                  <a:pt x="2490" y="8633"/>
                </a:lnTo>
                <a:cubicBezTo>
                  <a:pt x="2584" y="8507"/>
                  <a:pt x="2584" y="8350"/>
                  <a:pt x="2490" y="8224"/>
                </a:cubicBezTo>
                <a:cubicBezTo>
                  <a:pt x="2175" y="7751"/>
                  <a:pt x="1986" y="7278"/>
                  <a:pt x="1860" y="6743"/>
                </a:cubicBezTo>
                <a:cubicBezTo>
                  <a:pt x="1828" y="6585"/>
                  <a:pt x="1702" y="6491"/>
                  <a:pt x="1576" y="6459"/>
                </a:cubicBezTo>
                <a:lnTo>
                  <a:pt x="726" y="6302"/>
                </a:lnTo>
                <a:lnTo>
                  <a:pt x="726" y="5514"/>
                </a:lnTo>
                <a:lnTo>
                  <a:pt x="1576" y="5357"/>
                </a:lnTo>
                <a:cubicBezTo>
                  <a:pt x="1734" y="5325"/>
                  <a:pt x="1828" y="5231"/>
                  <a:pt x="1860" y="5073"/>
                </a:cubicBezTo>
                <a:cubicBezTo>
                  <a:pt x="1986" y="4506"/>
                  <a:pt x="2175" y="4065"/>
                  <a:pt x="2490" y="3592"/>
                </a:cubicBezTo>
                <a:cubicBezTo>
                  <a:pt x="2584" y="3466"/>
                  <a:pt x="2584" y="3309"/>
                  <a:pt x="2490" y="3183"/>
                </a:cubicBezTo>
                <a:lnTo>
                  <a:pt x="1986" y="2490"/>
                </a:lnTo>
                <a:lnTo>
                  <a:pt x="2521" y="1923"/>
                </a:lnTo>
                <a:lnTo>
                  <a:pt x="3246" y="2427"/>
                </a:lnTo>
                <a:cubicBezTo>
                  <a:pt x="3309" y="2474"/>
                  <a:pt x="3372" y="2498"/>
                  <a:pt x="3435" y="2498"/>
                </a:cubicBezTo>
                <a:cubicBezTo>
                  <a:pt x="3498" y="2498"/>
                  <a:pt x="3561" y="2474"/>
                  <a:pt x="3624" y="2427"/>
                </a:cubicBezTo>
                <a:cubicBezTo>
                  <a:pt x="4097" y="2112"/>
                  <a:pt x="4569" y="1923"/>
                  <a:pt x="5136" y="1797"/>
                </a:cubicBezTo>
                <a:cubicBezTo>
                  <a:pt x="5294" y="1765"/>
                  <a:pt x="5357" y="1639"/>
                  <a:pt x="5420" y="1513"/>
                </a:cubicBezTo>
                <a:lnTo>
                  <a:pt x="5577" y="662"/>
                </a:lnTo>
                <a:close/>
                <a:moveTo>
                  <a:pt x="5262" y="1"/>
                </a:moveTo>
                <a:cubicBezTo>
                  <a:pt x="5073" y="1"/>
                  <a:pt x="4916" y="127"/>
                  <a:pt x="4884" y="284"/>
                </a:cubicBezTo>
                <a:lnTo>
                  <a:pt x="4727" y="1166"/>
                </a:lnTo>
                <a:cubicBezTo>
                  <a:pt x="4254" y="1292"/>
                  <a:pt x="3813" y="1481"/>
                  <a:pt x="3435" y="1734"/>
                </a:cubicBezTo>
                <a:lnTo>
                  <a:pt x="2679" y="1229"/>
                </a:lnTo>
                <a:cubicBezTo>
                  <a:pt x="2610" y="1174"/>
                  <a:pt x="2541" y="1149"/>
                  <a:pt x="2474" y="1149"/>
                </a:cubicBezTo>
                <a:cubicBezTo>
                  <a:pt x="2389" y="1149"/>
                  <a:pt x="2309" y="1190"/>
                  <a:pt x="2238" y="1261"/>
                </a:cubicBezTo>
                <a:lnTo>
                  <a:pt x="1261" y="2238"/>
                </a:lnTo>
                <a:cubicBezTo>
                  <a:pt x="1135" y="2364"/>
                  <a:pt x="1135" y="2553"/>
                  <a:pt x="1230" y="2679"/>
                </a:cubicBezTo>
                <a:lnTo>
                  <a:pt x="1734" y="3435"/>
                </a:lnTo>
                <a:cubicBezTo>
                  <a:pt x="1513" y="3813"/>
                  <a:pt x="1324" y="4254"/>
                  <a:pt x="1198" y="4726"/>
                </a:cubicBezTo>
                <a:lnTo>
                  <a:pt x="284" y="4884"/>
                </a:lnTo>
                <a:cubicBezTo>
                  <a:pt x="127" y="4915"/>
                  <a:pt x="1" y="5042"/>
                  <a:pt x="1" y="5231"/>
                </a:cubicBezTo>
                <a:lnTo>
                  <a:pt x="1" y="6617"/>
                </a:lnTo>
                <a:cubicBezTo>
                  <a:pt x="64" y="6774"/>
                  <a:pt x="158" y="6932"/>
                  <a:pt x="316" y="6963"/>
                </a:cubicBezTo>
                <a:lnTo>
                  <a:pt x="1230" y="7121"/>
                </a:lnTo>
                <a:cubicBezTo>
                  <a:pt x="1356" y="7593"/>
                  <a:pt x="1545" y="8034"/>
                  <a:pt x="1797" y="8413"/>
                </a:cubicBezTo>
                <a:lnTo>
                  <a:pt x="1261" y="9169"/>
                </a:lnTo>
                <a:cubicBezTo>
                  <a:pt x="1167" y="9295"/>
                  <a:pt x="1198" y="9484"/>
                  <a:pt x="1324" y="9610"/>
                </a:cubicBezTo>
                <a:lnTo>
                  <a:pt x="2301" y="10586"/>
                </a:lnTo>
                <a:cubicBezTo>
                  <a:pt x="2368" y="10654"/>
                  <a:pt x="2454" y="10685"/>
                  <a:pt x="2533" y="10685"/>
                </a:cubicBezTo>
                <a:cubicBezTo>
                  <a:pt x="2602" y="10685"/>
                  <a:pt x="2666" y="10662"/>
                  <a:pt x="2710" y="10618"/>
                </a:cubicBezTo>
                <a:lnTo>
                  <a:pt x="3466" y="10114"/>
                </a:lnTo>
                <a:cubicBezTo>
                  <a:pt x="3876" y="10366"/>
                  <a:pt x="4286" y="10555"/>
                  <a:pt x="4790" y="10681"/>
                </a:cubicBezTo>
                <a:lnTo>
                  <a:pt x="4947" y="11563"/>
                </a:lnTo>
                <a:cubicBezTo>
                  <a:pt x="4979" y="11721"/>
                  <a:pt x="5105" y="11847"/>
                  <a:pt x="5294" y="11847"/>
                </a:cubicBezTo>
                <a:lnTo>
                  <a:pt x="6680" y="11847"/>
                </a:lnTo>
                <a:cubicBezTo>
                  <a:pt x="6837" y="11847"/>
                  <a:pt x="6995" y="11721"/>
                  <a:pt x="7027" y="11563"/>
                </a:cubicBezTo>
                <a:lnTo>
                  <a:pt x="7184" y="10681"/>
                </a:lnTo>
                <a:cubicBezTo>
                  <a:pt x="7657" y="10555"/>
                  <a:pt x="8098" y="10366"/>
                  <a:pt x="8476" y="10114"/>
                </a:cubicBezTo>
                <a:lnTo>
                  <a:pt x="9232" y="10618"/>
                </a:lnTo>
                <a:cubicBezTo>
                  <a:pt x="9301" y="10673"/>
                  <a:pt x="9370" y="10698"/>
                  <a:pt x="9436" y="10698"/>
                </a:cubicBezTo>
                <a:cubicBezTo>
                  <a:pt x="9521" y="10698"/>
                  <a:pt x="9602" y="10657"/>
                  <a:pt x="9673" y="10586"/>
                </a:cubicBezTo>
                <a:lnTo>
                  <a:pt x="10650" y="9610"/>
                </a:lnTo>
                <a:cubicBezTo>
                  <a:pt x="10776" y="9484"/>
                  <a:pt x="10776" y="9295"/>
                  <a:pt x="10681" y="9169"/>
                </a:cubicBezTo>
                <a:lnTo>
                  <a:pt x="10177" y="8413"/>
                </a:lnTo>
                <a:cubicBezTo>
                  <a:pt x="10398" y="8034"/>
                  <a:pt x="10618" y="7593"/>
                  <a:pt x="10713" y="7121"/>
                </a:cubicBezTo>
                <a:lnTo>
                  <a:pt x="11626" y="6963"/>
                </a:lnTo>
                <a:cubicBezTo>
                  <a:pt x="11784" y="6932"/>
                  <a:pt x="11910" y="6806"/>
                  <a:pt x="11910" y="6617"/>
                </a:cubicBezTo>
                <a:lnTo>
                  <a:pt x="11910" y="5231"/>
                </a:lnTo>
                <a:cubicBezTo>
                  <a:pt x="11910" y="5073"/>
                  <a:pt x="11784" y="4915"/>
                  <a:pt x="11626" y="4884"/>
                </a:cubicBezTo>
                <a:lnTo>
                  <a:pt x="10713" y="4726"/>
                </a:lnTo>
                <a:cubicBezTo>
                  <a:pt x="10618" y="4254"/>
                  <a:pt x="10398" y="3813"/>
                  <a:pt x="10177" y="3403"/>
                </a:cubicBezTo>
                <a:lnTo>
                  <a:pt x="10681" y="2679"/>
                </a:lnTo>
                <a:cubicBezTo>
                  <a:pt x="10807" y="2553"/>
                  <a:pt x="10776" y="2364"/>
                  <a:pt x="10650" y="2238"/>
                </a:cubicBezTo>
                <a:lnTo>
                  <a:pt x="9673" y="1261"/>
                </a:lnTo>
                <a:cubicBezTo>
                  <a:pt x="9605" y="1193"/>
                  <a:pt x="9520" y="1162"/>
                  <a:pt x="9435" y="1162"/>
                </a:cubicBezTo>
                <a:cubicBezTo>
                  <a:pt x="9362" y="1162"/>
                  <a:pt x="9290" y="1186"/>
                  <a:pt x="9232" y="1229"/>
                </a:cubicBezTo>
                <a:lnTo>
                  <a:pt x="8476" y="1734"/>
                </a:lnTo>
                <a:cubicBezTo>
                  <a:pt x="8098" y="1481"/>
                  <a:pt x="7657" y="1292"/>
                  <a:pt x="7184" y="1166"/>
                </a:cubicBezTo>
                <a:lnTo>
                  <a:pt x="6995" y="284"/>
                </a:lnTo>
                <a:cubicBezTo>
                  <a:pt x="6932" y="127"/>
                  <a:pt x="6837" y="1"/>
                  <a:pt x="661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27" name="Google Shape;9204;p73">
            <a:extLst>
              <a:ext uri="{FF2B5EF4-FFF2-40B4-BE49-F238E27FC236}">
                <a16:creationId xmlns:a16="http://schemas.microsoft.com/office/drawing/2014/main" id="{7B48E542-B73C-76D4-31F7-26AF99A1BD2F}"/>
              </a:ext>
            </a:extLst>
          </p:cNvPr>
          <p:cNvSpPr/>
          <p:nvPr/>
        </p:nvSpPr>
        <p:spPr>
          <a:xfrm>
            <a:off x="1763262" y="2119835"/>
            <a:ext cx="533179" cy="528892"/>
          </a:xfrm>
          <a:custGeom>
            <a:avLst/>
            <a:gdLst/>
            <a:ahLst/>
            <a:cxnLst/>
            <a:rect l="l" t="t" r="r" b="b"/>
            <a:pathLst>
              <a:path w="11816" h="11721" extrusionOk="0">
                <a:moveTo>
                  <a:pt x="2395" y="631"/>
                </a:moveTo>
                <a:cubicBezTo>
                  <a:pt x="2584" y="631"/>
                  <a:pt x="2742" y="789"/>
                  <a:pt x="2742" y="978"/>
                </a:cubicBezTo>
                <a:cubicBezTo>
                  <a:pt x="2742" y="1167"/>
                  <a:pt x="2584" y="1324"/>
                  <a:pt x="2395" y="1324"/>
                </a:cubicBezTo>
                <a:lnTo>
                  <a:pt x="1009" y="1324"/>
                </a:lnTo>
                <a:cubicBezTo>
                  <a:pt x="820" y="1324"/>
                  <a:pt x="663" y="1167"/>
                  <a:pt x="663" y="978"/>
                </a:cubicBezTo>
                <a:cubicBezTo>
                  <a:pt x="663" y="789"/>
                  <a:pt x="820" y="631"/>
                  <a:pt x="1009" y="631"/>
                </a:cubicBezTo>
                <a:close/>
                <a:moveTo>
                  <a:pt x="6554" y="631"/>
                </a:moveTo>
                <a:cubicBezTo>
                  <a:pt x="6774" y="631"/>
                  <a:pt x="6932" y="789"/>
                  <a:pt x="6932" y="978"/>
                </a:cubicBezTo>
                <a:cubicBezTo>
                  <a:pt x="6932" y="1167"/>
                  <a:pt x="6774" y="1324"/>
                  <a:pt x="6554" y="1324"/>
                </a:cubicBezTo>
                <a:lnTo>
                  <a:pt x="5199" y="1324"/>
                </a:lnTo>
                <a:cubicBezTo>
                  <a:pt x="4979" y="1324"/>
                  <a:pt x="4821" y="1167"/>
                  <a:pt x="4821" y="978"/>
                </a:cubicBezTo>
                <a:cubicBezTo>
                  <a:pt x="4821" y="789"/>
                  <a:pt x="4979" y="631"/>
                  <a:pt x="5199" y="631"/>
                </a:cubicBezTo>
                <a:close/>
                <a:moveTo>
                  <a:pt x="10776" y="631"/>
                </a:moveTo>
                <a:cubicBezTo>
                  <a:pt x="10965" y="631"/>
                  <a:pt x="11122" y="789"/>
                  <a:pt x="11122" y="978"/>
                </a:cubicBezTo>
                <a:cubicBezTo>
                  <a:pt x="11122" y="1167"/>
                  <a:pt x="10965" y="1324"/>
                  <a:pt x="10776" y="1324"/>
                </a:cubicBezTo>
                <a:lnTo>
                  <a:pt x="9389" y="1324"/>
                </a:lnTo>
                <a:cubicBezTo>
                  <a:pt x="9200" y="1324"/>
                  <a:pt x="9043" y="1167"/>
                  <a:pt x="9043" y="978"/>
                </a:cubicBezTo>
                <a:cubicBezTo>
                  <a:pt x="9043" y="789"/>
                  <a:pt x="9200" y="631"/>
                  <a:pt x="9389" y="631"/>
                </a:cubicBezTo>
                <a:close/>
                <a:moveTo>
                  <a:pt x="7279" y="4790"/>
                </a:moveTo>
                <a:cubicBezTo>
                  <a:pt x="7468" y="4790"/>
                  <a:pt x="7625" y="4947"/>
                  <a:pt x="7625" y="5136"/>
                </a:cubicBezTo>
                <a:lnTo>
                  <a:pt x="7625" y="6554"/>
                </a:lnTo>
                <a:cubicBezTo>
                  <a:pt x="7625" y="6775"/>
                  <a:pt x="7468" y="6932"/>
                  <a:pt x="7279" y="6932"/>
                </a:cubicBezTo>
                <a:lnTo>
                  <a:pt x="4506" y="6932"/>
                </a:lnTo>
                <a:cubicBezTo>
                  <a:pt x="4317" y="6932"/>
                  <a:pt x="4160" y="6775"/>
                  <a:pt x="4160" y="6554"/>
                </a:cubicBezTo>
                <a:lnTo>
                  <a:pt x="4160" y="5136"/>
                </a:lnTo>
                <a:cubicBezTo>
                  <a:pt x="4160" y="4947"/>
                  <a:pt x="4317" y="4790"/>
                  <a:pt x="4506" y="4790"/>
                </a:cubicBezTo>
                <a:close/>
                <a:moveTo>
                  <a:pt x="2395" y="10398"/>
                </a:moveTo>
                <a:cubicBezTo>
                  <a:pt x="2584" y="10398"/>
                  <a:pt x="2742" y="10555"/>
                  <a:pt x="2742" y="10744"/>
                </a:cubicBezTo>
                <a:cubicBezTo>
                  <a:pt x="2742" y="10933"/>
                  <a:pt x="2584" y="11091"/>
                  <a:pt x="2395" y="11091"/>
                </a:cubicBezTo>
                <a:lnTo>
                  <a:pt x="1009" y="11091"/>
                </a:lnTo>
                <a:cubicBezTo>
                  <a:pt x="820" y="11091"/>
                  <a:pt x="663" y="10933"/>
                  <a:pt x="663" y="10744"/>
                </a:cubicBezTo>
                <a:cubicBezTo>
                  <a:pt x="663" y="10555"/>
                  <a:pt x="820" y="10398"/>
                  <a:pt x="1009" y="10398"/>
                </a:cubicBezTo>
                <a:close/>
                <a:moveTo>
                  <a:pt x="6585" y="10398"/>
                </a:moveTo>
                <a:cubicBezTo>
                  <a:pt x="6806" y="10398"/>
                  <a:pt x="6964" y="10555"/>
                  <a:pt x="6964" y="10744"/>
                </a:cubicBezTo>
                <a:cubicBezTo>
                  <a:pt x="6964" y="10933"/>
                  <a:pt x="6806" y="11091"/>
                  <a:pt x="6585" y="11091"/>
                </a:cubicBezTo>
                <a:lnTo>
                  <a:pt x="5231" y="11091"/>
                </a:lnTo>
                <a:cubicBezTo>
                  <a:pt x="5010" y="11091"/>
                  <a:pt x="4853" y="10933"/>
                  <a:pt x="4853" y="10744"/>
                </a:cubicBezTo>
                <a:cubicBezTo>
                  <a:pt x="4853" y="10555"/>
                  <a:pt x="5010" y="10398"/>
                  <a:pt x="5231" y="10398"/>
                </a:cubicBezTo>
                <a:close/>
                <a:moveTo>
                  <a:pt x="10776" y="10398"/>
                </a:moveTo>
                <a:cubicBezTo>
                  <a:pt x="10965" y="10398"/>
                  <a:pt x="11122" y="10555"/>
                  <a:pt x="11122" y="10744"/>
                </a:cubicBezTo>
                <a:cubicBezTo>
                  <a:pt x="11122" y="10933"/>
                  <a:pt x="10965" y="11091"/>
                  <a:pt x="10776" y="11091"/>
                </a:cubicBezTo>
                <a:lnTo>
                  <a:pt x="9389" y="11091"/>
                </a:lnTo>
                <a:cubicBezTo>
                  <a:pt x="9200" y="11091"/>
                  <a:pt x="9043" y="10933"/>
                  <a:pt x="9043" y="10744"/>
                </a:cubicBezTo>
                <a:cubicBezTo>
                  <a:pt x="9043" y="10555"/>
                  <a:pt x="9200" y="10398"/>
                  <a:pt x="9389" y="10398"/>
                </a:cubicBezTo>
                <a:close/>
                <a:moveTo>
                  <a:pt x="1009" y="1"/>
                </a:moveTo>
                <a:cubicBezTo>
                  <a:pt x="410" y="1"/>
                  <a:pt x="1" y="474"/>
                  <a:pt x="1" y="1009"/>
                </a:cubicBezTo>
                <a:cubicBezTo>
                  <a:pt x="1" y="1608"/>
                  <a:pt x="473" y="2049"/>
                  <a:pt x="1009" y="2049"/>
                </a:cubicBezTo>
                <a:lnTo>
                  <a:pt x="1356" y="2049"/>
                </a:lnTo>
                <a:lnTo>
                  <a:pt x="1356" y="2395"/>
                </a:lnTo>
                <a:cubicBezTo>
                  <a:pt x="1356" y="2994"/>
                  <a:pt x="1828" y="3403"/>
                  <a:pt x="2395" y="3403"/>
                </a:cubicBezTo>
                <a:lnTo>
                  <a:pt x="5546" y="3403"/>
                </a:lnTo>
                <a:lnTo>
                  <a:pt x="5546" y="4128"/>
                </a:lnTo>
                <a:lnTo>
                  <a:pt x="4506" y="4128"/>
                </a:lnTo>
                <a:cubicBezTo>
                  <a:pt x="3939" y="4128"/>
                  <a:pt x="3466" y="4601"/>
                  <a:pt x="3466" y="5136"/>
                </a:cubicBezTo>
                <a:lnTo>
                  <a:pt x="3466" y="6554"/>
                </a:lnTo>
                <a:cubicBezTo>
                  <a:pt x="3466" y="7153"/>
                  <a:pt x="3939" y="7594"/>
                  <a:pt x="4506" y="7594"/>
                </a:cubicBezTo>
                <a:lnTo>
                  <a:pt x="5546" y="7594"/>
                </a:lnTo>
                <a:lnTo>
                  <a:pt x="5546" y="8287"/>
                </a:lnTo>
                <a:lnTo>
                  <a:pt x="2395" y="8287"/>
                </a:lnTo>
                <a:cubicBezTo>
                  <a:pt x="1797" y="8287"/>
                  <a:pt x="1356" y="8759"/>
                  <a:pt x="1356" y="9326"/>
                </a:cubicBezTo>
                <a:lnTo>
                  <a:pt x="1356" y="9673"/>
                </a:lnTo>
                <a:lnTo>
                  <a:pt x="1009" y="9673"/>
                </a:lnTo>
                <a:cubicBezTo>
                  <a:pt x="410" y="9673"/>
                  <a:pt x="1" y="10146"/>
                  <a:pt x="1" y="10713"/>
                </a:cubicBezTo>
                <a:cubicBezTo>
                  <a:pt x="1" y="11280"/>
                  <a:pt x="473" y="11721"/>
                  <a:pt x="1009" y="11721"/>
                </a:cubicBezTo>
                <a:lnTo>
                  <a:pt x="2395" y="11721"/>
                </a:lnTo>
                <a:cubicBezTo>
                  <a:pt x="2994" y="11721"/>
                  <a:pt x="3403" y="11248"/>
                  <a:pt x="3403" y="10713"/>
                </a:cubicBezTo>
                <a:cubicBezTo>
                  <a:pt x="3403" y="10114"/>
                  <a:pt x="2931" y="9673"/>
                  <a:pt x="2395" y="9673"/>
                </a:cubicBezTo>
                <a:lnTo>
                  <a:pt x="2049" y="9673"/>
                </a:lnTo>
                <a:lnTo>
                  <a:pt x="2049" y="9326"/>
                </a:lnTo>
                <a:cubicBezTo>
                  <a:pt x="2049" y="9137"/>
                  <a:pt x="2206" y="8980"/>
                  <a:pt x="2395" y="8980"/>
                </a:cubicBezTo>
                <a:lnTo>
                  <a:pt x="5546" y="8980"/>
                </a:lnTo>
                <a:lnTo>
                  <a:pt x="5546" y="9673"/>
                </a:lnTo>
                <a:lnTo>
                  <a:pt x="5199" y="9673"/>
                </a:lnTo>
                <a:cubicBezTo>
                  <a:pt x="4601" y="9673"/>
                  <a:pt x="4160" y="10146"/>
                  <a:pt x="4160" y="10713"/>
                </a:cubicBezTo>
                <a:cubicBezTo>
                  <a:pt x="4160" y="11280"/>
                  <a:pt x="4632" y="11721"/>
                  <a:pt x="5199" y="11721"/>
                </a:cubicBezTo>
                <a:lnTo>
                  <a:pt x="6554" y="11721"/>
                </a:lnTo>
                <a:cubicBezTo>
                  <a:pt x="7153" y="11721"/>
                  <a:pt x="7594" y="11248"/>
                  <a:pt x="7594" y="10713"/>
                </a:cubicBezTo>
                <a:cubicBezTo>
                  <a:pt x="7594" y="10114"/>
                  <a:pt x="7121" y="9673"/>
                  <a:pt x="6554" y="9673"/>
                </a:cubicBezTo>
                <a:lnTo>
                  <a:pt x="6207" y="9673"/>
                </a:lnTo>
                <a:lnTo>
                  <a:pt x="6207" y="8980"/>
                </a:lnTo>
                <a:lnTo>
                  <a:pt x="9358" y="8980"/>
                </a:lnTo>
                <a:cubicBezTo>
                  <a:pt x="9547" y="8980"/>
                  <a:pt x="9704" y="9137"/>
                  <a:pt x="9704" y="9326"/>
                </a:cubicBezTo>
                <a:lnTo>
                  <a:pt x="9704" y="9673"/>
                </a:lnTo>
                <a:lnTo>
                  <a:pt x="9358" y="9673"/>
                </a:lnTo>
                <a:cubicBezTo>
                  <a:pt x="8759" y="9673"/>
                  <a:pt x="8350" y="10146"/>
                  <a:pt x="8350" y="10713"/>
                </a:cubicBezTo>
                <a:cubicBezTo>
                  <a:pt x="8350" y="11280"/>
                  <a:pt x="8791" y="11721"/>
                  <a:pt x="9358" y="11721"/>
                </a:cubicBezTo>
                <a:lnTo>
                  <a:pt x="10744" y="11721"/>
                </a:lnTo>
                <a:cubicBezTo>
                  <a:pt x="11311" y="11721"/>
                  <a:pt x="11752" y="11248"/>
                  <a:pt x="11752" y="10713"/>
                </a:cubicBezTo>
                <a:cubicBezTo>
                  <a:pt x="11752" y="10114"/>
                  <a:pt x="11280" y="9673"/>
                  <a:pt x="10744" y="9673"/>
                </a:cubicBezTo>
                <a:lnTo>
                  <a:pt x="10366" y="9673"/>
                </a:lnTo>
                <a:lnTo>
                  <a:pt x="10366" y="9326"/>
                </a:lnTo>
                <a:cubicBezTo>
                  <a:pt x="10366" y="8728"/>
                  <a:pt x="9925" y="8287"/>
                  <a:pt x="9358" y="8287"/>
                </a:cubicBezTo>
                <a:lnTo>
                  <a:pt x="6207" y="8287"/>
                </a:lnTo>
                <a:lnTo>
                  <a:pt x="6207" y="7594"/>
                </a:lnTo>
                <a:lnTo>
                  <a:pt x="7216" y="7594"/>
                </a:lnTo>
                <a:cubicBezTo>
                  <a:pt x="7814" y="7594"/>
                  <a:pt x="8287" y="7121"/>
                  <a:pt x="8287" y="6554"/>
                </a:cubicBezTo>
                <a:lnTo>
                  <a:pt x="8287" y="5136"/>
                </a:lnTo>
                <a:cubicBezTo>
                  <a:pt x="8287" y="4569"/>
                  <a:pt x="7814" y="4128"/>
                  <a:pt x="7216" y="4128"/>
                </a:cubicBezTo>
                <a:lnTo>
                  <a:pt x="6207" y="4128"/>
                </a:lnTo>
                <a:lnTo>
                  <a:pt x="6207" y="3403"/>
                </a:lnTo>
                <a:lnTo>
                  <a:pt x="9389" y="3403"/>
                </a:lnTo>
                <a:cubicBezTo>
                  <a:pt x="9988" y="3403"/>
                  <a:pt x="10429" y="2931"/>
                  <a:pt x="10429" y="2395"/>
                </a:cubicBezTo>
                <a:lnTo>
                  <a:pt x="10429" y="2049"/>
                </a:lnTo>
                <a:lnTo>
                  <a:pt x="10776" y="2049"/>
                </a:lnTo>
                <a:cubicBezTo>
                  <a:pt x="11374" y="2049"/>
                  <a:pt x="11815" y="1576"/>
                  <a:pt x="11815" y="1009"/>
                </a:cubicBezTo>
                <a:cubicBezTo>
                  <a:pt x="11815" y="411"/>
                  <a:pt x="11343" y="1"/>
                  <a:pt x="10776" y="1"/>
                </a:cubicBezTo>
                <a:lnTo>
                  <a:pt x="9389" y="1"/>
                </a:lnTo>
                <a:cubicBezTo>
                  <a:pt x="8822" y="1"/>
                  <a:pt x="8381" y="474"/>
                  <a:pt x="8381" y="1009"/>
                </a:cubicBezTo>
                <a:cubicBezTo>
                  <a:pt x="8381" y="1608"/>
                  <a:pt x="8854" y="2049"/>
                  <a:pt x="9389" y="2049"/>
                </a:cubicBezTo>
                <a:lnTo>
                  <a:pt x="9767" y="2049"/>
                </a:lnTo>
                <a:lnTo>
                  <a:pt x="9767" y="2395"/>
                </a:lnTo>
                <a:cubicBezTo>
                  <a:pt x="9767" y="2584"/>
                  <a:pt x="9610" y="2742"/>
                  <a:pt x="9389" y="2742"/>
                </a:cubicBezTo>
                <a:lnTo>
                  <a:pt x="6239" y="2742"/>
                </a:lnTo>
                <a:lnTo>
                  <a:pt x="6239" y="2049"/>
                </a:lnTo>
                <a:lnTo>
                  <a:pt x="6617" y="2049"/>
                </a:lnTo>
                <a:cubicBezTo>
                  <a:pt x="7184" y="2049"/>
                  <a:pt x="7625" y="1576"/>
                  <a:pt x="7625" y="1009"/>
                </a:cubicBezTo>
                <a:cubicBezTo>
                  <a:pt x="7625" y="411"/>
                  <a:pt x="7153" y="1"/>
                  <a:pt x="6617" y="1"/>
                </a:cubicBezTo>
                <a:lnTo>
                  <a:pt x="5231" y="1"/>
                </a:lnTo>
                <a:cubicBezTo>
                  <a:pt x="4632" y="1"/>
                  <a:pt x="4191" y="474"/>
                  <a:pt x="4191" y="1009"/>
                </a:cubicBezTo>
                <a:cubicBezTo>
                  <a:pt x="4191" y="1608"/>
                  <a:pt x="4664" y="2049"/>
                  <a:pt x="5231" y="2049"/>
                </a:cubicBezTo>
                <a:lnTo>
                  <a:pt x="5577" y="2049"/>
                </a:lnTo>
                <a:lnTo>
                  <a:pt x="5577" y="2742"/>
                </a:lnTo>
                <a:lnTo>
                  <a:pt x="2427" y="2742"/>
                </a:lnTo>
                <a:cubicBezTo>
                  <a:pt x="2238" y="2742"/>
                  <a:pt x="2080" y="2584"/>
                  <a:pt x="2080" y="2395"/>
                </a:cubicBezTo>
                <a:lnTo>
                  <a:pt x="2080" y="2049"/>
                </a:lnTo>
                <a:lnTo>
                  <a:pt x="2427" y="2049"/>
                </a:lnTo>
                <a:cubicBezTo>
                  <a:pt x="3025" y="2049"/>
                  <a:pt x="3466" y="1576"/>
                  <a:pt x="3466" y="1009"/>
                </a:cubicBezTo>
                <a:cubicBezTo>
                  <a:pt x="3466" y="411"/>
                  <a:pt x="2994" y="1"/>
                  <a:pt x="242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1" name="Google Shape;9206;p73">
            <a:extLst>
              <a:ext uri="{FF2B5EF4-FFF2-40B4-BE49-F238E27FC236}">
                <a16:creationId xmlns:a16="http://schemas.microsoft.com/office/drawing/2014/main" id="{2844A069-BA9F-BF6F-484B-276135FB366F}"/>
              </a:ext>
            </a:extLst>
          </p:cNvPr>
          <p:cNvSpPr/>
          <p:nvPr/>
        </p:nvSpPr>
        <p:spPr>
          <a:xfrm>
            <a:off x="1761163" y="2803125"/>
            <a:ext cx="537421" cy="537013"/>
          </a:xfrm>
          <a:custGeom>
            <a:avLst/>
            <a:gdLst/>
            <a:ahLst/>
            <a:cxnLst/>
            <a:rect l="l" t="t" r="r" b="b"/>
            <a:pathLst>
              <a:path w="11910" h="11901" extrusionOk="0">
                <a:moveTo>
                  <a:pt x="10460" y="1418"/>
                </a:moveTo>
                <a:lnTo>
                  <a:pt x="10460" y="7719"/>
                </a:lnTo>
                <a:lnTo>
                  <a:pt x="1387" y="7719"/>
                </a:lnTo>
                <a:lnTo>
                  <a:pt x="1387" y="1418"/>
                </a:lnTo>
                <a:close/>
                <a:moveTo>
                  <a:pt x="5577" y="8380"/>
                </a:moveTo>
                <a:lnTo>
                  <a:pt x="5577" y="9105"/>
                </a:lnTo>
                <a:lnTo>
                  <a:pt x="5167" y="9105"/>
                </a:lnTo>
                <a:lnTo>
                  <a:pt x="5451" y="8380"/>
                </a:lnTo>
                <a:close/>
                <a:moveTo>
                  <a:pt x="6396" y="8380"/>
                </a:moveTo>
                <a:lnTo>
                  <a:pt x="6679" y="9105"/>
                </a:lnTo>
                <a:lnTo>
                  <a:pt x="6270" y="9105"/>
                </a:lnTo>
                <a:lnTo>
                  <a:pt x="6270" y="8380"/>
                </a:lnTo>
                <a:close/>
                <a:moveTo>
                  <a:pt x="5955" y="0"/>
                </a:moveTo>
                <a:cubicBezTo>
                  <a:pt x="5766" y="0"/>
                  <a:pt x="5608" y="158"/>
                  <a:pt x="5608" y="347"/>
                </a:cubicBezTo>
                <a:lnTo>
                  <a:pt x="5608" y="725"/>
                </a:lnTo>
                <a:lnTo>
                  <a:pt x="378" y="725"/>
                </a:lnTo>
                <a:cubicBezTo>
                  <a:pt x="158" y="725"/>
                  <a:pt x="0" y="882"/>
                  <a:pt x="0" y="1071"/>
                </a:cubicBezTo>
                <a:cubicBezTo>
                  <a:pt x="0" y="1260"/>
                  <a:pt x="158" y="1418"/>
                  <a:pt x="378" y="1418"/>
                </a:cubicBezTo>
                <a:lnTo>
                  <a:pt x="725" y="1418"/>
                </a:lnTo>
                <a:lnTo>
                  <a:pt x="725" y="7719"/>
                </a:lnTo>
                <a:lnTo>
                  <a:pt x="378" y="7719"/>
                </a:lnTo>
                <a:cubicBezTo>
                  <a:pt x="189" y="7719"/>
                  <a:pt x="32" y="7876"/>
                  <a:pt x="32" y="8097"/>
                </a:cubicBezTo>
                <a:cubicBezTo>
                  <a:pt x="32" y="8286"/>
                  <a:pt x="189" y="8443"/>
                  <a:pt x="378" y="8443"/>
                </a:cubicBezTo>
                <a:lnTo>
                  <a:pt x="4758" y="8443"/>
                </a:lnTo>
                <a:lnTo>
                  <a:pt x="3560" y="11436"/>
                </a:lnTo>
                <a:cubicBezTo>
                  <a:pt x="3497" y="11625"/>
                  <a:pt x="3560" y="11814"/>
                  <a:pt x="3749" y="11877"/>
                </a:cubicBezTo>
                <a:cubicBezTo>
                  <a:pt x="3803" y="11893"/>
                  <a:pt x="3855" y="11901"/>
                  <a:pt x="3903" y="11901"/>
                </a:cubicBezTo>
                <a:cubicBezTo>
                  <a:pt x="4052" y="11901"/>
                  <a:pt x="4167" y="11824"/>
                  <a:pt x="4191" y="11657"/>
                </a:cubicBezTo>
                <a:lnTo>
                  <a:pt x="4947" y="9830"/>
                </a:lnTo>
                <a:lnTo>
                  <a:pt x="5608" y="9830"/>
                </a:lnTo>
                <a:lnTo>
                  <a:pt x="5608" y="10838"/>
                </a:lnTo>
                <a:cubicBezTo>
                  <a:pt x="5608" y="11027"/>
                  <a:pt x="5766" y="11184"/>
                  <a:pt x="5955" y="11184"/>
                </a:cubicBezTo>
                <a:cubicBezTo>
                  <a:pt x="6175" y="11184"/>
                  <a:pt x="6333" y="11027"/>
                  <a:pt x="6333" y="10838"/>
                </a:cubicBezTo>
                <a:lnTo>
                  <a:pt x="6333" y="9830"/>
                </a:lnTo>
                <a:lnTo>
                  <a:pt x="6995" y="9830"/>
                </a:lnTo>
                <a:lnTo>
                  <a:pt x="7751" y="11657"/>
                </a:lnTo>
                <a:cubicBezTo>
                  <a:pt x="7798" y="11824"/>
                  <a:pt x="7918" y="11901"/>
                  <a:pt x="8042" y="11901"/>
                </a:cubicBezTo>
                <a:cubicBezTo>
                  <a:pt x="8082" y="11901"/>
                  <a:pt x="8122" y="11893"/>
                  <a:pt x="8160" y="11877"/>
                </a:cubicBezTo>
                <a:cubicBezTo>
                  <a:pt x="8381" y="11783"/>
                  <a:pt x="8444" y="11594"/>
                  <a:pt x="8381" y="11436"/>
                </a:cubicBezTo>
                <a:lnTo>
                  <a:pt x="7184" y="8443"/>
                </a:lnTo>
                <a:lnTo>
                  <a:pt x="11563" y="8443"/>
                </a:lnTo>
                <a:cubicBezTo>
                  <a:pt x="11752" y="8443"/>
                  <a:pt x="11909" y="8286"/>
                  <a:pt x="11909" y="8097"/>
                </a:cubicBezTo>
                <a:cubicBezTo>
                  <a:pt x="11909" y="7876"/>
                  <a:pt x="11752" y="7719"/>
                  <a:pt x="11563" y="7719"/>
                </a:cubicBezTo>
                <a:lnTo>
                  <a:pt x="11185" y="7719"/>
                </a:lnTo>
                <a:lnTo>
                  <a:pt x="11185" y="1418"/>
                </a:lnTo>
                <a:lnTo>
                  <a:pt x="11563" y="1418"/>
                </a:lnTo>
                <a:cubicBezTo>
                  <a:pt x="11752" y="1418"/>
                  <a:pt x="11909" y="1260"/>
                  <a:pt x="11909" y="1071"/>
                </a:cubicBezTo>
                <a:cubicBezTo>
                  <a:pt x="11909" y="882"/>
                  <a:pt x="11752" y="725"/>
                  <a:pt x="11563" y="725"/>
                </a:cubicBezTo>
                <a:lnTo>
                  <a:pt x="6301" y="725"/>
                </a:lnTo>
                <a:lnTo>
                  <a:pt x="6301" y="347"/>
                </a:lnTo>
                <a:cubicBezTo>
                  <a:pt x="6301" y="158"/>
                  <a:pt x="6144" y="0"/>
                  <a:pt x="59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2" name="Google Shape;9207;p73">
            <a:extLst>
              <a:ext uri="{FF2B5EF4-FFF2-40B4-BE49-F238E27FC236}">
                <a16:creationId xmlns:a16="http://schemas.microsoft.com/office/drawing/2014/main" id="{603447D6-6581-3EAF-CE44-5CFE2FA7AD60}"/>
              </a:ext>
            </a:extLst>
          </p:cNvPr>
          <p:cNvSpPr/>
          <p:nvPr/>
        </p:nvSpPr>
        <p:spPr>
          <a:xfrm>
            <a:off x="1854975" y="3027703"/>
            <a:ext cx="95301" cy="93903"/>
          </a:xfrm>
          <a:custGeom>
            <a:avLst/>
            <a:gdLst/>
            <a:ahLst/>
            <a:cxnLst/>
            <a:rect l="l" t="t" r="r" b="b"/>
            <a:pathLst>
              <a:path w="2112" h="2081" extrusionOk="0">
                <a:moveTo>
                  <a:pt x="1387" y="663"/>
                </a:moveTo>
                <a:lnTo>
                  <a:pt x="1387" y="1387"/>
                </a:lnTo>
                <a:lnTo>
                  <a:pt x="694" y="1387"/>
                </a:lnTo>
                <a:lnTo>
                  <a:pt x="694" y="663"/>
                </a:lnTo>
                <a:close/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1734"/>
                </a:lnTo>
                <a:cubicBezTo>
                  <a:pt x="1" y="1923"/>
                  <a:pt x="158" y="2080"/>
                  <a:pt x="347" y="2080"/>
                </a:cubicBezTo>
                <a:lnTo>
                  <a:pt x="1765" y="2080"/>
                </a:lnTo>
                <a:cubicBezTo>
                  <a:pt x="1954" y="2080"/>
                  <a:pt x="2112" y="1923"/>
                  <a:pt x="2112" y="1734"/>
                </a:cubicBezTo>
                <a:lnTo>
                  <a:pt x="2112" y="347"/>
                </a:lnTo>
                <a:cubicBezTo>
                  <a:pt x="2112" y="158"/>
                  <a:pt x="1954" y="1"/>
                  <a:pt x="176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3" name="Google Shape;9208;p73">
            <a:extLst>
              <a:ext uri="{FF2B5EF4-FFF2-40B4-BE49-F238E27FC236}">
                <a16:creationId xmlns:a16="http://schemas.microsoft.com/office/drawing/2014/main" id="{BB79C3E6-89A1-82D6-8340-A03C2549CAED}"/>
              </a:ext>
            </a:extLst>
          </p:cNvPr>
          <p:cNvSpPr/>
          <p:nvPr/>
        </p:nvSpPr>
        <p:spPr>
          <a:xfrm>
            <a:off x="1981501" y="2963765"/>
            <a:ext cx="95301" cy="157841"/>
          </a:xfrm>
          <a:custGeom>
            <a:avLst/>
            <a:gdLst/>
            <a:ahLst/>
            <a:cxnLst/>
            <a:rect l="l" t="t" r="r" b="b"/>
            <a:pathLst>
              <a:path w="2112" h="3498" extrusionOk="0">
                <a:moveTo>
                  <a:pt x="1387" y="662"/>
                </a:moveTo>
                <a:lnTo>
                  <a:pt x="1387" y="2741"/>
                </a:lnTo>
                <a:lnTo>
                  <a:pt x="694" y="2741"/>
                </a:lnTo>
                <a:lnTo>
                  <a:pt x="694" y="662"/>
                </a:lnTo>
                <a:close/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lnTo>
                  <a:pt x="1" y="3151"/>
                </a:lnTo>
                <a:cubicBezTo>
                  <a:pt x="1" y="3340"/>
                  <a:pt x="158" y="3497"/>
                  <a:pt x="379" y="3497"/>
                </a:cubicBezTo>
                <a:lnTo>
                  <a:pt x="1733" y="3497"/>
                </a:lnTo>
                <a:lnTo>
                  <a:pt x="1733" y="3466"/>
                </a:lnTo>
                <a:cubicBezTo>
                  <a:pt x="1954" y="3466"/>
                  <a:pt x="2112" y="3308"/>
                  <a:pt x="2112" y="3119"/>
                </a:cubicBezTo>
                <a:lnTo>
                  <a:pt x="2112" y="347"/>
                </a:lnTo>
                <a:cubicBezTo>
                  <a:pt x="2112" y="158"/>
                  <a:pt x="1954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4" name="Google Shape;9209;p73">
            <a:extLst>
              <a:ext uri="{FF2B5EF4-FFF2-40B4-BE49-F238E27FC236}">
                <a16:creationId xmlns:a16="http://schemas.microsoft.com/office/drawing/2014/main" id="{75B05B44-86C9-C665-6432-D810957BC031}"/>
              </a:ext>
            </a:extLst>
          </p:cNvPr>
          <p:cNvSpPr/>
          <p:nvPr/>
        </p:nvSpPr>
        <p:spPr>
          <a:xfrm>
            <a:off x="2106627" y="2898334"/>
            <a:ext cx="95256" cy="221827"/>
          </a:xfrm>
          <a:custGeom>
            <a:avLst/>
            <a:gdLst/>
            <a:ahLst/>
            <a:cxnLst/>
            <a:rect l="l" t="t" r="r" b="b"/>
            <a:pathLst>
              <a:path w="2111" h="4916" extrusionOk="0">
                <a:moveTo>
                  <a:pt x="1418" y="726"/>
                </a:moveTo>
                <a:lnTo>
                  <a:pt x="1418" y="4254"/>
                </a:lnTo>
                <a:lnTo>
                  <a:pt x="725" y="4254"/>
                </a:lnTo>
                <a:lnTo>
                  <a:pt x="725" y="726"/>
                </a:lnTo>
                <a:close/>
                <a:moveTo>
                  <a:pt x="347" y="1"/>
                </a:moveTo>
                <a:cubicBezTo>
                  <a:pt x="158" y="1"/>
                  <a:pt x="0" y="159"/>
                  <a:pt x="0" y="348"/>
                </a:cubicBezTo>
                <a:lnTo>
                  <a:pt x="0" y="4569"/>
                </a:lnTo>
                <a:cubicBezTo>
                  <a:pt x="0" y="4758"/>
                  <a:pt x="158" y="4916"/>
                  <a:pt x="347" y="4916"/>
                </a:cubicBezTo>
                <a:lnTo>
                  <a:pt x="1764" y="4916"/>
                </a:lnTo>
                <a:cubicBezTo>
                  <a:pt x="1953" y="4916"/>
                  <a:pt x="2111" y="4758"/>
                  <a:pt x="2111" y="4569"/>
                </a:cubicBezTo>
                <a:lnTo>
                  <a:pt x="2111" y="348"/>
                </a:lnTo>
                <a:cubicBezTo>
                  <a:pt x="2111" y="159"/>
                  <a:pt x="1953" y="1"/>
                  <a:pt x="176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29" name="Google Shape;9210;p73">
            <a:extLst>
              <a:ext uri="{FF2B5EF4-FFF2-40B4-BE49-F238E27FC236}">
                <a16:creationId xmlns:a16="http://schemas.microsoft.com/office/drawing/2014/main" id="{A2C834AC-657F-11F0-31CB-03A0AF320F5D}"/>
              </a:ext>
            </a:extLst>
          </p:cNvPr>
          <p:cNvSpPr/>
          <p:nvPr/>
        </p:nvSpPr>
        <p:spPr>
          <a:xfrm>
            <a:off x="5215947" y="1483685"/>
            <a:ext cx="413737" cy="534532"/>
          </a:xfrm>
          <a:custGeom>
            <a:avLst/>
            <a:gdLst/>
            <a:ahLst/>
            <a:cxnLst/>
            <a:rect l="l" t="t" r="r" b="b"/>
            <a:pathLst>
              <a:path w="9169" h="11846" extrusionOk="0">
                <a:moveTo>
                  <a:pt x="4695" y="2079"/>
                </a:moveTo>
                <a:cubicBezTo>
                  <a:pt x="5073" y="2079"/>
                  <a:pt x="5388" y="2394"/>
                  <a:pt x="5388" y="2772"/>
                </a:cubicBezTo>
                <a:cubicBezTo>
                  <a:pt x="5388" y="3181"/>
                  <a:pt x="5073" y="3496"/>
                  <a:pt x="4695" y="3496"/>
                </a:cubicBezTo>
                <a:cubicBezTo>
                  <a:pt x="4285" y="3496"/>
                  <a:pt x="3970" y="3181"/>
                  <a:pt x="3970" y="2772"/>
                </a:cubicBezTo>
                <a:cubicBezTo>
                  <a:pt x="3970" y="2394"/>
                  <a:pt x="4285" y="2079"/>
                  <a:pt x="4695" y="2079"/>
                </a:cubicBezTo>
                <a:close/>
                <a:moveTo>
                  <a:pt x="4695" y="4189"/>
                </a:moveTo>
                <a:cubicBezTo>
                  <a:pt x="5640" y="4189"/>
                  <a:pt x="6428" y="4977"/>
                  <a:pt x="6428" y="5922"/>
                </a:cubicBezTo>
                <a:lnTo>
                  <a:pt x="6428" y="6300"/>
                </a:lnTo>
                <a:lnTo>
                  <a:pt x="2962" y="6300"/>
                </a:lnTo>
                <a:lnTo>
                  <a:pt x="2962" y="5922"/>
                </a:lnTo>
                <a:cubicBezTo>
                  <a:pt x="2962" y="4945"/>
                  <a:pt x="3750" y="4189"/>
                  <a:pt x="4695" y="4189"/>
                </a:cubicBezTo>
                <a:close/>
                <a:moveTo>
                  <a:pt x="4730" y="664"/>
                </a:moveTo>
                <a:cubicBezTo>
                  <a:pt x="6870" y="664"/>
                  <a:pt x="8538" y="2418"/>
                  <a:pt x="8538" y="4473"/>
                </a:cubicBezTo>
                <a:cubicBezTo>
                  <a:pt x="8538" y="5544"/>
                  <a:pt x="8097" y="6552"/>
                  <a:pt x="7310" y="7277"/>
                </a:cubicBezTo>
                <a:cubicBezTo>
                  <a:pt x="7215" y="7403"/>
                  <a:pt x="7121" y="7466"/>
                  <a:pt x="6995" y="7497"/>
                </a:cubicBezTo>
                <a:cubicBezTo>
                  <a:pt x="6774" y="7718"/>
                  <a:pt x="6522" y="7907"/>
                  <a:pt x="6459" y="8285"/>
                </a:cubicBezTo>
                <a:lnTo>
                  <a:pt x="5041" y="8285"/>
                </a:lnTo>
                <a:lnTo>
                  <a:pt x="5041" y="6993"/>
                </a:lnTo>
                <a:lnTo>
                  <a:pt x="6774" y="6993"/>
                </a:lnTo>
                <a:cubicBezTo>
                  <a:pt x="6963" y="6993"/>
                  <a:pt x="7121" y="6836"/>
                  <a:pt x="7121" y="6647"/>
                </a:cubicBezTo>
                <a:lnTo>
                  <a:pt x="7121" y="5922"/>
                </a:lnTo>
                <a:cubicBezTo>
                  <a:pt x="7121" y="4945"/>
                  <a:pt x="6585" y="4126"/>
                  <a:pt x="5734" y="3717"/>
                </a:cubicBezTo>
                <a:cubicBezTo>
                  <a:pt x="5987" y="3496"/>
                  <a:pt x="6113" y="3181"/>
                  <a:pt x="6113" y="2835"/>
                </a:cubicBezTo>
                <a:cubicBezTo>
                  <a:pt x="6113" y="2079"/>
                  <a:pt x="5482" y="1448"/>
                  <a:pt x="4726" y="1448"/>
                </a:cubicBezTo>
                <a:cubicBezTo>
                  <a:pt x="3970" y="1448"/>
                  <a:pt x="3340" y="2079"/>
                  <a:pt x="3340" y="2835"/>
                </a:cubicBezTo>
                <a:cubicBezTo>
                  <a:pt x="3340" y="3181"/>
                  <a:pt x="3466" y="3496"/>
                  <a:pt x="3687" y="3717"/>
                </a:cubicBezTo>
                <a:cubicBezTo>
                  <a:pt x="2868" y="4126"/>
                  <a:pt x="2332" y="4945"/>
                  <a:pt x="2332" y="5922"/>
                </a:cubicBezTo>
                <a:lnTo>
                  <a:pt x="2332" y="6647"/>
                </a:lnTo>
                <a:cubicBezTo>
                  <a:pt x="2332" y="6836"/>
                  <a:pt x="2489" y="6993"/>
                  <a:pt x="2679" y="6993"/>
                </a:cubicBezTo>
                <a:lnTo>
                  <a:pt x="4411" y="6993"/>
                </a:lnTo>
                <a:lnTo>
                  <a:pt x="4411" y="8411"/>
                </a:lnTo>
                <a:lnTo>
                  <a:pt x="2931" y="8411"/>
                </a:lnTo>
                <a:lnTo>
                  <a:pt x="2931" y="8380"/>
                </a:lnTo>
                <a:cubicBezTo>
                  <a:pt x="2836" y="7938"/>
                  <a:pt x="2615" y="7749"/>
                  <a:pt x="2363" y="7560"/>
                </a:cubicBezTo>
                <a:cubicBezTo>
                  <a:pt x="2300" y="7466"/>
                  <a:pt x="2174" y="7403"/>
                  <a:pt x="2048" y="7277"/>
                </a:cubicBezTo>
                <a:cubicBezTo>
                  <a:pt x="1135" y="6395"/>
                  <a:pt x="757" y="5135"/>
                  <a:pt x="946" y="3874"/>
                </a:cubicBezTo>
                <a:cubicBezTo>
                  <a:pt x="1198" y="2236"/>
                  <a:pt x="2615" y="881"/>
                  <a:pt x="4254" y="692"/>
                </a:cubicBezTo>
                <a:cubicBezTo>
                  <a:pt x="4415" y="673"/>
                  <a:pt x="4574" y="664"/>
                  <a:pt x="4730" y="664"/>
                </a:cubicBezTo>
                <a:close/>
                <a:moveTo>
                  <a:pt x="6428" y="9073"/>
                </a:moveTo>
                <a:lnTo>
                  <a:pt x="6428" y="9419"/>
                </a:lnTo>
                <a:cubicBezTo>
                  <a:pt x="6428" y="9640"/>
                  <a:pt x="6270" y="9797"/>
                  <a:pt x="6081" y="9797"/>
                </a:cubicBezTo>
                <a:lnTo>
                  <a:pt x="3309" y="9797"/>
                </a:lnTo>
                <a:cubicBezTo>
                  <a:pt x="3120" y="9797"/>
                  <a:pt x="2962" y="9640"/>
                  <a:pt x="2962" y="9419"/>
                </a:cubicBezTo>
                <a:lnTo>
                  <a:pt x="2962" y="9073"/>
                </a:lnTo>
                <a:close/>
                <a:moveTo>
                  <a:pt x="5703" y="10459"/>
                </a:moveTo>
                <a:lnTo>
                  <a:pt x="5703" y="10805"/>
                </a:lnTo>
                <a:cubicBezTo>
                  <a:pt x="5703" y="10994"/>
                  <a:pt x="5545" y="11183"/>
                  <a:pt x="5356" y="11183"/>
                </a:cubicBezTo>
                <a:lnTo>
                  <a:pt x="3970" y="11183"/>
                </a:lnTo>
                <a:cubicBezTo>
                  <a:pt x="3781" y="11183"/>
                  <a:pt x="3624" y="10994"/>
                  <a:pt x="3624" y="10805"/>
                </a:cubicBezTo>
                <a:lnTo>
                  <a:pt x="3624" y="10459"/>
                </a:lnTo>
                <a:close/>
                <a:moveTo>
                  <a:pt x="4662" y="0"/>
                </a:moveTo>
                <a:cubicBezTo>
                  <a:pt x="4486" y="0"/>
                  <a:pt x="4308" y="10"/>
                  <a:pt x="4128" y="31"/>
                </a:cubicBezTo>
                <a:cubicBezTo>
                  <a:pt x="2174" y="251"/>
                  <a:pt x="568" y="1827"/>
                  <a:pt x="253" y="3780"/>
                </a:cubicBezTo>
                <a:cubicBezTo>
                  <a:pt x="1" y="5229"/>
                  <a:pt x="505" y="6710"/>
                  <a:pt x="1576" y="7749"/>
                </a:cubicBezTo>
                <a:cubicBezTo>
                  <a:pt x="1733" y="7875"/>
                  <a:pt x="1859" y="7970"/>
                  <a:pt x="1922" y="8064"/>
                </a:cubicBezTo>
                <a:cubicBezTo>
                  <a:pt x="2206" y="8285"/>
                  <a:pt x="2237" y="8348"/>
                  <a:pt x="2237" y="8695"/>
                </a:cubicBezTo>
                <a:lnTo>
                  <a:pt x="2237" y="9388"/>
                </a:lnTo>
                <a:cubicBezTo>
                  <a:pt x="2237" y="9829"/>
                  <a:pt x="2521" y="10238"/>
                  <a:pt x="2962" y="10396"/>
                </a:cubicBezTo>
                <a:lnTo>
                  <a:pt x="2962" y="10774"/>
                </a:lnTo>
                <a:cubicBezTo>
                  <a:pt x="2962" y="11404"/>
                  <a:pt x="3435" y="11845"/>
                  <a:pt x="3970" y="11845"/>
                </a:cubicBezTo>
                <a:lnTo>
                  <a:pt x="5356" y="11845"/>
                </a:lnTo>
                <a:cubicBezTo>
                  <a:pt x="5955" y="11845"/>
                  <a:pt x="6396" y="11372"/>
                  <a:pt x="6396" y="10805"/>
                </a:cubicBezTo>
                <a:lnTo>
                  <a:pt x="6396" y="10427"/>
                </a:lnTo>
                <a:cubicBezTo>
                  <a:pt x="6774" y="10270"/>
                  <a:pt x="7089" y="9923"/>
                  <a:pt x="7089" y="9451"/>
                </a:cubicBezTo>
                <a:lnTo>
                  <a:pt x="7089" y="8726"/>
                </a:lnTo>
                <a:cubicBezTo>
                  <a:pt x="7089" y="8380"/>
                  <a:pt x="7121" y="8348"/>
                  <a:pt x="7404" y="8096"/>
                </a:cubicBezTo>
                <a:cubicBezTo>
                  <a:pt x="7499" y="8033"/>
                  <a:pt x="7593" y="7938"/>
                  <a:pt x="7751" y="7812"/>
                </a:cubicBezTo>
                <a:cubicBezTo>
                  <a:pt x="8664" y="6962"/>
                  <a:pt x="9169" y="5765"/>
                  <a:pt x="9169" y="4504"/>
                </a:cubicBezTo>
                <a:cubicBezTo>
                  <a:pt x="9169" y="2060"/>
                  <a:pt x="7186" y="0"/>
                  <a:pt x="466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30" name="Google Shape;9211;p73">
            <a:extLst>
              <a:ext uri="{FF2B5EF4-FFF2-40B4-BE49-F238E27FC236}">
                <a16:creationId xmlns:a16="http://schemas.microsoft.com/office/drawing/2014/main" id="{9B75730F-E599-8372-1B37-DFF5C9BD2D30}"/>
              </a:ext>
            </a:extLst>
          </p:cNvPr>
          <p:cNvSpPr/>
          <p:nvPr/>
        </p:nvSpPr>
        <p:spPr>
          <a:xfrm>
            <a:off x="5142734" y="2118075"/>
            <a:ext cx="560163" cy="532412"/>
          </a:xfrm>
          <a:custGeom>
            <a:avLst/>
            <a:gdLst/>
            <a:ahLst/>
            <a:cxnLst/>
            <a:rect l="l" t="t" r="r" b="b"/>
            <a:pathLst>
              <a:path w="12414" h="11799" extrusionOk="0">
                <a:moveTo>
                  <a:pt x="8979" y="2127"/>
                </a:moveTo>
                <a:cubicBezTo>
                  <a:pt x="9247" y="2127"/>
                  <a:pt x="9515" y="2229"/>
                  <a:pt x="9704" y="2434"/>
                </a:cubicBezTo>
                <a:cubicBezTo>
                  <a:pt x="10113" y="2812"/>
                  <a:pt x="10113" y="3473"/>
                  <a:pt x="9704" y="3883"/>
                </a:cubicBezTo>
                <a:lnTo>
                  <a:pt x="8885" y="4702"/>
                </a:lnTo>
                <a:cubicBezTo>
                  <a:pt x="8790" y="4765"/>
                  <a:pt x="8696" y="4860"/>
                  <a:pt x="8601" y="4891"/>
                </a:cubicBezTo>
                <a:cubicBezTo>
                  <a:pt x="8790" y="4513"/>
                  <a:pt x="8727" y="4041"/>
                  <a:pt x="8412" y="3726"/>
                </a:cubicBezTo>
                <a:cubicBezTo>
                  <a:pt x="8206" y="3520"/>
                  <a:pt x="7933" y="3408"/>
                  <a:pt x="7654" y="3408"/>
                </a:cubicBezTo>
                <a:cubicBezTo>
                  <a:pt x="7507" y="3408"/>
                  <a:pt x="7357" y="3439"/>
                  <a:pt x="7215" y="3505"/>
                </a:cubicBezTo>
                <a:cubicBezTo>
                  <a:pt x="7278" y="3410"/>
                  <a:pt x="7341" y="3316"/>
                  <a:pt x="7436" y="3253"/>
                </a:cubicBezTo>
                <a:lnTo>
                  <a:pt x="8255" y="2434"/>
                </a:lnTo>
                <a:cubicBezTo>
                  <a:pt x="8444" y="2229"/>
                  <a:pt x="8711" y="2127"/>
                  <a:pt x="8979" y="2127"/>
                </a:cubicBezTo>
                <a:close/>
                <a:moveTo>
                  <a:pt x="9027" y="685"/>
                </a:moveTo>
                <a:cubicBezTo>
                  <a:pt x="9649" y="685"/>
                  <a:pt x="10271" y="922"/>
                  <a:pt x="10744" y="1394"/>
                </a:cubicBezTo>
                <a:cubicBezTo>
                  <a:pt x="11689" y="2339"/>
                  <a:pt x="11689" y="3883"/>
                  <a:pt x="10744" y="4828"/>
                </a:cubicBezTo>
                <a:lnTo>
                  <a:pt x="9893" y="5647"/>
                </a:lnTo>
                <a:cubicBezTo>
                  <a:pt x="9431" y="6109"/>
                  <a:pt x="8816" y="6356"/>
                  <a:pt x="8187" y="6356"/>
                </a:cubicBezTo>
                <a:cubicBezTo>
                  <a:pt x="7914" y="6356"/>
                  <a:pt x="7639" y="6310"/>
                  <a:pt x="7373" y="6214"/>
                </a:cubicBezTo>
                <a:lnTo>
                  <a:pt x="7940" y="5647"/>
                </a:lnTo>
                <a:cubicBezTo>
                  <a:pt x="8008" y="5655"/>
                  <a:pt x="8077" y="5659"/>
                  <a:pt x="8146" y="5659"/>
                </a:cubicBezTo>
                <a:cubicBezTo>
                  <a:pt x="8617" y="5659"/>
                  <a:pt x="9087" y="5477"/>
                  <a:pt x="9389" y="5175"/>
                </a:cubicBezTo>
                <a:lnTo>
                  <a:pt x="10208" y="4356"/>
                </a:lnTo>
                <a:cubicBezTo>
                  <a:pt x="10901" y="3694"/>
                  <a:pt x="10901" y="2591"/>
                  <a:pt x="10208" y="1898"/>
                </a:cubicBezTo>
                <a:cubicBezTo>
                  <a:pt x="9877" y="1567"/>
                  <a:pt x="9436" y="1402"/>
                  <a:pt x="8995" y="1402"/>
                </a:cubicBezTo>
                <a:cubicBezTo>
                  <a:pt x="8554" y="1402"/>
                  <a:pt x="8113" y="1567"/>
                  <a:pt x="7782" y="1898"/>
                </a:cubicBezTo>
                <a:lnTo>
                  <a:pt x="6931" y="2749"/>
                </a:lnTo>
                <a:cubicBezTo>
                  <a:pt x="6553" y="3127"/>
                  <a:pt x="6396" y="3694"/>
                  <a:pt x="6490" y="4198"/>
                </a:cubicBezTo>
                <a:lnTo>
                  <a:pt x="5923" y="4734"/>
                </a:lnTo>
                <a:cubicBezTo>
                  <a:pt x="5608" y="3883"/>
                  <a:pt x="5797" y="2906"/>
                  <a:pt x="6490" y="2213"/>
                </a:cubicBezTo>
                <a:lnTo>
                  <a:pt x="7309" y="1394"/>
                </a:lnTo>
                <a:cubicBezTo>
                  <a:pt x="7782" y="922"/>
                  <a:pt x="8404" y="685"/>
                  <a:pt x="9027" y="685"/>
                </a:cubicBezTo>
                <a:close/>
                <a:moveTo>
                  <a:pt x="7703" y="4104"/>
                </a:moveTo>
                <a:cubicBezTo>
                  <a:pt x="7790" y="4104"/>
                  <a:pt x="7877" y="4135"/>
                  <a:pt x="7940" y="4198"/>
                </a:cubicBezTo>
                <a:cubicBezTo>
                  <a:pt x="8066" y="4324"/>
                  <a:pt x="8066" y="4545"/>
                  <a:pt x="7940" y="4671"/>
                </a:cubicBezTo>
                <a:lnTo>
                  <a:pt x="4978" y="7632"/>
                </a:lnTo>
                <a:cubicBezTo>
                  <a:pt x="4915" y="7679"/>
                  <a:pt x="4828" y="7703"/>
                  <a:pt x="4742" y="7703"/>
                </a:cubicBezTo>
                <a:cubicBezTo>
                  <a:pt x="4655" y="7703"/>
                  <a:pt x="4569" y="7679"/>
                  <a:pt x="4506" y="7632"/>
                </a:cubicBezTo>
                <a:cubicBezTo>
                  <a:pt x="4380" y="7506"/>
                  <a:pt x="4380" y="7254"/>
                  <a:pt x="4506" y="7160"/>
                </a:cubicBezTo>
                <a:lnTo>
                  <a:pt x="7467" y="4198"/>
                </a:lnTo>
                <a:cubicBezTo>
                  <a:pt x="7530" y="4135"/>
                  <a:pt x="7617" y="4104"/>
                  <a:pt x="7703" y="4104"/>
                </a:cubicBezTo>
                <a:close/>
                <a:moveTo>
                  <a:pt x="3781" y="6939"/>
                </a:moveTo>
                <a:lnTo>
                  <a:pt x="3781" y="6939"/>
                </a:lnTo>
                <a:cubicBezTo>
                  <a:pt x="3592" y="7349"/>
                  <a:pt x="3686" y="7821"/>
                  <a:pt x="4001" y="8136"/>
                </a:cubicBezTo>
                <a:cubicBezTo>
                  <a:pt x="4198" y="8333"/>
                  <a:pt x="4457" y="8432"/>
                  <a:pt x="4715" y="8432"/>
                </a:cubicBezTo>
                <a:cubicBezTo>
                  <a:pt x="4870" y="8432"/>
                  <a:pt x="5025" y="8396"/>
                  <a:pt x="5167" y="8325"/>
                </a:cubicBezTo>
                <a:lnTo>
                  <a:pt x="5167" y="8325"/>
                </a:lnTo>
                <a:cubicBezTo>
                  <a:pt x="5136" y="8451"/>
                  <a:pt x="5041" y="8514"/>
                  <a:pt x="4978" y="8609"/>
                </a:cubicBezTo>
                <a:lnTo>
                  <a:pt x="4159" y="9428"/>
                </a:lnTo>
                <a:cubicBezTo>
                  <a:pt x="3954" y="9633"/>
                  <a:pt x="3686" y="9735"/>
                  <a:pt x="3419" y="9735"/>
                </a:cubicBezTo>
                <a:cubicBezTo>
                  <a:pt x="3151" y="9735"/>
                  <a:pt x="2883" y="9633"/>
                  <a:pt x="2678" y="9428"/>
                </a:cubicBezTo>
                <a:cubicBezTo>
                  <a:pt x="2300" y="9050"/>
                  <a:pt x="2300" y="8357"/>
                  <a:pt x="2678" y="7979"/>
                </a:cubicBezTo>
                <a:lnTo>
                  <a:pt x="3529" y="7160"/>
                </a:lnTo>
                <a:cubicBezTo>
                  <a:pt x="3592" y="7065"/>
                  <a:pt x="3718" y="7002"/>
                  <a:pt x="3781" y="6939"/>
                </a:cubicBezTo>
                <a:close/>
                <a:moveTo>
                  <a:pt x="4212" y="5467"/>
                </a:moveTo>
                <a:cubicBezTo>
                  <a:pt x="4492" y="5467"/>
                  <a:pt x="4773" y="5516"/>
                  <a:pt x="5041" y="5616"/>
                </a:cubicBezTo>
                <a:lnTo>
                  <a:pt x="4506" y="6151"/>
                </a:lnTo>
                <a:cubicBezTo>
                  <a:pt x="4437" y="6143"/>
                  <a:pt x="4368" y="6139"/>
                  <a:pt x="4299" y="6139"/>
                </a:cubicBezTo>
                <a:cubicBezTo>
                  <a:pt x="3828" y="6139"/>
                  <a:pt x="3358" y="6322"/>
                  <a:pt x="3056" y="6624"/>
                </a:cubicBezTo>
                <a:lnTo>
                  <a:pt x="2206" y="7475"/>
                </a:lnTo>
                <a:cubicBezTo>
                  <a:pt x="1544" y="8136"/>
                  <a:pt x="1544" y="9239"/>
                  <a:pt x="2206" y="9900"/>
                </a:cubicBezTo>
                <a:cubicBezTo>
                  <a:pt x="2552" y="10231"/>
                  <a:pt x="3001" y="10397"/>
                  <a:pt x="3446" y="10397"/>
                </a:cubicBezTo>
                <a:cubicBezTo>
                  <a:pt x="3891" y="10397"/>
                  <a:pt x="4332" y="10231"/>
                  <a:pt x="4663" y="9900"/>
                </a:cubicBezTo>
                <a:lnTo>
                  <a:pt x="5482" y="9081"/>
                </a:lnTo>
                <a:cubicBezTo>
                  <a:pt x="5892" y="8672"/>
                  <a:pt x="6049" y="8136"/>
                  <a:pt x="5955" y="7632"/>
                </a:cubicBezTo>
                <a:lnTo>
                  <a:pt x="6522" y="7065"/>
                </a:lnTo>
                <a:lnTo>
                  <a:pt x="6522" y="7065"/>
                </a:lnTo>
                <a:cubicBezTo>
                  <a:pt x="6837" y="7947"/>
                  <a:pt x="6648" y="8924"/>
                  <a:pt x="5955" y="9585"/>
                </a:cubicBezTo>
                <a:lnTo>
                  <a:pt x="5136" y="10405"/>
                </a:lnTo>
                <a:cubicBezTo>
                  <a:pt x="4663" y="10877"/>
                  <a:pt x="4041" y="11113"/>
                  <a:pt x="3419" y="11113"/>
                </a:cubicBezTo>
                <a:cubicBezTo>
                  <a:pt x="2796" y="11113"/>
                  <a:pt x="2174" y="10877"/>
                  <a:pt x="1702" y="10405"/>
                </a:cubicBezTo>
                <a:cubicBezTo>
                  <a:pt x="756" y="9459"/>
                  <a:pt x="756" y="7916"/>
                  <a:pt x="1702" y="7002"/>
                </a:cubicBezTo>
                <a:lnTo>
                  <a:pt x="2552" y="6151"/>
                </a:lnTo>
                <a:cubicBezTo>
                  <a:pt x="3005" y="5699"/>
                  <a:pt x="3605" y="5467"/>
                  <a:pt x="4212" y="5467"/>
                </a:cubicBezTo>
                <a:close/>
                <a:moveTo>
                  <a:pt x="8999" y="0"/>
                </a:moveTo>
                <a:cubicBezTo>
                  <a:pt x="8200" y="0"/>
                  <a:pt x="7404" y="307"/>
                  <a:pt x="6805" y="922"/>
                </a:cubicBezTo>
                <a:lnTo>
                  <a:pt x="5955" y="1741"/>
                </a:lnTo>
                <a:cubicBezTo>
                  <a:pt x="5136" y="2560"/>
                  <a:pt x="4852" y="3789"/>
                  <a:pt x="5230" y="4891"/>
                </a:cubicBezTo>
                <a:cubicBezTo>
                  <a:pt x="4920" y="4794"/>
                  <a:pt x="4601" y="4746"/>
                  <a:pt x="4283" y="4746"/>
                </a:cubicBezTo>
                <a:cubicBezTo>
                  <a:pt x="3469" y="4746"/>
                  <a:pt x="2669" y="5058"/>
                  <a:pt x="2080" y="5647"/>
                </a:cubicBezTo>
                <a:lnTo>
                  <a:pt x="1229" y="6466"/>
                </a:lnTo>
                <a:cubicBezTo>
                  <a:pt x="0" y="7695"/>
                  <a:pt x="0" y="9680"/>
                  <a:pt x="1229" y="10877"/>
                </a:cubicBezTo>
                <a:cubicBezTo>
                  <a:pt x="1843" y="11491"/>
                  <a:pt x="2647" y="11799"/>
                  <a:pt x="3446" y="11799"/>
                </a:cubicBezTo>
                <a:cubicBezTo>
                  <a:pt x="4246" y="11799"/>
                  <a:pt x="5041" y="11491"/>
                  <a:pt x="5640" y="10877"/>
                </a:cubicBezTo>
                <a:lnTo>
                  <a:pt x="6490" y="10058"/>
                </a:lnTo>
                <a:cubicBezTo>
                  <a:pt x="7309" y="9239"/>
                  <a:pt x="7593" y="8010"/>
                  <a:pt x="7215" y="6908"/>
                </a:cubicBezTo>
                <a:lnTo>
                  <a:pt x="7215" y="6908"/>
                </a:lnTo>
                <a:cubicBezTo>
                  <a:pt x="7525" y="7005"/>
                  <a:pt x="7844" y="7053"/>
                  <a:pt x="8162" y="7053"/>
                </a:cubicBezTo>
                <a:cubicBezTo>
                  <a:pt x="8976" y="7053"/>
                  <a:pt x="9776" y="6740"/>
                  <a:pt x="10365" y="6151"/>
                </a:cubicBezTo>
                <a:lnTo>
                  <a:pt x="11216" y="5332"/>
                </a:lnTo>
                <a:cubicBezTo>
                  <a:pt x="12413" y="4104"/>
                  <a:pt x="12413" y="2150"/>
                  <a:pt x="11216" y="922"/>
                </a:cubicBezTo>
                <a:cubicBezTo>
                  <a:pt x="10602" y="307"/>
                  <a:pt x="9798" y="0"/>
                  <a:pt x="89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31" name="Google Shape;9212;p73">
            <a:extLst>
              <a:ext uri="{FF2B5EF4-FFF2-40B4-BE49-F238E27FC236}">
                <a16:creationId xmlns:a16="http://schemas.microsoft.com/office/drawing/2014/main" id="{BC68B63E-30CD-BF67-0278-F25AAC55EDA1}"/>
              </a:ext>
            </a:extLst>
          </p:cNvPr>
          <p:cNvSpPr/>
          <p:nvPr/>
        </p:nvSpPr>
        <p:spPr>
          <a:xfrm>
            <a:off x="5154105" y="2804357"/>
            <a:ext cx="537421" cy="534532"/>
          </a:xfrm>
          <a:custGeom>
            <a:avLst/>
            <a:gdLst/>
            <a:ahLst/>
            <a:cxnLst/>
            <a:rect l="l" t="t" r="r" b="b"/>
            <a:pathLst>
              <a:path w="11910" h="11846" extrusionOk="0">
                <a:moveTo>
                  <a:pt x="5924" y="2080"/>
                </a:moveTo>
                <a:cubicBezTo>
                  <a:pt x="6302" y="2080"/>
                  <a:pt x="6617" y="2395"/>
                  <a:pt x="6617" y="2773"/>
                </a:cubicBezTo>
                <a:cubicBezTo>
                  <a:pt x="6617" y="3182"/>
                  <a:pt x="6302" y="3497"/>
                  <a:pt x="5924" y="3497"/>
                </a:cubicBezTo>
                <a:cubicBezTo>
                  <a:pt x="5514" y="3497"/>
                  <a:pt x="5199" y="3182"/>
                  <a:pt x="5199" y="2773"/>
                </a:cubicBezTo>
                <a:cubicBezTo>
                  <a:pt x="5199" y="2395"/>
                  <a:pt x="5514" y="2080"/>
                  <a:pt x="5924" y="2080"/>
                </a:cubicBezTo>
                <a:close/>
                <a:moveTo>
                  <a:pt x="5924" y="662"/>
                </a:moveTo>
                <a:cubicBezTo>
                  <a:pt x="7247" y="662"/>
                  <a:pt x="8318" y="1764"/>
                  <a:pt x="8318" y="3088"/>
                </a:cubicBezTo>
                <a:cubicBezTo>
                  <a:pt x="8318" y="3655"/>
                  <a:pt x="8129" y="4190"/>
                  <a:pt x="7783" y="4631"/>
                </a:cubicBezTo>
                <a:cubicBezTo>
                  <a:pt x="7562" y="4222"/>
                  <a:pt x="7310" y="3907"/>
                  <a:pt x="6900" y="3686"/>
                </a:cubicBezTo>
                <a:cubicBezTo>
                  <a:pt x="7153" y="3434"/>
                  <a:pt x="7310" y="3088"/>
                  <a:pt x="7310" y="2741"/>
                </a:cubicBezTo>
                <a:cubicBezTo>
                  <a:pt x="7310" y="1985"/>
                  <a:pt x="6680" y="1355"/>
                  <a:pt x="5924" y="1355"/>
                </a:cubicBezTo>
                <a:cubicBezTo>
                  <a:pt x="5168" y="1355"/>
                  <a:pt x="4538" y="1985"/>
                  <a:pt x="4538" y="2741"/>
                </a:cubicBezTo>
                <a:cubicBezTo>
                  <a:pt x="4538" y="3088"/>
                  <a:pt x="4695" y="3434"/>
                  <a:pt x="4947" y="3686"/>
                </a:cubicBezTo>
                <a:cubicBezTo>
                  <a:pt x="4538" y="3938"/>
                  <a:pt x="4223" y="4285"/>
                  <a:pt x="4034" y="4631"/>
                </a:cubicBezTo>
                <a:cubicBezTo>
                  <a:pt x="3592" y="4096"/>
                  <a:pt x="3403" y="3403"/>
                  <a:pt x="3498" y="2741"/>
                </a:cubicBezTo>
                <a:cubicBezTo>
                  <a:pt x="3655" y="1638"/>
                  <a:pt x="4664" y="662"/>
                  <a:pt x="5924" y="662"/>
                </a:cubicBezTo>
                <a:close/>
                <a:moveTo>
                  <a:pt x="5924" y="4159"/>
                </a:moveTo>
                <a:cubicBezTo>
                  <a:pt x="6554" y="4159"/>
                  <a:pt x="7058" y="4600"/>
                  <a:pt x="7247" y="5135"/>
                </a:cubicBezTo>
                <a:cubicBezTo>
                  <a:pt x="6869" y="5388"/>
                  <a:pt x="6428" y="5545"/>
                  <a:pt x="5924" y="5545"/>
                </a:cubicBezTo>
                <a:cubicBezTo>
                  <a:pt x="5451" y="5545"/>
                  <a:pt x="4979" y="5388"/>
                  <a:pt x="4569" y="5135"/>
                </a:cubicBezTo>
                <a:cubicBezTo>
                  <a:pt x="4727" y="4568"/>
                  <a:pt x="5294" y="4159"/>
                  <a:pt x="5924" y="4159"/>
                </a:cubicBezTo>
                <a:close/>
                <a:moveTo>
                  <a:pt x="1734" y="9042"/>
                </a:moveTo>
                <a:cubicBezTo>
                  <a:pt x="2301" y="9042"/>
                  <a:pt x="2773" y="9483"/>
                  <a:pt x="2773" y="10082"/>
                </a:cubicBezTo>
                <a:cubicBezTo>
                  <a:pt x="2773" y="10649"/>
                  <a:pt x="2301" y="11121"/>
                  <a:pt x="1734" y="11121"/>
                </a:cubicBezTo>
                <a:cubicBezTo>
                  <a:pt x="1198" y="11121"/>
                  <a:pt x="726" y="10649"/>
                  <a:pt x="726" y="10082"/>
                </a:cubicBezTo>
                <a:cubicBezTo>
                  <a:pt x="726" y="9483"/>
                  <a:pt x="1198" y="9042"/>
                  <a:pt x="1734" y="9042"/>
                </a:cubicBezTo>
                <a:close/>
                <a:moveTo>
                  <a:pt x="5924" y="9042"/>
                </a:moveTo>
                <a:cubicBezTo>
                  <a:pt x="6522" y="9042"/>
                  <a:pt x="6932" y="9515"/>
                  <a:pt x="6932" y="10082"/>
                </a:cubicBezTo>
                <a:cubicBezTo>
                  <a:pt x="6932" y="10649"/>
                  <a:pt x="6459" y="11121"/>
                  <a:pt x="5924" y="11121"/>
                </a:cubicBezTo>
                <a:cubicBezTo>
                  <a:pt x="5357" y="11121"/>
                  <a:pt x="4884" y="10649"/>
                  <a:pt x="4884" y="10082"/>
                </a:cubicBezTo>
                <a:cubicBezTo>
                  <a:pt x="4884" y="9483"/>
                  <a:pt x="5325" y="9042"/>
                  <a:pt x="5924" y="9042"/>
                </a:cubicBezTo>
                <a:close/>
                <a:moveTo>
                  <a:pt x="10145" y="9042"/>
                </a:moveTo>
                <a:cubicBezTo>
                  <a:pt x="10681" y="9042"/>
                  <a:pt x="11154" y="9483"/>
                  <a:pt x="11154" y="10082"/>
                </a:cubicBezTo>
                <a:cubicBezTo>
                  <a:pt x="11154" y="10649"/>
                  <a:pt x="10681" y="11121"/>
                  <a:pt x="10145" y="11121"/>
                </a:cubicBezTo>
                <a:cubicBezTo>
                  <a:pt x="9578" y="11121"/>
                  <a:pt x="9106" y="10649"/>
                  <a:pt x="9106" y="10082"/>
                </a:cubicBezTo>
                <a:cubicBezTo>
                  <a:pt x="9106" y="9483"/>
                  <a:pt x="9578" y="9042"/>
                  <a:pt x="10145" y="9042"/>
                </a:cubicBezTo>
                <a:close/>
                <a:moveTo>
                  <a:pt x="5955" y="0"/>
                </a:moveTo>
                <a:cubicBezTo>
                  <a:pt x="4349" y="0"/>
                  <a:pt x="3088" y="1197"/>
                  <a:pt x="2868" y="2678"/>
                </a:cubicBezTo>
                <a:cubicBezTo>
                  <a:pt x="2647" y="4442"/>
                  <a:pt x="3908" y="6018"/>
                  <a:pt x="5640" y="6207"/>
                </a:cubicBezTo>
                <a:lnTo>
                  <a:pt x="5640" y="6963"/>
                </a:lnTo>
                <a:lnTo>
                  <a:pt x="2427" y="6963"/>
                </a:lnTo>
                <a:cubicBezTo>
                  <a:pt x="1828" y="6963"/>
                  <a:pt x="1387" y="7435"/>
                  <a:pt x="1387" y="7971"/>
                </a:cubicBezTo>
                <a:lnTo>
                  <a:pt x="1387" y="8380"/>
                </a:lnTo>
                <a:cubicBezTo>
                  <a:pt x="599" y="8538"/>
                  <a:pt x="1" y="9231"/>
                  <a:pt x="1" y="10082"/>
                </a:cubicBezTo>
                <a:cubicBezTo>
                  <a:pt x="1" y="11027"/>
                  <a:pt x="789" y="11846"/>
                  <a:pt x="1734" y="11846"/>
                </a:cubicBezTo>
                <a:cubicBezTo>
                  <a:pt x="2679" y="11846"/>
                  <a:pt x="3466" y="11058"/>
                  <a:pt x="3466" y="10082"/>
                </a:cubicBezTo>
                <a:cubicBezTo>
                  <a:pt x="3466" y="9231"/>
                  <a:pt x="2868" y="8538"/>
                  <a:pt x="2080" y="8380"/>
                </a:cubicBezTo>
                <a:lnTo>
                  <a:pt x="2080" y="7971"/>
                </a:lnTo>
                <a:cubicBezTo>
                  <a:pt x="2080" y="7782"/>
                  <a:pt x="2238" y="7624"/>
                  <a:pt x="2458" y="7624"/>
                </a:cubicBezTo>
                <a:lnTo>
                  <a:pt x="5609" y="7624"/>
                </a:lnTo>
                <a:lnTo>
                  <a:pt x="5609" y="8349"/>
                </a:lnTo>
                <a:cubicBezTo>
                  <a:pt x="4821" y="8506"/>
                  <a:pt x="4223" y="9200"/>
                  <a:pt x="4223" y="10019"/>
                </a:cubicBezTo>
                <a:cubicBezTo>
                  <a:pt x="4223" y="10964"/>
                  <a:pt x="5010" y="11814"/>
                  <a:pt x="5955" y="11814"/>
                </a:cubicBezTo>
                <a:cubicBezTo>
                  <a:pt x="6900" y="11814"/>
                  <a:pt x="7688" y="11027"/>
                  <a:pt x="7688" y="10019"/>
                </a:cubicBezTo>
                <a:cubicBezTo>
                  <a:pt x="7688" y="9200"/>
                  <a:pt x="7090" y="8506"/>
                  <a:pt x="6302" y="8349"/>
                </a:cubicBezTo>
                <a:lnTo>
                  <a:pt x="6302" y="7624"/>
                </a:lnTo>
                <a:lnTo>
                  <a:pt x="9452" y="7624"/>
                </a:lnTo>
                <a:cubicBezTo>
                  <a:pt x="9641" y="7624"/>
                  <a:pt x="9799" y="7782"/>
                  <a:pt x="9799" y="7971"/>
                </a:cubicBezTo>
                <a:lnTo>
                  <a:pt x="9799" y="8380"/>
                </a:lnTo>
                <a:cubicBezTo>
                  <a:pt x="9011" y="8538"/>
                  <a:pt x="8444" y="9231"/>
                  <a:pt x="8444" y="10082"/>
                </a:cubicBezTo>
                <a:cubicBezTo>
                  <a:pt x="8444" y="11027"/>
                  <a:pt x="9232" y="11846"/>
                  <a:pt x="10177" y="11846"/>
                </a:cubicBezTo>
                <a:cubicBezTo>
                  <a:pt x="11122" y="11846"/>
                  <a:pt x="11910" y="11058"/>
                  <a:pt x="11910" y="10082"/>
                </a:cubicBezTo>
                <a:cubicBezTo>
                  <a:pt x="11910" y="9231"/>
                  <a:pt x="11311" y="8538"/>
                  <a:pt x="10524" y="8380"/>
                </a:cubicBezTo>
                <a:lnTo>
                  <a:pt x="10524" y="7971"/>
                </a:lnTo>
                <a:cubicBezTo>
                  <a:pt x="10524" y="7404"/>
                  <a:pt x="10051" y="6963"/>
                  <a:pt x="9484" y="6963"/>
                </a:cubicBezTo>
                <a:lnTo>
                  <a:pt x="6333" y="6963"/>
                </a:lnTo>
                <a:lnTo>
                  <a:pt x="6333" y="6207"/>
                </a:lnTo>
                <a:cubicBezTo>
                  <a:pt x="7909" y="6049"/>
                  <a:pt x="9106" y="4726"/>
                  <a:pt x="9106" y="3088"/>
                </a:cubicBezTo>
                <a:cubicBezTo>
                  <a:pt x="9106" y="1355"/>
                  <a:pt x="7688" y="0"/>
                  <a:pt x="59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9" name="Google Shape;9214;p73">
            <a:extLst>
              <a:ext uri="{FF2B5EF4-FFF2-40B4-BE49-F238E27FC236}">
                <a16:creationId xmlns:a16="http://schemas.microsoft.com/office/drawing/2014/main" id="{CC28F838-EA65-2B37-A6FD-43F172C751FE}"/>
              </a:ext>
            </a:extLst>
          </p:cNvPr>
          <p:cNvSpPr/>
          <p:nvPr/>
        </p:nvSpPr>
        <p:spPr>
          <a:xfrm>
            <a:off x="8655619" y="1578811"/>
            <a:ext cx="290053" cy="281480"/>
          </a:xfrm>
          <a:custGeom>
            <a:avLst/>
            <a:gdLst/>
            <a:ahLst/>
            <a:cxnLst/>
            <a:rect l="l" t="t" r="r" b="b"/>
            <a:pathLst>
              <a:path w="6428" h="6238" extrusionOk="0">
                <a:moveTo>
                  <a:pt x="3309" y="2079"/>
                </a:moveTo>
                <a:cubicBezTo>
                  <a:pt x="3718" y="2079"/>
                  <a:pt x="4033" y="2394"/>
                  <a:pt x="4033" y="2804"/>
                </a:cubicBezTo>
                <a:cubicBezTo>
                  <a:pt x="4033" y="3182"/>
                  <a:pt x="3718" y="3497"/>
                  <a:pt x="3309" y="3497"/>
                </a:cubicBezTo>
                <a:cubicBezTo>
                  <a:pt x="2931" y="3497"/>
                  <a:pt x="2616" y="3150"/>
                  <a:pt x="2616" y="2804"/>
                </a:cubicBezTo>
                <a:cubicBezTo>
                  <a:pt x="2616" y="2394"/>
                  <a:pt x="2931" y="2079"/>
                  <a:pt x="3309" y="2079"/>
                </a:cubicBezTo>
                <a:close/>
                <a:moveTo>
                  <a:pt x="3403" y="662"/>
                </a:moveTo>
                <a:cubicBezTo>
                  <a:pt x="4726" y="662"/>
                  <a:pt x="5798" y="1764"/>
                  <a:pt x="5798" y="3119"/>
                </a:cubicBezTo>
                <a:cubicBezTo>
                  <a:pt x="5703" y="3655"/>
                  <a:pt x="5546" y="4222"/>
                  <a:pt x="5199" y="4663"/>
                </a:cubicBezTo>
                <a:cubicBezTo>
                  <a:pt x="5010" y="4253"/>
                  <a:pt x="4726" y="3938"/>
                  <a:pt x="4348" y="3686"/>
                </a:cubicBezTo>
                <a:cubicBezTo>
                  <a:pt x="4569" y="3466"/>
                  <a:pt x="4726" y="3119"/>
                  <a:pt x="4726" y="2741"/>
                </a:cubicBezTo>
                <a:cubicBezTo>
                  <a:pt x="4726" y="2016"/>
                  <a:pt x="4096" y="1386"/>
                  <a:pt x="3340" y="1386"/>
                </a:cubicBezTo>
                <a:cubicBezTo>
                  <a:pt x="2616" y="1386"/>
                  <a:pt x="1986" y="2016"/>
                  <a:pt x="1986" y="2741"/>
                </a:cubicBezTo>
                <a:cubicBezTo>
                  <a:pt x="1986" y="3119"/>
                  <a:pt x="2143" y="3466"/>
                  <a:pt x="2364" y="3686"/>
                </a:cubicBezTo>
                <a:cubicBezTo>
                  <a:pt x="1986" y="3907"/>
                  <a:pt x="1702" y="4253"/>
                  <a:pt x="1513" y="4663"/>
                </a:cubicBezTo>
                <a:cubicBezTo>
                  <a:pt x="1072" y="4096"/>
                  <a:pt x="883" y="3434"/>
                  <a:pt x="977" y="2772"/>
                </a:cubicBezTo>
                <a:cubicBezTo>
                  <a:pt x="1135" y="1670"/>
                  <a:pt x="2143" y="662"/>
                  <a:pt x="3403" y="662"/>
                </a:cubicBezTo>
                <a:close/>
                <a:moveTo>
                  <a:pt x="3309" y="4190"/>
                </a:moveTo>
                <a:cubicBezTo>
                  <a:pt x="3939" y="4190"/>
                  <a:pt x="4443" y="4600"/>
                  <a:pt x="4663" y="5167"/>
                </a:cubicBezTo>
                <a:cubicBezTo>
                  <a:pt x="4254" y="5450"/>
                  <a:pt x="3781" y="5545"/>
                  <a:pt x="3309" y="5545"/>
                </a:cubicBezTo>
                <a:cubicBezTo>
                  <a:pt x="2836" y="5545"/>
                  <a:pt x="2364" y="5387"/>
                  <a:pt x="1986" y="5167"/>
                </a:cubicBezTo>
                <a:cubicBezTo>
                  <a:pt x="2143" y="4568"/>
                  <a:pt x="2679" y="4190"/>
                  <a:pt x="3309" y="4190"/>
                </a:cubicBezTo>
                <a:close/>
                <a:moveTo>
                  <a:pt x="3309" y="0"/>
                </a:moveTo>
                <a:cubicBezTo>
                  <a:pt x="1733" y="0"/>
                  <a:pt x="410" y="1229"/>
                  <a:pt x="253" y="2678"/>
                </a:cubicBezTo>
                <a:cubicBezTo>
                  <a:pt x="1" y="4600"/>
                  <a:pt x="1450" y="6238"/>
                  <a:pt x="3309" y="6238"/>
                </a:cubicBezTo>
                <a:cubicBezTo>
                  <a:pt x="5042" y="6238"/>
                  <a:pt x="6428" y="4820"/>
                  <a:pt x="6428" y="3119"/>
                </a:cubicBezTo>
                <a:cubicBezTo>
                  <a:pt x="6428" y="1418"/>
                  <a:pt x="5042" y="0"/>
                  <a:pt x="33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30" name="Google Shape;9215;p73">
            <a:extLst>
              <a:ext uri="{FF2B5EF4-FFF2-40B4-BE49-F238E27FC236}">
                <a16:creationId xmlns:a16="http://schemas.microsoft.com/office/drawing/2014/main" id="{829FABD7-A47D-BB75-C2B2-8247E6695492}"/>
              </a:ext>
            </a:extLst>
          </p:cNvPr>
          <p:cNvSpPr/>
          <p:nvPr/>
        </p:nvSpPr>
        <p:spPr>
          <a:xfrm>
            <a:off x="8533379" y="1484593"/>
            <a:ext cx="535976" cy="532728"/>
          </a:xfrm>
          <a:custGeom>
            <a:avLst/>
            <a:gdLst/>
            <a:ahLst/>
            <a:cxnLst/>
            <a:rect l="l" t="t" r="r" b="b"/>
            <a:pathLst>
              <a:path w="11878" h="11806" extrusionOk="0">
                <a:moveTo>
                  <a:pt x="6018" y="765"/>
                </a:moveTo>
                <a:lnTo>
                  <a:pt x="6868" y="1426"/>
                </a:lnTo>
                <a:cubicBezTo>
                  <a:pt x="6963" y="1458"/>
                  <a:pt x="7026" y="1489"/>
                  <a:pt x="7152" y="1489"/>
                </a:cubicBezTo>
                <a:lnTo>
                  <a:pt x="8223" y="1332"/>
                </a:lnTo>
                <a:lnTo>
                  <a:pt x="8664" y="2372"/>
                </a:lnTo>
                <a:cubicBezTo>
                  <a:pt x="8696" y="2435"/>
                  <a:pt x="8790" y="2529"/>
                  <a:pt x="8853" y="2561"/>
                </a:cubicBezTo>
                <a:lnTo>
                  <a:pt x="9893" y="2970"/>
                </a:lnTo>
                <a:lnTo>
                  <a:pt x="9735" y="4073"/>
                </a:lnTo>
                <a:cubicBezTo>
                  <a:pt x="9735" y="4136"/>
                  <a:pt x="9735" y="4262"/>
                  <a:pt x="9798" y="4325"/>
                </a:cubicBezTo>
                <a:lnTo>
                  <a:pt x="10460" y="5207"/>
                </a:lnTo>
                <a:lnTo>
                  <a:pt x="9798" y="6058"/>
                </a:lnTo>
                <a:cubicBezTo>
                  <a:pt x="9767" y="6152"/>
                  <a:pt x="9735" y="6215"/>
                  <a:pt x="9735" y="6341"/>
                </a:cubicBezTo>
                <a:lnTo>
                  <a:pt x="9893" y="7444"/>
                </a:lnTo>
                <a:lnTo>
                  <a:pt x="8853" y="7853"/>
                </a:lnTo>
                <a:cubicBezTo>
                  <a:pt x="8790" y="7885"/>
                  <a:pt x="8696" y="7948"/>
                  <a:pt x="8664" y="8042"/>
                </a:cubicBezTo>
                <a:lnTo>
                  <a:pt x="8255" y="9051"/>
                </a:lnTo>
                <a:lnTo>
                  <a:pt x="7120" y="8893"/>
                </a:lnTo>
                <a:cubicBezTo>
                  <a:pt x="7057" y="8893"/>
                  <a:pt x="6931" y="8893"/>
                  <a:pt x="6837" y="8988"/>
                </a:cubicBezTo>
                <a:lnTo>
                  <a:pt x="5986" y="9649"/>
                </a:lnTo>
                <a:lnTo>
                  <a:pt x="5104" y="8988"/>
                </a:lnTo>
                <a:cubicBezTo>
                  <a:pt x="5041" y="8925"/>
                  <a:pt x="5010" y="8893"/>
                  <a:pt x="4915" y="8893"/>
                </a:cubicBezTo>
                <a:lnTo>
                  <a:pt x="4884" y="8893"/>
                </a:lnTo>
                <a:lnTo>
                  <a:pt x="3781" y="9051"/>
                </a:lnTo>
                <a:lnTo>
                  <a:pt x="3371" y="8042"/>
                </a:lnTo>
                <a:cubicBezTo>
                  <a:pt x="3340" y="7948"/>
                  <a:pt x="3277" y="7885"/>
                  <a:pt x="3182" y="7853"/>
                </a:cubicBezTo>
                <a:lnTo>
                  <a:pt x="2143" y="7444"/>
                </a:lnTo>
                <a:lnTo>
                  <a:pt x="2300" y="6341"/>
                </a:lnTo>
                <a:cubicBezTo>
                  <a:pt x="2300" y="6278"/>
                  <a:pt x="2300" y="6152"/>
                  <a:pt x="2237" y="6058"/>
                </a:cubicBezTo>
                <a:lnTo>
                  <a:pt x="1576" y="5207"/>
                </a:lnTo>
                <a:lnTo>
                  <a:pt x="2237" y="4325"/>
                </a:lnTo>
                <a:cubicBezTo>
                  <a:pt x="2269" y="4262"/>
                  <a:pt x="2300" y="4167"/>
                  <a:pt x="2300" y="4073"/>
                </a:cubicBezTo>
                <a:lnTo>
                  <a:pt x="2143" y="2970"/>
                </a:lnTo>
                <a:lnTo>
                  <a:pt x="3182" y="2561"/>
                </a:lnTo>
                <a:cubicBezTo>
                  <a:pt x="3277" y="2529"/>
                  <a:pt x="3340" y="2435"/>
                  <a:pt x="3371" y="2372"/>
                </a:cubicBezTo>
                <a:lnTo>
                  <a:pt x="3812" y="1332"/>
                </a:lnTo>
                <a:lnTo>
                  <a:pt x="4884" y="1489"/>
                </a:lnTo>
                <a:cubicBezTo>
                  <a:pt x="4947" y="1489"/>
                  <a:pt x="5073" y="1489"/>
                  <a:pt x="5167" y="1426"/>
                </a:cubicBezTo>
                <a:lnTo>
                  <a:pt x="6018" y="765"/>
                </a:lnTo>
                <a:close/>
                <a:moveTo>
                  <a:pt x="2174" y="8168"/>
                </a:moveTo>
                <a:lnTo>
                  <a:pt x="2804" y="8420"/>
                </a:lnTo>
                <a:lnTo>
                  <a:pt x="3277" y="9586"/>
                </a:lnTo>
                <a:cubicBezTo>
                  <a:pt x="3308" y="9681"/>
                  <a:pt x="3434" y="9775"/>
                  <a:pt x="3529" y="9775"/>
                </a:cubicBezTo>
                <a:lnTo>
                  <a:pt x="2647" y="10720"/>
                </a:lnTo>
                <a:lnTo>
                  <a:pt x="2426" y="9649"/>
                </a:lnTo>
                <a:cubicBezTo>
                  <a:pt x="2395" y="9523"/>
                  <a:pt x="2332" y="9429"/>
                  <a:pt x="2174" y="9366"/>
                </a:cubicBezTo>
                <a:lnTo>
                  <a:pt x="1134" y="9177"/>
                </a:lnTo>
                <a:lnTo>
                  <a:pt x="2174" y="8168"/>
                </a:lnTo>
                <a:close/>
                <a:moveTo>
                  <a:pt x="9861" y="8105"/>
                </a:moveTo>
                <a:lnTo>
                  <a:pt x="10901" y="9145"/>
                </a:lnTo>
                <a:lnTo>
                  <a:pt x="9893" y="9366"/>
                </a:lnTo>
                <a:cubicBezTo>
                  <a:pt x="9767" y="9429"/>
                  <a:pt x="9641" y="9492"/>
                  <a:pt x="9609" y="9649"/>
                </a:cubicBezTo>
                <a:lnTo>
                  <a:pt x="9389" y="10720"/>
                </a:lnTo>
                <a:lnTo>
                  <a:pt x="8507" y="9712"/>
                </a:lnTo>
                <a:cubicBezTo>
                  <a:pt x="8601" y="9712"/>
                  <a:pt x="8727" y="9649"/>
                  <a:pt x="8759" y="9523"/>
                </a:cubicBezTo>
                <a:lnTo>
                  <a:pt x="9231" y="8389"/>
                </a:lnTo>
                <a:lnTo>
                  <a:pt x="9861" y="8105"/>
                </a:lnTo>
                <a:close/>
                <a:moveTo>
                  <a:pt x="6002" y="1"/>
                </a:moveTo>
                <a:cubicBezTo>
                  <a:pt x="5923" y="1"/>
                  <a:pt x="5844" y="24"/>
                  <a:pt x="5797" y="72"/>
                </a:cubicBezTo>
                <a:lnTo>
                  <a:pt x="4852" y="828"/>
                </a:lnTo>
                <a:lnTo>
                  <a:pt x="3623" y="670"/>
                </a:lnTo>
                <a:cubicBezTo>
                  <a:pt x="3607" y="667"/>
                  <a:pt x="3590" y="665"/>
                  <a:pt x="3573" y="665"/>
                </a:cubicBezTo>
                <a:cubicBezTo>
                  <a:pt x="3434" y="665"/>
                  <a:pt x="3305" y="775"/>
                  <a:pt x="3277" y="859"/>
                </a:cubicBezTo>
                <a:lnTo>
                  <a:pt x="2804" y="2025"/>
                </a:lnTo>
                <a:lnTo>
                  <a:pt x="1639" y="2498"/>
                </a:lnTo>
                <a:cubicBezTo>
                  <a:pt x="1481" y="2561"/>
                  <a:pt x="1418" y="2687"/>
                  <a:pt x="1450" y="2844"/>
                </a:cubicBezTo>
                <a:lnTo>
                  <a:pt x="1607" y="4073"/>
                </a:lnTo>
                <a:lnTo>
                  <a:pt x="851" y="5018"/>
                </a:lnTo>
                <a:cubicBezTo>
                  <a:pt x="788" y="5112"/>
                  <a:pt x="788" y="5333"/>
                  <a:pt x="851" y="5428"/>
                </a:cubicBezTo>
                <a:lnTo>
                  <a:pt x="1607" y="6373"/>
                </a:lnTo>
                <a:lnTo>
                  <a:pt x="1450" y="7601"/>
                </a:lnTo>
                <a:cubicBezTo>
                  <a:pt x="1450" y="7696"/>
                  <a:pt x="1450" y="7759"/>
                  <a:pt x="1481" y="7853"/>
                </a:cubicBezTo>
                <a:lnTo>
                  <a:pt x="189" y="9145"/>
                </a:lnTo>
                <a:cubicBezTo>
                  <a:pt x="0" y="9334"/>
                  <a:pt x="126" y="9649"/>
                  <a:pt x="347" y="9744"/>
                </a:cubicBezTo>
                <a:lnTo>
                  <a:pt x="1765" y="10059"/>
                </a:lnTo>
                <a:lnTo>
                  <a:pt x="2080" y="11539"/>
                </a:lnTo>
                <a:cubicBezTo>
                  <a:pt x="2099" y="11714"/>
                  <a:pt x="2250" y="11805"/>
                  <a:pt x="2407" y="11805"/>
                </a:cubicBezTo>
                <a:cubicBezTo>
                  <a:pt x="2505" y="11805"/>
                  <a:pt x="2606" y="11770"/>
                  <a:pt x="2678" y="11697"/>
                </a:cubicBezTo>
                <a:cubicBezTo>
                  <a:pt x="4410" y="9858"/>
                  <a:pt x="4587" y="9665"/>
                  <a:pt x="4601" y="9649"/>
                </a:cubicBezTo>
                <a:lnTo>
                  <a:pt x="4601" y="9649"/>
                </a:lnTo>
                <a:lnTo>
                  <a:pt x="4789" y="9618"/>
                </a:lnTo>
                <a:lnTo>
                  <a:pt x="5734" y="10374"/>
                </a:lnTo>
                <a:cubicBezTo>
                  <a:pt x="5829" y="10405"/>
                  <a:pt x="5860" y="10437"/>
                  <a:pt x="5955" y="10437"/>
                </a:cubicBezTo>
                <a:cubicBezTo>
                  <a:pt x="6018" y="10437"/>
                  <a:pt x="6112" y="10405"/>
                  <a:pt x="6144" y="10374"/>
                </a:cubicBezTo>
                <a:lnTo>
                  <a:pt x="7089" y="9618"/>
                </a:lnTo>
                <a:lnTo>
                  <a:pt x="7278" y="9649"/>
                </a:lnTo>
                <a:lnTo>
                  <a:pt x="9200" y="11697"/>
                </a:lnTo>
                <a:cubicBezTo>
                  <a:pt x="9284" y="11770"/>
                  <a:pt x="9388" y="11805"/>
                  <a:pt x="9485" y="11805"/>
                </a:cubicBezTo>
                <a:cubicBezTo>
                  <a:pt x="9640" y="11805"/>
                  <a:pt x="9779" y="11714"/>
                  <a:pt x="9798" y="11539"/>
                </a:cubicBezTo>
                <a:lnTo>
                  <a:pt x="10113" y="10059"/>
                </a:lnTo>
                <a:lnTo>
                  <a:pt x="11531" y="9744"/>
                </a:lnTo>
                <a:cubicBezTo>
                  <a:pt x="11815" y="9681"/>
                  <a:pt x="11878" y="9334"/>
                  <a:pt x="11689" y="9145"/>
                </a:cubicBezTo>
                <a:lnTo>
                  <a:pt x="10523" y="7853"/>
                </a:lnTo>
                <a:cubicBezTo>
                  <a:pt x="10554" y="7759"/>
                  <a:pt x="10586" y="7696"/>
                  <a:pt x="10554" y="7601"/>
                </a:cubicBezTo>
                <a:lnTo>
                  <a:pt x="10397" y="6373"/>
                </a:lnTo>
                <a:lnTo>
                  <a:pt x="11153" y="5428"/>
                </a:lnTo>
                <a:cubicBezTo>
                  <a:pt x="11216" y="5333"/>
                  <a:pt x="11216" y="5112"/>
                  <a:pt x="11153" y="5018"/>
                </a:cubicBezTo>
                <a:lnTo>
                  <a:pt x="10397" y="4073"/>
                </a:lnTo>
                <a:lnTo>
                  <a:pt x="10554" y="2844"/>
                </a:lnTo>
                <a:cubicBezTo>
                  <a:pt x="10586" y="2687"/>
                  <a:pt x="10460" y="2529"/>
                  <a:pt x="10365" y="2498"/>
                </a:cubicBezTo>
                <a:lnTo>
                  <a:pt x="9200" y="2025"/>
                </a:lnTo>
                <a:lnTo>
                  <a:pt x="8727" y="859"/>
                </a:lnTo>
                <a:cubicBezTo>
                  <a:pt x="8675" y="728"/>
                  <a:pt x="8578" y="662"/>
                  <a:pt x="8457" y="662"/>
                </a:cubicBezTo>
                <a:cubicBezTo>
                  <a:pt x="8432" y="662"/>
                  <a:pt x="8407" y="665"/>
                  <a:pt x="8381" y="670"/>
                </a:cubicBezTo>
                <a:lnTo>
                  <a:pt x="7152" y="828"/>
                </a:lnTo>
                <a:lnTo>
                  <a:pt x="6207" y="72"/>
                </a:lnTo>
                <a:cubicBezTo>
                  <a:pt x="6160" y="24"/>
                  <a:pt x="6081" y="1"/>
                  <a:pt x="600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6" name="Google Shape;9217;p73">
            <a:extLst>
              <a:ext uri="{FF2B5EF4-FFF2-40B4-BE49-F238E27FC236}">
                <a16:creationId xmlns:a16="http://schemas.microsoft.com/office/drawing/2014/main" id="{5938B1B9-897C-1036-4384-EB27191BD305}"/>
              </a:ext>
            </a:extLst>
          </p:cNvPr>
          <p:cNvSpPr/>
          <p:nvPr/>
        </p:nvSpPr>
        <p:spPr>
          <a:xfrm>
            <a:off x="8531238" y="2367210"/>
            <a:ext cx="537419" cy="253097"/>
          </a:xfrm>
          <a:custGeom>
            <a:avLst/>
            <a:gdLst/>
            <a:ahLst/>
            <a:cxnLst/>
            <a:rect l="l" t="t" r="r" b="b"/>
            <a:pathLst>
              <a:path w="11910" h="5609" extrusionOk="0">
                <a:moveTo>
                  <a:pt x="4569" y="1386"/>
                </a:moveTo>
                <a:cubicBezTo>
                  <a:pt x="4538" y="1575"/>
                  <a:pt x="4506" y="1828"/>
                  <a:pt x="4443" y="2111"/>
                </a:cubicBezTo>
                <a:lnTo>
                  <a:pt x="757" y="2111"/>
                </a:lnTo>
                <a:lnTo>
                  <a:pt x="757" y="1386"/>
                </a:lnTo>
                <a:close/>
                <a:moveTo>
                  <a:pt x="11185" y="1386"/>
                </a:moveTo>
                <a:lnTo>
                  <a:pt x="11185" y="2111"/>
                </a:lnTo>
                <a:lnTo>
                  <a:pt x="7530" y="2111"/>
                </a:lnTo>
                <a:cubicBezTo>
                  <a:pt x="7467" y="1828"/>
                  <a:pt x="7436" y="1575"/>
                  <a:pt x="7373" y="1386"/>
                </a:cubicBezTo>
                <a:close/>
                <a:moveTo>
                  <a:pt x="5955" y="725"/>
                </a:moveTo>
                <a:cubicBezTo>
                  <a:pt x="6270" y="725"/>
                  <a:pt x="6396" y="788"/>
                  <a:pt x="6491" y="1071"/>
                </a:cubicBezTo>
                <a:cubicBezTo>
                  <a:pt x="6743" y="1639"/>
                  <a:pt x="6900" y="2804"/>
                  <a:pt x="7247" y="4852"/>
                </a:cubicBezTo>
                <a:lnTo>
                  <a:pt x="4664" y="4852"/>
                </a:lnTo>
                <a:cubicBezTo>
                  <a:pt x="5010" y="2804"/>
                  <a:pt x="5168" y="1639"/>
                  <a:pt x="5388" y="1071"/>
                </a:cubicBezTo>
                <a:cubicBezTo>
                  <a:pt x="5514" y="788"/>
                  <a:pt x="5640" y="725"/>
                  <a:pt x="5955" y="725"/>
                </a:cubicBezTo>
                <a:close/>
                <a:moveTo>
                  <a:pt x="5955" y="0"/>
                </a:moveTo>
                <a:cubicBezTo>
                  <a:pt x="5357" y="0"/>
                  <a:pt x="5010" y="221"/>
                  <a:pt x="4758" y="725"/>
                </a:cubicBezTo>
                <a:lnTo>
                  <a:pt x="347" y="725"/>
                </a:lnTo>
                <a:cubicBezTo>
                  <a:pt x="158" y="725"/>
                  <a:pt x="1" y="882"/>
                  <a:pt x="1" y="1071"/>
                </a:cubicBezTo>
                <a:lnTo>
                  <a:pt x="1" y="2458"/>
                </a:lnTo>
                <a:cubicBezTo>
                  <a:pt x="1" y="2647"/>
                  <a:pt x="158" y="2804"/>
                  <a:pt x="347" y="2804"/>
                </a:cubicBezTo>
                <a:lnTo>
                  <a:pt x="4254" y="2804"/>
                </a:lnTo>
                <a:cubicBezTo>
                  <a:pt x="4191" y="3371"/>
                  <a:pt x="4065" y="4064"/>
                  <a:pt x="3907" y="4884"/>
                </a:cubicBezTo>
                <a:lnTo>
                  <a:pt x="3498" y="4884"/>
                </a:lnTo>
                <a:cubicBezTo>
                  <a:pt x="3309" y="4884"/>
                  <a:pt x="3151" y="5041"/>
                  <a:pt x="3151" y="5262"/>
                </a:cubicBezTo>
                <a:cubicBezTo>
                  <a:pt x="3151" y="5451"/>
                  <a:pt x="3309" y="5608"/>
                  <a:pt x="3498" y="5608"/>
                </a:cubicBezTo>
                <a:lnTo>
                  <a:pt x="8350" y="5608"/>
                </a:lnTo>
                <a:cubicBezTo>
                  <a:pt x="8539" y="5608"/>
                  <a:pt x="8696" y="5451"/>
                  <a:pt x="8696" y="5262"/>
                </a:cubicBezTo>
                <a:cubicBezTo>
                  <a:pt x="8696" y="5041"/>
                  <a:pt x="8539" y="4884"/>
                  <a:pt x="8350" y="4884"/>
                </a:cubicBezTo>
                <a:lnTo>
                  <a:pt x="7972" y="4884"/>
                </a:lnTo>
                <a:cubicBezTo>
                  <a:pt x="7814" y="4064"/>
                  <a:pt x="7688" y="3403"/>
                  <a:pt x="7593" y="2804"/>
                </a:cubicBezTo>
                <a:lnTo>
                  <a:pt x="11500" y="2804"/>
                </a:lnTo>
                <a:cubicBezTo>
                  <a:pt x="11689" y="2804"/>
                  <a:pt x="11847" y="2647"/>
                  <a:pt x="11847" y="2458"/>
                </a:cubicBezTo>
                <a:lnTo>
                  <a:pt x="11847" y="1071"/>
                </a:lnTo>
                <a:cubicBezTo>
                  <a:pt x="11910" y="882"/>
                  <a:pt x="11752" y="725"/>
                  <a:pt x="11532" y="725"/>
                </a:cubicBezTo>
                <a:lnTo>
                  <a:pt x="7121" y="725"/>
                </a:lnTo>
                <a:cubicBezTo>
                  <a:pt x="6900" y="252"/>
                  <a:pt x="6554" y="0"/>
                  <a:pt x="59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7" name="Google Shape;9218;p73">
            <a:extLst>
              <a:ext uri="{FF2B5EF4-FFF2-40B4-BE49-F238E27FC236}">
                <a16:creationId xmlns:a16="http://schemas.microsoft.com/office/drawing/2014/main" id="{DE1EB156-4B6F-30A8-EF8D-4BFA59726000}"/>
              </a:ext>
            </a:extLst>
          </p:cNvPr>
          <p:cNvSpPr/>
          <p:nvPr/>
        </p:nvSpPr>
        <p:spPr>
          <a:xfrm>
            <a:off x="8883831" y="2148269"/>
            <a:ext cx="187668" cy="218984"/>
          </a:xfrm>
          <a:custGeom>
            <a:avLst/>
            <a:gdLst/>
            <a:ahLst/>
            <a:cxnLst/>
            <a:rect l="l" t="t" r="r" b="b"/>
            <a:pathLst>
              <a:path w="4159" h="4853" extrusionOk="0">
                <a:moveTo>
                  <a:pt x="1985" y="725"/>
                </a:moveTo>
                <a:cubicBezTo>
                  <a:pt x="2394" y="725"/>
                  <a:pt x="2709" y="1040"/>
                  <a:pt x="2709" y="1450"/>
                </a:cubicBezTo>
                <a:cubicBezTo>
                  <a:pt x="2709" y="1828"/>
                  <a:pt x="2394" y="2143"/>
                  <a:pt x="1985" y="2143"/>
                </a:cubicBezTo>
                <a:cubicBezTo>
                  <a:pt x="1607" y="2143"/>
                  <a:pt x="1292" y="1828"/>
                  <a:pt x="1292" y="1450"/>
                </a:cubicBezTo>
                <a:cubicBezTo>
                  <a:pt x="1292" y="1040"/>
                  <a:pt x="1638" y="725"/>
                  <a:pt x="1985" y="725"/>
                </a:cubicBezTo>
                <a:close/>
                <a:moveTo>
                  <a:pt x="1985" y="2804"/>
                </a:moveTo>
                <a:cubicBezTo>
                  <a:pt x="2741" y="2804"/>
                  <a:pt x="3371" y="3435"/>
                  <a:pt x="3371" y="4191"/>
                </a:cubicBezTo>
                <a:lnTo>
                  <a:pt x="630" y="4191"/>
                </a:lnTo>
                <a:cubicBezTo>
                  <a:pt x="630" y="3435"/>
                  <a:pt x="1260" y="2804"/>
                  <a:pt x="1985" y="2804"/>
                </a:cubicBezTo>
                <a:close/>
                <a:moveTo>
                  <a:pt x="2048" y="1"/>
                </a:moveTo>
                <a:cubicBezTo>
                  <a:pt x="1292" y="1"/>
                  <a:pt x="662" y="631"/>
                  <a:pt x="662" y="1387"/>
                </a:cubicBezTo>
                <a:cubicBezTo>
                  <a:pt x="662" y="1765"/>
                  <a:pt x="819" y="2111"/>
                  <a:pt x="1040" y="2332"/>
                </a:cubicBezTo>
                <a:cubicBezTo>
                  <a:pt x="410" y="2710"/>
                  <a:pt x="0" y="3372"/>
                  <a:pt x="0" y="4159"/>
                </a:cubicBezTo>
                <a:lnTo>
                  <a:pt x="0" y="4506"/>
                </a:lnTo>
                <a:cubicBezTo>
                  <a:pt x="0" y="4695"/>
                  <a:pt x="158" y="4852"/>
                  <a:pt x="347" y="4852"/>
                </a:cubicBezTo>
                <a:lnTo>
                  <a:pt x="3812" y="4852"/>
                </a:lnTo>
                <a:cubicBezTo>
                  <a:pt x="4001" y="4852"/>
                  <a:pt x="4159" y="4695"/>
                  <a:pt x="4159" y="4506"/>
                </a:cubicBezTo>
                <a:lnTo>
                  <a:pt x="4159" y="4159"/>
                </a:lnTo>
                <a:cubicBezTo>
                  <a:pt x="4096" y="3403"/>
                  <a:pt x="3655" y="2710"/>
                  <a:pt x="3025" y="2332"/>
                </a:cubicBezTo>
                <a:cubicBezTo>
                  <a:pt x="3245" y="2111"/>
                  <a:pt x="3403" y="1765"/>
                  <a:pt x="3403" y="1387"/>
                </a:cubicBezTo>
                <a:cubicBezTo>
                  <a:pt x="3403" y="631"/>
                  <a:pt x="2772" y="1"/>
                  <a:pt x="20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8" name="Google Shape;9219;p73">
            <a:extLst>
              <a:ext uri="{FF2B5EF4-FFF2-40B4-BE49-F238E27FC236}">
                <a16:creationId xmlns:a16="http://schemas.microsoft.com/office/drawing/2014/main" id="{9FC9A307-092A-4C12-505C-B7DB654D1935}"/>
              </a:ext>
            </a:extLst>
          </p:cNvPr>
          <p:cNvSpPr/>
          <p:nvPr/>
        </p:nvSpPr>
        <p:spPr>
          <a:xfrm>
            <a:off x="8535523" y="2151112"/>
            <a:ext cx="187668" cy="218984"/>
          </a:xfrm>
          <a:custGeom>
            <a:avLst/>
            <a:gdLst/>
            <a:ahLst/>
            <a:cxnLst/>
            <a:rect l="l" t="t" r="r" b="b"/>
            <a:pathLst>
              <a:path w="4159" h="4853" extrusionOk="0">
                <a:moveTo>
                  <a:pt x="2048" y="662"/>
                </a:moveTo>
                <a:cubicBezTo>
                  <a:pt x="2426" y="662"/>
                  <a:pt x="2741" y="977"/>
                  <a:pt x="2741" y="1387"/>
                </a:cubicBezTo>
                <a:cubicBezTo>
                  <a:pt x="2741" y="1765"/>
                  <a:pt x="2426" y="2080"/>
                  <a:pt x="2048" y="2080"/>
                </a:cubicBezTo>
                <a:cubicBezTo>
                  <a:pt x="1639" y="2080"/>
                  <a:pt x="1324" y="1765"/>
                  <a:pt x="1324" y="1387"/>
                </a:cubicBezTo>
                <a:cubicBezTo>
                  <a:pt x="1324" y="977"/>
                  <a:pt x="1670" y="662"/>
                  <a:pt x="2048" y="662"/>
                </a:cubicBezTo>
                <a:close/>
                <a:moveTo>
                  <a:pt x="2048" y="2710"/>
                </a:moveTo>
                <a:cubicBezTo>
                  <a:pt x="2773" y="2710"/>
                  <a:pt x="3403" y="3340"/>
                  <a:pt x="3403" y="4096"/>
                </a:cubicBezTo>
                <a:lnTo>
                  <a:pt x="662" y="4096"/>
                </a:lnTo>
                <a:cubicBezTo>
                  <a:pt x="662" y="3340"/>
                  <a:pt x="1292" y="2710"/>
                  <a:pt x="2048" y="2710"/>
                </a:cubicBezTo>
                <a:close/>
                <a:moveTo>
                  <a:pt x="2111" y="1"/>
                </a:moveTo>
                <a:cubicBezTo>
                  <a:pt x="1355" y="1"/>
                  <a:pt x="725" y="631"/>
                  <a:pt x="725" y="1387"/>
                </a:cubicBezTo>
                <a:cubicBezTo>
                  <a:pt x="725" y="1733"/>
                  <a:pt x="882" y="2080"/>
                  <a:pt x="1134" y="2332"/>
                </a:cubicBezTo>
                <a:cubicBezTo>
                  <a:pt x="410" y="2647"/>
                  <a:pt x="0" y="3340"/>
                  <a:pt x="0" y="4128"/>
                </a:cubicBezTo>
                <a:lnTo>
                  <a:pt x="0" y="4474"/>
                </a:lnTo>
                <a:cubicBezTo>
                  <a:pt x="0" y="4695"/>
                  <a:pt x="158" y="4852"/>
                  <a:pt x="347" y="4852"/>
                </a:cubicBezTo>
                <a:lnTo>
                  <a:pt x="3812" y="4852"/>
                </a:lnTo>
                <a:cubicBezTo>
                  <a:pt x="4001" y="4852"/>
                  <a:pt x="4159" y="4695"/>
                  <a:pt x="4159" y="4474"/>
                </a:cubicBezTo>
                <a:lnTo>
                  <a:pt x="4159" y="4128"/>
                </a:lnTo>
                <a:cubicBezTo>
                  <a:pt x="4159" y="3340"/>
                  <a:pt x="3718" y="2678"/>
                  <a:pt x="3088" y="2332"/>
                </a:cubicBezTo>
                <a:cubicBezTo>
                  <a:pt x="3340" y="2080"/>
                  <a:pt x="3497" y="1733"/>
                  <a:pt x="3497" y="1387"/>
                </a:cubicBezTo>
                <a:cubicBezTo>
                  <a:pt x="3497" y="631"/>
                  <a:pt x="2867" y="1"/>
                  <a:pt x="211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34" name="Google Shape;9220;p73">
            <a:extLst>
              <a:ext uri="{FF2B5EF4-FFF2-40B4-BE49-F238E27FC236}">
                <a16:creationId xmlns:a16="http://schemas.microsoft.com/office/drawing/2014/main" id="{BA3D2230-CCAB-CE5F-7E01-AE51DDCFA8F9}"/>
              </a:ext>
            </a:extLst>
          </p:cNvPr>
          <p:cNvSpPr/>
          <p:nvPr/>
        </p:nvSpPr>
        <p:spPr>
          <a:xfrm>
            <a:off x="8652004" y="2803635"/>
            <a:ext cx="298583" cy="535976"/>
          </a:xfrm>
          <a:custGeom>
            <a:avLst/>
            <a:gdLst/>
            <a:ahLst/>
            <a:cxnLst/>
            <a:rect l="l" t="t" r="r" b="b"/>
            <a:pathLst>
              <a:path w="6617" h="11878" extrusionOk="0">
                <a:moveTo>
                  <a:pt x="2962" y="725"/>
                </a:moveTo>
                <a:lnTo>
                  <a:pt x="2489" y="2111"/>
                </a:lnTo>
                <a:lnTo>
                  <a:pt x="1575" y="2111"/>
                </a:lnTo>
                <a:lnTo>
                  <a:pt x="1103" y="725"/>
                </a:lnTo>
                <a:close/>
                <a:moveTo>
                  <a:pt x="3277" y="3529"/>
                </a:moveTo>
                <a:lnTo>
                  <a:pt x="5892" y="6144"/>
                </a:lnTo>
                <a:lnTo>
                  <a:pt x="5892" y="6616"/>
                </a:lnTo>
                <a:lnTo>
                  <a:pt x="5419" y="6616"/>
                </a:lnTo>
                <a:lnTo>
                  <a:pt x="3434" y="4663"/>
                </a:lnTo>
                <a:lnTo>
                  <a:pt x="3277" y="3529"/>
                </a:lnTo>
                <a:close/>
                <a:moveTo>
                  <a:pt x="2458" y="2804"/>
                </a:moveTo>
                <a:lnTo>
                  <a:pt x="3434" y="9357"/>
                </a:lnTo>
                <a:lnTo>
                  <a:pt x="2048" y="10964"/>
                </a:lnTo>
                <a:lnTo>
                  <a:pt x="693" y="9357"/>
                </a:lnTo>
                <a:lnTo>
                  <a:pt x="1670" y="2804"/>
                </a:lnTo>
                <a:close/>
                <a:moveTo>
                  <a:pt x="693" y="0"/>
                </a:moveTo>
                <a:cubicBezTo>
                  <a:pt x="567" y="0"/>
                  <a:pt x="473" y="32"/>
                  <a:pt x="410" y="158"/>
                </a:cubicBezTo>
                <a:cubicBezTo>
                  <a:pt x="315" y="252"/>
                  <a:pt x="315" y="378"/>
                  <a:pt x="378" y="473"/>
                </a:cubicBezTo>
                <a:lnTo>
                  <a:pt x="1040" y="2489"/>
                </a:lnTo>
                <a:lnTo>
                  <a:pt x="0" y="9389"/>
                </a:lnTo>
                <a:cubicBezTo>
                  <a:pt x="0" y="9452"/>
                  <a:pt x="0" y="9578"/>
                  <a:pt x="95" y="9672"/>
                </a:cubicBezTo>
                <a:lnTo>
                  <a:pt x="1828" y="11751"/>
                </a:lnTo>
                <a:cubicBezTo>
                  <a:pt x="1891" y="11814"/>
                  <a:pt x="1985" y="11877"/>
                  <a:pt x="2080" y="11877"/>
                </a:cubicBezTo>
                <a:cubicBezTo>
                  <a:pt x="2206" y="11877"/>
                  <a:pt x="2300" y="11814"/>
                  <a:pt x="2363" y="11751"/>
                </a:cubicBezTo>
                <a:lnTo>
                  <a:pt x="4096" y="9672"/>
                </a:lnTo>
                <a:cubicBezTo>
                  <a:pt x="4190" y="9578"/>
                  <a:pt x="4190" y="9483"/>
                  <a:pt x="4190" y="9389"/>
                </a:cubicBezTo>
                <a:lnTo>
                  <a:pt x="3623" y="5797"/>
                </a:lnTo>
                <a:lnTo>
                  <a:pt x="5041" y="7183"/>
                </a:lnTo>
                <a:cubicBezTo>
                  <a:pt x="5136" y="7246"/>
                  <a:pt x="5199" y="7309"/>
                  <a:pt x="5293" y="7309"/>
                </a:cubicBezTo>
                <a:lnTo>
                  <a:pt x="6270" y="7309"/>
                </a:lnTo>
                <a:cubicBezTo>
                  <a:pt x="6459" y="7309"/>
                  <a:pt x="6616" y="7152"/>
                  <a:pt x="6616" y="6931"/>
                </a:cubicBezTo>
                <a:lnTo>
                  <a:pt x="6616" y="5955"/>
                </a:lnTo>
                <a:cubicBezTo>
                  <a:pt x="6616" y="5892"/>
                  <a:pt x="6585" y="5766"/>
                  <a:pt x="6490" y="5734"/>
                </a:cubicBezTo>
                <a:lnTo>
                  <a:pt x="3119" y="2426"/>
                </a:lnTo>
                <a:lnTo>
                  <a:pt x="3749" y="473"/>
                </a:lnTo>
                <a:cubicBezTo>
                  <a:pt x="3781" y="378"/>
                  <a:pt x="3749" y="252"/>
                  <a:pt x="3718" y="158"/>
                </a:cubicBezTo>
                <a:cubicBezTo>
                  <a:pt x="3623" y="95"/>
                  <a:pt x="3560" y="0"/>
                  <a:pt x="34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1" name="Google Shape;9222;p73">
            <a:extLst>
              <a:ext uri="{FF2B5EF4-FFF2-40B4-BE49-F238E27FC236}">
                <a16:creationId xmlns:a16="http://schemas.microsoft.com/office/drawing/2014/main" id="{CABDB48E-5158-6533-7725-F2951124DE67}"/>
              </a:ext>
            </a:extLst>
          </p:cNvPr>
          <p:cNvSpPr/>
          <p:nvPr/>
        </p:nvSpPr>
        <p:spPr>
          <a:xfrm>
            <a:off x="10562116" y="2805064"/>
            <a:ext cx="409451" cy="533133"/>
          </a:xfrm>
          <a:custGeom>
            <a:avLst/>
            <a:gdLst/>
            <a:ahLst/>
            <a:cxnLst/>
            <a:rect l="l" t="t" r="r" b="b"/>
            <a:pathLst>
              <a:path w="9074" h="11815" extrusionOk="0">
                <a:moveTo>
                  <a:pt x="4537" y="725"/>
                </a:moveTo>
                <a:cubicBezTo>
                  <a:pt x="4758" y="725"/>
                  <a:pt x="4915" y="882"/>
                  <a:pt x="4915" y="1071"/>
                </a:cubicBezTo>
                <a:cubicBezTo>
                  <a:pt x="4915" y="1260"/>
                  <a:pt x="5073" y="1418"/>
                  <a:pt x="5262" y="1418"/>
                </a:cubicBezTo>
                <a:lnTo>
                  <a:pt x="5955" y="1418"/>
                </a:lnTo>
                <a:cubicBezTo>
                  <a:pt x="6175" y="1418"/>
                  <a:pt x="6333" y="1575"/>
                  <a:pt x="6333" y="1796"/>
                </a:cubicBezTo>
                <a:cubicBezTo>
                  <a:pt x="6333" y="1985"/>
                  <a:pt x="6175" y="2142"/>
                  <a:pt x="5955" y="2142"/>
                </a:cubicBezTo>
                <a:lnTo>
                  <a:pt x="3119" y="2142"/>
                </a:lnTo>
                <a:cubicBezTo>
                  <a:pt x="2930" y="2142"/>
                  <a:pt x="2773" y="1985"/>
                  <a:pt x="2773" y="1796"/>
                </a:cubicBezTo>
                <a:cubicBezTo>
                  <a:pt x="2773" y="1575"/>
                  <a:pt x="2930" y="1418"/>
                  <a:pt x="3151" y="1418"/>
                </a:cubicBezTo>
                <a:lnTo>
                  <a:pt x="3844" y="1418"/>
                </a:lnTo>
                <a:cubicBezTo>
                  <a:pt x="4033" y="1418"/>
                  <a:pt x="4191" y="1260"/>
                  <a:pt x="4191" y="1071"/>
                </a:cubicBezTo>
                <a:cubicBezTo>
                  <a:pt x="4191" y="882"/>
                  <a:pt x="4348" y="725"/>
                  <a:pt x="4537" y="725"/>
                </a:cubicBezTo>
                <a:close/>
                <a:moveTo>
                  <a:pt x="8066" y="2111"/>
                </a:moveTo>
                <a:cubicBezTo>
                  <a:pt x="8255" y="2111"/>
                  <a:pt x="8412" y="2268"/>
                  <a:pt x="8412" y="2458"/>
                </a:cubicBezTo>
                <a:lnTo>
                  <a:pt x="8412" y="10806"/>
                </a:lnTo>
                <a:lnTo>
                  <a:pt x="8381" y="10806"/>
                </a:lnTo>
                <a:cubicBezTo>
                  <a:pt x="8381" y="10995"/>
                  <a:pt x="8223" y="11153"/>
                  <a:pt x="8034" y="11153"/>
                </a:cubicBezTo>
                <a:lnTo>
                  <a:pt x="1040" y="11153"/>
                </a:lnTo>
                <a:cubicBezTo>
                  <a:pt x="851" y="11153"/>
                  <a:pt x="693" y="10995"/>
                  <a:pt x="693" y="10806"/>
                </a:cubicBezTo>
                <a:lnTo>
                  <a:pt x="693" y="2458"/>
                </a:lnTo>
                <a:cubicBezTo>
                  <a:pt x="693" y="2268"/>
                  <a:pt x="851" y="2111"/>
                  <a:pt x="1040" y="2111"/>
                </a:cubicBezTo>
                <a:lnTo>
                  <a:pt x="2143" y="2111"/>
                </a:lnTo>
                <a:cubicBezTo>
                  <a:pt x="2300" y="2489"/>
                  <a:pt x="2647" y="2804"/>
                  <a:pt x="3119" y="2804"/>
                </a:cubicBezTo>
                <a:lnTo>
                  <a:pt x="5986" y="2804"/>
                </a:lnTo>
                <a:cubicBezTo>
                  <a:pt x="6396" y="2804"/>
                  <a:pt x="6805" y="2521"/>
                  <a:pt x="6963" y="2111"/>
                </a:cubicBezTo>
                <a:close/>
                <a:moveTo>
                  <a:pt x="4506" y="0"/>
                </a:moveTo>
                <a:cubicBezTo>
                  <a:pt x="4096" y="0"/>
                  <a:pt x="3686" y="284"/>
                  <a:pt x="3529" y="725"/>
                </a:cubicBezTo>
                <a:lnTo>
                  <a:pt x="3088" y="725"/>
                </a:lnTo>
                <a:cubicBezTo>
                  <a:pt x="2678" y="725"/>
                  <a:pt x="2269" y="1008"/>
                  <a:pt x="2111" y="1418"/>
                </a:cubicBezTo>
                <a:lnTo>
                  <a:pt x="1009" y="1418"/>
                </a:lnTo>
                <a:cubicBezTo>
                  <a:pt x="410" y="1418"/>
                  <a:pt x="0" y="1890"/>
                  <a:pt x="0" y="2458"/>
                </a:cubicBezTo>
                <a:lnTo>
                  <a:pt x="0" y="10806"/>
                </a:lnTo>
                <a:cubicBezTo>
                  <a:pt x="0" y="11405"/>
                  <a:pt x="473" y="11814"/>
                  <a:pt x="1009" y="11814"/>
                </a:cubicBezTo>
                <a:lnTo>
                  <a:pt x="7971" y="11814"/>
                </a:lnTo>
                <a:cubicBezTo>
                  <a:pt x="8570" y="11814"/>
                  <a:pt x="9011" y="11342"/>
                  <a:pt x="9011" y="10806"/>
                </a:cubicBezTo>
                <a:lnTo>
                  <a:pt x="9011" y="2458"/>
                </a:lnTo>
                <a:cubicBezTo>
                  <a:pt x="9074" y="1859"/>
                  <a:pt x="8601" y="1418"/>
                  <a:pt x="8034" y="1418"/>
                </a:cubicBezTo>
                <a:lnTo>
                  <a:pt x="6931" y="1418"/>
                </a:lnTo>
                <a:cubicBezTo>
                  <a:pt x="6774" y="1040"/>
                  <a:pt x="6396" y="725"/>
                  <a:pt x="5923" y="725"/>
                </a:cubicBezTo>
                <a:lnTo>
                  <a:pt x="5545" y="725"/>
                </a:lnTo>
                <a:cubicBezTo>
                  <a:pt x="5514" y="567"/>
                  <a:pt x="5388" y="441"/>
                  <a:pt x="5262" y="315"/>
                </a:cubicBezTo>
                <a:cubicBezTo>
                  <a:pt x="5073" y="126"/>
                  <a:pt x="4789" y="0"/>
                  <a:pt x="45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2" name="Google Shape;9223;p73">
            <a:extLst>
              <a:ext uri="{FF2B5EF4-FFF2-40B4-BE49-F238E27FC236}">
                <a16:creationId xmlns:a16="http://schemas.microsoft.com/office/drawing/2014/main" id="{20E8FA9D-4C7D-D5EF-F96E-F5006F3B26AD}"/>
              </a:ext>
            </a:extLst>
          </p:cNvPr>
          <p:cNvSpPr/>
          <p:nvPr/>
        </p:nvSpPr>
        <p:spPr>
          <a:xfrm>
            <a:off x="10623256" y="2967103"/>
            <a:ext cx="95256" cy="89615"/>
          </a:xfrm>
          <a:custGeom>
            <a:avLst/>
            <a:gdLst/>
            <a:ahLst/>
            <a:cxnLst/>
            <a:rect l="l" t="t" r="r" b="b"/>
            <a:pathLst>
              <a:path w="2111" h="1986" extrusionOk="0">
                <a:moveTo>
                  <a:pt x="406" y="1"/>
                </a:moveTo>
                <a:cubicBezTo>
                  <a:pt x="315" y="1"/>
                  <a:pt x="221" y="32"/>
                  <a:pt x="158" y="95"/>
                </a:cubicBezTo>
                <a:cubicBezTo>
                  <a:pt x="63" y="190"/>
                  <a:pt x="63" y="442"/>
                  <a:pt x="158" y="568"/>
                </a:cubicBezTo>
                <a:lnTo>
                  <a:pt x="599" y="977"/>
                </a:lnTo>
                <a:lnTo>
                  <a:pt x="158" y="1418"/>
                </a:lnTo>
                <a:cubicBezTo>
                  <a:pt x="0" y="1544"/>
                  <a:pt x="0" y="1733"/>
                  <a:pt x="158" y="1891"/>
                </a:cubicBezTo>
                <a:cubicBezTo>
                  <a:pt x="221" y="1954"/>
                  <a:pt x="315" y="1985"/>
                  <a:pt x="406" y="1985"/>
                </a:cubicBezTo>
                <a:cubicBezTo>
                  <a:pt x="496" y="1985"/>
                  <a:pt x="583" y="1954"/>
                  <a:pt x="630" y="1891"/>
                </a:cubicBezTo>
                <a:lnTo>
                  <a:pt x="1071" y="1450"/>
                </a:lnTo>
                <a:lnTo>
                  <a:pt x="1512" y="1891"/>
                </a:lnTo>
                <a:cubicBezTo>
                  <a:pt x="1575" y="1954"/>
                  <a:pt x="1662" y="1985"/>
                  <a:pt x="1749" y="1985"/>
                </a:cubicBezTo>
                <a:cubicBezTo>
                  <a:pt x="1835" y="1985"/>
                  <a:pt x="1922" y="1954"/>
                  <a:pt x="1985" y="1891"/>
                </a:cubicBezTo>
                <a:cubicBezTo>
                  <a:pt x="2111" y="1765"/>
                  <a:pt x="2111" y="1544"/>
                  <a:pt x="1985" y="1418"/>
                </a:cubicBezTo>
                <a:lnTo>
                  <a:pt x="1544" y="977"/>
                </a:lnTo>
                <a:lnTo>
                  <a:pt x="1985" y="568"/>
                </a:lnTo>
                <a:cubicBezTo>
                  <a:pt x="2111" y="442"/>
                  <a:pt x="2111" y="190"/>
                  <a:pt x="1985" y="95"/>
                </a:cubicBezTo>
                <a:cubicBezTo>
                  <a:pt x="1922" y="32"/>
                  <a:pt x="1835" y="1"/>
                  <a:pt x="1749" y="1"/>
                </a:cubicBezTo>
                <a:cubicBezTo>
                  <a:pt x="1662" y="1"/>
                  <a:pt x="1575" y="32"/>
                  <a:pt x="1512" y="95"/>
                </a:cubicBezTo>
                <a:lnTo>
                  <a:pt x="1071" y="505"/>
                </a:lnTo>
                <a:lnTo>
                  <a:pt x="630" y="95"/>
                </a:lnTo>
                <a:cubicBezTo>
                  <a:pt x="583" y="32"/>
                  <a:pt x="496" y="1"/>
                  <a:pt x="40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3" name="Google Shape;9224;p73">
            <a:extLst>
              <a:ext uri="{FF2B5EF4-FFF2-40B4-BE49-F238E27FC236}">
                <a16:creationId xmlns:a16="http://schemas.microsoft.com/office/drawing/2014/main" id="{5B32E4A1-6EF0-CBF1-DCD8-A87FF6D8378E}"/>
              </a:ext>
            </a:extLst>
          </p:cNvPr>
          <p:cNvSpPr/>
          <p:nvPr/>
        </p:nvSpPr>
        <p:spPr>
          <a:xfrm>
            <a:off x="10816566" y="3183199"/>
            <a:ext cx="92459" cy="89615"/>
          </a:xfrm>
          <a:custGeom>
            <a:avLst/>
            <a:gdLst/>
            <a:ahLst/>
            <a:cxnLst/>
            <a:rect l="l" t="t" r="r" b="b"/>
            <a:pathLst>
              <a:path w="2049" h="1986" extrusionOk="0">
                <a:moveTo>
                  <a:pt x="363" y="0"/>
                </a:moveTo>
                <a:cubicBezTo>
                  <a:pt x="276" y="0"/>
                  <a:pt x="190" y="32"/>
                  <a:pt x="127" y="95"/>
                </a:cubicBezTo>
                <a:cubicBezTo>
                  <a:pt x="1" y="221"/>
                  <a:pt x="1" y="441"/>
                  <a:pt x="127" y="567"/>
                </a:cubicBezTo>
                <a:lnTo>
                  <a:pt x="568" y="1009"/>
                </a:lnTo>
                <a:lnTo>
                  <a:pt x="127" y="1450"/>
                </a:lnTo>
                <a:cubicBezTo>
                  <a:pt x="1" y="1544"/>
                  <a:pt x="1" y="1796"/>
                  <a:pt x="127" y="1891"/>
                </a:cubicBezTo>
                <a:cubicBezTo>
                  <a:pt x="190" y="1954"/>
                  <a:pt x="276" y="1985"/>
                  <a:pt x="363" y="1985"/>
                </a:cubicBezTo>
                <a:cubicBezTo>
                  <a:pt x="450" y="1985"/>
                  <a:pt x="536" y="1954"/>
                  <a:pt x="599" y="1891"/>
                </a:cubicBezTo>
                <a:lnTo>
                  <a:pt x="1040" y="1481"/>
                </a:lnTo>
                <a:lnTo>
                  <a:pt x="1481" y="1891"/>
                </a:lnTo>
                <a:cubicBezTo>
                  <a:pt x="1529" y="1954"/>
                  <a:pt x="1615" y="1985"/>
                  <a:pt x="1706" y="1985"/>
                </a:cubicBezTo>
                <a:cubicBezTo>
                  <a:pt x="1797" y="1985"/>
                  <a:pt x="1891" y="1954"/>
                  <a:pt x="1954" y="1891"/>
                </a:cubicBezTo>
                <a:cubicBezTo>
                  <a:pt x="2049" y="1796"/>
                  <a:pt x="2049" y="1544"/>
                  <a:pt x="1954" y="1450"/>
                </a:cubicBezTo>
                <a:lnTo>
                  <a:pt x="1513" y="1009"/>
                </a:lnTo>
                <a:lnTo>
                  <a:pt x="1954" y="567"/>
                </a:lnTo>
                <a:cubicBezTo>
                  <a:pt x="2049" y="441"/>
                  <a:pt x="2049" y="252"/>
                  <a:pt x="1954" y="95"/>
                </a:cubicBezTo>
                <a:cubicBezTo>
                  <a:pt x="1891" y="32"/>
                  <a:pt x="1804" y="0"/>
                  <a:pt x="1718" y="0"/>
                </a:cubicBezTo>
                <a:cubicBezTo>
                  <a:pt x="1631" y="0"/>
                  <a:pt x="1544" y="32"/>
                  <a:pt x="1481" y="95"/>
                </a:cubicBezTo>
                <a:lnTo>
                  <a:pt x="1040" y="536"/>
                </a:lnTo>
                <a:lnTo>
                  <a:pt x="599" y="95"/>
                </a:lnTo>
                <a:cubicBezTo>
                  <a:pt x="536" y="32"/>
                  <a:pt x="450" y="0"/>
                  <a:pt x="3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4" name="Google Shape;9225;p73">
            <a:extLst>
              <a:ext uri="{FF2B5EF4-FFF2-40B4-BE49-F238E27FC236}">
                <a16:creationId xmlns:a16="http://schemas.microsoft.com/office/drawing/2014/main" id="{DC557CDB-DE1D-2CF5-3DBD-D180D3AE4443}"/>
              </a:ext>
            </a:extLst>
          </p:cNvPr>
          <p:cNvSpPr/>
          <p:nvPr/>
        </p:nvSpPr>
        <p:spPr>
          <a:xfrm>
            <a:off x="10621813" y="2961416"/>
            <a:ext cx="282971" cy="315639"/>
          </a:xfrm>
          <a:custGeom>
            <a:avLst/>
            <a:gdLst/>
            <a:ahLst/>
            <a:cxnLst/>
            <a:rect l="l" t="t" r="r" b="b"/>
            <a:pathLst>
              <a:path w="6271" h="6994" extrusionOk="0">
                <a:moveTo>
                  <a:pt x="1103" y="5609"/>
                </a:moveTo>
                <a:cubicBezTo>
                  <a:pt x="1292" y="5609"/>
                  <a:pt x="1450" y="5766"/>
                  <a:pt x="1450" y="5955"/>
                </a:cubicBezTo>
                <a:cubicBezTo>
                  <a:pt x="1450" y="6144"/>
                  <a:pt x="1292" y="6302"/>
                  <a:pt x="1103" y="6302"/>
                </a:cubicBezTo>
                <a:cubicBezTo>
                  <a:pt x="914" y="6302"/>
                  <a:pt x="757" y="6144"/>
                  <a:pt x="757" y="5955"/>
                </a:cubicBezTo>
                <a:cubicBezTo>
                  <a:pt x="757" y="5766"/>
                  <a:pt x="914" y="5609"/>
                  <a:pt x="1103" y="5609"/>
                </a:cubicBezTo>
                <a:close/>
                <a:moveTo>
                  <a:pt x="5325" y="1"/>
                </a:moveTo>
                <a:cubicBezTo>
                  <a:pt x="5230" y="1"/>
                  <a:pt x="5136" y="64"/>
                  <a:pt x="5073" y="127"/>
                </a:cubicBezTo>
                <a:lnTo>
                  <a:pt x="4380" y="851"/>
                </a:lnTo>
                <a:cubicBezTo>
                  <a:pt x="4254" y="946"/>
                  <a:pt x="4254" y="1198"/>
                  <a:pt x="4380" y="1324"/>
                </a:cubicBezTo>
                <a:cubicBezTo>
                  <a:pt x="4443" y="1371"/>
                  <a:pt x="4529" y="1395"/>
                  <a:pt x="4616" y="1395"/>
                </a:cubicBezTo>
                <a:cubicBezTo>
                  <a:pt x="4703" y="1395"/>
                  <a:pt x="4789" y="1371"/>
                  <a:pt x="4852" y="1324"/>
                </a:cubicBezTo>
                <a:lnTo>
                  <a:pt x="4978" y="1198"/>
                </a:lnTo>
                <a:lnTo>
                  <a:pt x="4978" y="2458"/>
                </a:lnTo>
                <a:cubicBezTo>
                  <a:pt x="4978" y="2647"/>
                  <a:pt x="4821" y="2805"/>
                  <a:pt x="4600" y="2805"/>
                </a:cubicBezTo>
                <a:lnTo>
                  <a:pt x="1765" y="2805"/>
                </a:lnTo>
                <a:cubicBezTo>
                  <a:pt x="1513" y="2805"/>
                  <a:pt x="1229" y="2931"/>
                  <a:pt x="1040" y="3120"/>
                </a:cubicBezTo>
                <a:cubicBezTo>
                  <a:pt x="820" y="3309"/>
                  <a:pt x="725" y="3592"/>
                  <a:pt x="725" y="3876"/>
                </a:cubicBezTo>
                <a:lnTo>
                  <a:pt x="725" y="4978"/>
                </a:lnTo>
                <a:cubicBezTo>
                  <a:pt x="316" y="5136"/>
                  <a:pt x="1" y="5482"/>
                  <a:pt x="1" y="5955"/>
                </a:cubicBezTo>
                <a:cubicBezTo>
                  <a:pt x="1" y="6554"/>
                  <a:pt x="473" y="6995"/>
                  <a:pt x="1040" y="6995"/>
                </a:cubicBezTo>
                <a:cubicBezTo>
                  <a:pt x="1607" y="6995"/>
                  <a:pt x="2048" y="6522"/>
                  <a:pt x="2048" y="5955"/>
                </a:cubicBezTo>
                <a:cubicBezTo>
                  <a:pt x="2048" y="5514"/>
                  <a:pt x="1765" y="5136"/>
                  <a:pt x="1355" y="4978"/>
                </a:cubicBezTo>
                <a:lnTo>
                  <a:pt x="1355" y="3876"/>
                </a:lnTo>
                <a:cubicBezTo>
                  <a:pt x="1355" y="3687"/>
                  <a:pt x="1513" y="3529"/>
                  <a:pt x="1702" y="3529"/>
                </a:cubicBezTo>
                <a:lnTo>
                  <a:pt x="4537" y="3529"/>
                </a:lnTo>
                <a:cubicBezTo>
                  <a:pt x="5136" y="3529"/>
                  <a:pt x="5545" y="3057"/>
                  <a:pt x="5545" y="2490"/>
                </a:cubicBezTo>
                <a:lnTo>
                  <a:pt x="5545" y="1229"/>
                </a:lnTo>
                <a:lnTo>
                  <a:pt x="5671" y="1355"/>
                </a:lnTo>
                <a:cubicBezTo>
                  <a:pt x="5734" y="1418"/>
                  <a:pt x="5821" y="1450"/>
                  <a:pt x="5908" y="1450"/>
                </a:cubicBezTo>
                <a:cubicBezTo>
                  <a:pt x="5994" y="1450"/>
                  <a:pt x="6081" y="1418"/>
                  <a:pt x="6144" y="1355"/>
                </a:cubicBezTo>
                <a:cubicBezTo>
                  <a:pt x="6270" y="1229"/>
                  <a:pt x="6270" y="1009"/>
                  <a:pt x="6144" y="883"/>
                </a:cubicBezTo>
                <a:lnTo>
                  <a:pt x="5545" y="127"/>
                </a:lnTo>
                <a:cubicBezTo>
                  <a:pt x="5482" y="64"/>
                  <a:pt x="5388" y="1"/>
                  <a:pt x="53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5" name="Google Shape;9226;p73">
            <a:extLst>
              <a:ext uri="{FF2B5EF4-FFF2-40B4-BE49-F238E27FC236}">
                <a16:creationId xmlns:a16="http://schemas.microsoft.com/office/drawing/2014/main" id="{CC78B6C4-7C61-30AD-F641-EA84FB5ECFD9}"/>
              </a:ext>
            </a:extLst>
          </p:cNvPr>
          <p:cNvSpPr/>
          <p:nvPr/>
        </p:nvSpPr>
        <p:spPr>
          <a:xfrm>
            <a:off x="11004236" y="2931591"/>
            <a:ext cx="95301" cy="376735"/>
          </a:xfrm>
          <a:custGeom>
            <a:avLst/>
            <a:gdLst/>
            <a:ahLst/>
            <a:cxnLst/>
            <a:rect l="l" t="t" r="r" b="b"/>
            <a:pathLst>
              <a:path w="2112" h="8349" extrusionOk="0">
                <a:moveTo>
                  <a:pt x="1009" y="662"/>
                </a:moveTo>
                <a:cubicBezTo>
                  <a:pt x="1229" y="662"/>
                  <a:pt x="1387" y="819"/>
                  <a:pt x="1387" y="1040"/>
                </a:cubicBezTo>
                <a:lnTo>
                  <a:pt x="1387" y="1386"/>
                </a:lnTo>
                <a:lnTo>
                  <a:pt x="662" y="1386"/>
                </a:lnTo>
                <a:lnTo>
                  <a:pt x="662" y="1040"/>
                </a:lnTo>
                <a:cubicBezTo>
                  <a:pt x="662" y="819"/>
                  <a:pt x="820" y="662"/>
                  <a:pt x="1009" y="662"/>
                </a:cubicBezTo>
                <a:close/>
                <a:moveTo>
                  <a:pt x="1387" y="2048"/>
                </a:moveTo>
                <a:lnTo>
                  <a:pt x="1387" y="6017"/>
                </a:lnTo>
                <a:cubicBezTo>
                  <a:pt x="1261" y="5986"/>
                  <a:pt x="1142" y="5970"/>
                  <a:pt x="1024" y="5970"/>
                </a:cubicBezTo>
                <a:cubicBezTo>
                  <a:pt x="906" y="5970"/>
                  <a:pt x="788" y="5986"/>
                  <a:pt x="662" y="6017"/>
                </a:cubicBezTo>
                <a:lnTo>
                  <a:pt x="662" y="2048"/>
                </a:lnTo>
                <a:close/>
                <a:moveTo>
                  <a:pt x="1009" y="6711"/>
                </a:moveTo>
                <a:cubicBezTo>
                  <a:pt x="1103" y="6711"/>
                  <a:pt x="1166" y="6711"/>
                  <a:pt x="1261" y="6742"/>
                </a:cubicBezTo>
                <a:lnTo>
                  <a:pt x="1009" y="7246"/>
                </a:lnTo>
                <a:lnTo>
                  <a:pt x="788" y="6742"/>
                </a:lnTo>
                <a:cubicBezTo>
                  <a:pt x="851" y="6711"/>
                  <a:pt x="946" y="6711"/>
                  <a:pt x="1009" y="6711"/>
                </a:cubicBezTo>
                <a:close/>
                <a:moveTo>
                  <a:pt x="1009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6616"/>
                </a:lnTo>
                <a:cubicBezTo>
                  <a:pt x="0" y="6648"/>
                  <a:pt x="0" y="6742"/>
                  <a:pt x="32" y="6774"/>
                </a:cubicBezTo>
                <a:lnTo>
                  <a:pt x="757" y="8160"/>
                </a:lnTo>
                <a:cubicBezTo>
                  <a:pt x="788" y="8286"/>
                  <a:pt x="946" y="8349"/>
                  <a:pt x="1040" y="8349"/>
                </a:cubicBezTo>
                <a:cubicBezTo>
                  <a:pt x="1166" y="8349"/>
                  <a:pt x="1292" y="8286"/>
                  <a:pt x="1355" y="8160"/>
                </a:cubicBezTo>
                <a:lnTo>
                  <a:pt x="2080" y="6774"/>
                </a:lnTo>
                <a:cubicBezTo>
                  <a:pt x="2111" y="6742"/>
                  <a:pt x="2111" y="6648"/>
                  <a:pt x="2111" y="6616"/>
                </a:cubicBezTo>
                <a:lnTo>
                  <a:pt x="2111" y="1040"/>
                </a:lnTo>
                <a:cubicBezTo>
                  <a:pt x="2048" y="473"/>
                  <a:pt x="1576" y="0"/>
                  <a:pt x="10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7" name="Google Shape;9228;p73">
            <a:extLst>
              <a:ext uri="{FF2B5EF4-FFF2-40B4-BE49-F238E27FC236}">
                <a16:creationId xmlns:a16="http://schemas.microsoft.com/office/drawing/2014/main" id="{4EC4D8BA-9108-CE4E-F7D9-764FC6D5AE38}"/>
              </a:ext>
            </a:extLst>
          </p:cNvPr>
          <p:cNvSpPr/>
          <p:nvPr/>
        </p:nvSpPr>
        <p:spPr>
          <a:xfrm>
            <a:off x="2469585" y="1660621"/>
            <a:ext cx="501908" cy="358325"/>
          </a:xfrm>
          <a:custGeom>
            <a:avLst/>
            <a:gdLst/>
            <a:ahLst/>
            <a:cxnLst/>
            <a:rect l="l" t="t" r="r" b="b"/>
            <a:pathLst>
              <a:path w="11123" h="7941" extrusionOk="0">
                <a:moveTo>
                  <a:pt x="10545" y="1"/>
                </a:moveTo>
                <a:cubicBezTo>
                  <a:pt x="10499" y="1"/>
                  <a:pt x="10449" y="11"/>
                  <a:pt x="10397" y="33"/>
                </a:cubicBezTo>
                <a:cubicBezTo>
                  <a:pt x="10208" y="64"/>
                  <a:pt x="10145" y="253"/>
                  <a:pt x="10177" y="474"/>
                </a:cubicBezTo>
                <a:cubicBezTo>
                  <a:pt x="10334" y="1009"/>
                  <a:pt x="10460" y="1514"/>
                  <a:pt x="10460" y="1986"/>
                </a:cubicBezTo>
                <a:cubicBezTo>
                  <a:pt x="10460" y="4885"/>
                  <a:pt x="8129" y="7247"/>
                  <a:pt x="5199" y="7247"/>
                </a:cubicBezTo>
                <a:cubicBezTo>
                  <a:pt x="3561" y="7247"/>
                  <a:pt x="2017" y="6460"/>
                  <a:pt x="1040" y="5137"/>
                </a:cubicBezTo>
                <a:lnTo>
                  <a:pt x="1734" y="5137"/>
                </a:lnTo>
                <a:cubicBezTo>
                  <a:pt x="1954" y="5137"/>
                  <a:pt x="2112" y="4979"/>
                  <a:pt x="2112" y="4790"/>
                </a:cubicBezTo>
                <a:cubicBezTo>
                  <a:pt x="2112" y="4601"/>
                  <a:pt x="1954" y="4444"/>
                  <a:pt x="1734" y="4444"/>
                </a:cubicBezTo>
                <a:lnTo>
                  <a:pt x="379" y="4444"/>
                </a:lnTo>
                <a:cubicBezTo>
                  <a:pt x="158" y="4444"/>
                  <a:pt x="1" y="4601"/>
                  <a:pt x="1" y="4790"/>
                </a:cubicBezTo>
                <a:lnTo>
                  <a:pt x="1" y="6176"/>
                </a:lnTo>
                <a:cubicBezTo>
                  <a:pt x="1" y="6365"/>
                  <a:pt x="158" y="6523"/>
                  <a:pt x="379" y="6523"/>
                </a:cubicBezTo>
                <a:cubicBezTo>
                  <a:pt x="568" y="6523"/>
                  <a:pt x="725" y="6365"/>
                  <a:pt x="725" y="6176"/>
                </a:cubicBezTo>
                <a:lnTo>
                  <a:pt x="725" y="5830"/>
                </a:lnTo>
                <a:cubicBezTo>
                  <a:pt x="1860" y="7184"/>
                  <a:pt x="3529" y="7941"/>
                  <a:pt x="5199" y="7941"/>
                </a:cubicBezTo>
                <a:cubicBezTo>
                  <a:pt x="8476" y="7941"/>
                  <a:pt x="11122" y="5294"/>
                  <a:pt x="11122" y="2049"/>
                </a:cubicBezTo>
                <a:cubicBezTo>
                  <a:pt x="11122" y="1482"/>
                  <a:pt x="11028" y="883"/>
                  <a:pt x="10839" y="253"/>
                </a:cubicBezTo>
                <a:cubicBezTo>
                  <a:pt x="10814" y="109"/>
                  <a:pt x="10698" y="1"/>
                  <a:pt x="1054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8" name="Google Shape;9229;p73">
            <a:extLst>
              <a:ext uri="{FF2B5EF4-FFF2-40B4-BE49-F238E27FC236}">
                <a16:creationId xmlns:a16="http://schemas.microsoft.com/office/drawing/2014/main" id="{763539D6-E0E4-0780-1E42-9089DAA91797}"/>
              </a:ext>
            </a:extLst>
          </p:cNvPr>
          <p:cNvSpPr/>
          <p:nvPr/>
        </p:nvSpPr>
        <p:spPr>
          <a:xfrm>
            <a:off x="2439759" y="1482970"/>
            <a:ext cx="501863" cy="358596"/>
          </a:xfrm>
          <a:custGeom>
            <a:avLst/>
            <a:gdLst/>
            <a:ahLst/>
            <a:cxnLst/>
            <a:rect l="l" t="t" r="r" b="b"/>
            <a:pathLst>
              <a:path w="11122" h="7945" extrusionOk="0">
                <a:moveTo>
                  <a:pt x="5892" y="0"/>
                </a:moveTo>
                <a:cubicBezTo>
                  <a:pt x="2647" y="0"/>
                  <a:pt x="0" y="2615"/>
                  <a:pt x="0" y="5892"/>
                </a:cubicBezTo>
                <a:cubicBezTo>
                  <a:pt x="0" y="6459"/>
                  <a:pt x="63" y="7026"/>
                  <a:pt x="284" y="7656"/>
                </a:cubicBezTo>
                <a:cubicBezTo>
                  <a:pt x="310" y="7869"/>
                  <a:pt x="450" y="7947"/>
                  <a:pt x="606" y="7947"/>
                </a:cubicBezTo>
                <a:cubicBezTo>
                  <a:pt x="635" y="7947"/>
                  <a:pt x="664" y="7944"/>
                  <a:pt x="693" y="7939"/>
                </a:cubicBezTo>
                <a:cubicBezTo>
                  <a:pt x="914" y="7908"/>
                  <a:pt x="977" y="7719"/>
                  <a:pt x="945" y="7498"/>
                </a:cubicBezTo>
                <a:cubicBezTo>
                  <a:pt x="788" y="6963"/>
                  <a:pt x="662" y="6459"/>
                  <a:pt x="662" y="5923"/>
                </a:cubicBezTo>
                <a:cubicBezTo>
                  <a:pt x="662" y="3056"/>
                  <a:pt x="2993" y="693"/>
                  <a:pt x="5923" y="693"/>
                </a:cubicBezTo>
                <a:cubicBezTo>
                  <a:pt x="7561" y="693"/>
                  <a:pt x="9105" y="1481"/>
                  <a:pt x="10082" y="2773"/>
                </a:cubicBezTo>
                <a:lnTo>
                  <a:pt x="9389" y="2773"/>
                </a:lnTo>
                <a:cubicBezTo>
                  <a:pt x="9168" y="2773"/>
                  <a:pt x="9011" y="2930"/>
                  <a:pt x="9011" y="3151"/>
                </a:cubicBezTo>
                <a:cubicBezTo>
                  <a:pt x="9011" y="3340"/>
                  <a:pt x="9168" y="3497"/>
                  <a:pt x="9389" y="3497"/>
                </a:cubicBezTo>
                <a:lnTo>
                  <a:pt x="10743" y="3497"/>
                </a:lnTo>
                <a:cubicBezTo>
                  <a:pt x="10964" y="3497"/>
                  <a:pt x="11121" y="3340"/>
                  <a:pt x="11121" y="3151"/>
                </a:cubicBezTo>
                <a:lnTo>
                  <a:pt x="11121" y="1765"/>
                </a:lnTo>
                <a:cubicBezTo>
                  <a:pt x="11121" y="1575"/>
                  <a:pt x="10964" y="1418"/>
                  <a:pt x="10743" y="1418"/>
                </a:cubicBezTo>
                <a:cubicBezTo>
                  <a:pt x="10554" y="1418"/>
                  <a:pt x="10397" y="1575"/>
                  <a:pt x="10397" y="1765"/>
                </a:cubicBezTo>
                <a:lnTo>
                  <a:pt x="10397" y="2111"/>
                </a:lnTo>
                <a:cubicBezTo>
                  <a:pt x="9263" y="725"/>
                  <a:pt x="7593" y="0"/>
                  <a:pt x="5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9" name="Google Shape;9230;p73">
            <a:extLst>
              <a:ext uri="{FF2B5EF4-FFF2-40B4-BE49-F238E27FC236}">
                <a16:creationId xmlns:a16="http://schemas.microsoft.com/office/drawing/2014/main" id="{144B6A54-87DE-6739-554A-3C29B57EDEFF}"/>
              </a:ext>
            </a:extLst>
          </p:cNvPr>
          <p:cNvSpPr/>
          <p:nvPr/>
        </p:nvSpPr>
        <p:spPr>
          <a:xfrm>
            <a:off x="2532173" y="1578227"/>
            <a:ext cx="345465" cy="345465"/>
          </a:xfrm>
          <a:custGeom>
            <a:avLst/>
            <a:gdLst/>
            <a:ahLst/>
            <a:cxnLst/>
            <a:rect l="l" t="t" r="r" b="b"/>
            <a:pathLst>
              <a:path w="7656" h="7656" extrusionOk="0">
                <a:moveTo>
                  <a:pt x="4190" y="693"/>
                </a:moveTo>
                <a:cubicBezTo>
                  <a:pt x="4757" y="788"/>
                  <a:pt x="5324" y="1008"/>
                  <a:pt x="5797" y="1386"/>
                </a:cubicBezTo>
                <a:lnTo>
                  <a:pt x="5545" y="1607"/>
                </a:lnTo>
                <a:cubicBezTo>
                  <a:pt x="5450" y="1733"/>
                  <a:pt x="5450" y="1953"/>
                  <a:pt x="5545" y="2079"/>
                </a:cubicBezTo>
                <a:cubicBezTo>
                  <a:pt x="5608" y="2142"/>
                  <a:pt x="5702" y="2174"/>
                  <a:pt x="5793" y="2174"/>
                </a:cubicBezTo>
                <a:cubicBezTo>
                  <a:pt x="5884" y="2174"/>
                  <a:pt x="5970" y="2142"/>
                  <a:pt x="6017" y="2079"/>
                </a:cubicBezTo>
                <a:lnTo>
                  <a:pt x="6270" y="1859"/>
                </a:lnTo>
                <a:cubicBezTo>
                  <a:pt x="6616" y="2268"/>
                  <a:pt x="6868" y="2835"/>
                  <a:pt x="6931" y="3466"/>
                </a:cubicBezTo>
                <a:lnTo>
                  <a:pt x="6616" y="3466"/>
                </a:lnTo>
                <a:cubicBezTo>
                  <a:pt x="6427" y="3466"/>
                  <a:pt x="6270" y="3623"/>
                  <a:pt x="6270" y="3812"/>
                </a:cubicBezTo>
                <a:cubicBezTo>
                  <a:pt x="6270" y="4001"/>
                  <a:pt x="6427" y="4159"/>
                  <a:pt x="6616" y="4159"/>
                </a:cubicBezTo>
                <a:lnTo>
                  <a:pt x="6931" y="4159"/>
                </a:lnTo>
                <a:cubicBezTo>
                  <a:pt x="6868" y="4757"/>
                  <a:pt x="6616" y="5324"/>
                  <a:pt x="6270" y="5797"/>
                </a:cubicBezTo>
                <a:lnTo>
                  <a:pt x="6017" y="5545"/>
                </a:lnTo>
                <a:cubicBezTo>
                  <a:pt x="5970" y="5482"/>
                  <a:pt x="5884" y="5450"/>
                  <a:pt x="5793" y="5450"/>
                </a:cubicBezTo>
                <a:cubicBezTo>
                  <a:pt x="5702" y="5450"/>
                  <a:pt x="5608" y="5482"/>
                  <a:pt x="5545" y="5545"/>
                </a:cubicBezTo>
                <a:cubicBezTo>
                  <a:pt x="5450" y="5671"/>
                  <a:pt x="5450" y="5923"/>
                  <a:pt x="5545" y="6017"/>
                </a:cubicBezTo>
                <a:lnTo>
                  <a:pt x="5797" y="6270"/>
                </a:lnTo>
                <a:cubicBezTo>
                  <a:pt x="5356" y="6616"/>
                  <a:pt x="4820" y="6837"/>
                  <a:pt x="4190" y="6931"/>
                </a:cubicBezTo>
                <a:lnTo>
                  <a:pt x="4190" y="6616"/>
                </a:lnTo>
                <a:cubicBezTo>
                  <a:pt x="4190" y="6427"/>
                  <a:pt x="4033" y="6270"/>
                  <a:pt x="3812" y="6270"/>
                </a:cubicBezTo>
                <a:cubicBezTo>
                  <a:pt x="3623" y="6270"/>
                  <a:pt x="3466" y="6427"/>
                  <a:pt x="3466" y="6616"/>
                </a:cubicBezTo>
                <a:lnTo>
                  <a:pt x="3466" y="6931"/>
                </a:lnTo>
                <a:cubicBezTo>
                  <a:pt x="2867" y="6837"/>
                  <a:pt x="2331" y="6616"/>
                  <a:pt x="1859" y="6270"/>
                </a:cubicBezTo>
                <a:lnTo>
                  <a:pt x="2079" y="6017"/>
                </a:lnTo>
                <a:cubicBezTo>
                  <a:pt x="2205" y="5891"/>
                  <a:pt x="2205" y="5671"/>
                  <a:pt x="2079" y="5545"/>
                </a:cubicBezTo>
                <a:cubicBezTo>
                  <a:pt x="2032" y="5482"/>
                  <a:pt x="1945" y="5450"/>
                  <a:pt x="1855" y="5450"/>
                </a:cubicBezTo>
                <a:cubicBezTo>
                  <a:pt x="1764" y="5450"/>
                  <a:pt x="1670" y="5482"/>
                  <a:pt x="1607" y="5545"/>
                </a:cubicBezTo>
                <a:lnTo>
                  <a:pt x="1386" y="5797"/>
                </a:lnTo>
                <a:cubicBezTo>
                  <a:pt x="1040" y="5356"/>
                  <a:pt x="788" y="4789"/>
                  <a:pt x="725" y="4159"/>
                </a:cubicBezTo>
                <a:lnTo>
                  <a:pt x="1040" y="4159"/>
                </a:lnTo>
                <a:cubicBezTo>
                  <a:pt x="1229" y="4159"/>
                  <a:pt x="1386" y="4001"/>
                  <a:pt x="1386" y="3812"/>
                </a:cubicBezTo>
                <a:cubicBezTo>
                  <a:pt x="1386" y="3623"/>
                  <a:pt x="1229" y="3466"/>
                  <a:pt x="1040" y="3466"/>
                </a:cubicBezTo>
                <a:lnTo>
                  <a:pt x="725" y="3466"/>
                </a:lnTo>
                <a:cubicBezTo>
                  <a:pt x="788" y="2867"/>
                  <a:pt x="1040" y="2331"/>
                  <a:pt x="1386" y="1859"/>
                </a:cubicBezTo>
                <a:lnTo>
                  <a:pt x="1607" y="2079"/>
                </a:lnTo>
                <a:cubicBezTo>
                  <a:pt x="1701" y="2174"/>
                  <a:pt x="1764" y="2205"/>
                  <a:pt x="1859" y="2205"/>
                </a:cubicBezTo>
                <a:cubicBezTo>
                  <a:pt x="1922" y="2205"/>
                  <a:pt x="2048" y="2174"/>
                  <a:pt x="2079" y="2079"/>
                </a:cubicBezTo>
                <a:cubicBezTo>
                  <a:pt x="2205" y="1953"/>
                  <a:pt x="2205" y="1733"/>
                  <a:pt x="2079" y="1607"/>
                </a:cubicBezTo>
                <a:lnTo>
                  <a:pt x="1859" y="1386"/>
                </a:lnTo>
                <a:cubicBezTo>
                  <a:pt x="2300" y="1008"/>
                  <a:pt x="2835" y="788"/>
                  <a:pt x="3466" y="693"/>
                </a:cubicBezTo>
                <a:lnTo>
                  <a:pt x="3466" y="1008"/>
                </a:lnTo>
                <a:cubicBezTo>
                  <a:pt x="3466" y="1229"/>
                  <a:pt x="3623" y="1386"/>
                  <a:pt x="3812" y="1386"/>
                </a:cubicBezTo>
                <a:cubicBezTo>
                  <a:pt x="4033" y="1386"/>
                  <a:pt x="4190" y="1229"/>
                  <a:pt x="4190" y="1008"/>
                </a:cubicBezTo>
                <a:lnTo>
                  <a:pt x="4190" y="693"/>
                </a:lnTo>
                <a:close/>
                <a:moveTo>
                  <a:pt x="3812" y="0"/>
                </a:moveTo>
                <a:cubicBezTo>
                  <a:pt x="1733" y="0"/>
                  <a:pt x="0" y="1701"/>
                  <a:pt x="0" y="3812"/>
                </a:cubicBezTo>
                <a:cubicBezTo>
                  <a:pt x="0" y="5923"/>
                  <a:pt x="1701" y="7656"/>
                  <a:pt x="3812" y="7656"/>
                </a:cubicBezTo>
                <a:cubicBezTo>
                  <a:pt x="5923" y="7656"/>
                  <a:pt x="7656" y="5954"/>
                  <a:pt x="7656" y="3812"/>
                </a:cubicBezTo>
                <a:cubicBezTo>
                  <a:pt x="7656" y="1733"/>
                  <a:pt x="5954" y="0"/>
                  <a:pt x="38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20" name="Google Shape;9231;p73">
            <a:extLst>
              <a:ext uri="{FF2B5EF4-FFF2-40B4-BE49-F238E27FC236}">
                <a16:creationId xmlns:a16="http://schemas.microsoft.com/office/drawing/2014/main" id="{4BE1A24F-D52C-6F83-79C1-4BFCE5C5D671}"/>
              </a:ext>
            </a:extLst>
          </p:cNvPr>
          <p:cNvSpPr/>
          <p:nvPr/>
        </p:nvSpPr>
        <p:spPr>
          <a:xfrm>
            <a:off x="2688524" y="1672037"/>
            <a:ext cx="64031" cy="95301"/>
          </a:xfrm>
          <a:custGeom>
            <a:avLst/>
            <a:gdLst/>
            <a:ahLst/>
            <a:cxnLst/>
            <a:rect l="l" t="t" r="r" b="b"/>
            <a:pathLst>
              <a:path w="1419" h="2112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lnTo>
                  <a:pt x="1" y="1733"/>
                </a:lnTo>
                <a:cubicBezTo>
                  <a:pt x="1" y="1954"/>
                  <a:pt x="158" y="2111"/>
                  <a:pt x="347" y="2111"/>
                </a:cubicBezTo>
                <a:lnTo>
                  <a:pt x="1072" y="2111"/>
                </a:lnTo>
                <a:cubicBezTo>
                  <a:pt x="1261" y="2111"/>
                  <a:pt x="1418" y="1954"/>
                  <a:pt x="1418" y="1733"/>
                </a:cubicBezTo>
                <a:cubicBezTo>
                  <a:pt x="1418" y="1544"/>
                  <a:pt x="1261" y="1387"/>
                  <a:pt x="1072" y="1387"/>
                </a:cubicBezTo>
                <a:lnTo>
                  <a:pt x="725" y="1387"/>
                </a:lnTo>
                <a:lnTo>
                  <a:pt x="725" y="378"/>
                </a:lnTo>
                <a:cubicBezTo>
                  <a:pt x="725" y="158"/>
                  <a:pt x="568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5" name="Google Shape;9233;p73">
            <a:extLst>
              <a:ext uri="{FF2B5EF4-FFF2-40B4-BE49-F238E27FC236}">
                <a16:creationId xmlns:a16="http://schemas.microsoft.com/office/drawing/2014/main" id="{77D6A4E7-479E-DEB5-0A32-605A807998E2}"/>
              </a:ext>
            </a:extLst>
          </p:cNvPr>
          <p:cNvSpPr/>
          <p:nvPr/>
        </p:nvSpPr>
        <p:spPr>
          <a:xfrm>
            <a:off x="2627427" y="2306091"/>
            <a:ext cx="159241" cy="280081"/>
          </a:xfrm>
          <a:custGeom>
            <a:avLst/>
            <a:gdLst/>
            <a:ahLst/>
            <a:cxnLst/>
            <a:rect l="l" t="t" r="r" b="b"/>
            <a:pathLst>
              <a:path w="3529" h="6207" extrusionOk="0">
                <a:moveTo>
                  <a:pt x="1418" y="1323"/>
                </a:moveTo>
                <a:lnTo>
                  <a:pt x="1418" y="2741"/>
                </a:lnTo>
                <a:lnTo>
                  <a:pt x="1072" y="2741"/>
                </a:lnTo>
                <a:cubicBezTo>
                  <a:pt x="882" y="2741"/>
                  <a:pt x="725" y="2583"/>
                  <a:pt x="725" y="2394"/>
                </a:cubicBezTo>
                <a:lnTo>
                  <a:pt x="725" y="1701"/>
                </a:lnTo>
                <a:cubicBezTo>
                  <a:pt x="725" y="1481"/>
                  <a:pt x="882" y="1323"/>
                  <a:pt x="1072" y="1323"/>
                </a:cubicBezTo>
                <a:close/>
                <a:moveTo>
                  <a:pt x="2458" y="3466"/>
                </a:moveTo>
                <a:cubicBezTo>
                  <a:pt x="2647" y="3466"/>
                  <a:pt x="2804" y="3623"/>
                  <a:pt x="2804" y="3812"/>
                </a:cubicBezTo>
                <a:lnTo>
                  <a:pt x="2804" y="4537"/>
                </a:lnTo>
                <a:cubicBezTo>
                  <a:pt x="2804" y="4726"/>
                  <a:pt x="2647" y="4883"/>
                  <a:pt x="2458" y="4883"/>
                </a:cubicBezTo>
                <a:lnTo>
                  <a:pt x="2111" y="4883"/>
                </a:lnTo>
                <a:lnTo>
                  <a:pt x="2111" y="3466"/>
                </a:lnTo>
                <a:close/>
                <a:moveTo>
                  <a:pt x="1796" y="0"/>
                </a:moveTo>
                <a:cubicBezTo>
                  <a:pt x="1576" y="0"/>
                  <a:pt x="1418" y="158"/>
                  <a:pt x="1418" y="347"/>
                </a:cubicBezTo>
                <a:lnTo>
                  <a:pt x="1418" y="693"/>
                </a:lnTo>
                <a:lnTo>
                  <a:pt x="1072" y="693"/>
                </a:lnTo>
                <a:cubicBezTo>
                  <a:pt x="473" y="693"/>
                  <a:pt x="63" y="1166"/>
                  <a:pt x="63" y="1733"/>
                </a:cubicBezTo>
                <a:lnTo>
                  <a:pt x="63" y="2426"/>
                </a:lnTo>
                <a:cubicBezTo>
                  <a:pt x="63" y="3025"/>
                  <a:pt x="536" y="3466"/>
                  <a:pt x="1072" y="3466"/>
                </a:cubicBezTo>
                <a:lnTo>
                  <a:pt x="1418" y="3466"/>
                </a:lnTo>
                <a:lnTo>
                  <a:pt x="1418" y="4852"/>
                </a:lnTo>
                <a:lnTo>
                  <a:pt x="1072" y="4852"/>
                </a:lnTo>
                <a:cubicBezTo>
                  <a:pt x="882" y="4852"/>
                  <a:pt x="725" y="4694"/>
                  <a:pt x="725" y="4474"/>
                </a:cubicBezTo>
                <a:cubicBezTo>
                  <a:pt x="725" y="4285"/>
                  <a:pt x="567" y="4127"/>
                  <a:pt x="378" y="4127"/>
                </a:cubicBezTo>
                <a:cubicBezTo>
                  <a:pt x="158" y="4127"/>
                  <a:pt x="0" y="4285"/>
                  <a:pt x="0" y="4474"/>
                </a:cubicBezTo>
                <a:cubicBezTo>
                  <a:pt x="0" y="5072"/>
                  <a:pt x="473" y="5513"/>
                  <a:pt x="1040" y="5513"/>
                </a:cubicBezTo>
                <a:lnTo>
                  <a:pt x="1387" y="5513"/>
                </a:lnTo>
                <a:lnTo>
                  <a:pt x="1387" y="5860"/>
                </a:lnTo>
                <a:cubicBezTo>
                  <a:pt x="1387" y="6049"/>
                  <a:pt x="1544" y="6207"/>
                  <a:pt x="1733" y="6207"/>
                </a:cubicBezTo>
                <a:cubicBezTo>
                  <a:pt x="1954" y="6207"/>
                  <a:pt x="2111" y="6049"/>
                  <a:pt x="2111" y="5860"/>
                </a:cubicBezTo>
                <a:lnTo>
                  <a:pt x="2111" y="5545"/>
                </a:lnTo>
                <a:lnTo>
                  <a:pt x="2458" y="5545"/>
                </a:lnTo>
                <a:cubicBezTo>
                  <a:pt x="3056" y="5545"/>
                  <a:pt x="3466" y="5072"/>
                  <a:pt x="3466" y="4537"/>
                </a:cubicBezTo>
                <a:lnTo>
                  <a:pt x="3466" y="3812"/>
                </a:lnTo>
                <a:cubicBezTo>
                  <a:pt x="3466" y="3214"/>
                  <a:pt x="2993" y="2804"/>
                  <a:pt x="2458" y="2804"/>
                </a:cubicBezTo>
                <a:lnTo>
                  <a:pt x="2111" y="2804"/>
                </a:lnTo>
                <a:lnTo>
                  <a:pt x="2111" y="1386"/>
                </a:lnTo>
                <a:lnTo>
                  <a:pt x="2458" y="1386"/>
                </a:lnTo>
                <a:cubicBezTo>
                  <a:pt x="2647" y="1386"/>
                  <a:pt x="2804" y="1544"/>
                  <a:pt x="2804" y="1733"/>
                </a:cubicBezTo>
                <a:cubicBezTo>
                  <a:pt x="2804" y="1922"/>
                  <a:pt x="2962" y="2079"/>
                  <a:pt x="3151" y="2079"/>
                </a:cubicBezTo>
                <a:cubicBezTo>
                  <a:pt x="3371" y="2079"/>
                  <a:pt x="3529" y="1922"/>
                  <a:pt x="3529" y="1733"/>
                </a:cubicBezTo>
                <a:cubicBezTo>
                  <a:pt x="3529" y="1134"/>
                  <a:pt x="3056" y="693"/>
                  <a:pt x="2489" y="693"/>
                </a:cubicBezTo>
                <a:lnTo>
                  <a:pt x="2143" y="693"/>
                </a:lnTo>
                <a:lnTo>
                  <a:pt x="2143" y="347"/>
                </a:lnTo>
                <a:cubicBezTo>
                  <a:pt x="2143" y="158"/>
                  <a:pt x="1985" y="0"/>
                  <a:pt x="179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6" name="Google Shape;9234;p73">
            <a:extLst>
              <a:ext uri="{FF2B5EF4-FFF2-40B4-BE49-F238E27FC236}">
                <a16:creationId xmlns:a16="http://schemas.microsoft.com/office/drawing/2014/main" id="{4A983F91-3049-CA5F-F121-7469D95D91F7}"/>
              </a:ext>
            </a:extLst>
          </p:cNvPr>
          <p:cNvSpPr/>
          <p:nvPr/>
        </p:nvSpPr>
        <p:spPr>
          <a:xfrm>
            <a:off x="2463944" y="2118423"/>
            <a:ext cx="483363" cy="531735"/>
          </a:xfrm>
          <a:custGeom>
            <a:avLst/>
            <a:gdLst/>
            <a:ahLst/>
            <a:cxnLst/>
            <a:rect l="l" t="t" r="r" b="b"/>
            <a:pathLst>
              <a:path w="10712" h="11784" extrusionOk="0">
                <a:moveTo>
                  <a:pt x="6427" y="662"/>
                </a:moveTo>
                <a:cubicBezTo>
                  <a:pt x="6837" y="662"/>
                  <a:pt x="7152" y="977"/>
                  <a:pt x="7152" y="1355"/>
                </a:cubicBezTo>
                <a:cubicBezTo>
                  <a:pt x="7152" y="1765"/>
                  <a:pt x="6837" y="2080"/>
                  <a:pt x="6427" y="2080"/>
                </a:cubicBezTo>
                <a:lnTo>
                  <a:pt x="6427" y="1702"/>
                </a:lnTo>
                <a:cubicBezTo>
                  <a:pt x="6427" y="1513"/>
                  <a:pt x="6270" y="1355"/>
                  <a:pt x="6081" y="1355"/>
                </a:cubicBezTo>
                <a:lnTo>
                  <a:pt x="4695" y="1355"/>
                </a:lnTo>
                <a:cubicBezTo>
                  <a:pt x="4505" y="1355"/>
                  <a:pt x="4348" y="1513"/>
                  <a:pt x="4348" y="1702"/>
                </a:cubicBezTo>
                <a:lnTo>
                  <a:pt x="4348" y="2080"/>
                </a:lnTo>
                <a:cubicBezTo>
                  <a:pt x="3938" y="2017"/>
                  <a:pt x="3623" y="1765"/>
                  <a:pt x="3623" y="1355"/>
                </a:cubicBezTo>
                <a:cubicBezTo>
                  <a:pt x="3623" y="977"/>
                  <a:pt x="3938" y="662"/>
                  <a:pt x="4348" y="662"/>
                </a:cubicBezTo>
                <a:close/>
                <a:moveTo>
                  <a:pt x="5734" y="2017"/>
                </a:moveTo>
                <a:lnTo>
                  <a:pt x="5734" y="2741"/>
                </a:lnTo>
                <a:lnTo>
                  <a:pt x="5010" y="2741"/>
                </a:lnTo>
                <a:lnTo>
                  <a:pt x="5010" y="2017"/>
                </a:lnTo>
                <a:close/>
                <a:moveTo>
                  <a:pt x="1418" y="1985"/>
                </a:moveTo>
                <a:lnTo>
                  <a:pt x="1859" y="2489"/>
                </a:lnTo>
                <a:lnTo>
                  <a:pt x="1355" y="2930"/>
                </a:lnTo>
                <a:lnTo>
                  <a:pt x="914" y="2426"/>
                </a:lnTo>
                <a:lnTo>
                  <a:pt x="1418" y="1985"/>
                </a:lnTo>
                <a:close/>
                <a:moveTo>
                  <a:pt x="9357" y="1985"/>
                </a:moveTo>
                <a:lnTo>
                  <a:pt x="9861" y="2426"/>
                </a:lnTo>
                <a:lnTo>
                  <a:pt x="9420" y="2930"/>
                </a:lnTo>
                <a:lnTo>
                  <a:pt x="8916" y="2489"/>
                </a:lnTo>
                <a:lnTo>
                  <a:pt x="9357" y="1985"/>
                </a:lnTo>
                <a:close/>
                <a:moveTo>
                  <a:pt x="5356" y="3434"/>
                </a:moveTo>
                <a:cubicBezTo>
                  <a:pt x="7467" y="3434"/>
                  <a:pt x="9200" y="5167"/>
                  <a:pt x="9200" y="7278"/>
                </a:cubicBezTo>
                <a:cubicBezTo>
                  <a:pt x="9200" y="9389"/>
                  <a:pt x="7498" y="11090"/>
                  <a:pt x="5356" y="11090"/>
                </a:cubicBezTo>
                <a:cubicBezTo>
                  <a:pt x="3277" y="11090"/>
                  <a:pt x="1544" y="9357"/>
                  <a:pt x="1544" y="7278"/>
                </a:cubicBezTo>
                <a:cubicBezTo>
                  <a:pt x="1576" y="5136"/>
                  <a:pt x="3277" y="3434"/>
                  <a:pt x="5356" y="3434"/>
                </a:cubicBezTo>
                <a:close/>
                <a:moveTo>
                  <a:pt x="4316" y="0"/>
                </a:moveTo>
                <a:cubicBezTo>
                  <a:pt x="3560" y="0"/>
                  <a:pt x="2930" y="631"/>
                  <a:pt x="2930" y="1387"/>
                </a:cubicBezTo>
                <a:cubicBezTo>
                  <a:pt x="2930" y="2143"/>
                  <a:pt x="3560" y="2773"/>
                  <a:pt x="4316" y="2773"/>
                </a:cubicBezTo>
                <a:lnTo>
                  <a:pt x="4316" y="2899"/>
                </a:lnTo>
                <a:cubicBezTo>
                  <a:pt x="3749" y="3025"/>
                  <a:pt x="3214" y="3277"/>
                  <a:pt x="2741" y="3592"/>
                </a:cubicBezTo>
                <a:lnTo>
                  <a:pt x="2269" y="3056"/>
                </a:lnTo>
                <a:lnTo>
                  <a:pt x="2521" y="2804"/>
                </a:lnTo>
                <a:cubicBezTo>
                  <a:pt x="2741" y="2678"/>
                  <a:pt x="2741" y="2458"/>
                  <a:pt x="2615" y="2332"/>
                </a:cubicBezTo>
                <a:lnTo>
                  <a:pt x="1702" y="1292"/>
                </a:lnTo>
                <a:cubicBezTo>
                  <a:pt x="1631" y="1203"/>
                  <a:pt x="1530" y="1165"/>
                  <a:pt x="1432" y="1165"/>
                </a:cubicBezTo>
                <a:cubicBezTo>
                  <a:pt x="1357" y="1165"/>
                  <a:pt x="1284" y="1188"/>
                  <a:pt x="1229" y="1229"/>
                </a:cubicBezTo>
                <a:lnTo>
                  <a:pt x="158" y="2143"/>
                </a:lnTo>
                <a:cubicBezTo>
                  <a:pt x="0" y="2269"/>
                  <a:pt x="0" y="2489"/>
                  <a:pt x="126" y="2615"/>
                </a:cubicBezTo>
                <a:lnTo>
                  <a:pt x="1040" y="3687"/>
                </a:lnTo>
                <a:cubicBezTo>
                  <a:pt x="1106" y="3770"/>
                  <a:pt x="1199" y="3809"/>
                  <a:pt x="1291" y="3809"/>
                </a:cubicBezTo>
                <a:cubicBezTo>
                  <a:pt x="1372" y="3809"/>
                  <a:pt x="1453" y="3778"/>
                  <a:pt x="1513" y="3718"/>
                </a:cubicBezTo>
                <a:lnTo>
                  <a:pt x="1796" y="3498"/>
                </a:lnTo>
                <a:lnTo>
                  <a:pt x="2269" y="4033"/>
                </a:lnTo>
                <a:cubicBezTo>
                  <a:pt x="1387" y="4852"/>
                  <a:pt x="882" y="6018"/>
                  <a:pt x="882" y="7278"/>
                </a:cubicBezTo>
                <a:cubicBezTo>
                  <a:pt x="882" y="9735"/>
                  <a:pt x="2899" y="11783"/>
                  <a:pt x="5356" y="11783"/>
                </a:cubicBezTo>
                <a:cubicBezTo>
                  <a:pt x="7845" y="11783"/>
                  <a:pt x="9861" y="9735"/>
                  <a:pt x="9861" y="7278"/>
                </a:cubicBezTo>
                <a:cubicBezTo>
                  <a:pt x="9861" y="6081"/>
                  <a:pt x="9389" y="4915"/>
                  <a:pt x="8475" y="4033"/>
                </a:cubicBezTo>
                <a:lnTo>
                  <a:pt x="8948" y="3498"/>
                </a:lnTo>
                <a:lnTo>
                  <a:pt x="9231" y="3718"/>
                </a:lnTo>
                <a:cubicBezTo>
                  <a:pt x="9306" y="3778"/>
                  <a:pt x="9387" y="3809"/>
                  <a:pt x="9465" y="3809"/>
                </a:cubicBezTo>
                <a:cubicBezTo>
                  <a:pt x="9553" y="3809"/>
                  <a:pt x="9637" y="3770"/>
                  <a:pt x="9704" y="3687"/>
                </a:cubicBezTo>
                <a:lnTo>
                  <a:pt x="10617" y="2615"/>
                </a:lnTo>
                <a:cubicBezTo>
                  <a:pt x="10712" y="2458"/>
                  <a:pt x="10712" y="2269"/>
                  <a:pt x="10554" y="2143"/>
                </a:cubicBezTo>
                <a:lnTo>
                  <a:pt x="9515" y="1229"/>
                </a:lnTo>
                <a:cubicBezTo>
                  <a:pt x="9446" y="1188"/>
                  <a:pt x="9365" y="1165"/>
                  <a:pt x="9288" y="1165"/>
                </a:cubicBezTo>
                <a:cubicBezTo>
                  <a:pt x="9189" y="1165"/>
                  <a:pt x="9095" y="1203"/>
                  <a:pt x="9042" y="1292"/>
                </a:cubicBezTo>
                <a:lnTo>
                  <a:pt x="8129" y="2332"/>
                </a:lnTo>
                <a:cubicBezTo>
                  <a:pt x="8003" y="2489"/>
                  <a:pt x="8003" y="2710"/>
                  <a:pt x="8160" y="2804"/>
                </a:cubicBezTo>
                <a:lnTo>
                  <a:pt x="8444" y="3056"/>
                </a:lnTo>
                <a:lnTo>
                  <a:pt x="7971" y="3592"/>
                </a:lnTo>
                <a:cubicBezTo>
                  <a:pt x="7498" y="3245"/>
                  <a:pt x="6931" y="3025"/>
                  <a:pt x="6396" y="2899"/>
                </a:cubicBezTo>
                <a:lnTo>
                  <a:pt x="6396" y="2773"/>
                </a:lnTo>
                <a:cubicBezTo>
                  <a:pt x="7152" y="2773"/>
                  <a:pt x="7782" y="2143"/>
                  <a:pt x="7782" y="1387"/>
                </a:cubicBezTo>
                <a:cubicBezTo>
                  <a:pt x="7782" y="631"/>
                  <a:pt x="7152" y="0"/>
                  <a:pt x="639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38" name="Google Shape;9235;p73">
            <a:extLst>
              <a:ext uri="{FF2B5EF4-FFF2-40B4-BE49-F238E27FC236}">
                <a16:creationId xmlns:a16="http://schemas.microsoft.com/office/drawing/2014/main" id="{EF306A87-E109-5EB9-1920-6737CF1E5FCB}"/>
              </a:ext>
            </a:extLst>
          </p:cNvPr>
          <p:cNvSpPr/>
          <p:nvPr/>
        </p:nvSpPr>
        <p:spPr>
          <a:xfrm>
            <a:off x="2437589" y="2803635"/>
            <a:ext cx="536021" cy="535976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892" y="693"/>
                </a:moveTo>
                <a:cubicBezTo>
                  <a:pt x="6302" y="693"/>
                  <a:pt x="6617" y="1008"/>
                  <a:pt x="6617" y="1418"/>
                </a:cubicBezTo>
                <a:cubicBezTo>
                  <a:pt x="6617" y="1796"/>
                  <a:pt x="6302" y="2111"/>
                  <a:pt x="5892" y="2111"/>
                </a:cubicBezTo>
                <a:cubicBezTo>
                  <a:pt x="5514" y="2111"/>
                  <a:pt x="5199" y="1796"/>
                  <a:pt x="5199" y="1418"/>
                </a:cubicBezTo>
                <a:cubicBezTo>
                  <a:pt x="5231" y="1008"/>
                  <a:pt x="5546" y="693"/>
                  <a:pt x="5892" y="693"/>
                </a:cubicBezTo>
                <a:close/>
                <a:moveTo>
                  <a:pt x="5892" y="2741"/>
                </a:moveTo>
                <a:cubicBezTo>
                  <a:pt x="6837" y="2741"/>
                  <a:pt x="7625" y="3529"/>
                  <a:pt x="7625" y="4505"/>
                </a:cubicBezTo>
                <a:lnTo>
                  <a:pt x="7625" y="5545"/>
                </a:lnTo>
                <a:lnTo>
                  <a:pt x="4159" y="5545"/>
                </a:lnTo>
                <a:lnTo>
                  <a:pt x="4159" y="4505"/>
                </a:lnTo>
                <a:cubicBezTo>
                  <a:pt x="4159" y="3529"/>
                  <a:pt x="4947" y="2741"/>
                  <a:pt x="5892" y="2741"/>
                </a:cubicBezTo>
                <a:close/>
                <a:moveTo>
                  <a:pt x="8381" y="5104"/>
                </a:moveTo>
                <a:cubicBezTo>
                  <a:pt x="9326" y="5356"/>
                  <a:pt x="9767" y="5703"/>
                  <a:pt x="9767" y="5892"/>
                </a:cubicBezTo>
                <a:cubicBezTo>
                  <a:pt x="9767" y="6238"/>
                  <a:pt x="8381" y="6931"/>
                  <a:pt x="5955" y="6931"/>
                </a:cubicBezTo>
                <a:cubicBezTo>
                  <a:pt x="5898" y="6932"/>
                  <a:pt x="5842" y="6932"/>
                  <a:pt x="5787" y="6932"/>
                </a:cubicBezTo>
                <a:cubicBezTo>
                  <a:pt x="3434" y="6932"/>
                  <a:pt x="2112" y="6292"/>
                  <a:pt x="2112" y="5892"/>
                </a:cubicBezTo>
                <a:cubicBezTo>
                  <a:pt x="2112" y="5703"/>
                  <a:pt x="2553" y="5388"/>
                  <a:pt x="3498" y="5104"/>
                </a:cubicBezTo>
                <a:lnTo>
                  <a:pt x="3498" y="5892"/>
                </a:lnTo>
                <a:cubicBezTo>
                  <a:pt x="3498" y="6081"/>
                  <a:pt x="3655" y="6238"/>
                  <a:pt x="3844" y="6238"/>
                </a:cubicBezTo>
                <a:lnTo>
                  <a:pt x="8034" y="6238"/>
                </a:lnTo>
                <a:cubicBezTo>
                  <a:pt x="8223" y="6238"/>
                  <a:pt x="8381" y="6081"/>
                  <a:pt x="8381" y="5892"/>
                </a:cubicBezTo>
                <a:lnTo>
                  <a:pt x="8381" y="5104"/>
                </a:lnTo>
                <a:close/>
                <a:moveTo>
                  <a:pt x="1765" y="10428"/>
                </a:moveTo>
                <a:cubicBezTo>
                  <a:pt x="2427" y="10428"/>
                  <a:pt x="2805" y="10680"/>
                  <a:pt x="2805" y="10775"/>
                </a:cubicBezTo>
                <a:cubicBezTo>
                  <a:pt x="2805" y="10869"/>
                  <a:pt x="2427" y="11121"/>
                  <a:pt x="1765" y="11121"/>
                </a:cubicBezTo>
                <a:cubicBezTo>
                  <a:pt x="1072" y="11121"/>
                  <a:pt x="694" y="10869"/>
                  <a:pt x="694" y="10775"/>
                </a:cubicBezTo>
                <a:cubicBezTo>
                  <a:pt x="694" y="10712"/>
                  <a:pt x="1072" y="10428"/>
                  <a:pt x="1765" y="10428"/>
                </a:cubicBezTo>
                <a:close/>
                <a:moveTo>
                  <a:pt x="5955" y="10428"/>
                </a:moveTo>
                <a:cubicBezTo>
                  <a:pt x="6617" y="10428"/>
                  <a:pt x="6963" y="10712"/>
                  <a:pt x="6963" y="10775"/>
                </a:cubicBezTo>
                <a:cubicBezTo>
                  <a:pt x="6963" y="10869"/>
                  <a:pt x="6617" y="11121"/>
                  <a:pt x="5955" y="11121"/>
                </a:cubicBezTo>
                <a:cubicBezTo>
                  <a:pt x="5262" y="11121"/>
                  <a:pt x="4915" y="10869"/>
                  <a:pt x="4915" y="10775"/>
                </a:cubicBezTo>
                <a:cubicBezTo>
                  <a:pt x="4915" y="10712"/>
                  <a:pt x="5262" y="10428"/>
                  <a:pt x="5955" y="10428"/>
                </a:cubicBezTo>
                <a:close/>
                <a:moveTo>
                  <a:pt x="10082" y="10428"/>
                </a:moveTo>
                <a:cubicBezTo>
                  <a:pt x="10775" y="10428"/>
                  <a:pt x="11153" y="10680"/>
                  <a:pt x="11153" y="10775"/>
                </a:cubicBezTo>
                <a:cubicBezTo>
                  <a:pt x="11153" y="10869"/>
                  <a:pt x="10775" y="11121"/>
                  <a:pt x="10082" y="11121"/>
                </a:cubicBezTo>
                <a:cubicBezTo>
                  <a:pt x="9421" y="11121"/>
                  <a:pt x="9043" y="10869"/>
                  <a:pt x="9043" y="10775"/>
                </a:cubicBezTo>
                <a:cubicBezTo>
                  <a:pt x="9043" y="10712"/>
                  <a:pt x="9421" y="10428"/>
                  <a:pt x="10082" y="10428"/>
                </a:cubicBezTo>
                <a:close/>
                <a:moveTo>
                  <a:pt x="5987" y="0"/>
                </a:moveTo>
                <a:cubicBezTo>
                  <a:pt x="5231" y="0"/>
                  <a:pt x="4600" y="630"/>
                  <a:pt x="4600" y="1355"/>
                </a:cubicBezTo>
                <a:cubicBezTo>
                  <a:pt x="4600" y="1733"/>
                  <a:pt x="4726" y="2016"/>
                  <a:pt x="4947" y="2300"/>
                </a:cubicBezTo>
                <a:cubicBezTo>
                  <a:pt x="4159" y="2710"/>
                  <a:pt x="3624" y="3497"/>
                  <a:pt x="3561" y="4442"/>
                </a:cubicBezTo>
                <a:cubicBezTo>
                  <a:pt x="2742" y="4631"/>
                  <a:pt x="1481" y="5072"/>
                  <a:pt x="1481" y="5923"/>
                </a:cubicBezTo>
                <a:cubicBezTo>
                  <a:pt x="1481" y="6679"/>
                  <a:pt x="2427" y="7120"/>
                  <a:pt x="3151" y="7309"/>
                </a:cubicBezTo>
                <a:lnTo>
                  <a:pt x="1954" y="9798"/>
                </a:lnTo>
                <a:lnTo>
                  <a:pt x="1828" y="9798"/>
                </a:lnTo>
                <a:cubicBezTo>
                  <a:pt x="851" y="9798"/>
                  <a:pt x="64" y="10239"/>
                  <a:pt x="64" y="10806"/>
                </a:cubicBezTo>
                <a:cubicBezTo>
                  <a:pt x="1" y="11373"/>
                  <a:pt x="725" y="11846"/>
                  <a:pt x="1765" y="11846"/>
                </a:cubicBezTo>
                <a:cubicBezTo>
                  <a:pt x="2679" y="11846"/>
                  <a:pt x="3498" y="11436"/>
                  <a:pt x="3498" y="10806"/>
                </a:cubicBezTo>
                <a:cubicBezTo>
                  <a:pt x="3498" y="10334"/>
                  <a:pt x="3057" y="10019"/>
                  <a:pt x="2584" y="9924"/>
                </a:cubicBezTo>
                <a:lnTo>
                  <a:pt x="3781" y="7498"/>
                </a:lnTo>
                <a:cubicBezTo>
                  <a:pt x="4317" y="7624"/>
                  <a:pt x="4947" y="7656"/>
                  <a:pt x="5577" y="7719"/>
                </a:cubicBezTo>
                <a:lnTo>
                  <a:pt x="5577" y="9830"/>
                </a:lnTo>
                <a:cubicBezTo>
                  <a:pt x="4947" y="9924"/>
                  <a:pt x="4222" y="10239"/>
                  <a:pt x="4222" y="10869"/>
                </a:cubicBezTo>
                <a:cubicBezTo>
                  <a:pt x="4222" y="11499"/>
                  <a:pt x="5041" y="11877"/>
                  <a:pt x="5955" y="11877"/>
                </a:cubicBezTo>
                <a:cubicBezTo>
                  <a:pt x="6837" y="11877"/>
                  <a:pt x="7688" y="11499"/>
                  <a:pt x="7688" y="10869"/>
                </a:cubicBezTo>
                <a:cubicBezTo>
                  <a:pt x="7688" y="10239"/>
                  <a:pt x="6932" y="9924"/>
                  <a:pt x="6302" y="9830"/>
                </a:cubicBezTo>
                <a:lnTo>
                  <a:pt x="6302" y="7719"/>
                </a:lnTo>
                <a:cubicBezTo>
                  <a:pt x="6932" y="7719"/>
                  <a:pt x="7562" y="7624"/>
                  <a:pt x="8097" y="7498"/>
                </a:cubicBezTo>
                <a:lnTo>
                  <a:pt x="9295" y="9924"/>
                </a:lnTo>
                <a:cubicBezTo>
                  <a:pt x="8822" y="10082"/>
                  <a:pt x="8381" y="10334"/>
                  <a:pt x="8381" y="10806"/>
                </a:cubicBezTo>
                <a:cubicBezTo>
                  <a:pt x="8381" y="11436"/>
                  <a:pt x="9200" y="11846"/>
                  <a:pt x="10114" y="11846"/>
                </a:cubicBezTo>
                <a:cubicBezTo>
                  <a:pt x="11090" y="11846"/>
                  <a:pt x="11878" y="11405"/>
                  <a:pt x="11878" y="10806"/>
                </a:cubicBezTo>
                <a:cubicBezTo>
                  <a:pt x="11878" y="10239"/>
                  <a:pt x="11153" y="9798"/>
                  <a:pt x="10114" y="9798"/>
                </a:cubicBezTo>
                <a:lnTo>
                  <a:pt x="9988" y="9798"/>
                </a:lnTo>
                <a:lnTo>
                  <a:pt x="8822" y="7309"/>
                </a:lnTo>
                <a:cubicBezTo>
                  <a:pt x="9515" y="7120"/>
                  <a:pt x="10460" y="6679"/>
                  <a:pt x="10460" y="5923"/>
                </a:cubicBezTo>
                <a:cubicBezTo>
                  <a:pt x="10460" y="5072"/>
                  <a:pt x="9200" y="4631"/>
                  <a:pt x="8381" y="4442"/>
                </a:cubicBezTo>
                <a:cubicBezTo>
                  <a:pt x="8350" y="3497"/>
                  <a:pt x="7782" y="2710"/>
                  <a:pt x="6995" y="2300"/>
                </a:cubicBezTo>
                <a:cubicBezTo>
                  <a:pt x="7247" y="2080"/>
                  <a:pt x="7341" y="1764"/>
                  <a:pt x="7341" y="1355"/>
                </a:cubicBezTo>
                <a:cubicBezTo>
                  <a:pt x="7341" y="630"/>
                  <a:pt x="6711" y="0"/>
                  <a:pt x="59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2" name="Google Shape;9237;p73">
            <a:extLst>
              <a:ext uri="{FF2B5EF4-FFF2-40B4-BE49-F238E27FC236}">
                <a16:creationId xmlns:a16="http://schemas.microsoft.com/office/drawing/2014/main" id="{A154EAEE-DA47-949C-DA0A-ACC116AE37E4}"/>
              </a:ext>
            </a:extLst>
          </p:cNvPr>
          <p:cNvSpPr/>
          <p:nvPr/>
        </p:nvSpPr>
        <p:spPr>
          <a:xfrm>
            <a:off x="5834891" y="1484369"/>
            <a:ext cx="534576" cy="533179"/>
          </a:xfrm>
          <a:custGeom>
            <a:avLst/>
            <a:gdLst/>
            <a:ahLst/>
            <a:cxnLst/>
            <a:rect l="l" t="t" r="r" b="b"/>
            <a:pathLst>
              <a:path w="11847" h="11816" extrusionOk="0">
                <a:moveTo>
                  <a:pt x="3151" y="694"/>
                </a:moveTo>
                <a:cubicBezTo>
                  <a:pt x="3718" y="694"/>
                  <a:pt x="4159" y="1166"/>
                  <a:pt x="4159" y="1734"/>
                </a:cubicBezTo>
                <a:cubicBezTo>
                  <a:pt x="4159" y="2301"/>
                  <a:pt x="3686" y="2742"/>
                  <a:pt x="3151" y="2742"/>
                </a:cubicBezTo>
                <a:cubicBezTo>
                  <a:pt x="2584" y="2742"/>
                  <a:pt x="2111" y="2269"/>
                  <a:pt x="2111" y="1734"/>
                </a:cubicBezTo>
                <a:cubicBezTo>
                  <a:pt x="2080" y="1166"/>
                  <a:pt x="2552" y="694"/>
                  <a:pt x="3151" y="694"/>
                </a:cubicBezTo>
                <a:close/>
                <a:moveTo>
                  <a:pt x="8727" y="694"/>
                </a:moveTo>
                <a:cubicBezTo>
                  <a:pt x="9326" y="694"/>
                  <a:pt x="9767" y="1166"/>
                  <a:pt x="9767" y="1734"/>
                </a:cubicBezTo>
                <a:cubicBezTo>
                  <a:pt x="9767" y="2301"/>
                  <a:pt x="9294" y="2742"/>
                  <a:pt x="8727" y="2742"/>
                </a:cubicBezTo>
                <a:cubicBezTo>
                  <a:pt x="8128" y="2742"/>
                  <a:pt x="7719" y="2269"/>
                  <a:pt x="7719" y="1734"/>
                </a:cubicBezTo>
                <a:cubicBezTo>
                  <a:pt x="7656" y="1166"/>
                  <a:pt x="8128" y="694"/>
                  <a:pt x="8727" y="694"/>
                </a:cubicBezTo>
                <a:close/>
                <a:moveTo>
                  <a:pt x="5923" y="4852"/>
                </a:moveTo>
                <a:cubicBezTo>
                  <a:pt x="6522" y="4852"/>
                  <a:pt x="6994" y="5325"/>
                  <a:pt x="6994" y="5861"/>
                </a:cubicBezTo>
                <a:cubicBezTo>
                  <a:pt x="6994" y="6396"/>
                  <a:pt x="6522" y="6869"/>
                  <a:pt x="5923" y="6869"/>
                </a:cubicBezTo>
                <a:cubicBezTo>
                  <a:pt x="5356" y="6869"/>
                  <a:pt x="4883" y="6428"/>
                  <a:pt x="4883" y="5861"/>
                </a:cubicBezTo>
                <a:cubicBezTo>
                  <a:pt x="4883" y="5294"/>
                  <a:pt x="5356" y="4852"/>
                  <a:pt x="5923" y="4852"/>
                </a:cubicBezTo>
                <a:close/>
                <a:moveTo>
                  <a:pt x="3151" y="3466"/>
                </a:moveTo>
                <a:cubicBezTo>
                  <a:pt x="3875" y="3466"/>
                  <a:pt x="4600" y="3813"/>
                  <a:pt x="5072" y="4380"/>
                </a:cubicBezTo>
                <a:cubicBezTo>
                  <a:pt x="4537" y="4695"/>
                  <a:pt x="4159" y="5231"/>
                  <a:pt x="4159" y="5861"/>
                </a:cubicBezTo>
                <a:cubicBezTo>
                  <a:pt x="4159" y="6239"/>
                  <a:pt x="4285" y="6617"/>
                  <a:pt x="4505" y="6900"/>
                </a:cubicBezTo>
                <a:lnTo>
                  <a:pt x="693" y="6900"/>
                </a:lnTo>
                <a:lnTo>
                  <a:pt x="693" y="5892"/>
                </a:lnTo>
                <a:cubicBezTo>
                  <a:pt x="693" y="4569"/>
                  <a:pt x="1796" y="3466"/>
                  <a:pt x="3151" y="3466"/>
                </a:cubicBezTo>
                <a:close/>
                <a:moveTo>
                  <a:pt x="8696" y="3498"/>
                </a:moveTo>
                <a:cubicBezTo>
                  <a:pt x="10019" y="3498"/>
                  <a:pt x="11121" y="4600"/>
                  <a:pt x="11121" y="5955"/>
                </a:cubicBezTo>
                <a:lnTo>
                  <a:pt x="11121" y="6932"/>
                </a:lnTo>
                <a:lnTo>
                  <a:pt x="7309" y="6932"/>
                </a:lnTo>
                <a:cubicBezTo>
                  <a:pt x="7561" y="6617"/>
                  <a:pt x="7656" y="6270"/>
                  <a:pt x="7656" y="5892"/>
                </a:cubicBezTo>
                <a:cubicBezTo>
                  <a:pt x="7656" y="5262"/>
                  <a:pt x="7309" y="4726"/>
                  <a:pt x="6774" y="4411"/>
                </a:cubicBezTo>
                <a:cubicBezTo>
                  <a:pt x="7215" y="3813"/>
                  <a:pt x="7939" y="3498"/>
                  <a:pt x="8696" y="3498"/>
                </a:cubicBezTo>
                <a:close/>
                <a:moveTo>
                  <a:pt x="5923" y="7625"/>
                </a:moveTo>
                <a:cubicBezTo>
                  <a:pt x="6207" y="7625"/>
                  <a:pt x="6490" y="7656"/>
                  <a:pt x="6711" y="7751"/>
                </a:cubicBezTo>
                <a:lnTo>
                  <a:pt x="5923" y="8791"/>
                </a:lnTo>
                <a:lnTo>
                  <a:pt x="5135" y="7751"/>
                </a:lnTo>
                <a:cubicBezTo>
                  <a:pt x="5388" y="7688"/>
                  <a:pt x="5671" y="7625"/>
                  <a:pt x="5923" y="7625"/>
                </a:cubicBezTo>
                <a:close/>
                <a:moveTo>
                  <a:pt x="4505" y="8066"/>
                </a:moveTo>
                <a:lnTo>
                  <a:pt x="5577" y="9484"/>
                </a:lnTo>
                <a:lnTo>
                  <a:pt x="5577" y="11153"/>
                </a:lnTo>
                <a:lnTo>
                  <a:pt x="3497" y="11153"/>
                </a:lnTo>
                <a:lnTo>
                  <a:pt x="3497" y="10019"/>
                </a:lnTo>
                <a:cubicBezTo>
                  <a:pt x="3497" y="9200"/>
                  <a:pt x="3875" y="8507"/>
                  <a:pt x="4505" y="8066"/>
                </a:cubicBezTo>
                <a:close/>
                <a:moveTo>
                  <a:pt x="7341" y="8066"/>
                </a:moveTo>
                <a:cubicBezTo>
                  <a:pt x="7939" y="8507"/>
                  <a:pt x="8381" y="9263"/>
                  <a:pt x="8381" y="10051"/>
                </a:cubicBezTo>
                <a:lnTo>
                  <a:pt x="8381" y="11153"/>
                </a:lnTo>
                <a:lnTo>
                  <a:pt x="6301" y="11153"/>
                </a:lnTo>
                <a:lnTo>
                  <a:pt x="6301" y="9484"/>
                </a:lnTo>
                <a:lnTo>
                  <a:pt x="7341" y="8066"/>
                </a:lnTo>
                <a:close/>
                <a:moveTo>
                  <a:pt x="3088" y="1"/>
                </a:moveTo>
                <a:cubicBezTo>
                  <a:pt x="2143" y="1"/>
                  <a:pt x="1355" y="788"/>
                  <a:pt x="1355" y="1734"/>
                </a:cubicBezTo>
                <a:cubicBezTo>
                  <a:pt x="1355" y="2238"/>
                  <a:pt x="1575" y="2679"/>
                  <a:pt x="1922" y="2994"/>
                </a:cubicBezTo>
                <a:cubicBezTo>
                  <a:pt x="788" y="3466"/>
                  <a:pt x="0" y="4569"/>
                  <a:pt x="0" y="5861"/>
                </a:cubicBezTo>
                <a:lnTo>
                  <a:pt x="0" y="7247"/>
                </a:lnTo>
                <a:cubicBezTo>
                  <a:pt x="0" y="7436"/>
                  <a:pt x="158" y="7593"/>
                  <a:pt x="347" y="7593"/>
                </a:cubicBezTo>
                <a:lnTo>
                  <a:pt x="3938" y="7593"/>
                </a:lnTo>
                <a:cubicBezTo>
                  <a:pt x="3214" y="8192"/>
                  <a:pt x="2741" y="9043"/>
                  <a:pt x="2741" y="10019"/>
                </a:cubicBezTo>
                <a:lnTo>
                  <a:pt x="2741" y="11437"/>
                </a:lnTo>
                <a:cubicBezTo>
                  <a:pt x="2741" y="11658"/>
                  <a:pt x="2899" y="11815"/>
                  <a:pt x="3088" y="11815"/>
                </a:cubicBezTo>
                <a:lnTo>
                  <a:pt x="8696" y="11815"/>
                </a:lnTo>
                <a:cubicBezTo>
                  <a:pt x="8885" y="11815"/>
                  <a:pt x="9042" y="11658"/>
                  <a:pt x="9042" y="11437"/>
                </a:cubicBezTo>
                <a:lnTo>
                  <a:pt x="9042" y="10019"/>
                </a:lnTo>
                <a:cubicBezTo>
                  <a:pt x="9042" y="9043"/>
                  <a:pt x="8570" y="8192"/>
                  <a:pt x="7876" y="7593"/>
                </a:cubicBezTo>
                <a:lnTo>
                  <a:pt x="11436" y="7593"/>
                </a:lnTo>
                <a:cubicBezTo>
                  <a:pt x="11657" y="7593"/>
                  <a:pt x="11815" y="7436"/>
                  <a:pt x="11815" y="7247"/>
                </a:cubicBezTo>
                <a:lnTo>
                  <a:pt x="11815" y="5861"/>
                </a:lnTo>
                <a:cubicBezTo>
                  <a:pt x="11846" y="4600"/>
                  <a:pt x="11027" y="3466"/>
                  <a:pt x="9861" y="2994"/>
                </a:cubicBezTo>
                <a:cubicBezTo>
                  <a:pt x="10239" y="2679"/>
                  <a:pt x="10428" y="2206"/>
                  <a:pt x="10428" y="1734"/>
                </a:cubicBezTo>
                <a:cubicBezTo>
                  <a:pt x="10428" y="788"/>
                  <a:pt x="9641" y="1"/>
                  <a:pt x="8696" y="1"/>
                </a:cubicBezTo>
                <a:cubicBezTo>
                  <a:pt x="7750" y="1"/>
                  <a:pt x="6963" y="788"/>
                  <a:pt x="6963" y="1734"/>
                </a:cubicBezTo>
                <a:cubicBezTo>
                  <a:pt x="6963" y="2238"/>
                  <a:pt x="7152" y="2679"/>
                  <a:pt x="7498" y="2994"/>
                </a:cubicBezTo>
                <a:cubicBezTo>
                  <a:pt x="6931" y="3214"/>
                  <a:pt x="6396" y="3624"/>
                  <a:pt x="6049" y="4159"/>
                </a:cubicBezTo>
                <a:lnTo>
                  <a:pt x="5734" y="4159"/>
                </a:lnTo>
                <a:cubicBezTo>
                  <a:pt x="5388" y="3655"/>
                  <a:pt x="4883" y="3214"/>
                  <a:pt x="4285" y="2994"/>
                </a:cubicBezTo>
                <a:cubicBezTo>
                  <a:pt x="4631" y="2679"/>
                  <a:pt x="4820" y="2238"/>
                  <a:pt x="4820" y="1734"/>
                </a:cubicBezTo>
                <a:cubicBezTo>
                  <a:pt x="4820" y="788"/>
                  <a:pt x="4033" y="1"/>
                  <a:pt x="308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3" name="Google Shape;9238;p73">
            <a:extLst>
              <a:ext uri="{FF2B5EF4-FFF2-40B4-BE49-F238E27FC236}">
                <a16:creationId xmlns:a16="http://schemas.microsoft.com/office/drawing/2014/main" id="{F5B8ED50-B8C1-EBCC-317B-A569CB6A3ECA}"/>
              </a:ext>
            </a:extLst>
          </p:cNvPr>
          <p:cNvSpPr/>
          <p:nvPr/>
        </p:nvSpPr>
        <p:spPr>
          <a:xfrm>
            <a:off x="6242898" y="1703307"/>
            <a:ext cx="63985" cy="31316"/>
          </a:xfrm>
          <a:custGeom>
            <a:avLst/>
            <a:gdLst/>
            <a:ahLst/>
            <a:cxnLst/>
            <a:rect l="l" t="t" r="r" b="b"/>
            <a:pathLst>
              <a:path w="1418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4"/>
                  <a:pt x="347" y="694"/>
                </a:cubicBezTo>
                <a:lnTo>
                  <a:pt x="1071" y="694"/>
                </a:lnTo>
                <a:cubicBezTo>
                  <a:pt x="1260" y="694"/>
                  <a:pt x="1418" y="536"/>
                  <a:pt x="1418" y="347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4" name="Google Shape;9239;p73">
            <a:extLst>
              <a:ext uri="{FF2B5EF4-FFF2-40B4-BE49-F238E27FC236}">
                <a16:creationId xmlns:a16="http://schemas.microsoft.com/office/drawing/2014/main" id="{A504CC3F-E211-979A-476B-B450232B8040}"/>
              </a:ext>
            </a:extLst>
          </p:cNvPr>
          <p:cNvSpPr/>
          <p:nvPr/>
        </p:nvSpPr>
        <p:spPr>
          <a:xfrm>
            <a:off x="5895988" y="1703307"/>
            <a:ext cx="64031" cy="31316"/>
          </a:xfrm>
          <a:custGeom>
            <a:avLst/>
            <a:gdLst/>
            <a:ahLst/>
            <a:cxnLst/>
            <a:rect l="l" t="t" r="r" b="b"/>
            <a:pathLst>
              <a:path w="1419" h="694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4"/>
                  <a:pt x="379" y="694"/>
                </a:cubicBezTo>
                <a:lnTo>
                  <a:pt x="1072" y="694"/>
                </a:lnTo>
                <a:cubicBezTo>
                  <a:pt x="1261" y="694"/>
                  <a:pt x="1419" y="536"/>
                  <a:pt x="1419" y="347"/>
                </a:cubicBezTo>
                <a:cubicBezTo>
                  <a:pt x="1419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0" name="Google Shape;9241;p73">
            <a:extLst>
              <a:ext uri="{FF2B5EF4-FFF2-40B4-BE49-F238E27FC236}">
                <a16:creationId xmlns:a16="http://schemas.microsoft.com/office/drawing/2014/main" id="{9B4976BE-9EDC-5A2D-5289-89ACF54C0A83}"/>
              </a:ext>
            </a:extLst>
          </p:cNvPr>
          <p:cNvSpPr/>
          <p:nvPr/>
        </p:nvSpPr>
        <p:spPr>
          <a:xfrm>
            <a:off x="5836314" y="2118423"/>
            <a:ext cx="531735" cy="531735"/>
          </a:xfrm>
          <a:custGeom>
            <a:avLst/>
            <a:gdLst/>
            <a:ahLst/>
            <a:cxnLst/>
            <a:rect l="l" t="t" r="r" b="b"/>
            <a:pathLst>
              <a:path w="11784" h="11784" extrusionOk="0">
                <a:moveTo>
                  <a:pt x="8223" y="694"/>
                </a:moveTo>
                <a:cubicBezTo>
                  <a:pt x="8696" y="725"/>
                  <a:pt x="9168" y="914"/>
                  <a:pt x="9546" y="1198"/>
                </a:cubicBezTo>
                <a:lnTo>
                  <a:pt x="7057" y="3687"/>
                </a:lnTo>
                <a:cubicBezTo>
                  <a:pt x="6774" y="3498"/>
                  <a:pt x="6459" y="3340"/>
                  <a:pt x="6144" y="3245"/>
                </a:cubicBezTo>
                <a:lnTo>
                  <a:pt x="8223" y="694"/>
                </a:lnTo>
                <a:close/>
                <a:moveTo>
                  <a:pt x="10523" y="1198"/>
                </a:moveTo>
                <a:cubicBezTo>
                  <a:pt x="10838" y="1576"/>
                  <a:pt x="11027" y="2111"/>
                  <a:pt x="11027" y="2615"/>
                </a:cubicBezTo>
                <a:lnTo>
                  <a:pt x="8286" y="4852"/>
                </a:lnTo>
                <a:lnTo>
                  <a:pt x="7561" y="4159"/>
                </a:lnTo>
                <a:lnTo>
                  <a:pt x="10523" y="1198"/>
                </a:lnTo>
                <a:close/>
                <a:moveTo>
                  <a:pt x="5592" y="3923"/>
                </a:moveTo>
                <a:cubicBezTo>
                  <a:pt x="6033" y="3923"/>
                  <a:pt x="6474" y="4096"/>
                  <a:pt x="6805" y="4443"/>
                </a:cubicBezTo>
                <a:cubicBezTo>
                  <a:pt x="7498" y="5104"/>
                  <a:pt x="7498" y="6207"/>
                  <a:pt x="6805" y="6869"/>
                </a:cubicBezTo>
                <a:cubicBezTo>
                  <a:pt x="6474" y="7199"/>
                  <a:pt x="6033" y="7365"/>
                  <a:pt x="5592" y="7365"/>
                </a:cubicBezTo>
                <a:cubicBezTo>
                  <a:pt x="5151" y="7365"/>
                  <a:pt x="4710" y="7199"/>
                  <a:pt x="4379" y="6869"/>
                </a:cubicBezTo>
                <a:cubicBezTo>
                  <a:pt x="3718" y="6207"/>
                  <a:pt x="3718" y="5104"/>
                  <a:pt x="4379" y="4443"/>
                </a:cubicBezTo>
                <a:cubicBezTo>
                  <a:pt x="4710" y="4096"/>
                  <a:pt x="5151" y="3923"/>
                  <a:pt x="5592" y="3923"/>
                </a:cubicBezTo>
                <a:close/>
                <a:moveTo>
                  <a:pt x="8034" y="5577"/>
                </a:moveTo>
                <a:lnTo>
                  <a:pt x="8191" y="5734"/>
                </a:lnTo>
                <a:cubicBezTo>
                  <a:pt x="8696" y="6270"/>
                  <a:pt x="9326" y="6742"/>
                  <a:pt x="10019" y="7058"/>
                </a:cubicBezTo>
                <a:lnTo>
                  <a:pt x="9420" y="7278"/>
                </a:lnTo>
                <a:cubicBezTo>
                  <a:pt x="9263" y="7310"/>
                  <a:pt x="9168" y="7467"/>
                  <a:pt x="9168" y="7593"/>
                </a:cubicBezTo>
                <a:lnTo>
                  <a:pt x="9168" y="8066"/>
                </a:lnTo>
                <a:cubicBezTo>
                  <a:pt x="8601" y="7814"/>
                  <a:pt x="8034" y="7467"/>
                  <a:pt x="7561" y="7058"/>
                </a:cubicBezTo>
                <a:cubicBezTo>
                  <a:pt x="7876" y="6648"/>
                  <a:pt x="8034" y="6175"/>
                  <a:pt x="8034" y="5608"/>
                </a:cubicBezTo>
                <a:lnTo>
                  <a:pt x="8034" y="5577"/>
                </a:lnTo>
                <a:close/>
                <a:moveTo>
                  <a:pt x="3245" y="6081"/>
                </a:moveTo>
                <a:cubicBezTo>
                  <a:pt x="3308" y="6427"/>
                  <a:pt x="3466" y="6806"/>
                  <a:pt x="3655" y="7058"/>
                </a:cubicBezTo>
                <a:lnTo>
                  <a:pt x="1197" y="9546"/>
                </a:lnTo>
                <a:cubicBezTo>
                  <a:pt x="882" y="9200"/>
                  <a:pt x="662" y="8696"/>
                  <a:pt x="630" y="8160"/>
                </a:cubicBezTo>
                <a:lnTo>
                  <a:pt x="3245" y="6081"/>
                </a:lnTo>
                <a:close/>
                <a:moveTo>
                  <a:pt x="7057" y="7593"/>
                </a:moveTo>
                <a:cubicBezTo>
                  <a:pt x="7435" y="8066"/>
                  <a:pt x="7813" y="8601"/>
                  <a:pt x="8034" y="9200"/>
                </a:cubicBezTo>
                <a:lnTo>
                  <a:pt x="7561" y="9200"/>
                </a:lnTo>
                <a:cubicBezTo>
                  <a:pt x="7404" y="9200"/>
                  <a:pt x="7278" y="9263"/>
                  <a:pt x="7246" y="9420"/>
                </a:cubicBezTo>
                <a:lnTo>
                  <a:pt x="7057" y="10019"/>
                </a:lnTo>
                <a:cubicBezTo>
                  <a:pt x="6742" y="9357"/>
                  <a:pt x="6270" y="8727"/>
                  <a:pt x="5766" y="8223"/>
                </a:cubicBezTo>
                <a:lnTo>
                  <a:pt x="5608" y="8066"/>
                </a:lnTo>
                <a:lnTo>
                  <a:pt x="5640" y="8066"/>
                </a:lnTo>
                <a:cubicBezTo>
                  <a:pt x="6144" y="8066"/>
                  <a:pt x="6648" y="7877"/>
                  <a:pt x="7057" y="7593"/>
                </a:cubicBezTo>
                <a:close/>
                <a:moveTo>
                  <a:pt x="4096" y="7625"/>
                </a:moveTo>
                <a:lnTo>
                  <a:pt x="4820" y="8318"/>
                </a:lnTo>
                <a:lnTo>
                  <a:pt x="2552" y="11090"/>
                </a:lnTo>
                <a:cubicBezTo>
                  <a:pt x="2048" y="11059"/>
                  <a:pt x="1575" y="10901"/>
                  <a:pt x="1134" y="10586"/>
                </a:cubicBezTo>
                <a:lnTo>
                  <a:pt x="4096" y="7625"/>
                </a:lnTo>
                <a:close/>
                <a:moveTo>
                  <a:pt x="8160" y="0"/>
                </a:moveTo>
                <a:cubicBezTo>
                  <a:pt x="8034" y="0"/>
                  <a:pt x="7971" y="63"/>
                  <a:pt x="7876" y="126"/>
                </a:cubicBezTo>
                <a:lnTo>
                  <a:pt x="5356" y="3245"/>
                </a:lnTo>
                <a:cubicBezTo>
                  <a:pt x="4852" y="3308"/>
                  <a:pt x="4348" y="3529"/>
                  <a:pt x="3938" y="3970"/>
                </a:cubicBezTo>
                <a:cubicBezTo>
                  <a:pt x="3592" y="4317"/>
                  <a:pt x="3340" y="4758"/>
                  <a:pt x="3277" y="5262"/>
                </a:cubicBezTo>
                <a:lnTo>
                  <a:pt x="126" y="7782"/>
                </a:lnTo>
                <a:cubicBezTo>
                  <a:pt x="32" y="7845"/>
                  <a:pt x="0" y="7940"/>
                  <a:pt x="0" y="8066"/>
                </a:cubicBezTo>
                <a:cubicBezTo>
                  <a:pt x="0" y="8790"/>
                  <a:pt x="284" y="9546"/>
                  <a:pt x="756" y="10114"/>
                </a:cubicBezTo>
                <a:lnTo>
                  <a:pt x="473" y="10366"/>
                </a:lnTo>
                <a:cubicBezTo>
                  <a:pt x="410" y="10460"/>
                  <a:pt x="347" y="10523"/>
                  <a:pt x="347" y="10618"/>
                </a:cubicBezTo>
                <a:cubicBezTo>
                  <a:pt x="347" y="10681"/>
                  <a:pt x="410" y="10807"/>
                  <a:pt x="473" y="10838"/>
                </a:cubicBezTo>
                <a:cubicBezTo>
                  <a:pt x="1103" y="11468"/>
                  <a:pt x="1922" y="11783"/>
                  <a:pt x="2804" y="11783"/>
                </a:cubicBezTo>
                <a:cubicBezTo>
                  <a:pt x="2930" y="11783"/>
                  <a:pt x="2993" y="11752"/>
                  <a:pt x="3088" y="11657"/>
                </a:cubicBezTo>
                <a:lnTo>
                  <a:pt x="5388" y="8790"/>
                </a:lnTo>
                <a:cubicBezTo>
                  <a:pt x="6018" y="9452"/>
                  <a:pt x="6553" y="10303"/>
                  <a:pt x="6805" y="11153"/>
                </a:cubicBezTo>
                <a:cubicBezTo>
                  <a:pt x="6868" y="11311"/>
                  <a:pt x="7026" y="11405"/>
                  <a:pt x="7120" y="11405"/>
                </a:cubicBezTo>
                <a:cubicBezTo>
                  <a:pt x="7278" y="11405"/>
                  <a:pt x="7404" y="11311"/>
                  <a:pt x="7435" y="11153"/>
                </a:cubicBezTo>
                <a:lnTo>
                  <a:pt x="7845" y="9924"/>
                </a:lnTo>
                <a:lnTo>
                  <a:pt x="8601" y="9924"/>
                </a:lnTo>
                <a:cubicBezTo>
                  <a:pt x="8696" y="9924"/>
                  <a:pt x="8790" y="9893"/>
                  <a:pt x="8853" y="9767"/>
                </a:cubicBezTo>
                <a:cubicBezTo>
                  <a:pt x="8948" y="9704"/>
                  <a:pt x="8948" y="9578"/>
                  <a:pt x="8916" y="9452"/>
                </a:cubicBezTo>
                <a:cubicBezTo>
                  <a:pt x="8790" y="9137"/>
                  <a:pt x="8664" y="8822"/>
                  <a:pt x="8507" y="8507"/>
                </a:cubicBezTo>
                <a:lnTo>
                  <a:pt x="8507" y="8507"/>
                </a:lnTo>
                <a:cubicBezTo>
                  <a:pt x="8822" y="8664"/>
                  <a:pt x="9137" y="8790"/>
                  <a:pt x="9452" y="8916"/>
                </a:cubicBezTo>
                <a:cubicBezTo>
                  <a:pt x="9489" y="8926"/>
                  <a:pt x="9526" y="8929"/>
                  <a:pt x="9561" y="8929"/>
                </a:cubicBezTo>
                <a:cubicBezTo>
                  <a:pt x="9646" y="8929"/>
                  <a:pt x="9722" y="8907"/>
                  <a:pt x="9767" y="8885"/>
                </a:cubicBezTo>
                <a:cubicBezTo>
                  <a:pt x="9861" y="8790"/>
                  <a:pt x="9924" y="8727"/>
                  <a:pt x="9924" y="8601"/>
                </a:cubicBezTo>
                <a:lnTo>
                  <a:pt x="9924" y="7845"/>
                </a:lnTo>
                <a:lnTo>
                  <a:pt x="11153" y="7467"/>
                </a:lnTo>
                <a:cubicBezTo>
                  <a:pt x="11310" y="7404"/>
                  <a:pt x="11373" y="7247"/>
                  <a:pt x="11373" y="7152"/>
                </a:cubicBezTo>
                <a:cubicBezTo>
                  <a:pt x="11373" y="6995"/>
                  <a:pt x="11310" y="6869"/>
                  <a:pt x="11153" y="6837"/>
                </a:cubicBezTo>
                <a:cubicBezTo>
                  <a:pt x="10271" y="6553"/>
                  <a:pt x="9452" y="6049"/>
                  <a:pt x="8790" y="5419"/>
                </a:cubicBezTo>
                <a:lnTo>
                  <a:pt x="11657" y="3088"/>
                </a:lnTo>
                <a:cubicBezTo>
                  <a:pt x="11689" y="2962"/>
                  <a:pt x="11783" y="2867"/>
                  <a:pt x="11783" y="2773"/>
                </a:cubicBezTo>
                <a:cubicBezTo>
                  <a:pt x="11783" y="1922"/>
                  <a:pt x="11436" y="1072"/>
                  <a:pt x="10838" y="442"/>
                </a:cubicBezTo>
                <a:cubicBezTo>
                  <a:pt x="10775" y="379"/>
                  <a:pt x="10688" y="347"/>
                  <a:pt x="10602" y="347"/>
                </a:cubicBezTo>
                <a:cubicBezTo>
                  <a:pt x="10515" y="347"/>
                  <a:pt x="10428" y="379"/>
                  <a:pt x="10365" y="442"/>
                </a:cubicBezTo>
                <a:lnTo>
                  <a:pt x="10082" y="725"/>
                </a:lnTo>
                <a:cubicBezTo>
                  <a:pt x="9546" y="284"/>
                  <a:pt x="8853" y="0"/>
                  <a:pt x="816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11" name="Google Shape;9242;p73">
            <a:extLst>
              <a:ext uri="{FF2B5EF4-FFF2-40B4-BE49-F238E27FC236}">
                <a16:creationId xmlns:a16="http://schemas.microsoft.com/office/drawing/2014/main" id="{E17863E7-E558-9AF7-6729-61F0D8FDD380}"/>
              </a:ext>
            </a:extLst>
          </p:cNvPr>
          <p:cNvSpPr/>
          <p:nvPr/>
        </p:nvSpPr>
        <p:spPr>
          <a:xfrm>
            <a:off x="6039593" y="2326350"/>
            <a:ext cx="100987" cy="94219"/>
          </a:xfrm>
          <a:custGeom>
            <a:avLst/>
            <a:gdLst/>
            <a:ahLst/>
            <a:cxnLst/>
            <a:rect l="l" t="t" r="r" b="b"/>
            <a:pathLst>
              <a:path w="2238" h="2088" extrusionOk="0">
                <a:moveTo>
                  <a:pt x="1087" y="685"/>
                </a:moveTo>
                <a:cubicBezTo>
                  <a:pt x="1174" y="685"/>
                  <a:pt x="1261" y="717"/>
                  <a:pt x="1324" y="780"/>
                </a:cubicBezTo>
                <a:cubicBezTo>
                  <a:pt x="1450" y="874"/>
                  <a:pt x="1450" y="1126"/>
                  <a:pt x="1324" y="1252"/>
                </a:cubicBezTo>
                <a:cubicBezTo>
                  <a:pt x="1261" y="1300"/>
                  <a:pt x="1174" y="1323"/>
                  <a:pt x="1087" y="1323"/>
                </a:cubicBezTo>
                <a:cubicBezTo>
                  <a:pt x="1001" y="1323"/>
                  <a:pt x="914" y="1300"/>
                  <a:pt x="851" y="1252"/>
                </a:cubicBezTo>
                <a:cubicBezTo>
                  <a:pt x="725" y="1126"/>
                  <a:pt x="725" y="937"/>
                  <a:pt x="851" y="780"/>
                </a:cubicBezTo>
                <a:cubicBezTo>
                  <a:pt x="914" y="717"/>
                  <a:pt x="1001" y="685"/>
                  <a:pt x="1087" y="685"/>
                </a:cubicBezTo>
                <a:close/>
                <a:moveTo>
                  <a:pt x="1115" y="0"/>
                </a:moveTo>
                <a:cubicBezTo>
                  <a:pt x="851" y="0"/>
                  <a:pt x="583" y="102"/>
                  <a:pt x="378" y="307"/>
                </a:cubicBezTo>
                <a:cubicBezTo>
                  <a:pt x="0" y="685"/>
                  <a:pt x="0" y="1347"/>
                  <a:pt x="378" y="1756"/>
                </a:cubicBezTo>
                <a:cubicBezTo>
                  <a:pt x="583" y="1977"/>
                  <a:pt x="851" y="2087"/>
                  <a:pt x="1115" y="2087"/>
                </a:cubicBezTo>
                <a:cubicBezTo>
                  <a:pt x="1379" y="2087"/>
                  <a:pt x="1639" y="1977"/>
                  <a:pt x="1828" y="1756"/>
                </a:cubicBezTo>
                <a:cubicBezTo>
                  <a:pt x="2237" y="1347"/>
                  <a:pt x="2237" y="685"/>
                  <a:pt x="1828" y="307"/>
                </a:cubicBezTo>
                <a:cubicBezTo>
                  <a:pt x="1639" y="102"/>
                  <a:pt x="1379" y="0"/>
                  <a:pt x="11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41" name="Google Shape;9243;p73">
            <a:extLst>
              <a:ext uri="{FF2B5EF4-FFF2-40B4-BE49-F238E27FC236}">
                <a16:creationId xmlns:a16="http://schemas.microsoft.com/office/drawing/2014/main" id="{F0E88395-65C9-4AB2-5526-BF6891CC4E4E}"/>
              </a:ext>
            </a:extLst>
          </p:cNvPr>
          <p:cNvSpPr/>
          <p:nvPr/>
        </p:nvSpPr>
        <p:spPr>
          <a:xfrm>
            <a:off x="5835538" y="2805057"/>
            <a:ext cx="533179" cy="533133"/>
          </a:xfrm>
          <a:custGeom>
            <a:avLst/>
            <a:gdLst/>
            <a:ahLst/>
            <a:cxnLst/>
            <a:rect l="l" t="t" r="r" b="b"/>
            <a:pathLst>
              <a:path w="11816" h="11815" extrusionOk="0">
                <a:moveTo>
                  <a:pt x="6207" y="693"/>
                </a:moveTo>
                <a:cubicBezTo>
                  <a:pt x="7877" y="819"/>
                  <a:pt x="9326" y="1670"/>
                  <a:pt x="10208" y="2993"/>
                </a:cubicBezTo>
                <a:lnTo>
                  <a:pt x="6207" y="5293"/>
                </a:lnTo>
                <a:lnTo>
                  <a:pt x="6207" y="693"/>
                </a:lnTo>
                <a:close/>
                <a:moveTo>
                  <a:pt x="10555" y="3623"/>
                </a:moveTo>
                <a:cubicBezTo>
                  <a:pt x="10901" y="4316"/>
                  <a:pt x="11090" y="5104"/>
                  <a:pt x="11090" y="5923"/>
                </a:cubicBezTo>
                <a:cubicBezTo>
                  <a:pt x="11090" y="7026"/>
                  <a:pt x="10744" y="8097"/>
                  <a:pt x="10114" y="8979"/>
                </a:cubicBezTo>
                <a:lnTo>
                  <a:pt x="6491" y="5986"/>
                </a:lnTo>
                <a:lnTo>
                  <a:pt x="10555" y="3623"/>
                </a:lnTo>
                <a:close/>
                <a:moveTo>
                  <a:pt x="5546" y="693"/>
                </a:moveTo>
                <a:lnTo>
                  <a:pt x="5546" y="5892"/>
                </a:lnTo>
                <a:cubicBezTo>
                  <a:pt x="5546" y="6018"/>
                  <a:pt x="5577" y="6081"/>
                  <a:pt x="5672" y="6175"/>
                </a:cubicBezTo>
                <a:lnTo>
                  <a:pt x="9673" y="9483"/>
                </a:lnTo>
                <a:cubicBezTo>
                  <a:pt x="8728" y="10491"/>
                  <a:pt x="7373" y="11121"/>
                  <a:pt x="5892" y="11121"/>
                </a:cubicBezTo>
                <a:cubicBezTo>
                  <a:pt x="3025" y="11121"/>
                  <a:pt x="662" y="8822"/>
                  <a:pt x="662" y="5892"/>
                </a:cubicBezTo>
                <a:cubicBezTo>
                  <a:pt x="662" y="3151"/>
                  <a:pt x="2836" y="851"/>
                  <a:pt x="5546" y="693"/>
                </a:cubicBezTo>
                <a:close/>
                <a:moveTo>
                  <a:pt x="5892" y="0"/>
                </a:moveTo>
                <a:cubicBezTo>
                  <a:pt x="2647" y="0"/>
                  <a:pt x="1" y="2615"/>
                  <a:pt x="1" y="5892"/>
                </a:cubicBezTo>
                <a:cubicBezTo>
                  <a:pt x="1" y="9168"/>
                  <a:pt x="2647" y="11814"/>
                  <a:pt x="5892" y="11814"/>
                </a:cubicBezTo>
                <a:cubicBezTo>
                  <a:pt x="9169" y="11814"/>
                  <a:pt x="11815" y="9168"/>
                  <a:pt x="11815" y="5892"/>
                </a:cubicBezTo>
                <a:cubicBezTo>
                  <a:pt x="11815" y="2678"/>
                  <a:pt x="9137" y="0"/>
                  <a:pt x="5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2" name="Google Shape;9245;p73">
            <a:extLst>
              <a:ext uri="{FF2B5EF4-FFF2-40B4-BE49-F238E27FC236}">
                <a16:creationId xmlns:a16="http://schemas.microsoft.com/office/drawing/2014/main" id="{E4A71313-15B6-94C7-F9AF-D37C4BFB4471}"/>
              </a:ext>
            </a:extLst>
          </p:cNvPr>
          <p:cNvSpPr/>
          <p:nvPr/>
        </p:nvSpPr>
        <p:spPr>
          <a:xfrm>
            <a:off x="9324245" y="1580347"/>
            <a:ext cx="311397" cy="437879"/>
          </a:xfrm>
          <a:custGeom>
            <a:avLst/>
            <a:gdLst/>
            <a:ahLst/>
            <a:cxnLst/>
            <a:rect l="l" t="t" r="r" b="b"/>
            <a:pathLst>
              <a:path w="6901" h="9704" extrusionOk="0">
                <a:moveTo>
                  <a:pt x="1765" y="1355"/>
                </a:moveTo>
                <a:cubicBezTo>
                  <a:pt x="1986" y="1355"/>
                  <a:pt x="2143" y="1513"/>
                  <a:pt x="2143" y="1702"/>
                </a:cubicBezTo>
                <a:lnTo>
                  <a:pt x="2143" y="2048"/>
                </a:lnTo>
                <a:lnTo>
                  <a:pt x="1765" y="2048"/>
                </a:lnTo>
                <a:cubicBezTo>
                  <a:pt x="1671" y="2048"/>
                  <a:pt x="1545" y="2048"/>
                  <a:pt x="1419" y="2111"/>
                </a:cubicBezTo>
                <a:lnTo>
                  <a:pt x="1419" y="1702"/>
                </a:lnTo>
                <a:cubicBezTo>
                  <a:pt x="1419" y="1513"/>
                  <a:pt x="1576" y="1355"/>
                  <a:pt x="1765" y="1355"/>
                </a:cubicBezTo>
                <a:close/>
                <a:moveTo>
                  <a:pt x="3151" y="631"/>
                </a:moveTo>
                <a:cubicBezTo>
                  <a:pt x="3341" y="631"/>
                  <a:pt x="3498" y="788"/>
                  <a:pt x="3498" y="1009"/>
                </a:cubicBezTo>
                <a:lnTo>
                  <a:pt x="3498" y="2111"/>
                </a:lnTo>
                <a:cubicBezTo>
                  <a:pt x="3404" y="2048"/>
                  <a:pt x="3277" y="2017"/>
                  <a:pt x="3151" y="2017"/>
                </a:cubicBezTo>
                <a:lnTo>
                  <a:pt x="2805" y="2017"/>
                </a:lnTo>
                <a:lnTo>
                  <a:pt x="2805" y="1009"/>
                </a:lnTo>
                <a:cubicBezTo>
                  <a:pt x="2805" y="788"/>
                  <a:pt x="2962" y="631"/>
                  <a:pt x="3151" y="631"/>
                </a:cubicBezTo>
                <a:close/>
                <a:moveTo>
                  <a:pt x="4538" y="1355"/>
                </a:moveTo>
                <a:cubicBezTo>
                  <a:pt x="4727" y="1355"/>
                  <a:pt x="4884" y="1513"/>
                  <a:pt x="4884" y="1702"/>
                </a:cubicBezTo>
                <a:lnTo>
                  <a:pt x="4884" y="3088"/>
                </a:lnTo>
                <a:cubicBezTo>
                  <a:pt x="4884" y="3277"/>
                  <a:pt x="4727" y="3435"/>
                  <a:pt x="4538" y="3435"/>
                </a:cubicBezTo>
                <a:cubicBezTo>
                  <a:pt x="4349" y="3435"/>
                  <a:pt x="4191" y="3277"/>
                  <a:pt x="4191" y="3088"/>
                </a:cubicBezTo>
                <a:lnTo>
                  <a:pt x="4191" y="1702"/>
                </a:lnTo>
                <a:cubicBezTo>
                  <a:pt x="4191" y="1513"/>
                  <a:pt x="4349" y="1355"/>
                  <a:pt x="4538" y="1355"/>
                </a:cubicBezTo>
                <a:close/>
                <a:moveTo>
                  <a:pt x="5924" y="2017"/>
                </a:moveTo>
                <a:cubicBezTo>
                  <a:pt x="6113" y="2017"/>
                  <a:pt x="6270" y="2174"/>
                  <a:pt x="6270" y="2363"/>
                </a:cubicBezTo>
                <a:lnTo>
                  <a:pt x="6270" y="3088"/>
                </a:lnTo>
                <a:cubicBezTo>
                  <a:pt x="6270" y="3277"/>
                  <a:pt x="6113" y="3435"/>
                  <a:pt x="5924" y="3435"/>
                </a:cubicBezTo>
                <a:cubicBezTo>
                  <a:pt x="5703" y="3435"/>
                  <a:pt x="5546" y="3277"/>
                  <a:pt x="5546" y="3088"/>
                </a:cubicBezTo>
                <a:lnTo>
                  <a:pt x="5546" y="2363"/>
                </a:lnTo>
                <a:cubicBezTo>
                  <a:pt x="5546" y="2174"/>
                  <a:pt x="5703" y="2017"/>
                  <a:pt x="5924" y="2017"/>
                </a:cubicBezTo>
                <a:close/>
                <a:moveTo>
                  <a:pt x="3120" y="2741"/>
                </a:moveTo>
                <a:cubicBezTo>
                  <a:pt x="3309" y="2741"/>
                  <a:pt x="3467" y="2899"/>
                  <a:pt x="3467" y="3088"/>
                </a:cubicBezTo>
                <a:cubicBezTo>
                  <a:pt x="3467" y="3277"/>
                  <a:pt x="3309" y="3435"/>
                  <a:pt x="3120" y="3435"/>
                </a:cubicBezTo>
                <a:lnTo>
                  <a:pt x="1734" y="3435"/>
                </a:lnTo>
                <a:cubicBezTo>
                  <a:pt x="1545" y="3435"/>
                  <a:pt x="1387" y="3592"/>
                  <a:pt x="1387" y="3781"/>
                </a:cubicBezTo>
                <a:cubicBezTo>
                  <a:pt x="1387" y="4002"/>
                  <a:pt x="1545" y="4159"/>
                  <a:pt x="1734" y="4159"/>
                </a:cubicBezTo>
                <a:cubicBezTo>
                  <a:pt x="2679" y="4159"/>
                  <a:pt x="3467" y="4947"/>
                  <a:pt x="3467" y="5892"/>
                </a:cubicBezTo>
                <a:cubicBezTo>
                  <a:pt x="3467" y="6081"/>
                  <a:pt x="3624" y="6238"/>
                  <a:pt x="3845" y="6238"/>
                </a:cubicBezTo>
                <a:cubicBezTo>
                  <a:pt x="4034" y="6238"/>
                  <a:pt x="4191" y="6081"/>
                  <a:pt x="4191" y="5892"/>
                </a:cubicBezTo>
                <a:cubicBezTo>
                  <a:pt x="4191" y="5167"/>
                  <a:pt x="3876" y="4537"/>
                  <a:pt x="3435" y="4096"/>
                </a:cubicBezTo>
                <a:cubicBezTo>
                  <a:pt x="3593" y="4065"/>
                  <a:pt x="3750" y="4002"/>
                  <a:pt x="3876" y="3876"/>
                </a:cubicBezTo>
                <a:cubicBezTo>
                  <a:pt x="4065" y="4033"/>
                  <a:pt x="4317" y="4159"/>
                  <a:pt x="4569" y="4159"/>
                </a:cubicBezTo>
                <a:cubicBezTo>
                  <a:pt x="4853" y="4159"/>
                  <a:pt x="5073" y="4033"/>
                  <a:pt x="5294" y="3876"/>
                </a:cubicBezTo>
                <a:cubicBezTo>
                  <a:pt x="5483" y="4033"/>
                  <a:pt x="5703" y="4159"/>
                  <a:pt x="5987" y="4159"/>
                </a:cubicBezTo>
                <a:cubicBezTo>
                  <a:pt x="6113" y="4159"/>
                  <a:pt x="6239" y="4096"/>
                  <a:pt x="6333" y="4065"/>
                </a:cubicBezTo>
                <a:lnTo>
                  <a:pt x="6333" y="5167"/>
                </a:lnTo>
                <a:cubicBezTo>
                  <a:pt x="6333" y="5923"/>
                  <a:pt x="5861" y="6554"/>
                  <a:pt x="5199" y="6774"/>
                </a:cubicBezTo>
                <a:cubicBezTo>
                  <a:pt x="5042" y="6837"/>
                  <a:pt x="4979" y="6995"/>
                  <a:pt x="4979" y="7089"/>
                </a:cubicBezTo>
                <a:lnTo>
                  <a:pt x="4979" y="7562"/>
                </a:lnTo>
                <a:lnTo>
                  <a:pt x="2206" y="7562"/>
                </a:lnTo>
                <a:lnTo>
                  <a:pt x="2206" y="7089"/>
                </a:lnTo>
                <a:cubicBezTo>
                  <a:pt x="2206" y="6932"/>
                  <a:pt x="2143" y="6837"/>
                  <a:pt x="1986" y="6774"/>
                </a:cubicBezTo>
                <a:cubicBezTo>
                  <a:pt x="1261" y="6554"/>
                  <a:pt x="820" y="5892"/>
                  <a:pt x="820" y="5167"/>
                </a:cubicBezTo>
                <a:lnTo>
                  <a:pt x="820" y="3750"/>
                </a:lnTo>
                <a:lnTo>
                  <a:pt x="726" y="3750"/>
                </a:lnTo>
                <a:cubicBezTo>
                  <a:pt x="726" y="3151"/>
                  <a:pt x="1198" y="2741"/>
                  <a:pt x="1734" y="2741"/>
                </a:cubicBezTo>
                <a:close/>
                <a:moveTo>
                  <a:pt x="5199" y="8286"/>
                </a:moveTo>
                <a:cubicBezTo>
                  <a:pt x="5388" y="8286"/>
                  <a:pt x="5546" y="8444"/>
                  <a:pt x="5546" y="8633"/>
                </a:cubicBezTo>
                <a:lnTo>
                  <a:pt x="5546" y="8979"/>
                </a:lnTo>
                <a:lnTo>
                  <a:pt x="1387" y="8979"/>
                </a:lnTo>
                <a:lnTo>
                  <a:pt x="1387" y="8633"/>
                </a:lnTo>
                <a:cubicBezTo>
                  <a:pt x="1387" y="8444"/>
                  <a:pt x="1545" y="8286"/>
                  <a:pt x="1734" y="8286"/>
                </a:cubicBezTo>
                <a:close/>
                <a:moveTo>
                  <a:pt x="3120" y="1"/>
                </a:moveTo>
                <a:cubicBezTo>
                  <a:pt x="2647" y="1"/>
                  <a:pt x="2269" y="316"/>
                  <a:pt x="2143" y="757"/>
                </a:cubicBezTo>
                <a:cubicBezTo>
                  <a:pt x="2017" y="725"/>
                  <a:pt x="1891" y="694"/>
                  <a:pt x="1734" y="694"/>
                </a:cubicBezTo>
                <a:cubicBezTo>
                  <a:pt x="1167" y="694"/>
                  <a:pt x="726" y="1166"/>
                  <a:pt x="726" y="1702"/>
                </a:cubicBezTo>
                <a:lnTo>
                  <a:pt x="726" y="2426"/>
                </a:lnTo>
                <a:cubicBezTo>
                  <a:pt x="285" y="2678"/>
                  <a:pt x="1" y="3214"/>
                  <a:pt x="1" y="3750"/>
                </a:cubicBezTo>
                <a:lnTo>
                  <a:pt x="1" y="5136"/>
                </a:lnTo>
                <a:cubicBezTo>
                  <a:pt x="1" y="6081"/>
                  <a:pt x="568" y="6932"/>
                  <a:pt x="1387" y="7341"/>
                </a:cubicBezTo>
                <a:lnTo>
                  <a:pt x="1387" y="7656"/>
                </a:lnTo>
                <a:cubicBezTo>
                  <a:pt x="1009" y="7814"/>
                  <a:pt x="694" y="8160"/>
                  <a:pt x="694" y="8633"/>
                </a:cubicBezTo>
                <a:lnTo>
                  <a:pt x="694" y="9357"/>
                </a:lnTo>
                <a:cubicBezTo>
                  <a:pt x="694" y="9546"/>
                  <a:pt x="852" y="9704"/>
                  <a:pt x="1041" y="9704"/>
                </a:cubicBezTo>
                <a:lnTo>
                  <a:pt x="5892" y="9704"/>
                </a:lnTo>
                <a:cubicBezTo>
                  <a:pt x="6081" y="9704"/>
                  <a:pt x="6239" y="9546"/>
                  <a:pt x="6239" y="9357"/>
                </a:cubicBezTo>
                <a:lnTo>
                  <a:pt x="6239" y="8633"/>
                </a:lnTo>
                <a:cubicBezTo>
                  <a:pt x="6239" y="8192"/>
                  <a:pt x="5955" y="7814"/>
                  <a:pt x="5514" y="7656"/>
                </a:cubicBezTo>
                <a:lnTo>
                  <a:pt x="5514" y="7341"/>
                </a:lnTo>
                <a:cubicBezTo>
                  <a:pt x="6365" y="6932"/>
                  <a:pt x="6901" y="6081"/>
                  <a:pt x="6901" y="5136"/>
                </a:cubicBezTo>
                <a:lnTo>
                  <a:pt x="6901" y="2363"/>
                </a:lnTo>
                <a:cubicBezTo>
                  <a:pt x="6901" y="1796"/>
                  <a:pt x="6428" y="1355"/>
                  <a:pt x="5892" y="1355"/>
                </a:cubicBezTo>
                <a:cubicBezTo>
                  <a:pt x="5766" y="1355"/>
                  <a:pt x="5609" y="1387"/>
                  <a:pt x="5483" y="1418"/>
                </a:cubicBezTo>
                <a:cubicBezTo>
                  <a:pt x="5357" y="1009"/>
                  <a:pt x="4979" y="694"/>
                  <a:pt x="4506" y="694"/>
                </a:cubicBezTo>
                <a:cubicBezTo>
                  <a:pt x="4380" y="694"/>
                  <a:pt x="4223" y="725"/>
                  <a:pt x="4097" y="757"/>
                </a:cubicBezTo>
                <a:cubicBezTo>
                  <a:pt x="4002" y="316"/>
                  <a:pt x="3593" y="1"/>
                  <a:pt x="312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3" name="Google Shape;9246;p73">
            <a:extLst>
              <a:ext uri="{FF2B5EF4-FFF2-40B4-BE49-F238E27FC236}">
                <a16:creationId xmlns:a16="http://schemas.microsoft.com/office/drawing/2014/main" id="{09CAE44D-18C9-26E2-D278-5E01BC798E85}"/>
              </a:ext>
            </a:extLst>
          </p:cNvPr>
          <p:cNvSpPr/>
          <p:nvPr/>
        </p:nvSpPr>
        <p:spPr>
          <a:xfrm>
            <a:off x="9480643" y="1483693"/>
            <a:ext cx="32760" cy="79643"/>
          </a:xfrm>
          <a:custGeom>
            <a:avLst/>
            <a:gdLst/>
            <a:ahLst/>
            <a:cxnLst/>
            <a:rect l="l" t="t" r="r" b="b"/>
            <a:pathLst>
              <a:path w="726" h="1765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418"/>
                </a:lnTo>
                <a:cubicBezTo>
                  <a:pt x="1" y="1607"/>
                  <a:pt x="158" y="1764"/>
                  <a:pt x="379" y="1764"/>
                </a:cubicBezTo>
                <a:cubicBezTo>
                  <a:pt x="568" y="1764"/>
                  <a:pt x="725" y="1607"/>
                  <a:pt x="725" y="1418"/>
                </a:cubicBezTo>
                <a:lnTo>
                  <a:pt x="725" y="347"/>
                </a:ln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4" name="Google Shape;9247;p73">
            <a:extLst>
              <a:ext uri="{FF2B5EF4-FFF2-40B4-BE49-F238E27FC236}">
                <a16:creationId xmlns:a16="http://schemas.microsoft.com/office/drawing/2014/main" id="{DBC09EFC-5383-30B8-652F-8834F5D053D0}"/>
              </a:ext>
            </a:extLst>
          </p:cNvPr>
          <p:cNvSpPr/>
          <p:nvPr/>
        </p:nvSpPr>
        <p:spPr>
          <a:xfrm>
            <a:off x="9574455" y="1516362"/>
            <a:ext cx="64031" cy="62271"/>
          </a:xfrm>
          <a:custGeom>
            <a:avLst/>
            <a:gdLst/>
            <a:ahLst/>
            <a:cxnLst/>
            <a:rect l="l" t="t" r="r" b="b"/>
            <a:pathLst>
              <a:path w="1419" h="1380" extrusionOk="0">
                <a:moveTo>
                  <a:pt x="1076" y="1"/>
                </a:moveTo>
                <a:cubicBezTo>
                  <a:pt x="985" y="1"/>
                  <a:pt x="899" y="32"/>
                  <a:pt x="851" y="95"/>
                </a:cubicBezTo>
                <a:lnTo>
                  <a:pt x="127" y="788"/>
                </a:lnTo>
                <a:cubicBezTo>
                  <a:pt x="1" y="914"/>
                  <a:pt x="1" y="1166"/>
                  <a:pt x="127" y="1261"/>
                </a:cubicBezTo>
                <a:cubicBezTo>
                  <a:pt x="190" y="1340"/>
                  <a:pt x="284" y="1379"/>
                  <a:pt x="375" y="1379"/>
                </a:cubicBezTo>
                <a:cubicBezTo>
                  <a:pt x="466" y="1379"/>
                  <a:pt x="552" y="1340"/>
                  <a:pt x="599" y="1261"/>
                </a:cubicBezTo>
                <a:lnTo>
                  <a:pt x="1324" y="568"/>
                </a:lnTo>
                <a:cubicBezTo>
                  <a:pt x="1419" y="442"/>
                  <a:pt x="1419" y="221"/>
                  <a:pt x="1324" y="95"/>
                </a:cubicBezTo>
                <a:cubicBezTo>
                  <a:pt x="1261" y="32"/>
                  <a:pt x="1167" y="1"/>
                  <a:pt x="107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5" name="Google Shape;9248;p73">
            <a:extLst>
              <a:ext uri="{FF2B5EF4-FFF2-40B4-BE49-F238E27FC236}">
                <a16:creationId xmlns:a16="http://schemas.microsoft.com/office/drawing/2014/main" id="{2DF22385-3DA1-4583-1264-7F4F1C1792CA}"/>
              </a:ext>
            </a:extLst>
          </p:cNvPr>
          <p:cNvSpPr/>
          <p:nvPr/>
        </p:nvSpPr>
        <p:spPr>
          <a:xfrm>
            <a:off x="9669711" y="1704030"/>
            <a:ext cx="64031" cy="31316"/>
          </a:xfrm>
          <a:custGeom>
            <a:avLst/>
            <a:gdLst/>
            <a:ahLst/>
            <a:cxnLst/>
            <a:rect l="l" t="t" r="r" b="b"/>
            <a:pathLst>
              <a:path w="1419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lnTo>
                  <a:pt x="1040" y="694"/>
                </a:lnTo>
                <a:cubicBezTo>
                  <a:pt x="1261" y="694"/>
                  <a:pt x="1418" y="536"/>
                  <a:pt x="1418" y="347"/>
                </a:cubicBezTo>
                <a:cubicBezTo>
                  <a:pt x="1418" y="158"/>
                  <a:pt x="1261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6" name="Google Shape;9249;p73">
            <a:extLst>
              <a:ext uri="{FF2B5EF4-FFF2-40B4-BE49-F238E27FC236}">
                <a16:creationId xmlns:a16="http://schemas.microsoft.com/office/drawing/2014/main" id="{795213A2-5C28-9944-27A6-344BD4D42506}"/>
              </a:ext>
            </a:extLst>
          </p:cNvPr>
          <p:cNvSpPr/>
          <p:nvPr/>
        </p:nvSpPr>
        <p:spPr>
          <a:xfrm>
            <a:off x="9231878" y="1704030"/>
            <a:ext cx="63985" cy="31316"/>
          </a:xfrm>
          <a:custGeom>
            <a:avLst/>
            <a:gdLst/>
            <a:ahLst/>
            <a:cxnLst/>
            <a:rect l="l" t="t" r="r" b="b"/>
            <a:pathLst>
              <a:path w="1418" h="694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4"/>
                  <a:pt x="378" y="694"/>
                </a:cubicBezTo>
                <a:lnTo>
                  <a:pt x="1071" y="694"/>
                </a:lnTo>
                <a:cubicBezTo>
                  <a:pt x="1260" y="694"/>
                  <a:pt x="1418" y="536"/>
                  <a:pt x="1418" y="347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7" name="Google Shape;9250;p73">
            <a:extLst>
              <a:ext uri="{FF2B5EF4-FFF2-40B4-BE49-F238E27FC236}">
                <a16:creationId xmlns:a16="http://schemas.microsoft.com/office/drawing/2014/main" id="{ECF0E145-D768-7AFF-3087-6CB137E5A797}"/>
              </a:ext>
            </a:extLst>
          </p:cNvPr>
          <p:cNvSpPr/>
          <p:nvPr/>
        </p:nvSpPr>
        <p:spPr>
          <a:xfrm>
            <a:off x="9355562" y="1516362"/>
            <a:ext cx="63985" cy="61187"/>
          </a:xfrm>
          <a:custGeom>
            <a:avLst/>
            <a:gdLst/>
            <a:ahLst/>
            <a:cxnLst/>
            <a:rect l="l" t="t" r="r" b="b"/>
            <a:pathLst>
              <a:path w="1418" h="1356" extrusionOk="0">
                <a:moveTo>
                  <a:pt x="343" y="1"/>
                </a:moveTo>
                <a:cubicBezTo>
                  <a:pt x="252" y="1"/>
                  <a:pt x="158" y="32"/>
                  <a:pt x="95" y="95"/>
                </a:cubicBezTo>
                <a:cubicBezTo>
                  <a:pt x="0" y="221"/>
                  <a:pt x="0" y="442"/>
                  <a:pt x="95" y="568"/>
                </a:cubicBezTo>
                <a:lnTo>
                  <a:pt x="819" y="1261"/>
                </a:lnTo>
                <a:cubicBezTo>
                  <a:pt x="866" y="1324"/>
                  <a:pt x="953" y="1356"/>
                  <a:pt x="1044" y="1356"/>
                </a:cubicBezTo>
                <a:cubicBezTo>
                  <a:pt x="1134" y="1356"/>
                  <a:pt x="1229" y="1324"/>
                  <a:pt x="1292" y="1261"/>
                </a:cubicBezTo>
                <a:cubicBezTo>
                  <a:pt x="1418" y="1166"/>
                  <a:pt x="1418" y="914"/>
                  <a:pt x="1292" y="788"/>
                </a:cubicBezTo>
                <a:lnTo>
                  <a:pt x="567" y="95"/>
                </a:lnTo>
                <a:cubicBezTo>
                  <a:pt x="520" y="32"/>
                  <a:pt x="433" y="1"/>
                  <a:pt x="34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8" name="Google Shape;9251;p73">
            <a:extLst>
              <a:ext uri="{FF2B5EF4-FFF2-40B4-BE49-F238E27FC236}">
                <a16:creationId xmlns:a16="http://schemas.microsoft.com/office/drawing/2014/main" id="{7FE16577-A57E-CEA0-086F-D6C0D1302024}"/>
              </a:ext>
            </a:extLst>
          </p:cNvPr>
          <p:cNvSpPr/>
          <p:nvPr/>
        </p:nvSpPr>
        <p:spPr>
          <a:xfrm>
            <a:off x="9260304" y="1577234"/>
            <a:ext cx="68272" cy="47515"/>
          </a:xfrm>
          <a:custGeom>
            <a:avLst/>
            <a:gdLst/>
            <a:ahLst/>
            <a:cxnLst/>
            <a:rect l="l" t="t" r="r" b="b"/>
            <a:pathLst>
              <a:path w="1513" h="1053" extrusionOk="0">
                <a:moveTo>
                  <a:pt x="422" y="0"/>
                </a:moveTo>
                <a:cubicBezTo>
                  <a:pt x="285" y="0"/>
                  <a:pt x="140" y="81"/>
                  <a:pt x="95" y="196"/>
                </a:cubicBezTo>
                <a:cubicBezTo>
                  <a:pt x="0" y="353"/>
                  <a:pt x="95" y="574"/>
                  <a:pt x="252" y="668"/>
                </a:cubicBezTo>
                <a:lnTo>
                  <a:pt x="945" y="1015"/>
                </a:lnTo>
                <a:cubicBezTo>
                  <a:pt x="989" y="1041"/>
                  <a:pt x="1039" y="1052"/>
                  <a:pt x="1091" y="1052"/>
                </a:cubicBezTo>
                <a:cubicBezTo>
                  <a:pt x="1227" y="1052"/>
                  <a:pt x="1372" y="971"/>
                  <a:pt x="1418" y="857"/>
                </a:cubicBezTo>
                <a:cubicBezTo>
                  <a:pt x="1512" y="700"/>
                  <a:pt x="1418" y="479"/>
                  <a:pt x="1260" y="385"/>
                </a:cubicBezTo>
                <a:lnTo>
                  <a:pt x="567" y="38"/>
                </a:lnTo>
                <a:cubicBezTo>
                  <a:pt x="524" y="12"/>
                  <a:pt x="473" y="0"/>
                  <a:pt x="4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9" name="Google Shape;9252;p73">
            <a:extLst>
              <a:ext uri="{FF2B5EF4-FFF2-40B4-BE49-F238E27FC236}">
                <a16:creationId xmlns:a16="http://schemas.microsoft.com/office/drawing/2014/main" id="{B19216E4-5855-C30E-5839-7E523FBEDAAD}"/>
              </a:ext>
            </a:extLst>
          </p:cNvPr>
          <p:cNvSpPr/>
          <p:nvPr/>
        </p:nvSpPr>
        <p:spPr>
          <a:xfrm>
            <a:off x="9635595" y="1578407"/>
            <a:ext cx="68272" cy="48553"/>
          </a:xfrm>
          <a:custGeom>
            <a:avLst/>
            <a:gdLst/>
            <a:ahLst/>
            <a:cxnLst/>
            <a:rect l="l" t="t" r="r" b="b"/>
            <a:pathLst>
              <a:path w="1513" h="1076" extrusionOk="0">
                <a:moveTo>
                  <a:pt x="1098" y="0"/>
                </a:moveTo>
                <a:cubicBezTo>
                  <a:pt x="1046" y="0"/>
                  <a:pt x="994" y="14"/>
                  <a:pt x="946" y="44"/>
                </a:cubicBezTo>
                <a:lnTo>
                  <a:pt x="253" y="422"/>
                </a:lnTo>
                <a:cubicBezTo>
                  <a:pt x="95" y="485"/>
                  <a:pt x="1" y="674"/>
                  <a:pt x="95" y="894"/>
                </a:cubicBezTo>
                <a:cubicBezTo>
                  <a:pt x="142" y="1011"/>
                  <a:pt x="258" y="1076"/>
                  <a:pt x="405" y="1076"/>
                </a:cubicBezTo>
                <a:cubicBezTo>
                  <a:pt x="456" y="1076"/>
                  <a:pt x="511" y="1068"/>
                  <a:pt x="568" y="1052"/>
                </a:cubicBezTo>
                <a:lnTo>
                  <a:pt x="1261" y="674"/>
                </a:lnTo>
                <a:cubicBezTo>
                  <a:pt x="1418" y="611"/>
                  <a:pt x="1513" y="422"/>
                  <a:pt x="1418" y="201"/>
                </a:cubicBezTo>
                <a:cubicBezTo>
                  <a:pt x="1331" y="71"/>
                  <a:pt x="1214" y="0"/>
                  <a:pt x="109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43" name="Google Shape;9253;p73">
            <a:extLst>
              <a:ext uri="{FF2B5EF4-FFF2-40B4-BE49-F238E27FC236}">
                <a16:creationId xmlns:a16="http://schemas.microsoft.com/office/drawing/2014/main" id="{97A7698C-D053-2F9B-7404-82384FA1A1F1}"/>
              </a:ext>
            </a:extLst>
          </p:cNvPr>
          <p:cNvSpPr/>
          <p:nvPr/>
        </p:nvSpPr>
        <p:spPr>
          <a:xfrm>
            <a:off x="9212602" y="2115573"/>
            <a:ext cx="540263" cy="537421"/>
          </a:xfrm>
          <a:custGeom>
            <a:avLst/>
            <a:gdLst/>
            <a:ahLst/>
            <a:cxnLst/>
            <a:rect l="l" t="t" r="r" b="b"/>
            <a:pathLst>
              <a:path w="11973" h="11910" extrusionOk="0">
                <a:moveTo>
                  <a:pt x="11027" y="662"/>
                </a:moveTo>
                <a:lnTo>
                  <a:pt x="11027" y="1387"/>
                </a:lnTo>
                <a:lnTo>
                  <a:pt x="8601" y="1387"/>
                </a:lnTo>
                <a:cubicBezTo>
                  <a:pt x="8412" y="1387"/>
                  <a:pt x="8255" y="1229"/>
                  <a:pt x="8255" y="1040"/>
                </a:cubicBezTo>
                <a:cubicBezTo>
                  <a:pt x="8255" y="820"/>
                  <a:pt x="8412" y="662"/>
                  <a:pt x="8601" y="662"/>
                </a:cubicBezTo>
                <a:close/>
                <a:moveTo>
                  <a:pt x="10366" y="2048"/>
                </a:moveTo>
                <a:lnTo>
                  <a:pt x="10366" y="2773"/>
                </a:lnTo>
                <a:lnTo>
                  <a:pt x="7940" y="2773"/>
                </a:lnTo>
                <a:cubicBezTo>
                  <a:pt x="7926" y="2775"/>
                  <a:pt x="7912" y="2776"/>
                  <a:pt x="7899" y="2776"/>
                </a:cubicBezTo>
                <a:cubicBezTo>
                  <a:pt x="7728" y="2776"/>
                  <a:pt x="7593" y="2599"/>
                  <a:pt x="7593" y="2395"/>
                </a:cubicBezTo>
                <a:cubicBezTo>
                  <a:pt x="7593" y="2206"/>
                  <a:pt x="7751" y="2048"/>
                  <a:pt x="7940" y="2048"/>
                </a:cubicBezTo>
                <a:close/>
                <a:moveTo>
                  <a:pt x="11027" y="3466"/>
                </a:moveTo>
                <a:lnTo>
                  <a:pt x="11027" y="4191"/>
                </a:lnTo>
                <a:lnTo>
                  <a:pt x="8601" y="4191"/>
                </a:lnTo>
                <a:cubicBezTo>
                  <a:pt x="8412" y="4191"/>
                  <a:pt x="8255" y="4033"/>
                  <a:pt x="8255" y="3812"/>
                </a:cubicBezTo>
                <a:cubicBezTo>
                  <a:pt x="8255" y="3623"/>
                  <a:pt x="8412" y="3466"/>
                  <a:pt x="8601" y="3466"/>
                </a:cubicBezTo>
                <a:close/>
                <a:moveTo>
                  <a:pt x="1292" y="4884"/>
                </a:moveTo>
                <a:lnTo>
                  <a:pt x="1292" y="5608"/>
                </a:lnTo>
                <a:lnTo>
                  <a:pt x="568" y="5608"/>
                </a:lnTo>
                <a:lnTo>
                  <a:pt x="568" y="4884"/>
                </a:lnTo>
                <a:close/>
                <a:moveTo>
                  <a:pt x="11027" y="4884"/>
                </a:moveTo>
                <a:lnTo>
                  <a:pt x="11027" y="5608"/>
                </a:lnTo>
                <a:lnTo>
                  <a:pt x="6207" y="5608"/>
                </a:lnTo>
                <a:lnTo>
                  <a:pt x="6207" y="4884"/>
                </a:lnTo>
                <a:close/>
                <a:moveTo>
                  <a:pt x="3718" y="2080"/>
                </a:moveTo>
                <a:cubicBezTo>
                  <a:pt x="4663" y="2080"/>
                  <a:pt x="5482" y="2867"/>
                  <a:pt x="5482" y="3844"/>
                </a:cubicBezTo>
                <a:lnTo>
                  <a:pt x="5482" y="5955"/>
                </a:lnTo>
                <a:cubicBezTo>
                  <a:pt x="5482" y="6144"/>
                  <a:pt x="5325" y="6301"/>
                  <a:pt x="5136" y="6301"/>
                </a:cubicBezTo>
                <a:lnTo>
                  <a:pt x="2300" y="6301"/>
                </a:lnTo>
                <a:cubicBezTo>
                  <a:pt x="2111" y="6301"/>
                  <a:pt x="1954" y="6144"/>
                  <a:pt x="1954" y="5955"/>
                </a:cubicBezTo>
                <a:lnTo>
                  <a:pt x="1954" y="3844"/>
                </a:lnTo>
                <a:cubicBezTo>
                  <a:pt x="1954" y="2899"/>
                  <a:pt x="2742" y="2080"/>
                  <a:pt x="3718" y="2080"/>
                </a:cubicBezTo>
                <a:close/>
                <a:moveTo>
                  <a:pt x="11027" y="6301"/>
                </a:moveTo>
                <a:lnTo>
                  <a:pt x="11027" y="7688"/>
                </a:lnTo>
                <a:lnTo>
                  <a:pt x="7593" y="7688"/>
                </a:lnTo>
                <a:lnTo>
                  <a:pt x="7593" y="6301"/>
                </a:lnTo>
                <a:lnTo>
                  <a:pt x="8948" y="6301"/>
                </a:lnTo>
                <a:lnTo>
                  <a:pt x="8948" y="6648"/>
                </a:lnTo>
                <a:cubicBezTo>
                  <a:pt x="8948" y="6868"/>
                  <a:pt x="9106" y="7026"/>
                  <a:pt x="9326" y="7026"/>
                </a:cubicBezTo>
                <a:cubicBezTo>
                  <a:pt x="9515" y="7026"/>
                  <a:pt x="9673" y="6868"/>
                  <a:pt x="9673" y="6648"/>
                </a:cubicBezTo>
                <a:lnTo>
                  <a:pt x="9673" y="6301"/>
                </a:lnTo>
                <a:close/>
                <a:moveTo>
                  <a:pt x="4443" y="8349"/>
                </a:moveTo>
                <a:cubicBezTo>
                  <a:pt x="4852" y="8349"/>
                  <a:pt x="5293" y="8633"/>
                  <a:pt x="5419" y="9074"/>
                </a:cubicBezTo>
                <a:lnTo>
                  <a:pt x="2080" y="9074"/>
                </a:lnTo>
                <a:cubicBezTo>
                  <a:pt x="2237" y="8664"/>
                  <a:pt x="2616" y="8349"/>
                  <a:pt x="3057" y="8349"/>
                </a:cubicBezTo>
                <a:close/>
                <a:moveTo>
                  <a:pt x="11027" y="8349"/>
                </a:moveTo>
                <a:lnTo>
                  <a:pt x="11027" y="9735"/>
                </a:lnTo>
                <a:lnTo>
                  <a:pt x="7593" y="9735"/>
                </a:lnTo>
                <a:lnTo>
                  <a:pt x="7593" y="8349"/>
                </a:lnTo>
                <a:lnTo>
                  <a:pt x="8948" y="8349"/>
                </a:lnTo>
                <a:lnTo>
                  <a:pt x="8948" y="8696"/>
                </a:lnTo>
                <a:cubicBezTo>
                  <a:pt x="8948" y="8916"/>
                  <a:pt x="9106" y="9074"/>
                  <a:pt x="9326" y="9074"/>
                </a:cubicBezTo>
                <a:cubicBezTo>
                  <a:pt x="9515" y="9074"/>
                  <a:pt x="9673" y="8916"/>
                  <a:pt x="9673" y="8696"/>
                </a:cubicBezTo>
                <a:lnTo>
                  <a:pt x="9673" y="8349"/>
                </a:lnTo>
                <a:close/>
                <a:moveTo>
                  <a:pt x="8633" y="0"/>
                </a:moveTo>
                <a:cubicBezTo>
                  <a:pt x="8066" y="0"/>
                  <a:pt x="7625" y="473"/>
                  <a:pt x="7625" y="1040"/>
                </a:cubicBezTo>
                <a:cubicBezTo>
                  <a:pt x="7625" y="1135"/>
                  <a:pt x="7656" y="1292"/>
                  <a:pt x="7688" y="1418"/>
                </a:cubicBezTo>
                <a:cubicBezTo>
                  <a:pt x="7278" y="1544"/>
                  <a:pt x="6963" y="1922"/>
                  <a:pt x="6963" y="2395"/>
                </a:cubicBezTo>
                <a:cubicBezTo>
                  <a:pt x="6963" y="2678"/>
                  <a:pt x="7058" y="2962"/>
                  <a:pt x="7278" y="3151"/>
                </a:cubicBezTo>
                <a:cubicBezTo>
                  <a:pt x="7373" y="3308"/>
                  <a:pt x="7530" y="3403"/>
                  <a:pt x="7751" y="3434"/>
                </a:cubicBezTo>
                <a:cubicBezTo>
                  <a:pt x="7688" y="3560"/>
                  <a:pt x="7656" y="3655"/>
                  <a:pt x="7656" y="3812"/>
                </a:cubicBezTo>
                <a:cubicBezTo>
                  <a:pt x="7656" y="3939"/>
                  <a:pt x="7688" y="4065"/>
                  <a:pt x="7751" y="4191"/>
                </a:cubicBezTo>
                <a:lnTo>
                  <a:pt x="6270" y="4191"/>
                </a:lnTo>
                <a:lnTo>
                  <a:pt x="6270" y="3812"/>
                </a:lnTo>
                <a:cubicBezTo>
                  <a:pt x="6270" y="2489"/>
                  <a:pt x="5167" y="1387"/>
                  <a:pt x="3844" y="1387"/>
                </a:cubicBezTo>
                <a:cubicBezTo>
                  <a:pt x="2490" y="1387"/>
                  <a:pt x="1387" y="2489"/>
                  <a:pt x="1387" y="3812"/>
                </a:cubicBezTo>
                <a:lnTo>
                  <a:pt x="1387" y="4191"/>
                </a:lnTo>
                <a:lnTo>
                  <a:pt x="379" y="4191"/>
                </a:lnTo>
                <a:cubicBezTo>
                  <a:pt x="158" y="4191"/>
                  <a:pt x="1" y="4348"/>
                  <a:pt x="1" y="4537"/>
                </a:cubicBezTo>
                <a:lnTo>
                  <a:pt x="1" y="11500"/>
                </a:lnTo>
                <a:cubicBezTo>
                  <a:pt x="1" y="11689"/>
                  <a:pt x="158" y="11846"/>
                  <a:pt x="379" y="11846"/>
                </a:cubicBezTo>
                <a:cubicBezTo>
                  <a:pt x="568" y="11846"/>
                  <a:pt x="725" y="11689"/>
                  <a:pt x="725" y="11500"/>
                </a:cubicBezTo>
                <a:lnTo>
                  <a:pt x="725" y="6301"/>
                </a:lnTo>
                <a:lnTo>
                  <a:pt x="1481" y="6301"/>
                </a:lnTo>
                <a:cubicBezTo>
                  <a:pt x="1639" y="6711"/>
                  <a:pt x="1985" y="7026"/>
                  <a:pt x="2458" y="7026"/>
                </a:cubicBezTo>
                <a:lnTo>
                  <a:pt x="3529" y="7026"/>
                </a:lnTo>
                <a:lnTo>
                  <a:pt x="3529" y="7719"/>
                </a:lnTo>
                <a:lnTo>
                  <a:pt x="3151" y="7719"/>
                </a:lnTo>
                <a:cubicBezTo>
                  <a:pt x="2237" y="7719"/>
                  <a:pt x="1387" y="8507"/>
                  <a:pt x="1387" y="9452"/>
                </a:cubicBezTo>
                <a:cubicBezTo>
                  <a:pt x="1387" y="9641"/>
                  <a:pt x="1544" y="9798"/>
                  <a:pt x="1733" y="9798"/>
                </a:cubicBezTo>
                <a:lnTo>
                  <a:pt x="3529" y="9798"/>
                </a:lnTo>
                <a:lnTo>
                  <a:pt x="3529" y="10523"/>
                </a:lnTo>
                <a:lnTo>
                  <a:pt x="2458" y="10523"/>
                </a:lnTo>
                <a:cubicBezTo>
                  <a:pt x="1859" y="10523"/>
                  <a:pt x="1418" y="10996"/>
                  <a:pt x="1418" y="11531"/>
                </a:cubicBezTo>
                <a:cubicBezTo>
                  <a:pt x="1418" y="11752"/>
                  <a:pt x="1576" y="11909"/>
                  <a:pt x="1796" y="11909"/>
                </a:cubicBezTo>
                <a:cubicBezTo>
                  <a:pt x="1985" y="11909"/>
                  <a:pt x="2143" y="11752"/>
                  <a:pt x="2143" y="11531"/>
                </a:cubicBezTo>
                <a:cubicBezTo>
                  <a:pt x="2143" y="11342"/>
                  <a:pt x="2300" y="11185"/>
                  <a:pt x="2490" y="11185"/>
                </a:cubicBezTo>
                <a:lnTo>
                  <a:pt x="3561" y="11185"/>
                </a:lnTo>
                <a:lnTo>
                  <a:pt x="3561" y="11531"/>
                </a:lnTo>
                <a:cubicBezTo>
                  <a:pt x="3561" y="11752"/>
                  <a:pt x="3718" y="11909"/>
                  <a:pt x="3907" y="11909"/>
                </a:cubicBezTo>
                <a:cubicBezTo>
                  <a:pt x="4096" y="11909"/>
                  <a:pt x="4254" y="11752"/>
                  <a:pt x="4254" y="11531"/>
                </a:cubicBezTo>
                <a:lnTo>
                  <a:pt x="4254" y="11185"/>
                </a:lnTo>
                <a:lnTo>
                  <a:pt x="5325" y="11185"/>
                </a:lnTo>
                <a:cubicBezTo>
                  <a:pt x="5514" y="11185"/>
                  <a:pt x="5672" y="11342"/>
                  <a:pt x="5672" y="11531"/>
                </a:cubicBezTo>
                <a:cubicBezTo>
                  <a:pt x="5672" y="11752"/>
                  <a:pt x="5829" y="11909"/>
                  <a:pt x="6050" y="11909"/>
                </a:cubicBezTo>
                <a:cubicBezTo>
                  <a:pt x="6239" y="11909"/>
                  <a:pt x="6396" y="11752"/>
                  <a:pt x="6396" y="11531"/>
                </a:cubicBezTo>
                <a:cubicBezTo>
                  <a:pt x="6396" y="10964"/>
                  <a:pt x="5924" y="10523"/>
                  <a:pt x="5356" y="10523"/>
                </a:cubicBezTo>
                <a:lnTo>
                  <a:pt x="4317" y="10523"/>
                </a:lnTo>
                <a:lnTo>
                  <a:pt x="4317" y="9798"/>
                </a:lnTo>
                <a:lnTo>
                  <a:pt x="6081" y="9798"/>
                </a:lnTo>
                <a:cubicBezTo>
                  <a:pt x="6270" y="9798"/>
                  <a:pt x="6428" y="9641"/>
                  <a:pt x="6428" y="9452"/>
                </a:cubicBezTo>
                <a:cubicBezTo>
                  <a:pt x="6428" y="8507"/>
                  <a:pt x="5640" y="7719"/>
                  <a:pt x="4663" y="7719"/>
                </a:cubicBezTo>
                <a:lnTo>
                  <a:pt x="4317" y="7719"/>
                </a:lnTo>
                <a:lnTo>
                  <a:pt x="4317" y="7026"/>
                </a:lnTo>
                <a:lnTo>
                  <a:pt x="5356" y="7026"/>
                </a:lnTo>
                <a:cubicBezTo>
                  <a:pt x="5798" y="7026"/>
                  <a:pt x="6207" y="6742"/>
                  <a:pt x="6365" y="6301"/>
                </a:cubicBezTo>
                <a:lnTo>
                  <a:pt x="7089" y="6301"/>
                </a:lnTo>
                <a:lnTo>
                  <a:pt x="7089" y="11500"/>
                </a:lnTo>
                <a:cubicBezTo>
                  <a:pt x="7089" y="11689"/>
                  <a:pt x="7247" y="11846"/>
                  <a:pt x="7467" y="11846"/>
                </a:cubicBezTo>
                <a:cubicBezTo>
                  <a:pt x="7656" y="11846"/>
                  <a:pt x="7814" y="11689"/>
                  <a:pt x="7814" y="11500"/>
                </a:cubicBezTo>
                <a:lnTo>
                  <a:pt x="7814" y="10492"/>
                </a:lnTo>
                <a:lnTo>
                  <a:pt x="11279" y="10492"/>
                </a:lnTo>
                <a:lnTo>
                  <a:pt x="11279" y="11500"/>
                </a:lnTo>
                <a:cubicBezTo>
                  <a:pt x="11279" y="11689"/>
                  <a:pt x="11437" y="11846"/>
                  <a:pt x="11626" y="11846"/>
                </a:cubicBezTo>
                <a:cubicBezTo>
                  <a:pt x="11815" y="11846"/>
                  <a:pt x="11972" y="11689"/>
                  <a:pt x="11972" y="11500"/>
                </a:cubicBezTo>
                <a:lnTo>
                  <a:pt x="11972" y="3151"/>
                </a:lnTo>
                <a:cubicBezTo>
                  <a:pt x="11972" y="2962"/>
                  <a:pt x="11815" y="2804"/>
                  <a:pt x="11626" y="2804"/>
                </a:cubicBezTo>
                <a:lnTo>
                  <a:pt x="11279" y="2804"/>
                </a:lnTo>
                <a:lnTo>
                  <a:pt x="11279" y="2080"/>
                </a:lnTo>
                <a:lnTo>
                  <a:pt x="11626" y="2080"/>
                </a:lnTo>
                <a:cubicBezTo>
                  <a:pt x="11815" y="2080"/>
                  <a:pt x="11972" y="1922"/>
                  <a:pt x="11972" y="1733"/>
                </a:cubicBezTo>
                <a:lnTo>
                  <a:pt x="11972" y="347"/>
                </a:lnTo>
                <a:cubicBezTo>
                  <a:pt x="11752" y="158"/>
                  <a:pt x="11594" y="0"/>
                  <a:pt x="1140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0" name="Google Shape;9255;p73">
            <a:extLst>
              <a:ext uri="{FF2B5EF4-FFF2-40B4-BE49-F238E27FC236}">
                <a16:creationId xmlns:a16="http://schemas.microsoft.com/office/drawing/2014/main" id="{F23CE406-FB4E-CA8E-F034-7133F4065E6F}"/>
              </a:ext>
            </a:extLst>
          </p:cNvPr>
          <p:cNvSpPr/>
          <p:nvPr/>
        </p:nvSpPr>
        <p:spPr>
          <a:xfrm>
            <a:off x="9436605" y="3023280"/>
            <a:ext cx="93857" cy="92459"/>
          </a:xfrm>
          <a:custGeom>
            <a:avLst/>
            <a:gdLst/>
            <a:ahLst/>
            <a:cxnLst/>
            <a:rect l="l" t="t" r="r" b="b"/>
            <a:pathLst>
              <a:path w="2080" h="2049" extrusionOk="0">
                <a:moveTo>
                  <a:pt x="1009" y="662"/>
                </a:moveTo>
                <a:cubicBezTo>
                  <a:pt x="1229" y="662"/>
                  <a:pt x="1387" y="851"/>
                  <a:pt x="1387" y="1040"/>
                </a:cubicBezTo>
                <a:cubicBezTo>
                  <a:pt x="1387" y="1229"/>
                  <a:pt x="1229" y="1387"/>
                  <a:pt x="1009" y="1387"/>
                </a:cubicBezTo>
                <a:cubicBezTo>
                  <a:pt x="819" y="1387"/>
                  <a:pt x="662" y="1229"/>
                  <a:pt x="662" y="1040"/>
                </a:cubicBezTo>
                <a:cubicBezTo>
                  <a:pt x="662" y="851"/>
                  <a:pt x="819" y="662"/>
                  <a:pt x="1009" y="662"/>
                </a:cubicBezTo>
                <a:close/>
                <a:moveTo>
                  <a:pt x="1009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09" y="2048"/>
                </a:cubicBezTo>
                <a:cubicBezTo>
                  <a:pt x="1607" y="2048"/>
                  <a:pt x="2048" y="1576"/>
                  <a:pt x="2048" y="1040"/>
                </a:cubicBezTo>
                <a:cubicBezTo>
                  <a:pt x="2080" y="473"/>
                  <a:pt x="1607" y="0"/>
                  <a:pt x="10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01" name="Google Shape;9256;p73">
            <a:extLst>
              <a:ext uri="{FF2B5EF4-FFF2-40B4-BE49-F238E27FC236}">
                <a16:creationId xmlns:a16="http://schemas.microsoft.com/office/drawing/2014/main" id="{2AE7B036-7C07-D387-5229-6ADFBFB1F2E8}"/>
              </a:ext>
            </a:extLst>
          </p:cNvPr>
          <p:cNvSpPr/>
          <p:nvPr/>
        </p:nvSpPr>
        <p:spPr>
          <a:xfrm>
            <a:off x="9214820" y="2899597"/>
            <a:ext cx="535976" cy="344067"/>
          </a:xfrm>
          <a:custGeom>
            <a:avLst/>
            <a:gdLst/>
            <a:ahLst/>
            <a:cxnLst/>
            <a:rect l="l" t="t" r="r" b="b"/>
            <a:pathLst>
              <a:path w="11878" h="7625" extrusionOk="0">
                <a:moveTo>
                  <a:pt x="5924" y="662"/>
                </a:moveTo>
                <a:cubicBezTo>
                  <a:pt x="7404" y="662"/>
                  <a:pt x="8759" y="1576"/>
                  <a:pt x="9641" y="2332"/>
                </a:cubicBezTo>
                <a:cubicBezTo>
                  <a:pt x="9736" y="2395"/>
                  <a:pt x="9830" y="2489"/>
                  <a:pt x="9925" y="2584"/>
                </a:cubicBezTo>
                <a:cubicBezTo>
                  <a:pt x="8696" y="2080"/>
                  <a:pt x="7278" y="1733"/>
                  <a:pt x="5924" y="1733"/>
                </a:cubicBezTo>
                <a:cubicBezTo>
                  <a:pt x="4569" y="1733"/>
                  <a:pt x="3183" y="2080"/>
                  <a:pt x="1954" y="2584"/>
                </a:cubicBezTo>
                <a:cubicBezTo>
                  <a:pt x="2048" y="2521"/>
                  <a:pt x="2111" y="2458"/>
                  <a:pt x="2206" y="2395"/>
                </a:cubicBezTo>
                <a:cubicBezTo>
                  <a:pt x="3151" y="1544"/>
                  <a:pt x="4474" y="662"/>
                  <a:pt x="5924" y="662"/>
                </a:cubicBezTo>
                <a:close/>
                <a:moveTo>
                  <a:pt x="5924" y="2426"/>
                </a:moveTo>
                <a:cubicBezTo>
                  <a:pt x="6333" y="2426"/>
                  <a:pt x="6711" y="2489"/>
                  <a:pt x="7089" y="2521"/>
                </a:cubicBezTo>
                <a:cubicBezTo>
                  <a:pt x="7467" y="2836"/>
                  <a:pt x="7656" y="3308"/>
                  <a:pt x="7656" y="3813"/>
                </a:cubicBezTo>
                <a:cubicBezTo>
                  <a:pt x="7656" y="4758"/>
                  <a:pt x="6869" y="5545"/>
                  <a:pt x="5924" y="5545"/>
                </a:cubicBezTo>
                <a:cubicBezTo>
                  <a:pt x="4978" y="5545"/>
                  <a:pt x="4191" y="4758"/>
                  <a:pt x="4191" y="3813"/>
                </a:cubicBezTo>
                <a:cubicBezTo>
                  <a:pt x="4191" y="3308"/>
                  <a:pt x="4411" y="2836"/>
                  <a:pt x="4789" y="2521"/>
                </a:cubicBezTo>
                <a:cubicBezTo>
                  <a:pt x="5136" y="2489"/>
                  <a:pt x="5545" y="2426"/>
                  <a:pt x="5924" y="2426"/>
                </a:cubicBezTo>
                <a:close/>
                <a:moveTo>
                  <a:pt x="3781" y="2710"/>
                </a:moveTo>
                <a:lnTo>
                  <a:pt x="3781" y="2710"/>
                </a:lnTo>
                <a:cubicBezTo>
                  <a:pt x="3624" y="3056"/>
                  <a:pt x="3498" y="3434"/>
                  <a:pt x="3498" y="3813"/>
                </a:cubicBezTo>
                <a:cubicBezTo>
                  <a:pt x="3498" y="5167"/>
                  <a:pt x="4600" y="6270"/>
                  <a:pt x="5924" y="6270"/>
                </a:cubicBezTo>
                <a:cubicBezTo>
                  <a:pt x="7278" y="6270"/>
                  <a:pt x="8381" y="5167"/>
                  <a:pt x="8381" y="3813"/>
                </a:cubicBezTo>
                <a:cubicBezTo>
                  <a:pt x="8381" y="3434"/>
                  <a:pt x="8286" y="3056"/>
                  <a:pt x="8097" y="2710"/>
                </a:cubicBezTo>
                <a:lnTo>
                  <a:pt x="8097" y="2710"/>
                </a:lnTo>
                <a:cubicBezTo>
                  <a:pt x="9137" y="2993"/>
                  <a:pt x="10145" y="3434"/>
                  <a:pt x="11027" y="3907"/>
                </a:cubicBezTo>
                <a:cubicBezTo>
                  <a:pt x="10744" y="4222"/>
                  <a:pt x="10240" y="4789"/>
                  <a:pt x="9547" y="5356"/>
                </a:cubicBezTo>
                <a:cubicBezTo>
                  <a:pt x="8601" y="6144"/>
                  <a:pt x="7310" y="6932"/>
                  <a:pt x="5924" y="6932"/>
                </a:cubicBezTo>
                <a:cubicBezTo>
                  <a:pt x="4474" y="6932"/>
                  <a:pt x="3088" y="6018"/>
                  <a:pt x="2237" y="5262"/>
                </a:cubicBezTo>
                <a:cubicBezTo>
                  <a:pt x="1607" y="4726"/>
                  <a:pt x="1135" y="4222"/>
                  <a:pt x="851" y="3907"/>
                </a:cubicBezTo>
                <a:cubicBezTo>
                  <a:pt x="1733" y="3371"/>
                  <a:pt x="2710" y="2962"/>
                  <a:pt x="3781" y="2710"/>
                </a:cubicBezTo>
                <a:close/>
                <a:moveTo>
                  <a:pt x="5924" y="0"/>
                </a:moveTo>
                <a:cubicBezTo>
                  <a:pt x="4411" y="0"/>
                  <a:pt x="2931" y="820"/>
                  <a:pt x="1765" y="1796"/>
                </a:cubicBezTo>
                <a:cubicBezTo>
                  <a:pt x="725" y="2678"/>
                  <a:pt x="95" y="3592"/>
                  <a:pt x="64" y="3624"/>
                </a:cubicBezTo>
                <a:cubicBezTo>
                  <a:pt x="1" y="3750"/>
                  <a:pt x="1" y="3907"/>
                  <a:pt x="64" y="4002"/>
                </a:cubicBezTo>
                <a:cubicBezTo>
                  <a:pt x="95" y="4065"/>
                  <a:pt x="725" y="4915"/>
                  <a:pt x="1765" y="5829"/>
                </a:cubicBezTo>
                <a:cubicBezTo>
                  <a:pt x="2931" y="6805"/>
                  <a:pt x="4348" y="7625"/>
                  <a:pt x="5924" y="7625"/>
                </a:cubicBezTo>
                <a:cubicBezTo>
                  <a:pt x="7436" y="7625"/>
                  <a:pt x="8759" y="6900"/>
                  <a:pt x="9925" y="5955"/>
                </a:cubicBezTo>
                <a:cubicBezTo>
                  <a:pt x="10712" y="5325"/>
                  <a:pt x="11374" y="4600"/>
                  <a:pt x="11815" y="4002"/>
                </a:cubicBezTo>
                <a:cubicBezTo>
                  <a:pt x="11878" y="3907"/>
                  <a:pt x="11878" y="3750"/>
                  <a:pt x="11815" y="3624"/>
                </a:cubicBezTo>
                <a:cubicBezTo>
                  <a:pt x="11752" y="3592"/>
                  <a:pt x="11122" y="2710"/>
                  <a:pt x="10114" y="1796"/>
                </a:cubicBezTo>
                <a:cubicBezTo>
                  <a:pt x="8916" y="820"/>
                  <a:pt x="7499" y="0"/>
                  <a:pt x="592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6" name="Google Shape;9258;p73">
            <a:extLst>
              <a:ext uri="{FF2B5EF4-FFF2-40B4-BE49-F238E27FC236}">
                <a16:creationId xmlns:a16="http://schemas.microsoft.com/office/drawing/2014/main" id="{09B0CB94-E580-2F74-850A-51F121821052}"/>
              </a:ext>
            </a:extLst>
          </p:cNvPr>
          <p:cNvSpPr/>
          <p:nvPr/>
        </p:nvSpPr>
        <p:spPr>
          <a:xfrm>
            <a:off x="11252466" y="1657710"/>
            <a:ext cx="537375" cy="342892"/>
          </a:xfrm>
          <a:custGeom>
            <a:avLst/>
            <a:gdLst/>
            <a:ahLst/>
            <a:cxnLst/>
            <a:rect l="l" t="t" r="r" b="b"/>
            <a:pathLst>
              <a:path w="11909" h="7599" extrusionOk="0">
                <a:moveTo>
                  <a:pt x="9767" y="2079"/>
                </a:moveTo>
                <a:lnTo>
                  <a:pt x="9767" y="5198"/>
                </a:lnTo>
                <a:cubicBezTo>
                  <a:pt x="9735" y="5041"/>
                  <a:pt x="9672" y="4915"/>
                  <a:pt x="9546" y="4789"/>
                </a:cubicBezTo>
                <a:lnTo>
                  <a:pt x="7813" y="3056"/>
                </a:lnTo>
                <a:cubicBezTo>
                  <a:pt x="7624" y="2867"/>
                  <a:pt x="7341" y="2741"/>
                  <a:pt x="7057" y="2741"/>
                </a:cubicBezTo>
                <a:lnTo>
                  <a:pt x="6018" y="2741"/>
                </a:lnTo>
                <a:cubicBezTo>
                  <a:pt x="5923" y="2741"/>
                  <a:pt x="5797" y="2836"/>
                  <a:pt x="5734" y="2930"/>
                </a:cubicBezTo>
                <a:lnTo>
                  <a:pt x="5482" y="3403"/>
                </a:lnTo>
                <a:cubicBezTo>
                  <a:pt x="5293" y="3812"/>
                  <a:pt x="4883" y="4001"/>
                  <a:pt x="4505" y="4001"/>
                </a:cubicBezTo>
                <a:lnTo>
                  <a:pt x="5356" y="2269"/>
                </a:lnTo>
                <a:cubicBezTo>
                  <a:pt x="5419" y="2143"/>
                  <a:pt x="5576" y="2079"/>
                  <a:pt x="5671" y="2079"/>
                </a:cubicBezTo>
                <a:close/>
                <a:moveTo>
                  <a:pt x="1418" y="2079"/>
                </a:moveTo>
                <a:lnTo>
                  <a:pt x="1418" y="5545"/>
                </a:lnTo>
                <a:lnTo>
                  <a:pt x="725" y="5545"/>
                </a:lnTo>
                <a:lnTo>
                  <a:pt x="725" y="2079"/>
                </a:lnTo>
                <a:close/>
                <a:moveTo>
                  <a:pt x="11153" y="2079"/>
                </a:moveTo>
                <a:lnTo>
                  <a:pt x="11153" y="5545"/>
                </a:lnTo>
                <a:lnTo>
                  <a:pt x="10460" y="5545"/>
                </a:lnTo>
                <a:lnTo>
                  <a:pt x="10460" y="2079"/>
                </a:lnTo>
                <a:close/>
                <a:moveTo>
                  <a:pt x="6931" y="630"/>
                </a:moveTo>
                <a:cubicBezTo>
                  <a:pt x="6774" y="1008"/>
                  <a:pt x="6427" y="1323"/>
                  <a:pt x="5955" y="1323"/>
                </a:cubicBezTo>
                <a:lnTo>
                  <a:pt x="5671" y="1323"/>
                </a:lnTo>
                <a:cubicBezTo>
                  <a:pt x="5293" y="1323"/>
                  <a:pt x="4946" y="1575"/>
                  <a:pt x="4726" y="1922"/>
                </a:cubicBezTo>
                <a:lnTo>
                  <a:pt x="3655" y="4064"/>
                </a:lnTo>
                <a:cubicBezTo>
                  <a:pt x="3623" y="4127"/>
                  <a:pt x="3623" y="4253"/>
                  <a:pt x="3655" y="4316"/>
                </a:cubicBezTo>
                <a:cubicBezTo>
                  <a:pt x="3718" y="4411"/>
                  <a:pt x="3781" y="4474"/>
                  <a:pt x="3875" y="4537"/>
                </a:cubicBezTo>
                <a:cubicBezTo>
                  <a:pt x="4088" y="4627"/>
                  <a:pt x="4310" y="4670"/>
                  <a:pt x="4532" y="4670"/>
                </a:cubicBezTo>
                <a:cubicBezTo>
                  <a:pt x="5165" y="4670"/>
                  <a:pt x="5785" y="4316"/>
                  <a:pt x="6112" y="3686"/>
                </a:cubicBezTo>
                <a:lnTo>
                  <a:pt x="6238" y="3434"/>
                </a:lnTo>
                <a:lnTo>
                  <a:pt x="7026" y="3434"/>
                </a:lnTo>
                <a:cubicBezTo>
                  <a:pt x="7089" y="3434"/>
                  <a:pt x="7215" y="3466"/>
                  <a:pt x="7246" y="3529"/>
                </a:cubicBezTo>
                <a:lnTo>
                  <a:pt x="8979" y="5261"/>
                </a:lnTo>
                <a:cubicBezTo>
                  <a:pt x="9137" y="5419"/>
                  <a:pt x="9137" y="5545"/>
                  <a:pt x="9105" y="5640"/>
                </a:cubicBezTo>
                <a:cubicBezTo>
                  <a:pt x="9105" y="5671"/>
                  <a:pt x="9042" y="5829"/>
                  <a:pt x="8885" y="5860"/>
                </a:cubicBezTo>
                <a:lnTo>
                  <a:pt x="5576" y="6805"/>
                </a:lnTo>
                <a:cubicBezTo>
                  <a:pt x="5543" y="6814"/>
                  <a:pt x="5507" y="6818"/>
                  <a:pt x="5470" y="6818"/>
                </a:cubicBezTo>
                <a:cubicBezTo>
                  <a:pt x="5371" y="6818"/>
                  <a:pt x="5268" y="6788"/>
                  <a:pt x="5198" y="6742"/>
                </a:cubicBezTo>
                <a:lnTo>
                  <a:pt x="4096" y="5640"/>
                </a:lnTo>
                <a:cubicBezTo>
                  <a:pt x="4033" y="5545"/>
                  <a:pt x="3938" y="5514"/>
                  <a:pt x="3875" y="5514"/>
                </a:cubicBezTo>
                <a:lnTo>
                  <a:pt x="2111" y="5514"/>
                </a:lnTo>
                <a:lnTo>
                  <a:pt x="2111" y="2048"/>
                </a:lnTo>
                <a:lnTo>
                  <a:pt x="2741" y="2048"/>
                </a:lnTo>
                <a:cubicBezTo>
                  <a:pt x="3119" y="2048"/>
                  <a:pt x="3466" y="1796"/>
                  <a:pt x="3686" y="1449"/>
                </a:cubicBezTo>
                <a:lnTo>
                  <a:pt x="4001" y="819"/>
                </a:lnTo>
                <a:cubicBezTo>
                  <a:pt x="4064" y="693"/>
                  <a:pt x="4190" y="630"/>
                  <a:pt x="4316" y="630"/>
                </a:cubicBezTo>
                <a:close/>
                <a:moveTo>
                  <a:pt x="4316" y="0"/>
                </a:moveTo>
                <a:cubicBezTo>
                  <a:pt x="3907" y="0"/>
                  <a:pt x="3560" y="221"/>
                  <a:pt x="3371" y="599"/>
                </a:cubicBezTo>
                <a:lnTo>
                  <a:pt x="3056" y="1229"/>
                </a:lnTo>
                <a:cubicBezTo>
                  <a:pt x="2962" y="1323"/>
                  <a:pt x="2836" y="1418"/>
                  <a:pt x="2741" y="1418"/>
                </a:cubicBezTo>
                <a:lnTo>
                  <a:pt x="378" y="1418"/>
                </a:lnTo>
                <a:cubicBezTo>
                  <a:pt x="158" y="1418"/>
                  <a:pt x="0" y="1575"/>
                  <a:pt x="0" y="1764"/>
                </a:cubicBezTo>
                <a:lnTo>
                  <a:pt x="0" y="5955"/>
                </a:lnTo>
                <a:cubicBezTo>
                  <a:pt x="0" y="6144"/>
                  <a:pt x="158" y="6301"/>
                  <a:pt x="378" y="6301"/>
                </a:cubicBezTo>
                <a:lnTo>
                  <a:pt x="3718" y="6301"/>
                </a:lnTo>
                <a:lnTo>
                  <a:pt x="4694" y="7278"/>
                </a:lnTo>
                <a:cubicBezTo>
                  <a:pt x="4894" y="7477"/>
                  <a:pt x="5139" y="7598"/>
                  <a:pt x="5410" y="7598"/>
                </a:cubicBezTo>
                <a:cubicBezTo>
                  <a:pt x="5525" y="7598"/>
                  <a:pt x="5644" y="7577"/>
                  <a:pt x="5766" y="7530"/>
                </a:cubicBezTo>
                <a:lnTo>
                  <a:pt x="9074" y="6553"/>
                </a:lnTo>
                <a:cubicBezTo>
                  <a:pt x="9263" y="6522"/>
                  <a:pt x="9420" y="6396"/>
                  <a:pt x="9578" y="6238"/>
                </a:cubicBezTo>
                <a:lnTo>
                  <a:pt x="11562" y="6238"/>
                </a:lnTo>
                <a:cubicBezTo>
                  <a:pt x="11751" y="6238"/>
                  <a:pt x="11909" y="6081"/>
                  <a:pt x="11909" y="5892"/>
                </a:cubicBezTo>
                <a:lnTo>
                  <a:pt x="11909" y="1733"/>
                </a:lnTo>
                <a:cubicBezTo>
                  <a:pt x="11877" y="1544"/>
                  <a:pt x="11720" y="1386"/>
                  <a:pt x="11499" y="1386"/>
                </a:cubicBezTo>
                <a:lnTo>
                  <a:pt x="7341" y="1386"/>
                </a:lnTo>
                <a:cubicBezTo>
                  <a:pt x="7561" y="1103"/>
                  <a:pt x="7687" y="693"/>
                  <a:pt x="7687" y="347"/>
                </a:cubicBezTo>
                <a:cubicBezTo>
                  <a:pt x="7687" y="158"/>
                  <a:pt x="7530" y="0"/>
                  <a:pt x="73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7" name="Google Shape;9259;p73">
            <a:extLst>
              <a:ext uri="{FF2B5EF4-FFF2-40B4-BE49-F238E27FC236}">
                <a16:creationId xmlns:a16="http://schemas.microsoft.com/office/drawing/2014/main" id="{74E293AA-9290-60B1-3A2C-1B96FCEDF533}"/>
              </a:ext>
            </a:extLst>
          </p:cNvPr>
          <p:cNvSpPr/>
          <p:nvPr/>
        </p:nvSpPr>
        <p:spPr>
          <a:xfrm>
            <a:off x="11505473" y="1501311"/>
            <a:ext cx="31361" cy="78244"/>
          </a:xfrm>
          <a:custGeom>
            <a:avLst/>
            <a:gdLst/>
            <a:ahLst/>
            <a:cxnLst/>
            <a:rect l="l" t="t" r="r" b="b"/>
            <a:pathLst>
              <a:path w="695" h="1733" extrusionOk="0">
                <a:moveTo>
                  <a:pt x="348" y="1"/>
                </a:moveTo>
                <a:cubicBezTo>
                  <a:pt x="159" y="1"/>
                  <a:pt x="1" y="158"/>
                  <a:pt x="1" y="347"/>
                </a:cubicBezTo>
                <a:lnTo>
                  <a:pt x="1" y="1355"/>
                </a:lnTo>
                <a:cubicBezTo>
                  <a:pt x="1" y="1576"/>
                  <a:pt x="159" y="1733"/>
                  <a:pt x="348" y="1733"/>
                </a:cubicBezTo>
                <a:cubicBezTo>
                  <a:pt x="537" y="1733"/>
                  <a:pt x="694" y="1576"/>
                  <a:pt x="694" y="1355"/>
                </a:cubicBezTo>
                <a:lnTo>
                  <a:pt x="694" y="347"/>
                </a:lnTo>
                <a:cubicBezTo>
                  <a:pt x="694" y="158"/>
                  <a:pt x="537" y="1"/>
                  <a:pt x="3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8" name="Google Shape;9260;p73">
            <a:extLst>
              <a:ext uri="{FF2B5EF4-FFF2-40B4-BE49-F238E27FC236}">
                <a16:creationId xmlns:a16="http://schemas.microsoft.com/office/drawing/2014/main" id="{A876B01B-8D9D-CE72-E34A-26CB2D899612}"/>
              </a:ext>
            </a:extLst>
          </p:cNvPr>
          <p:cNvSpPr/>
          <p:nvPr/>
        </p:nvSpPr>
        <p:spPr>
          <a:xfrm>
            <a:off x="11378991" y="1562816"/>
            <a:ext cx="63985" cy="63669"/>
          </a:xfrm>
          <a:custGeom>
            <a:avLst/>
            <a:gdLst/>
            <a:ahLst/>
            <a:cxnLst/>
            <a:rect l="l" t="t" r="r" b="b"/>
            <a:pathLst>
              <a:path w="1418" h="1411" extrusionOk="0">
                <a:moveTo>
                  <a:pt x="374" y="0"/>
                </a:moveTo>
                <a:cubicBezTo>
                  <a:pt x="291" y="0"/>
                  <a:pt x="205" y="40"/>
                  <a:pt x="126" y="118"/>
                </a:cubicBezTo>
                <a:cubicBezTo>
                  <a:pt x="0" y="244"/>
                  <a:pt x="0" y="496"/>
                  <a:pt x="126" y="591"/>
                </a:cubicBezTo>
                <a:lnTo>
                  <a:pt x="819" y="1316"/>
                </a:lnTo>
                <a:cubicBezTo>
                  <a:pt x="882" y="1379"/>
                  <a:pt x="969" y="1410"/>
                  <a:pt x="1055" y="1410"/>
                </a:cubicBezTo>
                <a:cubicBezTo>
                  <a:pt x="1142" y="1410"/>
                  <a:pt x="1229" y="1379"/>
                  <a:pt x="1292" y="1316"/>
                </a:cubicBezTo>
                <a:cubicBezTo>
                  <a:pt x="1418" y="1190"/>
                  <a:pt x="1418" y="969"/>
                  <a:pt x="1292" y="843"/>
                </a:cubicBezTo>
                <a:lnTo>
                  <a:pt x="599" y="118"/>
                </a:lnTo>
                <a:cubicBezTo>
                  <a:pt x="536" y="40"/>
                  <a:pt x="457" y="0"/>
                  <a:pt x="37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9" name="Google Shape;9261;p73">
            <a:extLst>
              <a:ext uri="{FF2B5EF4-FFF2-40B4-BE49-F238E27FC236}">
                <a16:creationId xmlns:a16="http://schemas.microsoft.com/office/drawing/2014/main" id="{090A9129-41DB-B84E-923B-A1F59E295A46}"/>
              </a:ext>
            </a:extLst>
          </p:cNvPr>
          <p:cNvSpPr/>
          <p:nvPr/>
        </p:nvSpPr>
        <p:spPr>
          <a:xfrm>
            <a:off x="11597884" y="1562816"/>
            <a:ext cx="64031" cy="63669"/>
          </a:xfrm>
          <a:custGeom>
            <a:avLst/>
            <a:gdLst/>
            <a:ahLst/>
            <a:cxnLst/>
            <a:rect l="l" t="t" r="r" b="b"/>
            <a:pathLst>
              <a:path w="1419" h="1411" extrusionOk="0">
                <a:moveTo>
                  <a:pt x="1056" y="0"/>
                </a:moveTo>
                <a:cubicBezTo>
                  <a:pt x="970" y="0"/>
                  <a:pt x="883" y="40"/>
                  <a:pt x="820" y="118"/>
                </a:cubicBezTo>
                <a:lnTo>
                  <a:pt x="127" y="843"/>
                </a:lnTo>
                <a:cubicBezTo>
                  <a:pt x="1" y="969"/>
                  <a:pt x="1" y="1190"/>
                  <a:pt x="127" y="1316"/>
                </a:cubicBezTo>
                <a:cubicBezTo>
                  <a:pt x="174" y="1379"/>
                  <a:pt x="261" y="1410"/>
                  <a:pt x="351" y="1410"/>
                </a:cubicBezTo>
                <a:cubicBezTo>
                  <a:pt x="442" y="1410"/>
                  <a:pt x="536" y="1379"/>
                  <a:pt x="599" y="1316"/>
                </a:cubicBezTo>
                <a:lnTo>
                  <a:pt x="1293" y="591"/>
                </a:lnTo>
                <a:cubicBezTo>
                  <a:pt x="1419" y="496"/>
                  <a:pt x="1419" y="244"/>
                  <a:pt x="1293" y="118"/>
                </a:cubicBezTo>
                <a:cubicBezTo>
                  <a:pt x="1230" y="40"/>
                  <a:pt x="1143" y="0"/>
                  <a:pt x="1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2" name="Google Shape;9263;p73">
            <a:extLst>
              <a:ext uri="{FF2B5EF4-FFF2-40B4-BE49-F238E27FC236}">
                <a16:creationId xmlns:a16="http://schemas.microsoft.com/office/drawing/2014/main" id="{C46C9A33-DB53-4A34-B19A-902F665AE691}"/>
              </a:ext>
            </a:extLst>
          </p:cNvPr>
          <p:cNvSpPr/>
          <p:nvPr/>
        </p:nvSpPr>
        <p:spPr>
          <a:xfrm>
            <a:off x="3364397" y="1547653"/>
            <a:ext cx="189112" cy="123728"/>
          </a:xfrm>
          <a:custGeom>
            <a:avLst/>
            <a:gdLst/>
            <a:ahLst/>
            <a:cxnLst/>
            <a:rect l="l" t="t" r="r" b="b"/>
            <a:pathLst>
              <a:path w="4191" h="2742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05"/>
                  <a:pt x="158" y="662"/>
                  <a:pt x="315" y="662"/>
                </a:cubicBezTo>
                <a:lnTo>
                  <a:pt x="2426" y="662"/>
                </a:lnTo>
                <a:cubicBezTo>
                  <a:pt x="2615" y="662"/>
                  <a:pt x="2773" y="820"/>
                  <a:pt x="2773" y="1009"/>
                </a:cubicBezTo>
                <a:lnTo>
                  <a:pt x="2773" y="1576"/>
                </a:lnTo>
                <a:lnTo>
                  <a:pt x="2678" y="1450"/>
                </a:lnTo>
                <a:cubicBezTo>
                  <a:pt x="2615" y="1387"/>
                  <a:pt x="2521" y="1355"/>
                  <a:pt x="2430" y="1355"/>
                </a:cubicBezTo>
                <a:cubicBezTo>
                  <a:pt x="2340" y="1355"/>
                  <a:pt x="2253" y="1387"/>
                  <a:pt x="2206" y="1450"/>
                </a:cubicBezTo>
                <a:cubicBezTo>
                  <a:pt x="2080" y="1576"/>
                  <a:pt x="2080" y="1796"/>
                  <a:pt x="2206" y="1922"/>
                </a:cubicBezTo>
                <a:lnTo>
                  <a:pt x="2899" y="2647"/>
                </a:lnTo>
                <a:cubicBezTo>
                  <a:pt x="2993" y="2710"/>
                  <a:pt x="3056" y="2741"/>
                  <a:pt x="3151" y="2741"/>
                </a:cubicBezTo>
                <a:cubicBezTo>
                  <a:pt x="3214" y="2741"/>
                  <a:pt x="3340" y="2710"/>
                  <a:pt x="3371" y="2647"/>
                </a:cubicBezTo>
                <a:lnTo>
                  <a:pt x="4096" y="1922"/>
                </a:lnTo>
                <a:cubicBezTo>
                  <a:pt x="4191" y="1796"/>
                  <a:pt x="4191" y="1576"/>
                  <a:pt x="4096" y="1450"/>
                </a:cubicBezTo>
                <a:cubicBezTo>
                  <a:pt x="4033" y="1387"/>
                  <a:pt x="3938" y="1355"/>
                  <a:pt x="3848" y="1355"/>
                </a:cubicBezTo>
                <a:cubicBezTo>
                  <a:pt x="3757" y="1355"/>
                  <a:pt x="3671" y="1387"/>
                  <a:pt x="3623" y="1450"/>
                </a:cubicBezTo>
                <a:lnTo>
                  <a:pt x="3497" y="1576"/>
                </a:lnTo>
                <a:lnTo>
                  <a:pt x="3497" y="1009"/>
                </a:lnTo>
                <a:cubicBezTo>
                  <a:pt x="3497" y="442"/>
                  <a:pt x="3025" y="0"/>
                  <a:pt x="24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3" name="Google Shape;9264;p73">
            <a:extLst>
              <a:ext uri="{FF2B5EF4-FFF2-40B4-BE49-F238E27FC236}">
                <a16:creationId xmlns:a16="http://schemas.microsoft.com/office/drawing/2014/main" id="{3DE3D48D-6043-04E4-C36B-BD47D115DB7E}"/>
              </a:ext>
            </a:extLst>
          </p:cNvPr>
          <p:cNvSpPr/>
          <p:nvPr/>
        </p:nvSpPr>
        <p:spPr>
          <a:xfrm>
            <a:off x="3173887" y="1829135"/>
            <a:ext cx="190556" cy="125127"/>
          </a:xfrm>
          <a:custGeom>
            <a:avLst/>
            <a:gdLst/>
            <a:ahLst/>
            <a:cxnLst/>
            <a:rect l="l" t="t" r="r" b="b"/>
            <a:pathLst>
              <a:path w="4223" h="2773" extrusionOk="0">
                <a:moveTo>
                  <a:pt x="1056" y="0"/>
                </a:moveTo>
                <a:cubicBezTo>
                  <a:pt x="969" y="0"/>
                  <a:pt x="883" y="32"/>
                  <a:pt x="820" y="95"/>
                </a:cubicBezTo>
                <a:lnTo>
                  <a:pt x="95" y="820"/>
                </a:lnTo>
                <a:cubicBezTo>
                  <a:pt x="1" y="914"/>
                  <a:pt x="1" y="1166"/>
                  <a:pt x="95" y="1292"/>
                </a:cubicBezTo>
                <a:cubicBezTo>
                  <a:pt x="158" y="1339"/>
                  <a:pt x="253" y="1363"/>
                  <a:pt x="343" y="1363"/>
                </a:cubicBezTo>
                <a:cubicBezTo>
                  <a:pt x="434" y="1363"/>
                  <a:pt x="521" y="1339"/>
                  <a:pt x="568" y="1292"/>
                </a:cubicBezTo>
                <a:lnTo>
                  <a:pt x="694" y="1166"/>
                </a:lnTo>
                <a:lnTo>
                  <a:pt x="694" y="1702"/>
                </a:lnTo>
                <a:cubicBezTo>
                  <a:pt x="757" y="2300"/>
                  <a:pt x="1229" y="2773"/>
                  <a:pt x="1765" y="2773"/>
                </a:cubicBezTo>
                <a:lnTo>
                  <a:pt x="3844" y="2773"/>
                </a:lnTo>
                <a:cubicBezTo>
                  <a:pt x="4065" y="2773"/>
                  <a:pt x="4222" y="2615"/>
                  <a:pt x="4222" y="2426"/>
                </a:cubicBezTo>
                <a:cubicBezTo>
                  <a:pt x="4222" y="2237"/>
                  <a:pt x="4065" y="2080"/>
                  <a:pt x="3844" y="2080"/>
                </a:cubicBezTo>
                <a:lnTo>
                  <a:pt x="1765" y="2080"/>
                </a:lnTo>
                <a:cubicBezTo>
                  <a:pt x="1576" y="2080"/>
                  <a:pt x="1418" y="1922"/>
                  <a:pt x="1418" y="1702"/>
                </a:cubicBezTo>
                <a:lnTo>
                  <a:pt x="1418" y="1166"/>
                </a:lnTo>
                <a:lnTo>
                  <a:pt x="1544" y="1292"/>
                </a:lnTo>
                <a:cubicBezTo>
                  <a:pt x="1592" y="1339"/>
                  <a:pt x="1678" y="1363"/>
                  <a:pt x="1769" y="1363"/>
                </a:cubicBezTo>
                <a:cubicBezTo>
                  <a:pt x="1859" y="1363"/>
                  <a:pt x="1954" y="1339"/>
                  <a:pt x="2017" y="1292"/>
                </a:cubicBezTo>
                <a:cubicBezTo>
                  <a:pt x="2112" y="1166"/>
                  <a:pt x="2112" y="914"/>
                  <a:pt x="2017" y="820"/>
                </a:cubicBezTo>
                <a:lnTo>
                  <a:pt x="1292" y="95"/>
                </a:lnTo>
                <a:cubicBezTo>
                  <a:pt x="1229" y="32"/>
                  <a:pt x="1143" y="0"/>
                  <a:pt x="1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4" name="Google Shape;9265;p73">
            <a:extLst>
              <a:ext uri="{FF2B5EF4-FFF2-40B4-BE49-F238E27FC236}">
                <a16:creationId xmlns:a16="http://schemas.microsoft.com/office/drawing/2014/main" id="{17CAEA8E-951C-906D-B06D-4AFE63BCEB6F}"/>
              </a:ext>
            </a:extLst>
          </p:cNvPr>
          <p:cNvSpPr/>
          <p:nvPr/>
        </p:nvSpPr>
        <p:spPr>
          <a:xfrm>
            <a:off x="3112745" y="1483671"/>
            <a:ext cx="251699" cy="314239"/>
          </a:xfrm>
          <a:custGeom>
            <a:avLst/>
            <a:gdLst/>
            <a:ahLst/>
            <a:cxnLst/>
            <a:rect l="l" t="t" r="r" b="b"/>
            <a:pathLst>
              <a:path w="5578" h="6964" extrusionOk="0">
                <a:moveTo>
                  <a:pt x="2773" y="694"/>
                </a:moveTo>
                <a:cubicBezTo>
                  <a:pt x="3372" y="694"/>
                  <a:pt x="3782" y="1166"/>
                  <a:pt x="3782" y="1734"/>
                </a:cubicBezTo>
                <a:cubicBezTo>
                  <a:pt x="3782" y="2301"/>
                  <a:pt x="3309" y="2742"/>
                  <a:pt x="2773" y="2742"/>
                </a:cubicBezTo>
                <a:cubicBezTo>
                  <a:pt x="2175" y="2742"/>
                  <a:pt x="1734" y="2269"/>
                  <a:pt x="1734" y="1734"/>
                </a:cubicBezTo>
                <a:cubicBezTo>
                  <a:pt x="1734" y="1166"/>
                  <a:pt x="2206" y="694"/>
                  <a:pt x="2773" y="694"/>
                </a:cubicBezTo>
                <a:close/>
                <a:moveTo>
                  <a:pt x="2773" y="3466"/>
                </a:moveTo>
                <a:cubicBezTo>
                  <a:pt x="3908" y="3466"/>
                  <a:pt x="4853" y="4411"/>
                  <a:pt x="4853" y="5546"/>
                </a:cubicBezTo>
                <a:lnTo>
                  <a:pt x="4853" y="6270"/>
                </a:lnTo>
                <a:lnTo>
                  <a:pt x="694" y="6270"/>
                </a:lnTo>
                <a:lnTo>
                  <a:pt x="694" y="5546"/>
                </a:lnTo>
                <a:cubicBezTo>
                  <a:pt x="694" y="4411"/>
                  <a:pt x="1639" y="3466"/>
                  <a:pt x="2773" y="3466"/>
                </a:cubicBezTo>
                <a:close/>
                <a:moveTo>
                  <a:pt x="2805" y="1"/>
                </a:moveTo>
                <a:cubicBezTo>
                  <a:pt x="1860" y="1"/>
                  <a:pt x="1072" y="788"/>
                  <a:pt x="1072" y="1734"/>
                </a:cubicBezTo>
                <a:cubicBezTo>
                  <a:pt x="1072" y="2238"/>
                  <a:pt x="1324" y="2710"/>
                  <a:pt x="1671" y="3025"/>
                </a:cubicBezTo>
                <a:cubicBezTo>
                  <a:pt x="726" y="3466"/>
                  <a:pt x="64" y="4443"/>
                  <a:pt x="64" y="5577"/>
                </a:cubicBezTo>
                <a:lnTo>
                  <a:pt x="64" y="6617"/>
                </a:lnTo>
                <a:cubicBezTo>
                  <a:pt x="1" y="6806"/>
                  <a:pt x="159" y="6963"/>
                  <a:pt x="379" y="6963"/>
                </a:cubicBezTo>
                <a:lnTo>
                  <a:pt x="5199" y="6963"/>
                </a:lnTo>
                <a:cubicBezTo>
                  <a:pt x="5420" y="6963"/>
                  <a:pt x="5577" y="6806"/>
                  <a:pt x="5577" y="6617"/>
                </a:cubicBezTo>
                <a:lnTo>
                  <a:pt x="5577" y="5577"/>
                </a:lnTo>
                <a:cubicBezTo>
                  <a:pt x="5577" y="4443"/>
                  <a:pt x="4884" y="3498"/>
                  <a:pt x="3939" y="3025"/>
                </a:cubicBezTo>
                <a:cubicBezTo>
                  <a:pt x="4317" y="2710"/>
                  <a:pt x="4538" y="2238"/>
                  <a:pt x="4538" y="1734"/>
                </a:cubicBezTo>
                <a:cubicBezTo>
                  <a:pt x="4538" y="788"/>
                  <a:pt x="3750" y="1"/>
                  <a:pt x="280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5" name="Google Shape;9266;p73">
            <a:extLst>
              <a:ext uri="{FF2B5EF4-FFF2-40B4-BE49-F238E27FC236}">
                <a16:creationId xmlns:a16="http://schemas.microsoft.com/office/drawing/2014/main" id="{652446A1-D8A5-250B-9EAD-147B98FD54D8}"/>
              </a:ext>
            </a:extLst>
          </p:cNvPr>
          <p:cNvSpPr/>
          <p:nvPr/>
        </p:nvSpPr>
        <p:spPr>
          <a:xfrm>
            <a:off x="3397068" y="1704007"/>
            <a:ext cx="251699" cy="314239"/>
          </a:xfrm>
          <a:custGeom>
            <a:avLst/>
            <a:gdLst/>
            <a:ahLst/>
            <a:cxnLst/>
            <a:rect l="l" t="t" r="r" b="b"/>
            <a:pathLst>
              <a:path w="5578" h="6964" extrusionOk="0">
                <a:moveTo>
                  <a:pt x="2773" y="663"/>
                </a:moveTo>
                <a:cubicBezTo>
                  <a:pt x="3372" y="663"/>
                  <a:pt x="3782" y="1135"/>
                  <a:pt x="3782" y="1702"/>
                </a:cubicBezTo>
                <a:cubicBezTo>
                  <a:pt x="3782" y="2238"/>
                  <a:pt x="3309" y="2710"/>
                  <a:pt x="2773" y="2710"/>
                </a:cubicBezTo>
                <a:cubicBezTo>
                  <a:pt x="2175" y="2710"/>
                  <a:pt x="1734" y="2238"/>
                  <a:pt x="1734" y="1702"/>
                </a:cubicBezTo>
                <a:cubicBezTo>
                  <a:pt x="1734" y="1135"/>
                  <a:pt x="2175" y="663"/>
                  <a:pt x="2773" y="663"/>
                </a:cubicBezTo>
                <a:close/>
                <a:moveTo>
                  <a:pt x="2773" y="3467"/>
                </a:moveTo>
                <a:cubicBezTo>
                  <a:pt x="3908" y="3467"/>
                  <a:pt x="4853" y="4412"/>
                  <a:pt x="4853" y="5546"/>
                </a:cubicBezTo>
                <a:lnTo>
                  <a:pt x="4853" y="6270"/>
                </a:lnTo>
                <a:lnTo>
                  <a:pt x="694" y="6270"/>
                </a:lnTo>
                <a:lnTo>
                  <a:pt x="694" y="5546"/>
                </a:lnTo>
                <a:cubicBezTo>
                  <a:pt x="694" y="4412"/>
                  <a:pt x="1639" y="3467"/>
                  <a:pt x="2773" y="3467"/>
                </a:cubicBezTo>
                <a:close/>
                <a:moveTo>
                  <a:pt x="2773" y="1"/>
                </a:moveTo>
                <a:cubicBezTo>
                  <a:pt x="1828" y="1"/>
                  <a:pt x="1041" y="789"/>
                  <a:pt x="1041" y="1734"/>
                </a:cubicBezTo>
                <a:cubicBezTo>
                  <a:pt x="1041" y="2238"/>
                  <a:pt x="1261" y="2710"/>
                  <a:pt x="1608" y="3025"/>
                </a:cubicBezTo>
                <a:cubicBezTo>
                  <a:pt x="663" y="3467"/>
                  <a:pt x="1" y="4443"/>
                  <a:pt x="1" y="5546"/>
                </a:cubicBezTo>
                <a:lnTo>
                  <a:pt x="1" y="6617"/>
                </a:lnTo>
                <a:cubicBezTo>
                  <a:pt x="1" y="6806"/>
                  <a:pt x="159" y="6964"/>
                  <a:pt x="379" y="6964"/>
                </a:cubicBezTo>
                <a:lnTo>
                  <a:pt x="5199" y="6964"/>
                </a:lnTo>
                <a:cubicBezTo>
                  <a:pt x="5420" y="6964"/>
                  <a:pt x="5577" y="6806"/>
                  <a:pt x="5577" y="6617"/>
                </a:cubicBezTo>
                <a:lnTo>
                  <a:pt x="5577" y="5546"/>
                </a:lnTo>
                <a:cubicBezTo>
                  <a:pt x="5514" y="4412"/>
                  <a:pt x="4853" y="3467"/>
                  <a:pt x="3908" y="3025"/>
                </a:cubicBezTo>
                <a:cubicBezTo>
                  <a:pt x="4254" y="2710"/>
                  <a:pt x="4506" y="2238"/>
                  <a:pt x="4506" y="1734"/>
                </a:cubicBezTo>
                <a:cubicBezTo>
                  <a:pt x="4506" y="789"/>
                  <a:pt x="3719" y="1"/>
                  <a:pt x="277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0" name="Google Shape;9268;p73">
            <a:extLst>
              <a:ext uri="{FF2B5EF4-FFF2-40B4-BE49-F238E27FC236}">
                <a16:creationId xmlns:a16="http://schemas.microsoft.com/office/drawing/2014/main" id="{28F4BEE7-5036-AC26-B81E-59FA43D38AF6}"/>
              </a:ext>
            </a:extLst>
          </p:cNvPr>
          <p:cNvSpPr/>
          <p:nvPr/>
        </p:nvSpPr>
        <p:spPr>
          <a:xfrm>
            <a:off x="3357270" y="2179564"/>
            <a:ext cx="187713" cy="218939"/>
          </a:xfrm>
          <a:custGeom>
            <a:avLst/>
            <a:gdLst/>
            <a:ahLst/>
            <a:cxnLst/>
            <a:rect l="l" t="t" r="r" b="b"/>
            <a:pathLst>
              <a:path w="4160" h="4852" extrusionOk="0">
                <a:moveTo>
                  <a:pt x="2080" y="662"/>
                </a:moveTo>
                <a:cubicBezTo>
                  <a:pt x="2490" y="662"/>
                  <a:pt x="2805" y="977"/>
                  <a:pt x="2805" y="1386"/>
                </a:cubicBezTo>
                <a:cubicBezTo>
                  <a:pt x="2805" y="1764"/>
                  <a:pt x="2490" y="2079"/>
                  <a:pt x="2080" y="2079"/>
                </a:cubicBezTo>
                <a:cubicBezTo>
                  <a:pt x="1702" y="2079"/>
                  <a:pt x="1387" y="1764"/>
                  <a:pt x="1387" y="1386"/>
                </a:cubicBezTo>
                <a:cubicBezTo>
                  <a:pt x="1387" y="977"/>
                  <a:pt x="1702" y="662"/>
                  <a:pt x="2080" y="662"/>
                </a:cubicBezTo>
                <a:close/>
                <a:moveTo>
                  <a:pt x="2080" y="2773"/>
                </a:moveTo>
                <a:cubicBezTo>
                  <a:pt x="2836" y="2773"/>
                  <a:pt x="3466" y="3403"/>
                  <a:pt x="3466" y="4127"/>
                </a:cubicBezTo>
                <a:lnTo>
                  <a:pt x="662" y="4127"/>
                </a:lnTo>
                <a:cubicBezTo>
                  <a:pt x="662" y="3403"/>
                  <a:pt x="1293" y="2773"/>
                  <a:pt x="2080" y="2773"/>
                </a:cubicBezTo>
                <a:close/>
                <a:moveTo>
                  <a:pt x="2112" y="0"/>
                </a:moveTo>
                <a:cubicBezTo>
                  <a:pt x="1387" y="0"/>
                  <a:pt x="757" y="630"/>
                  <a:pt x="757" y="1386"/>
                </a:cubicBezTo>
                <a:cubicBezTo>
                  <a:pt x="757" y="1733"/>
                  <a:pt x="915" y="2079"/>
                  <a:pt x="1135" y="2332"/>
                </a:cubicBezTo>
                <a:cubicBezTo>
                  <a:pt x="505" y="2678"/>
                  <a:pt x="64" y="3340"/>
                  <a:pt x="64" y="4127"/>
                </a:cubicBezTo>
                <a:lnTo>
                  <a:pt x="64" y="4505"/>
                </a:lnTo>
                <a:cubicBezTo>
                  <a:pt x="1" y="4694"/>
                  <a:pt x="158" y="4852"/>
                  <a:pt x="347" y="4852"/>
                </a:cubicBezTo>
                <a:lnTo>
                  <a:pt x="3813" y="4852"/>
                </a:lnTo>
                <a:cubicBezTo>
                  <a:pt x="4002" y="4852"/>
                  <a:pt x="4160" y="4694"/>
                  <a:pt x="4160" y="4505"/>
                </a:cubicBezTo>
                <a:lnTo>
                  <a:pt x="4160" y="4127"/>
                </a:lnTo>
                <a:cubicBezTo>
                  <a:pt x="4160" y="3340"/>
                  <a:pt x="3750" y="2678"/>
                  <a:pt x="3120" y="2332"/>
                </a:cubicBezTo>
                <a:cubicBezTo>
                  <a:pt x="3340" y="2079"/>
                  <a:pt x="3498" y="1733"/>
                  <a:pt x="3498" y="1386"/>
                </a:cubicBezTo>
                <a:cubicBezTo>
                  <a:pt x="3498" y="630"/>
                  <a:pt x="2868" y="0"/>
                  <a:pt x="21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91" name="Google Shape;9269;p73">
            <a:extLst>
              <a:ext uri="{FF2B5EF4-FFF2-40B4-BE49-F238E27FC236}">
                <a16:creationId xmlns:a16="http://schemas.microsoft.com/office/drawing/2014/main" id="{1CD6ADDD-5CCD-FF32-C8C7-B590A1BEC7D7}"/>
              </a:ext>
            </a:extLst>
          </p:cNvPr>
          <p:cNvSpPr/>
          <p:nvPr/>
        </p:nvSpPr>
        <p:spPr>
          <a:xfrm>
            <a:off x="3102818" y="2117518"/>
            <a:ext cx="555875" cy="533539"/>
          </a:xfrm>
          <a:custGeom>
            <a:avLst/>
            <a:gdLst/>
            <a:ahLst/>
            <a:cxnLst/>
            <a:rect l="l" t="t" r="r" b="b"/>
            <a:pathLst>
              <a:path w="12319" h="11824" extrusionOk="0">
                <a:moveTo>
                  <a:pt x="7712" y="682"/>
                </a:moveTo>
                <a:cubicBezTo>
                  <a:pt x="8607" y="682"/>
                  <a:pt x="9499" y="1029"/>
                  <a:pt x="10177" y="1690"/>
                </a:cubicBezTo>
                <a:cubicBezTo>
                  <a:pt x="11468" y="2982"/>
                  <a:pt x="11531" y="5187"/>
                  <a:pt x="10177" y="6573"/>
                </a:cubicBezTo>
                <a:cubicBezTo>
                  <a:pt x="9500" y="7266"/>
                  <a:pt x="8627" y="7590"/>
                  <a:pt x="7754" y="7590"/>
                </a:cubicBezTo>
                <a:cubicBezTo>
                  <a:pt x="6839" y="7590"/>
                  <a:pt x="5923" y="7234"/>
                  <a:pt x="5230" y="6573"/>
                </a:cubicBezTo>
                <a:cubicBezTo>
                  <a:pt x="3939" y="5282"/>
                  <a:pt x="3876" y="3045"/>
                  <a:pt x="5325" y="1659"/>
                </a:cubicBezTo>
                <a:cubicBezTo>
                  <a:pt x="6001" y="997"/>
                  <a:pt x="6858" y="682"/>
                  <a:pt x="7712" y="682"/>
                </a:cubicBezTo>
                <a:close/>
                <a:moveTo>
                  <a:pt x="4128" y="6258"/>
                </a:moveTo>
                <a:cubicBezTo>
                  <a:pt x="4285" y="6573"/>
                  <a:pt x="4537" y="6857"/>
                  <a:pt x="4758" y="7078"/>
                </a:cubicBezTo>
                <a:cubicBezTo>
                  <a:pt x="5010" y="7330"/>
                  <a:pt x="5293" y="7550"/>
                  <a:pt x="5577" y="7708"/>
                </a:cubicBezTo>
                <a:lnTo>
                  <a:pt x="5136" y="8180"/>
                </a:lnTo>
                <a:cubicBezTo>
                  <a:pt x="5073" y="8243"/>
                  <a:pt x="4978" y="8275"/>
                  <a:pt x="4888" y="8275"/>
                </a:cubicBezTo>
                <a:cubicBezTo>
                  <a:pt x="4797" y="8275"/>
                  <a:pt x="4710" y="8243"/>
                  <a:pt x="4663" y="8180"/>
                </a:cubicBezTo>
                <a:lnTo>
                  <a:pt x="3655" y="7204"/>
                </a:lnTo>
                <a:cubicBezTo>
                  <a:pt x="3498" y="7078"/>
                  <a:pt x="3498" y="6857"/>
                  <a:pt x="3655" y="6731"/>
                </a:cubicBezTo>
                <a:lnTo>
                  <a:pt x="4128" y="6258"/>
                </a:lnTo>
                <a:close/>
                <a:moveTo>
                  <a:pt x="3403" y="7960"/>
                </a:moveTo>
                <a:lnTo>
                  <a:pt x="3876" y="8432"/>
                </a:lnTo>
                <a:lnTo>
                  <a:pt x="3309" y="8968"/>
                </a:lnTo>
                <a:lnTo>
                  <a:pt x="2836" y="8495"/>
                </a:lnTo>
                <a:lnTo>
                  <a:pt x="3403" y="7960"/>
                </a:lnTo>
                <a:close/>
                <a:moveTo>
                  <a:pt x="2363" y="8968"/>
                </a:moveTo>
                <a:lnTo>
                  <a:pt x="2836" y="9440"/>
                </a:lnTo>
                <a:lnTo>
                  <a:pt x="1292" y="10984"/>
                </a:lnTo>
                <a:cubicBezTo>
                  <a:pt x="1245" y="11047"/>
                  <a:pt x="1158" y="11079"/>
                  <a:pt x="1068" y="11079"/>
                </a:cubicBezTo>
                <a:cubicBezTo>
                  <a:pt x="977" y="11079"/>
                  <a:pt x="883" y="11047"/>
                  <a:pt x="820" y="10984"/>
                </a:cubicBezTo>
                <a:cubicBezTo>
                  <a:pt x="725" y="10858"/>
                  <a:pt x="725" y="10669"/>
                  <a:pt x="820" y="10512"/>
                </a:cubicBezTo>
                <a:lnTo>
                  <a:pt x="2363" y="8968"/>
                </a:lnTo>
                <a:close/>
                <a:moveTo>
                  <a:pt x="7731" y="1"/>
                </a:moveTo>
                <a:cubicBezTo>
                  <a:pt x="6669" y="1"/>
                  <a:pt x="5604" y="403"/>
                  <a:pt x="4789" y="1218"/>
                </a:cubicBezTo>
                <a:cubicBezTo>
                  <a:pt x="3592" y="2446"/>
                  <a:pt x="3309" y="4179"/>
                  <a:pt x="3844" y="5628"/>
                </a:cubicBezTo>
                <a:lnTo>
                  <a:pt x="3182" y="6290"/>
                </a:lnTo>
                <a:cubicBezTo>
                  <a:pt x="2867" y="6605"/>
                  <a:pt x="2804" y="7078"/>
                  <a:pt x="2993" y="7487"/>
                </a:cubicBezTo>
                <a:lnTo>
                  <a:pt x="410" y="10071"/>
                </a:lnTo>
                <a:cubicBezTo>
                  <a:pt x="0" y="10480"/>
                  <a:pt x="0" y="11142"/>
                  <a:pt x="410" y="11520"/>
                </a:cubicBezTo>
                <a:cubicBezTo>
                  <a:pt x="580" y="11721"/>
                  <a:pt x="826" y="11823"/>
                  <a:pt x="1081" y="11823"/>
                </a:cubicBezTo>
                <a:cubicBezTo>
                  <a:pt x="1345" y="11823"/>
                  <a:pt x="1619" y="11713"/>
                  <a:pt x="1828" y="11488"/>
                </a:cubicBezTo>
                <a:lnTo>
                  <a:pt x="4411" y="8905"/>
                </a:lnTo>
                <a:cubicBezTo>
                  <a:pt x="4565" y="8976"/>
                  <a:pt x="4727" y="9011"/>
                  <a:pt x="4887" y="9011"/>
                </a:cubicBezTo>
                <a:cubicBezTo>
                  <a:pt x="5153" y="9011"/>
                  <a:pt x="5411" y="8913"/>
                  <a:pt x="5608" y="8716"/>
                </a:cubicBezTo>
                <a:lnTo>
                  <a:pt x="6270" y="8023"/>
                </a:lnTo>
                <a:cubicBezTo>
                  <a:pt x="6736" y="8205"/>
                  <a:pt x="7231" y="8296"/>
                  <a:pt x="7729" y="8296"/>
                </a:cubicBezTo>
                <a:cubicBezTo>
                  <a:pt x="8781" y="8296"/>
                  <a:pt x="9847" y="7890"/>
                  <a:pt x="10681" y="7078"/>
                </a:cubicBezTo>
                <a:cubicBezTo>
                  <a:pt x="12319" y="5439"/>
                  <a:pt x="12287" y="2793"/>
                  <a:pt x="10681" y="1218"/>
                </a:cubicBezTo>
                <a:cubicBezTo>
                  <a:pt x="9873" y="410"/>
                  <a:pt x="8804" y="1"/>
                  <a:pt x="773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6" name="Google Shape;9271;p73">
            <a:extLst>
              <a:ext uri="{FF2B5EF4-FFF2-40B4-BE49-F238E27FC236}">
                <a16:creationId xmlns:a16="http://schemas.microsoft.com/office/drawing/2014/main" id="{B8BFB294-F8A8-8258-7DEB-F34261367C47}"/>
              </a:ext>
            </a:extLst>
          </p:cNvPr>
          <p:cNvSpPr/>
          <p:nvPr/>
        </p:nvSpPr>
        <p:spPr>
          <a:xfrm>
            <a:off x="3111325" y="2993433"/>
            <a:ext cx="287211" cy="345465"/>
          </a:xfrm>
          <a:custGeom>
            <a:avLst/>
            <a:gdLst/>
            <a:ahLst/>
            <a:cxnLst/>
            <a:rect l="l" t="t" r="r" b="b"/>
            <a:pathLst>
              <a:path w="6365" h="7656" extrusionOk="0">
                <a:moveTo>
                  <a:pt x="3214" y="630"/>
                </a:moveTo>
                <a:cubicBezTo>
                  <a:pt x="3813" y="630"/>
                  <a:pt x="4286" y="1103"/>
                  <a:pt x="4286" y="1670"/>
                </a:cubicBezTo>
                <a:cubicBezTo>
                  <a:pt x="4286" y="2206"/>
                  <a:pt x="3813" y="2678"/>
                  <a:pt x="3214" y="2678"/>
                </a:cubicBezTo>
                <a:cubicBezTo>
                  <a:pt x="2647" y="2678"/>
                  <a:pt x="2175" y="2206"/>
                  <a:pt x="2175" y="1670"/>
                </a:cubicBezTo>
                <a:cubicBezTo>
                  <a:pt x="2175" y="1166"/>
                  <a:pt x="2647" y="630"/>
                  <a:pt x="3214" y="630"/>
                </a:cubicBezTo>
                <a:close/>
                <a:moveTo>
                  <a:pt x="3183" y="3403"/>
                </a:moveTo>
                <a:cubicBezTo>
                  <a:pt x="4538" y="3403"/>
                  <a:pt x="5609" y="4506"/>
                  <a:pt x="5609" y="5829"/>
                </a:cubicBezTo>
                <a:lnTo>
                  <a:pt x="5609" y="6931"/>
                </a:lnTo>
                <a:lnTo>
                  <a:pt x="757" y="6931"/>
                </a:lnTo>
                <a:lnTo>
                  <a:pt x="757" y="5829"/>
                </a:lnTo>
                <a:cubicBezTo>
                  <a:pt x="757" y="4506"/>
                  <a:pt x="1860" y="3403"/>
                  <a:pt x="3183" y="3403"/>
                </a:cubicBezTo>
                <a:close/>
                <a:moveTo>
                  <a:pt x="3183" y="0"/>
                </a:moveTo>
                <a:cubicBezTo>
                  <a:pt x="2238" y="0"/>
                  <a:pt x="1419" y="788"/>
                  <a:pt x="1419" y="1733"/>
                </a:cubicBezTo>
                <a:cubicBezTo>
                  <a:pt x="1419" y="2206"/>
                  <a:pt x="1608" y="2678"/>
                  <a:pt x="1954" y="2993"/>
                </a:cubicBezTo>
                <a:cubicBezTo>
                  <a:pt x="820" y="3466"/>
                  <a:pt x="1" y="4569"/>
                  <a:pt x="1" y="5892"/>
                </a:cubicBezTo>
                <a:lnTo>
                  <a:pt x="1" y="7309"/>
                </a:lnTo>
                <a:cubicBezTo>
                  <a:pt x="64" y="7498"/>
                  <a:pt x="222" y="7656"/>
                  <a:pt x="442" y="7656"/>
                </a:cubicBezTo>
                <a:lnTo>
                  <a:pt x="6018" y="7656"/>
                </a:lnTo>
                <a:cubicBezTo>
                  <a:pt x="6207" y="7656"/>
                  <a:pt x="6365" y="7498"/>
                  <a:pt x="6365" y="7309"/>
                </a:cubicBezTo>
                <a:lnTo>
                  <a:pt x="6365" y="5892"/>
                </a:lnTo>
                <a:cubicBezTo>
                  <a:pt x="6365" y="4569"/>
                  <a:pt x="5546" y="3466"/>
                  <a:pt x="4412" y="2993"/>
                </a:cubicBezTo>
                <a:cubicBezTo>
                  <a:pt x="4758" y="2647"/>
                  <a:pt x="4947" y="2206"/>
                  <a:pt x="4947" y="1733"/>
                </a:cubicBezTo>
                <a:cubicBezTo>
                  <a:pt x="4947" y="788"/>
                  <a:pt x="4160" y="0"/>
                  <a:pt x="318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7" name="Google Shape;9272;p73">
            <a:extLst>
              <a:ext uri="{FF2B5EF4-FFF2-40B4-BE49-F238E27FC236}">
                <a16:creationId xmlns:a16="http://schemas.microsoft.com/office/drawing/2014/main" id="{91E65372-4787-5A93-6765-7B5F61C1F144}"/>
              </a:ext>
            </a:extLst>
          </p:cNvPr>
          <p:cNvSpPr/>
          <p:nvPr/>
        </p:nvSpPr>
        <p:spPr>
          <a:xfrm>
            <a:off x="3365819" y="2804365"/>
            <a:ext cx="284368" cy="281525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82" y="662"/>
                </a:moveTo>
                <a:cubicBezTo>
                  <a:pt x="4506" y="662"/>
                  <a:pt x="5608" y="1764"/>
                  <a:pt x="5608" y="3088"/>
                </a:cubicBezTo>
                <a:cubicBezTo>
                  <a:pt x="5577" y="4442"/>
                  <a:pt x="4474" y="5545"/>
                  <a:pt x="3151" y="5545"/>
                </a:cubicBezTo>
                <a:cubicBezTo>
                  <a:pt x="2710" y="5545"/>
                  <a:pt x="2300" y="5419"/>
                  <a:pt x="1954" y="5230"/>
                </a:cubicBezTo>
                <a:cubicBezTo>
                  <a:pt x="1891" y="5198"/>
                  <a:pt x="1796" y="5198"/>
                  <a:pt x="1733" y="5198"/>
                </a:cubicBezTo>
                <a:lnTo>
                  <a:pt x="946" y="5388"/>
                </a:lnTo>
                <a:lnTo>
                  <a:pt x="1166" y="4663"/>
                </a:lnTo>
                <a:cubicBezTo>
                  <a:pt x="1198" y="4568"/>
                  <a:pt x="1166" y="4474"/>
                  <a:pt x="1135" y="4411"/>
                </a:cubicBezTo>
                <a:cubicBezTo>
                  <a:pt x="883" y="4001"/>
                  <a:pt x="725" y="3560"/>
                  <a:pt x="725" y="3088"/>
                </a:cubicBezTo>
                <a:cubicBezTo>
                  <a:pt x="725" y="1764"/>
                  <a:pt x="1828" y="662"/>
                  <a:pt x="3182" y="662"/>
                </a:cubicBezTo>
                <a:close/>
                <a:moveTo>
                  <a:pt x="3151" y="0"/>
                </a:moveTo>
                <a:cubicBezTo>
                  <a:pt x="1418" y="0"/>
                  <a:pt x="32" y="1418"/>
                  <a:pt x="32" y="3088"/>
                </a:cubicBezTo>
                <a:cubicBezTo>
                  <a:pt x="32" y="3655"/>
                  <a:pt x="158" y="4159"/>
                  <a:pt x="410" y="4631"/>
                </a:cubicBezTo>
                <a:lnTo>
                  <a:pt x="32" y="5766"/>
                </a:lnTo>
                <a:cubicBezTo>
                  <a:pt x="0" y="5892"/>
                  <a:pt x="32" y="6018"/>
                  <a:pt x="95" y="6144"/>
                </a:cubicBezTo>
                <a:cubicBezTo>
                  <a:pt x="189" y="6207"/>
                  <a:pt x="315" y="6238"/>
                  <a:pt x="473" y="6238"/>
                </a:cubicBezTo>
                <a:lnTo>
                  <a:pt x="1765" y="5923"/>
                </a:lnTo>
                <a:cubicBezTo>
                  <a:pt x="2206" y="6175"/>
                  <a:pt x="2678" y="6238"/>
                  <a:pt x="3182" y="6238"/>
                </a:cubicBezTo>
                <a:cubicBezTo>
                  <a:pt x="4915" y="6238"/>
                  <a:pt x="6301" y="4820"/>
                  <a:pt x="6301" y="3151"/>
                </a:cubicBezTo>
                <a:cubicBezTo>
                  <a:pt x="6238" y="1418"/>
                  <a:pt x="4884" y="0"/>
                  <a:pt x="31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8" name="Google Shape;9273;p73">
            <a:extLst>
              <a:ext uri="{FF2B5EF4-FFF2-40B4-BE49-F238E27FC236}">
                <a16:creationId xmlns:a16="http://schemas.microsoft.com/office/drawing/2014/main" id="{74551508-6E2B-8DE4-7F28-6A61EC804FCF}"/>
              </a:ext>
            </a:extLst>
          </p:cNvPr>
          <p:cNvSpPr/>
          <p:nvPr/>
        </p:nvSpPr>
        <p:spPr>
          <a:xfrm>
            <a:off x="3490901" y="2882519"/>
            <a:ext cx="32760" cy="31361"/>
          </a:xfrm>
          <a:custGeom>
            <a:avLst/>
            <a:gdLst/>
            <a:ahLst/>
            <a:cxnLst/>
            <a:rect l="l" t="t" r="r" b="b"/>
            <a:pathLst>
              <a:path w="726" h="695" extrusionOk="0">
                <a:moveTo>
                  <a:pt x="379" y="1"/>
                </a:moveTo>
                <a:cubicBezTo>
                  <a:pt x="158" y="1"/>
                  <a:pt x="1" y="158"/>
                  <a:pt x="1" y="348"/>
                </a:cubicBezTo>
                <a:cubicBezTo>
                  <a:pt x="1" y="537"/>
                  <a:pt x="158" y="694"/>
                  <a:pt x="379" y="694"/>
                </a:cubicBezTo>
                <a:cubicBezTo>
                  <a:pt x="568" y="694"/>
                  <a:pt x="725" y="537"/>
                  <a:pt x="725" y="348"/>
                </a:cubicBezTo>
                <a:cubicBezTo>
                  <a:pt x="725" y="158"/>
                  <a:pt x="568" y="1"/>
                  <a:pt x="37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9" name="Google Shape;9274;p73">
            <a:extLst>
              <a:ext uri="{FF2B5EF4-FFF2-40B4-BE49-F238E27FC236}">
                <a16:creationId xmlns:a16="http://schemas.microsoft.com/office/drawing/2014/main" id="{5BF457F6-5308-1D89-1558-32DC126F6CA3}"/>
              </a:ext>
            </a:extLst>
          </p:cNvPr>
          <p:cNvSpPr/>
          <p:nvPr/>
        </p:nvSpPr>
        <p:spPr>
          <a:xfrm>
            <a:off x="3490901" y="2929447"/>
            <a:ext cx="32760" cy="95301"/>
          </a:xfrm>
          <a:custGeom>
            <a:avLst/>
            <a:gdLst/>
            <a:ahLst/>
            <a:cxnLst/>
            <a:rect l="l" t="t" r="r" b="b"/>
            <a:pathLst>
              <a:path w="726" h="2112" extrusionOk="0">
                <a:moveTo>
                  <a:pt x="379" y="1"/>
                </a:moveTo>
                <a:cubicBezTo>
                  <a:pt x="158" y="1"/>
                  <a:pt x="1" y="158"/>
                  <a:pt x="1" y="379"/>
                </a:cubicBezTo>
                <a:lnTo>
                  <a:pt x="1" y="1733"/>
                </a:lnTo>
                <a:cubicBezTo>
                  <a:pt x="1" y="1954"/>
                  <a:pt x="158" y="2111"/>
                  <a:pt x="379" y="2111"/>
                </a:cubicBezTo>
                <a:cubicBezTo>
                  <a:pt x="568" y="2111"/>
                  <a:pt x="725" y="1954"/>
                  <a:pt x="725" y="1733"/>
                </a:cubicBezTo>
                <a:lnTo>
                  <a:pt x="725" y="379"/>
                </a:lnTo>
                <a:cubicBezTo>
                  <a:pt x="725" y="158"/>
                  <a:pt x="568" y="1"/>
                  <a:pt x="37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2" name="Google Shape;9276;p73">
            <a:extLst>
              <a:ext uri="{FF2B5EF4-FFF2-40B4-BE49-F238E27FC236}">
                <a16:creationId xmlns:a16="http://schemas.microsoft.com/office/drawing/2014/main" id="{B8950D4E-3FF5-CB97-1725-E3C805448007}"/>
              </a:ext>
            </a:extLst>
          </p:cNvPr>
          <p:cNvSpPr/>
          <p:nvPr/>
        </p:nvSpPr>
        <p:spPr>
          <a:xfrm>
            <a:off x="6957849" y="1733179"/>
            <a:ext cx="78244" cy="32760"/>
          </a:xfrm>
          <a:custGeom>
            <a:avLst/>
            <a:gdLst/>
            <a:ahLst/>
            <a:cxnLst/>
            <a:rect l="l" t="t" r="r" b="b"/>
            <a:pathLst>
              <a:path w="1733" h="726" extrusionOk="0">
                <a:moveTo>
                  <a:pt x="379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5"/>
                  <a:pt x="379" y="725"/>
                </a:cubicBezTo>
                <a:lnTo>
                  <a:pt x="1387" y="725"/>
                </a:lnTo>
                <a:cubicBezTo>
                  <a:pt x="1576" y="725"/>
                  <a:pt x="1733" y="568"/>
                  <a:pt x="1733" y="347"/>
                </a:cubicBezTo>
                <a:cubicBezTo>
                  <a:pt x="1702" y="158"/>
                  <a:pt x="1544" y="1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3" name="Google Shape;9277;p73">
            <a:extLst>
              <a:ext uri="{FF2B5EF4-FFF2-40B4-BE49-F238E27FC236}">
                <a16:creationId xmlns:a16="http://schemas.microsoft.com/office/drawing/2014/main" id="{15C6F00B-C538-3AF2-F6D0-DD5A00356746}"/>
              </a:ext>
            </a:extLst>
          </p:cNvPr>
          <p:cNvSpPr/>
          <p:nvPr/>
        </p:nvSpPr>
        <p:spPr>
          <a:xfrm>
            <a:off x="6940792" y="1798564"/>
            <a:ext cx="64031" cy="61187"/>
          </a:xfrm>
          <a:custGeom>
            <a:avLst/>
            <a:gdLst/>
            <a:ahLst/>
            <a:cxnLst/>
            <a:rect l="l" t="t" r="r" b="b"/>
            <a:pathLst>
              <a:path w="1419" h="1356" extrusionOk="0">
                <a:moveTo>
                  <a:pt x="351" y="1"/>
                </a:moveTo>
                <a:cubicBezTo>
                  <a:pt x="260" y="1"/>
                  <a:pt x="174" y="32"/>
                  <a:pt x="127" y="95"/>
                </a:cubicBezTo>
                <a:cubicBezTo>
                  <a:pt x="1" y="221"/>
                  <a:pt x="1" y="410"/>
                  <a:pt x="127" y="568"/>
                </a:cubicBezTo>
                <a:lnTo>
                  <a:pt x="820" y="1261"/>
                </a:lnTo>
                <a:cubicBezTo>
                  <a:pt x="883" y="1324"/>
                  <a:pt x="969" y="1356"/>
                  <a:pt x="1056" y="1356"/>
                </a:cubicBezTo>
                <a:cubicBezTo>
                  <a:pt x="1143" y="1356"/>
                  <a:pt x="1229" y="1324"/>
                  <a:pt x="1292" y="1261"/>
                </a:cubicBezTo>
                <a:cubicBezTo>
                  <a:pt x="1418" y="1166"/>
                  <a:pt x="1418" y="914"/>
                  <a:pt x="1292" y="788"/>
                </a:cubicBezTo>
                <a:lnTo>
                  <a:pt x="599" y="95"/>
                </a:lnTo>
                <a:cubicBezTo>
                  <a:pt x="536" y="32"/>
                  <a:pt x="442" y="1"/>
                  <a:pt x="35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4" name="Google Shape;9278;p73">
            <a:extLst>
              <a:ext uri="{FF2B5EF4-FFF2-40B4-BE49-F238E27FC236}">
                <a16:creationId xmlns:a16="http://schemas.microsoft.com/office/drawing/2014/main" id="{9C7AE5D8-9A61-36D4-C88B-C23425F41FF1}"/>
              </a:ext>
            </a:extLst>
          </p:cNvPr>
          <p:cNvSpPr/>
          <p:nvPr/>
        </p:nvSpPr>
        <p:spPr>
          <a:xfrm>
            <a:off x="6942238" y="1640767"/>
            <a:ext cx="63985" cy="62271"/>
          </a:xfrm>
          <a:custGeom>
            <a:avLst/>
            <a:gdLst/>
            <a:ahLst/>
            <a:cxnLst/>
            <a:rect l="l" t="t" r="r" b="b"/>
            <a:pathLst>
              <a:path w="1418" h="1380" extrusionOk="0">
                <a:moveTo>
                  <a:pt x="1067" y="1"/>
                </a:moveTo>
                <a:cubicBezTo>
                  <a:pt x="977" y="1"/>
                  <a:pt x="882" y="32"/>
                  <a:pt x="819" y="95"/>
                </a:cubicBezTo>
                <a:lnTo>
                  <a:pt x="126" y="788"/>
                </a:lnTo>
                <a:cubicBezTo>
                  <a:pt x="0" y="914"/>
                  <a:pt x="0" y="1135"/>
                  <a:pt x="126" y="1261"/>
                </a:cubicBezTo>
                <a:cubicBezTo>
                  <a:pt x="189" y="1340"/>
                  <a:pt x="268" y="1379"/>
                  <a:pt x="351" y="1379"/>
                </a:cubicBezTo>
                <a:cubicBezTo>
                  <a:pt x="433" y="1379"/>
                  <a:pt x="520" y="1340"/>
                  <a:pt x="599" y="1261"/>
                </a:cubicBezTo>
                <a:lnTo>
                  <a:pt x="1292" y="568"/>
                </a:lnTo>
                <a:cubicBezTo>
                  <a:pt x="1418" y="442"/>
                  <a:pt x="1418" y="190"/>
                  <a:pt x="1292" y="95"/>
                </a:cubicBezTo>
                <a:cubicBezTo>
                  <a:pt x="1244" y="32"/>
                  <a:pt x="1158" y="1"/>
                  <a:pt x="106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5" name="Google Shape;9279;p73">
            <a:extLst>
              <a:ext uri="{FF2B5EF4-FFF2-40B4-BE49-F238E27FC236}">
                <a16:creationId xmlns:a16="http://schemas.microsoft.com/office/drawing/2014/main" id="{45333188-5CB2-F4D9-316E-7D0A163B7EFB}"/>
              </a:ext>
            </a:extLst>
          </p:cNvPr>
          <p:cNvSpPr/>
          <p:nvPr/>
        </p:nvSpPr>
        <p:spPr>
          <a:xfrm>
            <a:off x="6500073" y="1548354"/>
            <a:ext cx="408051" cy="405209"/>
          </a:xfrm>
          <a:custGeom>
            <a:avLst/>
            <a:gdLst/>
            <a:ahLst/>
            <a:cxnLst/>
            <a:rect l="l" t="t" r="r" b="b"/>
            <a:pathLst>
              <a:path w="9043" h="8980" extrusionOk="0">
                <a:moveTo>
                  <a:pt x="1419" y="3403"/>
                </a:moveTo>
                <a:lnTo>
                  <a:pt x="1419" y="4790"/>
                </a:lnTo>
                <a:cubicBezTo>
                  <a:pt x="1009" y="4790"/>
                  <a:pt x="694" y="4506"/>
                  <a:pt x="694" y="4097"/>
                </a:cubicBezTo>
                <a:cubicBezTo>
                  <a:pt x="694" y="3719"/>
                  <a:pt x="1009" y="3403"/>
                  <a:pt x="1419" y="3403"/>
                </a:cubicBezTo>
                <a:close/>
                <a:moveTo>
                  <a:pt x="4191" y="2710"/>
                </a:moveTo>
                <a:lnTo>
                  <a:pt x="4191" y="5483"/>
                </a:lnTo>
                <a:lnTo>
                  <a:pt x="2490" y="5483"/>
                </a:lnTo>
                <a:cubicBezTo>
                  <a:pt x="2269" y="5483"/>
                  <a:pt x="2112" y="5325"/>
                  <a:pt x="2112" y="5105"/>
                </a:cubicBezTo>
                <a:lnTo>
                  <a:pt x="2112" y="3088"/>
                </a:lnTo>
                <a:cubicBezTo>
                  <a:pt x="2112" y="2868"/>
                  <a:pt x="2269" y="2710"/>
                  <a:pt x="2490" y="2710"/>
                </a:cubicBezTo>
                <a:close/>
                <a:moveTo>
                  <a:pt x="6995" y="1828"/>
                </a:moveTo>
                <a:lnTo>
                  <a:pt x="6995" y="6428"/>
                </a:lnTo>
                <a:cubicBezTo>
                  <a:pt x="6428" y="5924"/>
                  <a:pt x="5672" y="5609"/>
                  <a:pt x="4884" y="5514"/>
                </a:cubicBezTo>
                <a:lnTo>
                  <a:pt x="4884" y="2710"/>
                </a:lnTo>
                <a:cubicBezTo>
                  <a:pt x="5672" y="2647"/>
                  <a:pt x="6428" y="2332"/>
                  <a:pt x="6995" y="1828"/>
                </a:cubicBezTo>
                <a:close/>
                <a:moveTo>
                  <a:pt x="8066" y="631"/>
                </a:moveTo>
                <a:cubicBezTo>
                  <a:pt x="8255" y="631"/>
                  <a:pt x="8413" y="789"/>
                  <a:pt x="8413" y="978"/>
                </a:cubicBezTo>
                <a:lnTo>
                  <a:pt x="8413" y="7216"/>
                </a:lnTo>
                <a:cubicBezTo>
                  <a:pt x="8413" y="7405"/>
                  <a:pt x="8255" y="7562"/>
                  <a:pt x="8066" y="7562"/>
                </a:cubicBezTo>
                <a:cubicBezTo>
                  <a:pt x="7877" y="7562"/>
                  <a:pt x="7720" y="7405"/>
                  <a:pt x="7720" y="7216"/>
                </a:cubicBezTo>
                <a:lnTo>
                  <a:pt x="7720" y="978"/>
                </a:lnTo>
                <a:cubicBezTo>
                  <a:pt x="7720" y="789"/>
                  <a:pt x="7877" y="631"/>
                  <a:pt x="8066" y="631"/>
                </a:cubicBezTo>
                <a:close/>
                <a:moveTo>
                  <a:pt x="3498" y="6176"/>
                </a:moveTo>
                <a:lnTo>
                  <a:pt x="3498" y="7909"/>
                </a:lnTo>
                <a:cubicBezTo>
                  <a:pt x="3498" y="8129"/>
                  <a:pt x="3340" y="8287"/>
                  <a:pt x="3151" y="8287"/>
                </a:cubicBezTo>
                <a:cubicBezTo>
                  <a:pt x="2962" y="8287"/>
                  <a:pt x="2805" y="8129"/>
                  <a:pt x="2805" y="7909"/>
                </a:cubicBezTo>
                <a:lnTo>
                  <a:pt x="2805" y="6176"/>
                </a:lnTo>
                <a:close/>
                <a:moveTo>
                  <a:pt x="8035" y="1"/>
                </a:moveTo>
                <a:cubicBezTo>
                  <a:pt x="7531" y="1"/>
                  <a:pt x="7090" y="411"/>
                  <a:pt x="6995" y="883"/>
                </a:cubicBezTo>
                <a:lnTo>
                  <a:pt x="6680" y="1198"/>
                </a:lnTo>
                <a:cubicBezTo>
                  <a:pt x="6144" y="1734"/>
                  <a:pt x="5325" y="2049"/>
                  <a:pt x="4538" y="2049"/>
                </a:cubicBezTo>
                <a:lnTo>
                  <a:pt x="2427" y="2049"/>
                </a:lnTo>
                <a:cubicBezTo>
                  <a:pt x="2017" y="2049"/>
                  <a:pt x="1608" y="2332"/>
                  <a:pt x="1450" y="2773"/>
                </a:cubicBezTo>
                <a:lnTo>
                  <a:pt x="1387" y="2773"/>
                </a:lnTo>
                <a:cubicBezTo>
                  <a:pt x="631" y="2773"/>
                  <a:pt x="1" y="3403"/>
                  <a:pt x="1" y="4128"/>
                </a:cubicBezTo>
                <a:cubicBezTo>
                  <a:pt x="1" y="4884"/>
                  <a:pt x="631" y="5514"/>
                  <a:pt x="1387" y="5514"/>
                </a:cubicBezTo>
                <a:lnTo>
                  <a:pt x="1450" y="5514"/>
                </a:lnTo>
                <a:cubicBezTo>
                  <a:pt x="1576" y="5798"/>
                  <a:pt x="1797" y="6018"/>
                  <a:pt x="2080" y="6144"/>
                </a:cubicBezTo>
                <a:lnTo>
                  <a:pt x="2080" y="7940"/>
                </a:lnTo>
                <a:cubicBezTo>
                  <a:pt x="2112" y="8507"/>
                  <a:pt x="2584" y="8980"/>
                  <a:pt x="3151" y="8980"/>
                </a:cubicBezTo>
                <a:cubicBezTo>
                  <a:pt x="3750" y="8980"/>
                  <a:pt x="4160" y="8507"/>
                  <a:pt x="4160" y="7972"/>
                </a:cubicBezTo>
                <a:lnTo>
                  <a:pt x="4160" y="6239"/>
                </a:lnTo>
                <a:lnTo>
                  <a:pt x="4538" y="6239"/>
                </a:lnTo>
                <a:cubicBezTo>
                  <a:pt x="5325" y="6239"/>
                  <a:pt x="6144" y="6554"/>
                  <a:pt x="6680" y="7090"/>
                </a:cubicBezTo>
                <a:lnTo>
                  <a:pt x="6995" y="7405"/>
                </a:lnTo>
                <a:cubicBezTo>
                  <a:pt x="7090" y="7909"/>
                  <a:pt x="7531" y="8287"/>
                  <a:pt x="8035" y="8287"/>
                </a:cubicBezTo>
                <a:cubicBezTo>
                  <a:pt x="8633" y="8287"/>
                  <a:pt x="9043" y="7814"/>
                  <a:pt x="9043" y="7247"/>
                </a:cubicBezTo>
                <a:lnTo>
                  <a:pt x="9043" y="1041"/>
                </a:lnTo>
                <a:cubicBezTo>
                  <a:pt x="9043" y="442"/>
                  <a:pt x="8570" y="1"/>
                  <a:pt x="803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6" name="Google Shape;9281;p73">
            <a:extLst>
              <a:ext uri="{FF2B5EF4-FFF2-40B4-BE49-F238E27FC236}">
                <a16:creationId xmlns:a16="http://schemas.microsoft.com/office/drawing/2014/main" id="{B758AC8F-89F0-E608-0E43-85A59B7418C7}"/>
              </a:ext>
            </a:extLst>
          </p:cNvPr>
          <p:cNvSpPr/>
          <p:nvPr/>
        </p:nvSpPr>
        <p:spPr>
          <a:xfrm>
            <a:off x="6500793" y="2116999"/>
            <a:ext cx="534576" cy="534576"/>
          </a:xfrm>
          <a:custGeom>
            <a:avLst/>
            <a:gdLst/>
            <a:ahLst/>
            <a:cxnLst/>
            <a:rect l="l" t="t" r="r" b="b"/>
            <a:pathLst>
              <a:path w="11847" h="11847" extrusionOk="0">
                <a:moveTo>
                  <a:pt x="9483" y="1418"/>
                </a:moveTo>
                <a:cubicBezTo>
                  <a:pt x="9672" y="1418"/>
                  <a:pt x="9830" y="1576"/>
                  <a:pt x="9830" y="1765"/>
                </a:cubicBezTo>
                <a:lnTo>
                  <a:pt x="9830" y="2836"/>
                </a:lnTo>
                <a:lnTo>
                  <a:pt x="788" y="2836"/>
                </a:lnTo>
                <a:lnTo>
                  <a:pt x="788" y="1765"/>
                </a:lnTo>
                <a:lnTo>
                  <a:pt x="725" y="1765"/>
                </a:lnTo>
                <a:cubicBezTo>
                  <a:pt x="725" y="1576"/>
                  <a:pt x="883" y="1418"/>
                  <a:pt x="1072" y="1418"/>
                </a:cubicBezTo>
                <a:lnTo>
                  <a:pt x="1418" y="1418"/>
                </a:lnTo>
                <a:lnTo>
                  <a:pt x="1418" y="1765"/>
                </a:lnTo>
                <a:cubicBezTo>
                  <a:pt x="1418" y="1954"/>
                  <a:pt x="1576" y="2143"/>
                  <a:pt x="1765" y="2143"/>
                </a:cubicBezTo>
                <a:cubicBezTo>
                  <a:pt x="1954" y="2143"/>
                  <a:pt x="2111" y="1954"/>
                  <a:pt x="2111" y="1765"/>
                </a:cubicBezTo>
                <a:lnTo>
                  <a:pt x="2111" y="1418"/>
                </a:lnTo>
                <a:lnTo>
                  <a:pt x="3498" y="1418"/>
                </a:lnTo>
                <a:lnTo>
                  <a:pt x="3498" y="1765"/>
                </a:lnTo>
                <a:cubicBezTo>
                  <a:pt x="3498" y="1954"/>
                  <a:pt x="3655" y="2143"/>
                  <a:pt x="3844" y="2143"/>
                </a:cubicBezTo>
                <a:cubicBezTo>
                  <a:pt x="4065" y="2143"/>
                  <a:pt x="4222" y="1954"/>
                  <a:pt x="4222" y="1765"/>
                </a:cubicBezTo>
                <a:lnTo>
                  <a:pt x="4222" y="1418"/>
                </a:lnTo>
                <a:lnTo>
                  <a:pt x="6333" y="1418"/>
                </a:lnTo>
                <a:lnTo>
                  <a:pt x="6333" y="1765"/>
                </a:lnTo>
                <a:cubicBezTo>
                  <a:pt x="6333" y="1954"/>
                  <a:pt x="6490" y="2143"/>
                  <a:pt x="6680" y="2143"/>
                </a:cubicBezTo>
                <a:cubicBezTo>
                  <a:pt x="6900" y="2143"/>
                  <a:pt x="7058" y="1954"/>
                  <a:pt x="7058" y="1765"/>
                </a:cubicBezTo>
                <a:lnTo>
                  <a:pt x="7058" y="1418"/>
                </a:lnTo>
                <a:lnTo>
                  <a:pt x="8412" y="1418"/>
                </a:lnTo>
                <a:lnTo>
                  <a:pt x="8412" y="1765"/>
                </a:lnTo>
                <a:cubicBezTo>
                  <a:pt x="8412" y="1954"/>
                  <a:pt x="8570" y="2143"/>
                  <a:pt x="8790" y="2143"/>
                </a:cubicBezTo>
                <a:cubicBezTo>
                  <a:pt x="8979" y="2143"/>
                  <a:pt x="9137" y="1954"/>
                  <a:pt x="9137" y="1765"/>
                </a:cubicBezTo>
                <a:lnTo>
                  <a:pt x="9137" y="1418"/>
                </a:lnTo>
                <a:close/>
                <a:moveTo>
                  <a:pt x="9767" y="3497"/>
                </a:moveTo>
                <a:lnTo>
                  <a:pt x="9767" y="7026"/>
                </a:lnTo>
                <a:cubicBezTo>
                  <a:pt x="9641" y="7026"/>
                  <a:pt x="9546" y="6963"/>
                  <a:pt x="9420" y="6963"/>
                </a:cubicBezTo>
                <a:cubicBezTo>
                  <a:pt x="8066" y="6963"/>
                  <a:pt x="6963" y="8066"/>
                  <a:pt x="6963" y="9420"/>
                </a:cubicBezTo>
                <a:cubicBezTo>
                  <a:pt x="6963" y="9546"/>
                  <a:pt x="6963" y="9641"/>
                  <a:pt x="7026" y="9767"/>
                </a:cubicBezTo>
                <a:lnTo>
                  <a:pt x="1040" y="9767"/>
                </a:lnTo>
                <a:cubicBezTo>
                  <a:pt x="820" y="9767"/>
                  <a:pt x="662" y="9609"/>
                  <a:pt x="662" y="9420"/>
                </a:cubicBezTo>
                <a:lnTo>
                  <a:pt x="662" y="3497"/>
                </a:lnTo>
                <a:close/>
                <a:moveTo>
                  <a:pt x="9420" y="7688"/>
                </a:moveTo>
                <a:cubicBezTo>
                  <a:pt x="10366" y="7688"/>
                  <a:pt x="11153" y="8475"/>
                  <a:pt x="11153" y="9420"/>
                </a:cubicBezTo>
                <a:cubicBezTo>
                  <a:pt x="11153" y="10397"/>
                  <a:pt x="10366" y="11185"/>
                  <a:pt x="9420" y="11185"/>
                </a:cubicBezTo>
                <a:cubicBezTo>
                  <a:pt x="8475" y="11185"/>
                  <a:pt x="7688" y="10397"/>
                  <a:pt x="7688" y="9420"/>
                </a:cubicBezTo>
                <a:cubicBezTo>
                  <a:pt x="7688" y="8475"/>
                  <a:pt x="8475" y="7688"/>
                  <a:pt x="9420" y="7688"/>
                </a:cubicBezTo>
                <a:close/>
                <a:moveTo>
                  <a:pt x="1733" y="0"/>
                </a:moveTo>
                <a:cubicBezTo>
                  <a:pt x="1544" y="0"/>
                  <a:pt x="1387" y="158"/>
                  <a:pt x="1387" y="347"/>
                </a:cubicBezTo>
                <a:lnTo>
                  <a:pt x="1387" y="725"/>
                </a:lnTo>
                <a:lnTo>
                  <a:pt x="1040" y="725"/>
                </a:lnTo>
                <a:cubicBezTo>
                  <a:pt x="442" y="725"/>
                  <a:pt x="0" y="1166"/>
                  <a:pt x="0" y="1733"/>
                </a:cubicBezTo>
                <a:lnTo>
                  <a:pt x="0" y="9389"/>
                </a:lnTo>
                <a:cubicBezTo>
                  <a:pt x="0" y="9956"/>
                  <a:pt x="473" y="10429"/>
                  <a:pt x="1040" y="10429"/>
                </a:cubicBezTo>
                <a:lnTo>
                  <a:pt x="7215" y="10429"/>
                </a:lnTo>
                <a:cubicBezTo>
                  <a:pt x="7593" y="11279"/>
                  <a:pt x="8444" y="11846"/>
                  <a:pt x="9420" y="11846"/>
                </a:cubicBezTo>
                <a:cubicBezTo>
                  <a:pt x="10744" y="11846"/>
                  <a:pt x="11846" y="10744"/>
                  <a:pt x="11846" y="9420"/>
                </a:cubicBezTo>
                <a:cubicBezTo>
                  <a:pt x="11846" y="8444"/>
                  <a:pt x="11311" y="7593"/>
                  <a:pt x="10492" y="7215"/>
                </a:cubicBezTo>
                <a:lnTo>
                  <a:pt x="10492" y="1733"/>
                </a:lnTo>
                <a:cubicBezTo>
                  <a:pt x="10492" y="1135"/>
                  <a:pt x="10019" y="725"/>
                  <a:pt x="9452" y="725"/>
                </a:cubicBezTo>
                <a:lnTo>
                  <a:pt x="9105" y="725"/>
                </a:lnTo>
                <a:lnTo>
                  <a:pt x="9105" y="347"/>
                </a:lnTo>
                <a:cubicBezTo>
                  <a:pt x="9105" y="158"/>
                  <a:pt x="8948" y="0"/>
                  <a:pt x="8759" y="0"/>
                </a:cubicBezTo>
                <a:cubicBezTo>
                  <a:pt x="8538" y="0"/>
                  <a:pt x="8381" y="158"/>
                  <a:pt x="8381" y="347"/>
                </a:cubicBezTo>
                <a:lnTo>
                  <a:pt x="8381" y="725"/>
                </a:lnTo>
                <a:lnTo>
                  <a:pt x="7026" y="725"/>
                </a:lnTo>
                <a:lnTo>
                  <a:pt x="7026" y="347"/>
                </a:lnTo>
                <a:cubicBezTo>
                  <a:pt x="7026" y="158"/>
                  <a:pt x="6869" y="0"/>
                  <a:pt x="6648" y="0"/>
                </a:cubicBezTo>
                <a:cubicBezTo>
                  <a:pt x="6459" y="0"/>
                  <a:pt x="6301" y="158"/>
                  <a:pt x="6301" y="347"/>
                </a:cubicBezTo>
                <a:lnTo>
                  <a:pt x="6301" y="725"/>
                </a:lnTo>
                <a:lnTo>
                  <a:pt x="4191" y="725"/>
                </a:lnTo>
                <a:lnTo>
                  <a:pt x="4191" y="347"/>
                </a:lnTo>
                <a:cubicBezTo>
                  <a:pt x="4191" y="158"/>
                  <a:pt x="4033" y="0"/>
                  <a:pt x="3813" y="0"/>
                </a:cubicBezTo>
                <a:cubicBezTo>
                  <a:pt x="3624" y="0"/>
                  <a:pt x="3466" y="158"/>
                  <a:pt x="3466" y="347"/>
                </a:cubicBezTo>
                <a:lnTo>
                  <a:pt x="3466" y="725"/>
                </a:lnTo>
                <a:lnTo>
                  <a:pt x="2080" y="725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7" name="Google Shape;9282;p73">
            <a:extLst>
              <a:ext uri="{FF2B5EF4-FFF2-40B4-BE49-F238E27FC236}">
                <a16:creationId xmlns:a16="http://schemas.microsoft.com/office/drawing/2014/main" id="{CC9B0B48-CF1E-8A47-42CE-C7DBCCCFE10C}"/>
              </a:ext>
            </a:extLst>
          </p:cNvPr>
          <p:cNvSpPr/>
          <p:nvPr/>
        </p:nvSpPr>
        <p:spPr>
          <a:xfrm>
            <a:off x="6910199" y="2493735"/>
            <a:ext cx="62631" cy="63985"/>
          </a:xfrm>
          <a:custGeom>
            <a:avLst/>
            <a:gdLst/>
            <a:ahLst/>
            <a:cxnLst/>
            <a:rect l="l" t="t" r="r" b="b"/>
            <a:pathLst>
              <a:path w="1388" h="1418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071"/>
                </a:lnTo>
                <a:cubicBezTo>
                  <a:pt x="1" y="1260"/>
                  <a:pt x="127" y="1418"/>
                  <a:pt x="347" y="1418"/>
                </a:cubicBezTo>
                <a:lnTo>
                  <a:pt x="1041" y="1418"/>
                </a:lnTo>
                <a:cubicBezTo>
                  <a:pt x="1261" y="1418"/>
                  <a:pt x="1387" y="1260"/>
                  <a:pt x="1387" y="1071"/>
                </a:cubicBezTo>
                <a:cubicBezTo>
                  <a:pt x="1387" y="882"/>
                  <a:pt x="1261" y="725"/>
                  <a:pt x="1041" y="725"/>
                </a:cubicBezTo>
                <a:lnTo>
                  <a:pt x="694" y="725"/>
                </a:lnTo>
                <a:lnTo>
                  <a:pt x="694" y="347"/>
                </a:ln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8" name="Google Shape;9283;p73">
            <a:extLst>
              <a:ext uri="{FF2B5EF4-FFF2-40B4-BE49-F238E27FC236}">
                <a16:creationId xmlns:a16="http://schemas.microsoft.com/office/drawing/2014/main" id="{6185212F-5357-6581-E229-FDB779CBBC9F}"/>
              </a:ext>
            </a:extLst>
          </p:cNvPr>
          <p:cNvSpPr/>
          <p:nvPr/>
        </p:nvSpPr>
        <p:spPr>
          <a:xfrm>
            <a:off x="6563335" y="2304666"/>
            <a:ext cx="64031" cy="32715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9" name="Google Shape;9284;p73">
            <a:extLst>
              <a:ext uri="{FF2B5EF4-FFF2-40B4-BE49-F238E27FC236}">
                <a16:creationId xmlns:a16="http://schemas.microsoft.com/office/drawing/2014/main" id="{631353B3-AC2B-2105-B872-211D0715B9B8}"/>
              </a:ext>
            </a:extLst>
          </p:cNvPr>
          <p:cNvSpPr/>
          <p:nvPr/>
        </p:nvSpPr>
        <p:spPr>
          <a:xfrm>
            <a:off x="6657193" y="2304666"/>
            <a:ext cx="63985" cy="32715"/>
          </a:xfrm>
          <a:custGeom>
            <a:avLst/>
            <a:gdLst/>
            <a:ahLst/>
            <a:cxnLst/>
            <a:rect l="l" t="t" r="r" b="b"/>
            <a:pathLst>
              <a:path w="1418" h="725" extrusionOk="0">
                <a:moveTo>
                  <a:pt x="347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47" y="725"/>
                </a:cubicBezTo>
                <a:lnTo>
                  <a:pt x="1071" y="725"/>
                </a:lnTo>
                <a:cubicBezTo>
                  <a:pt x="1260" y="725"/>
                  <a:pt x="1418" y="567"/>
                  <a:pt x="1418" y="378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0" name="Google Shape;9285;p73">
            <a:extLst>
              <a:ext uri="{FF2B5EF4-FFF2-40B4-BE49-F238E27FC236}">
                <a16:creationId xmlns:a16="http://schemas.microsoft.com/office/drawing/2014/main" id="{30523FFC-2615-03B6-7616-D40AE14D3A5D}"/>
              </a:ext>
            </a:extLst>
          </p:cNvPr>
          <p:cNvSpPr/>
          <p:nvPr/>
        </p:nvSpPr>
        <p:spPr>
          <a:xfrm>
            <a:off x="6751003" y="2304666"/>
            <a:ext cx="64031" cy="32715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78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78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1" name="Google Shape;9286;p73">
            <a:extLst>
              <a:ext uri="{FF2B5EF4-FFF2-40B4-BE49-F238E27FC236}">
                <a16:creationId xmlns:a16="http://schemas.microsoft.com/office/drawing/2014/main" id="{194E33DF-D10B-6534-FAFA-704A5DFE40E0}"/>
              </a:ext>
            </a:extLst>
          </p:cNvPr>
          <p:cNvSpPr/>
          <p:nvPr/>
        </p:nvSpPr>
        <p:spPr>
          <a:xfrm>
            <a:off x="6847658" y="2304666"/>
            <a:ext cx="64031" cy="32715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2" name="Google Shape;9287;p73">
            <a:extLst>
              <a:ext uri="{FF2B5EF4-FFF2-40B4-BE49-F238E27FC236}">
                <a16:creationId xmlns:a16="http://schemas.microsoft.com/office/drawing/2014/main" id="{4C6C3101-348B-57F3-DF4D-012A9780AC6C}"/>
              </a:ext>
            </a:extLst>
          </p:cNvPr>
          <p:cNvSpPr/>
          <p:nvPr/>
        </p:nvSpPr>
        <p:spPr>
          <a:xfrm>
            <a:off x="6563335" y="2368607"/>
            <a:ext cx="64031" cy="3276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47" y="1"/>
                </a:moveTo>
                <a:cubicBezTo>
                  <a:pt x="158" y="1"/>
                  <a:pt x="1" y="158"/>
                  <a:pt x="1" y="379"/>
                </a:cubicBezTo>
                <a:cubicBezTo>
                  <a:pt x="1" y="568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8"/>
                  <a:pt x="1418" y="379"/>
                </a:cubicBezTo>
                <a:cubicBezTo>
                  <a:pt x="1418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3" name="Google Shape;9288;p73">
            <a:extLst>
              <a:ext uri="{FF2B5EF4-FFF2-40B4-BE49-F238E27FC236}">
                <a16:creationId xmlns:a16="http://schemas.microsoft.com/office/drawing/2014/main" id="{ABFFBDF8-4375-7737-CDA4-19AB37DBA682}"/>
              </a:ext>
            </a:extLst>
          </p:cNvPr>
          <p:cNvSpPr/>
          <p:nvPr/>
        </p:nvSpPr>
        <p:spPr>
          <a:xfrm>
            <a:off x="6657193" y="2368607"/>
            <a:ext cx="63985" cy="32760"/>
          </a:xfrm>
          <a:custGeom>
            <a:avLst/>
            <a:gdLst/>
            <a:ahLst/>
            <a:cxnLst/>
            <a:rect l="l" t="t" r="r" b="b"/>
            <a:pathLst>
              <a:path w="1418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1071" y="725"/>
                </a:lnTo>
                <a:cubicBezTo>
                  <a:pt x="1260" y="725"/>
                  <a:pt x="1418" y="568"/>
                  <a:pt x="1418" y="379"/>
                </a:cubicBezTo>
                <a:cubicBezTo>
                  <a:pt x="1418" y="158"/>
                  <a:pt x="1260" y="1"/>
                  <a:pt x="107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4" name="Google Shape;9289;p73">
            <a:extLst>
              <a:ext uri="{FF2B5EF4-FFF2-40B4-BE49-F238E27FC236}">
                <a16:creationId xmlns:a16="http://schemas.microsoft.com/office/drawing/2014/main" id="{4E48B9C2-D684-1F0C-0CD5-1A32901FAD89}"/>
              </a:ext>
            </a:extLst>
          </p:cNvPr>
          <p:cNvSpPr/>
          <p:nvPr/>
        </p:nvSpPr>
        <p:spPr>
          <a:xfrm>
            <a:off x="6751003" y="2368607"/>
            <a:ext cx="64031" cy="3276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78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78" y="725"/>
                </a:cubicBezTo>
                <a:lnTo>
                  <a:pt x="1072" y="725"/>
                </a:lnTo>
                <a:cubicBezTo>
                  <a:pt x="1261" y="725"/>
                  <a:pt x="1418" y="568"/>
                  <a:pt x="1418" y="379"/>
                </a:cubicBezTo>
                <a:cubicBezTo>
                  <a:pt x="1418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5" name="Google Shape;9290;p73">
            <a:extLst>
              <a:ext uri="{FF2B5EF4-FFF2-40B4-BE49-F238E27FC236}">
                <a16:creationId xmlns:a16="http://schemas.microsoft.com/office/drawing/2014/main" id="{319FAE99-9A75-7024-CA73-BF033EA0791E}"/>
              </a:ext>
            </a:extLst>
          </p:cNvPr>
          <p:cNvSpPr/>
          <p:nvPr/>
        </p:nvSpPr>
        <p:spPr>
          <a:xfrm>
            <a:off x="6847658" y="2368607"/>
            <a:ext cx="64031" cy="3276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47" y="1"/>
                </a:moveTo>
                <a:cubicBezTo>
                  <a:pt x="158" y="1"/>
                  <a:pt x="1" y="158"/>
                  <a:pt x="1" y="379"/>
                </a:cubicBezTo>
                <a:cubicBezTo>
                  <a:pt x="1" y="568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8"/>
                  <a:pt x="1418" y="379"/>
                </a:cubicBezTo>
                <a:cubicBezTo>
                  <a:pt x="1418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6" name="Google Shape;9291;p73">
            <a:extLst>
              <a:ext uri="{FF2B5EF4-FFF2-40B4-BE49-F238E27FC236}">
                <a16:creationId xmlns:a16="http://schemas.microsoft.com/office/drawing/2014/main" id="{855FE0ED-0036-62F9-E011-FF3A4A958C08}"/>
              </a:ext>
            </a:extLst>
          </p:cNvPr>
          <p:cNvSpPr/>
          <p:nvPr/>
        </p:nvSpPr>
        <p:spPr>
          <a:xfrm>
            <a:off x="6563335" y="2431193"/>
            <a:ext cx="64031" cy="32715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7" name="Google Shape;9292;p73">
            <a:extLst>
              <a:ext uri="{FF2B5EF4-FFF2-40B4-BE49-F238E27FC236}">
                <a16:creationId xmlns:a16="http://schemas.microsoft.com/office/drawing/2014/main" id="{756A6F84-4E0B-9833-1023-7C84F739B7D3}"/>
              </a:ext>
            </a:extLst>
          </p:cNvPr>
          <p:cNvSpPr/>
          <p:nvPr/>
        </p:nvSpPr>
        <p:spPr>
          <a:xfrm>
            <a:off x="6657193" y="2431193"/>
            <a:ext cx="63985" cy="32715"/>
          </a:xfrm>
          <a:custGeom>
            <a:avLst/>
            <a:gdLst/>
            <a:ahLst/>
            <a:cxnLst/>
            <a:rect l="l" t="t" r="r" b="b"/>
            <a:pathLst>
              <a:path w="1418" h="725" extrusionOk="0">
                <a:moveTo>
                  <a:pt x="347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47" y="725"/>
                </a:cubicBezTo>
                <a:lnTo>
                  <a:pt x="1071" y="725"/>
                </a:lnTo>
                <a:cubicBezTo>
                  <a:pt x="1260" y="725"/>
                  <a:pt x="1418" y="567"/>
                  <a:pt x="1418" y="378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8" name="Google Shape;9293;p73">
            <a:extLst>
              <a:ext uri="{FF2B5EF4-FFF2-40B4-BE49-F238E27FC236}">
                <a16:creationId xmlns:a16="http://schemas.microsoft.com/office/drawing/2014/main" id="{AF949B34-7FBE-017D-5516-6894B1BBCBCD}"/>
              </a:ext>
            </a:extLst>
          </p:cNvPr>
          <p:cNvSpPr/>
          <p:nvPr/>
        </p:nvSpPr>
        <p:spPr>
          <a:xfrm>
            <a:off x="6751003" y="2431193"/>
            <a:ext cx="64031" cy="32715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78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78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79" name="Google Shape;9294;p73">
            <a:extLst>
              <a:ext uri="{FF2B5EF4-FFF2-40B4-BE49-F238E27FC236}">
                <a16:creationId xmlns:a16="http://schemas.microsoft.com/office/drawing/2014/main" id="{F46218DB-6420-5049-4171-E46D59D85F36}"/>
              </a:ext>
            </a:extLst>
          </p:cNvPr>
          <p:cNvSpPr/>
          <p:nvPr/>
        </p:nvSpPr>
        <p:spPr>
          <a:xfrm>
            <a:off x="6563335" y="2493734"/>
            <a:ext cx="64031" cy="32715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67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47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0" name="Google Shape;9295;p73">
            <a:extLst>
              <a:ext uri="{FF2B5EF4-FFF2-40B4-BE49-F238E27FC236}">
                <a16:creationId xmlns:a16="http://schemas.microsoft.com/office/drawing/2014/main" id="{4BDC70EA-4EC8-AA3B-8EF3-80969C7524D8}"/>
              </a:ext>
            </a:extLst>
          </p:cNvPr>
          <p:cNvSpPr/>
          <p:nvPr/>
        </p:nvSpPr>
        <p:spPr>
          <a:xfrm>
            <a:off x="6657193" y="2493734"/>
            <a:ext cx="63985" cy="32715"/>
          </a:xfrm>
          <a:custGeom>
            <a:avLst/>
            <a:gdLst/>
            <a:ahLst/>
            <a:cxnLst/>
            <a:rect l="l" t="t" r="r" b="b"/>
            <a:pathLst>
              <a:path w="1418" h="725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47" y="725"/>
                </a:cubicBezTo>
                <a:lnTo>
                  <a:pt x="1071" y="725"/>
                </a:lnTo>
                <a:cubicBezTo>
                  <a:pt x="1260" y="725"/>
                  <a:pt x="1418" y="567"/>
                  <a:pt x="1418" y="347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81" name="Google Shape;9296;p73">
            <a:extLst>
              <a:ext uri="{FF2B5EF4-FFF2-40B4-BE49-F238E27FC236}">
                <a16:creationId xmlns:a16="http://schemas.microsoft.com/office/drawing/2014/main" id="{F7C73700-55FC-8E3A-9630-23C6A5FC626F}"/>
              </a:ext>
            </a:extLst>
          </p:cNvPr>
          <p:cNvSpPr/>
          <p:nvPr/>
        </p:nvSpPr>
        <p:spPr>
          <a:xfrm>
            <a:off x="6751003" y="2493734"/>
            <a:ext cx="64031" cy="32715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78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47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3" name="Google Shape;9298;p73">
            <a:extLst>
              <a:ext uri="{FF2B5EF4-FFF2-40B4-BE49-F238E27FC236}">
                <a16:creationId xmlns:a16="http://schemas.microsoft.com/office/drawing/2014/main" id="{C9A7EF34-5098-0E14-71AC-031720ED38C4}"/>
              </a:ext>
            </a:extLst>
          </p:cNvPr>
          <p:cNvSpPr/>
          <p:nvPr/>
        </p:nvSpPr>
        <p:spPr>
          <a:xfrm>
            <a:off x="6500793" y="3085143"/>
            <a:ext cx="534576" cy="253052"/>
          </a:xfrm>
          <a:custGeom>
            <a:avLst/>
            <a:gdLst/>
            <a:ahLst/>
            <a:cxnLst/>
            <a:rect l="l" t="t" r="r" b="b"/>
            <a:pathLst>
              <a:path w="11847" h="5608" extrusionOk="0">
                <a:moveTo>
                  <a:pt x="3530" y="3466"/>
                </a:moveTo>
                <a:lnTo>
                  <a:pt x="3530" y="4883"/>
                </a:lnTo>
                <a:lnTo>
                  <a:pt x="757" y="4883"/>
                </a:lnTo>
                <a:lnTo>
                  <a:pt x="757" y="3466"/>
                </a:lnTo>
                <a:close/>
                <a:moveTo>
                  <a:pt x="7688" y="725"/>
                </a:moveTo>
                <a:lnTo>
                  <a:pt x="7688" y="4883"/>
                </a:lnTo>
                <a:lnTo>
                  <a:pt x="4223" y="4883"/>
                </a:lnTo>
                <a:lnTo>
                  <a:pt x="4223" y="725"/>
                </a:lnTo>
                <a:close/>
                <a:moveTo>
                  <a:pt x="11185" y="2111"/>
                </a:moveTo>
                <a:lnTo>
                  <a:pt x="11185" y="4883"/>
                </a:lnTo>
                <a:lnTo>
                  <a:pt x="8381" y="4883"/>
                </a:lnTo>
                <a:lnTo>
                  <a:pt x="8381" y="2111"/>
                </a:lnTo>
                <a:close/>
                <a:moveTo>
                  <a:pt x="3845" y="0"/>
                </a:moveTo>
                <a:cubicBezTo>
                  <a:pt x="3656" y="0"/>
                  <a:pt x="3498" y="158"/>
                  <a:pt x="3498" y="378"/>
                </a:cubicBezTo>
                <a:lnTo>
                  <a:pt x="3498" y="2804"/>
                </a:lnTo>
                <a:lnTo>
                  <a:pt x="348" y="2804"/>
                </a:lnTo>
                <a:cubicBezTo>
                  <a:pt x="158" y="2804"/>
                  <a:pt x="1" y="2962"/>
                  <a:pt x="1" y="3151"/>
                </a:cubicBezTo>
                <a:lnTo>
                  <a:pt x="1" y="5261"/>
                </a:lnTo>
                <a:cubicBezTo>
                  <a:pt x="1" y="5450"/>
                  <a:pt x="158" y="5608"/>
                  <a:pt x="348" y="5608"/>
                </a:cubicBezTo>
                <a:lnTo>
                  <a:pt x="11500" y="5608"/>
                </a:lnTo>
                <a:cubicBezTo>
                  <a:pt x="11689" y="5608"/>
                  <a:pt x="11847" y="5450"/>
                  <a:pt x="11847" y="5261"/>
                </a:cubicBezTo>
                <a:lnTo>
                  <a:pt x="11847" y="1733"/>
                </a:lnTo>
                <a:cubicBezTo>
                  <a:pt x="11847" y="1544"/>
                  <a:pt x="11689" y="1386"/>
                  <a:pt x="11532" y="1386"/>
                </a:cubicBezTo>
                <a:lnTo>
                  <a:pt x="8381" y="1386"/>
                </a:lnTo>
                <a:lnTo>
                  <a:pt x="8381" y="378"/>
                </a:lnTo>
                <a:cubicBezTo>
                  <a:pt x="8381" y="158"/>
                  <a:pt x="8224" y="0"/>
                  <a:pt x="80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4" name="Google Shape;9299;p73">
            <a:extLst>
              <a:ext uri="{FF2B5EF4-FFF2-40B4-BE49-F238E27FC236}">
                <a16:creationId xmlns:a16="http://schemas.microsoft.com/office/drawing/2014/main" id="{3D3538DD-58A4-4516-AD97-83A7CE1573CC}"/>
              </a:ext>
            </a:extLst>
          </p:cNvPr>
          <p:cNvSpPr/>
          <p:nvPr/>
        </p:nvSpPr>
        <p:spPr>
          <a:xfrm>
            <a:off x="6660035" y="2805063"/>
            <a:ext cx="220383" cy="250255"/>
          </a:xfrm>
          <a:custGeom>
            <a:avLst/>
            <a:gdLst/>
            <a:ahLst/>
            <a:cxnLst/>
            <a:rect l="l" t="t" r="r" b="b"/>
            <a:pathLst>
              <a:path w="4884" h="5546" extrusionOk="0">
                <a:moveTo>
                  <a:pt x="2426" y="662"/>
                </a:moveTo>
                <a:cubicBezTo>
                  <a:pt x="2804" y="662"/>
                  <a:pt x="3120" y="977"/>
                  <a:pt x="3120" y="1387"/>
                </a:cubicBezTo>
                <a:cubicBezTo>
                  <a:pt x="3120" y="1765"/>
                  <a:pt x="2804" y="2080"/>
                  <a:pt x="2426" y="2080"/>
                </a:cubicBezTo>
                <a:cubicBezTo>
                  <a:pt x="2017" y="2080"/>
                  <a:pt x="1702" y="1765"/>
                  <a:pt x="1702" y="1387"/>
                </a:cubicBezTo>
                <a:cubicBezTo>
                  <a:pt x="1702" y="977"/>
                  <a:pt x="2017" y="662"/>
                  <a:pt x="2426" y="662"/>
                </a:cubicBezTo>
                <a:close/>
                <a:moveTo>
                  <a:pt x="2426" y="2742"/>
                </a:moveTo>
                <a:cubicBezTo>
                  <a:pt x="3340" y="2742"/>
                  <a:pt x="4128" y="3529"/>
                  <a:pt x="4128" y="4474"/>
                </a:cubicBezTo>
                <a:lnTo>
                  <a:pt x="4128" y="4852"/>
                </a:lnTo>
                <a:lnTo>
                  <a:pt x="694" y="4852"/>
                </a:lnTo>
                <a:lnTo>
                  <a:pt x="694" y="4474"/>
                </a:lnTo>
                <a:cubicBezTo>
                  <a:pt x="694" y="3498"/>
                  <a:pt x="1481" y="2742"/>
                  <a:pt x="2426" y="2742"/>
                </a:cubicBezTo>
                <a:close/>
                <a:moveTo>
                  <a:pt x="2489" y="1"/>
                </a:moveTo>
                <a:cubicBezTo>
                  <a:pt x="1733" y="1"/>
                  <a:pt x="1103" y="631"/>
                  <a:pt x="1103" y="1387"/>
                </a:cubicBezTo>
                <a:cubicBezTo>
                  <a:pt x="1103" y="1733"/>
                  <a:pt x="1229" y="2049"/>
                  <a:pt x="1450" y="2269"/>
                </a:cubicBezTo>
                <a:cubicBezTo>
                  <a:pt x="568" y="2679"/>
                  <a:pt x="1" y="3498"/>
                  <a:pt x="1" y="4474"/>
                </a:cubicBezTo>
                <a:lnTo>
                  <a:pt x="1" y="5199"/>
                </a:lnTo>
                <a:cubicBezTo>
                  <a:pt x="1" y="5388"/>
                  <a:pt x="158" y="5546"/>
                  <a:pt x="379" y="5546"/>
                </a:cubicBezTo>
                <a:lnTo>
                  <a:pt x="4537" y="5546"/>
                </a:lnTo>
                <a:cubicBezTo>
                  <a:pt x="4726" y="5546"/>
                  <a:pt x="4884" y="5388"/>
                  <a:pt x="4884" y="5199"/>
                </a:cubicBezTo>
                <a:lnTo>
                  <a:pt x="4884" y="4474"/>
                </a:lnTo>
                <a:cubicBezTo>
                  <a:pt x="4884" y="3498"/>
                  <a:pt x="4348" y="2679"/>
                  <a:pt x="3529" y="2269"/>
                </a:cubicBezTo>
                <a:cubicBezTo>
                  <a:pt x="3750" y="2049"/>
                  <a:pt x="3876" y="1733"/>
                  <a:pt x="3876" y="1387"/>
                </a:cubicBezTo>
                <a:cubicBezTo>
                  <a:pt x="3876" y="631"/>
                  <a:pt x="3246" y="1"/>
                  <a:pt x="248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5" name="Google Shape;9300;p73">
            <a:extLst>
              <a:ext uri="{FF2B5EF4-FFF2-40B4-BE49-F238E27FC236}">
                <a16:creationId xmlns:a16="http://schemas.microsoft.com/office/drawing/2014/main" id="{76259C8F-C2FA-9FF5-4355-E73AFB3AE946}"/>
              </a:ext>
            </a:extLst>
          </p:cNvPr>
          <p:cNvSpPr/>
          <p:nvPr/>
        </p:nvSpPr>
        <p:spPr>
          <a:xfrm>
            <a:off x="6721175" y="3148318"/>
            <a:ext cx="95300" cy="125939"/>
          </a:xfrm>
          <a:custGeom>
            <a:avLst/>
            <a:gdLst/>
            <a:ahLst/>
            <a:cxnLst/>
            <a:rect l="l" t="t" r="r" b="b"/>
            <a:pathLst>
              <a:path w="2112" h="2791" extrusionOk="0">
                <a:moveTo>
                  <a:pt x="1095" y="0"/>
                </a:moveTo>
                <a:cubicBezTo>
                  <a:pt x="1001" y="0"/>
                  <a:pt x="903" y="28"/>
                  <a:pt x="819" y="112"/>
                </a:cubicBezTo>
                <a:lnTo>
                  <a:pt x="126" y="805"/>
                </a:lnTo>
                <a:cubicBezTo>
                  <a:pt x="0" y="931"/>
                  <a:pt x="0" y="1184"/>
                  <a:pt x="126" y="1278"/>
                </a:cubicBezTo>
                <a:cubicBezTo>
                  <a:pt x="205" y="1341"/>
                  <a:pt x="292" y="1373"/>
                  <a:pt x="378" y="1373"/>
                </a:cubicBezTo>
                <a:cubicBezTo>
                  <a:pt x="465" y="1373"/>
                  <a:pt x="552" y="1341"/>
                  <a:pt x="630" y="1278"/>
                </a:cubicBezTo>
                <a:lnTo>
                  <a:pt x="756" y="1184"/>
                </a:lnTo>
                <a:lnTo>
                  <a:pt x="756" y="2066"/>
                </a:lnTo>
                <a:lnTo>
                  <a:pt x="378" y="2066"/>
                </a:lnTo>
                <a:cubicBezTo>
                  <a:pt x="189" y="2066"/>
                  <a:pt x="32" y="2223"/>
                  <a:pt x="32" y="2444"/>
                </a:cubicBezTo>
                <a:cubicBezTo>
                  <a:pt x="32" y="2633"/>
                  <a:pt x="189" y="2790"/>
                  <a:pt x="378" y="2790"/>
                </a:cubicBezTo>
                <a:lnTo>
                  <a:pt x="1765" y="2790"/>
                </a:lnTo>
                <a:cubicBezTo>
                  <a:pt x="1954" y="2790"/>
                  <a:pt x="2111" y="2633"/>
                  <a:pt x="2111" y="2444"/>
                </a:cubicBezTo>
                <a:cubicBezTo>
                  <a:pt x="2111" y="2223"/>
                  <a:pt x="1954" y="2066"/>
                  <a:pt x="1765" y="2066"/>
                </a:cubicBezTo>
                <a:lnTo>
                  <a:pt x="1418" y="2066"/>
                </a:lnTo>
                <a:lnTo>
                  <a:pt x="1418" y="333"/>
                </a:lnTo>
                <a:cubicBezTo>
                  <a:pt x="1418" y="175"/>
                  <a:pt x="1323" y="81"/>
                  <a:pt x="1229" y="18"/>
                </a:cubicBezTo>
                <a:cubicBezTo>
                  <a:pt x="1187" y="7"/>
                  <a:pt x="1141" y="0"/>
                  <a:pt x="10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52" name="Google Shape;9301;p73">
            <a:extLst>
              <a:ext uri="{FF2B5EF4-FFF2-40B4-BE49-F238E27FC236}">
                <a16:creationId xmlns:a16="http://schemas.microsoft.com/office/drawing/2014/main" id="{B9249E86-30BE-0AA5-6EC0-E9FEADD3274E}"/>
              </a:ext>
            </a:extLst>
          </p:cNvPr>
          <p:cNvSpPr/>
          <p:nvPr/>
        </p:nvSpPr>
        <p:spPr>
          <a:xfrm>
            <a:off x="9884086" y="1484387"/>
            <a:ext cx="541707" cy="533133"/>
          </a:xfrm>
          <a:custGeom>
            <a:avLst/>
            <a:gdLst/>
            <a:ahLst/>
            <a:cxnLst/>
            <a:rect l="l" t="t" r="r" b="b"/>
            <a:pathLst>
              <a:path w="12005" h="11815" extrusionOk="0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58" name="Google Shape;9303;p73">
            <a:extLst>
              <a:ext uri="{FF2B5EF4-FFF2-40B4-BE49-F238E27FC236}">
                <a16:creationId xmlns:a16="http://schemas.microsoft.com/office/drawing/2014/main" id="{90B00945-FBD0-0885-1582-2971E41C3512}"/>
              </a:ext>
            </a:extLst>
          </p:cNvPr>
          <p:cNvSpPr/>
          <p:nvPr/>
        </p:nvSpPr>
        <p:spPr>
          <a:xfrm>
            <a:off x="10265192" y="2433315"/>
            <a:ext cx="32715" cy="32760"/>
          </a:xfrm>
          <a:custGeom>
            <a:avLst/>
            <a:gdLst/>
            <a:ahLst/>
            <a:cxnLst/>
            <a:rect l="l" t="t" r="r" b="b"/>
            <a:pathLst>
              <a:path w="725" h="726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8"/>
                  <a:pt x="158" y="725"/>
                  <a:pt x="378" y="725"/>
                </a:cubicBezTo>
                <a:cubicBezTo>
                  <a:pt x="567" y="725"/>
                  <a:pt x="725" y="568"/>
                  <a:pt x="725" y="347"/>
                </a:cubicBezTo>
                <a:cubicBezTo>
                  <a:pt x="725" y="158"/>
                  <a:pt x="567" y="0"/>
                  <a:pt x="37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59" name="Google Shape;9304;p73">
            <a:extLst>
              <a:ext uri="{FF2B5EF4-FFF2-40B4-BE49-F238E27FC236}">
                <a16:creationId xmlns:a16="http://schemas.microsoft.com/office/drawing/2014/main" id="{578CBD98-4629-D18B-B17A-320B6D85D9D9}"/>
              </a:ext>
            </a:extLst>
          </p:cNvPr>
          <p:cNvSpPr/>
          <p:nvPr/>
        </p:nvSpPr>
        <p:spPr>
          <a:xfrm>
            <a:off x="9888455" y="2117723"/>
            <a:ext cx="533135" cy="533133"/>
          </a:xfrm>
          <a:custGeom>
            <a:avLst/>
            <a:gdLst/>
            <a:ahLst/>
            <a:cxnLst/>
            <a:rect l="l" t="t" r="r" b="b"/>
            <a:pathLst>
              <a:path w="11815" h="11815" extrusionOk="0">
                <a:moveTo>
                  <a:pt x="7845" y="725"/>
                </a:moveTo>
                <a:cubicBezTo>
                  <a:pt x="7719" y="914"/>
                  <a:pt x="7656" y="1166"/>
                  <a:pt x="7656" y="1450"/>
                </a:cubicBezTo>
                <a:cubicBezTo>
                  <a:pt x="7656" y="1670"/>
                  <a:pt x="7719" y="1922"/>
                  <a:pt x="7845" y="2143"/>
                </a:cubicBezTo>
                <a:lnTo>
                  <a:pt x="1387" y="2143"/>
                </a:lnTo>
                <a:cubicBezTo>
                  <a:pt x="1009" y="2143"/>
                  <a:pt x="694" y="1828"/>
                  <a:pt x="694" y="1450"/>
                </a:cubicBezTo>
                <a:cubicBezTo>
                  <a:pt x="694" y="1040"/>
                  <a:pt x="1009" y="725"/>
                  <a:pt x="1387" y="725"/>
                </a:cubicBezTo>
                <a:close/>
                <a:moveTo>
                  <a:pt x="6112" y="6994"/>
                </a:moveTo>
                <a:cubicBezTo>
                  <a:pt x="5955" y="7183"/>
                  <a:pt x="5829" y="7436"/>
                  <a:pt x="5766" y="7719"/>
                </a:cubicBezTo>
                <a:lnTo>
                  <a:pt x="3466" y="7719"/>
                </a:lnTo>
                <a:lnTo>
                  <a:pt x="3466" y="6994"/>
                </a:lnTo>
                <a:close/>
                <a:moveTo>
                  <a:pt x="694" y="2678"/>
                </a:moveTo>
                <a:cubicBezTo>
                  <a:pt x="883" y="2773"/>
                  <a:pt x="1103" y="2867"/>
                  <a:pt x="1387" y="2867"/>
                </a:cubicBezTo>
                <a:lnTo>
                  <a:pt x="1387" y="10460"/>
                </a:lnTo>
                <a:cubicBezTo>
                  <a:pt x="1009" y="10460"/>
                  <a:pt x="694" y="10145"/>
                  <a:pt x="694" y="9767"/>
                </a:cubicBezTo>
                <a:lnTo>
                  <a:pt x="694" y="2678"/>
                </a:lnTo>
                <a:close/>
                <a:moveTo>
                  <a:pt x="8381" y="2836"/>
                </a:moveTo>
                <a:lnTo>
                  <a:pt x="8381" y="5608"/>
                </a:lnTo>
                <a:cubicBezTo>
                  <a:pt x="7814" y="5703"/>
                  <a:pt x="7247" y="5923"/>
                  <a:pt x="6774" y="6301"/>
                </a:cubicBezTo>
                <a:lnTo>
                  <a:pt x="3151" y="6301"/>
                </a:lnTo>
                <a:cubicBezTo>
                  <a:pt x="2962" y="6301"/>
                  <a:pt x="2804" y="6459"/>
                  <a:pt x="2804" y="6648"/>
                </a:cubicBezTo>
                <a:lnTo>
                  <a:pt x="2804" y="8034"/>
                </a:lnTo>
                <a:cubicBezTo>
                  <a:pt x="2804" y="8223"/>
                  <a:pt x="2962" y="8381"/>
                  <a:pt x="3151" y="8381"/>
                </a:cubicBezTo>
                <a:lnTo>
                  <a:pt x="5640" y="8381"/>
                </a:lnTo>
                <a:lnTo>
                  <a:pt x="5640" y="8727"/>
                </a:lnTo>
                <a:cubicBezTo>
                  <a:pt x="5640" y="9357"/>
                  <a:pt x="5829" y="9956"/>
                  <a:pt x="6144" y="10492"/>
                </a:cubicBezTo>
                <a:lnTo>
                  <a:pt x="2080" y="10492"/>
                </a:lnTo>
                <a:lnTo>
                  <a:pt x="2080" y="10460"/>
                </a:lnTo>
                <a:lnTo>
                  <a:pt x="2080" y="2836"/>
                </a:lnTo>
                <a:close/>
                <a:moveTo>
                  <a:pt x="8727" y="6301"/>
                </a:moveTo>
                <a:cubicBezTo>
                  <a:pt x="10050" y="6301"/>
                  <a:pt x="11153" y="7404"/>
                  <a:pt x="11153" y="8727"/>
                </a:cubicBezTo>
                <a:cubicBezTo>
                  <a:pt x="11153" y="10082"/>
                  <a:pt x="10050" y="11216"/>
                  <a:pt x="8727" y="11216"/>
                </a:cubicBezTo>
                <a:cubicBezTo>
                  <a:pt x="7373" y="11216"/>
                  <a:pt x="6270" y="10113"/>
                  <a:pt x="6270" y="8727"/>
                </a:cubicBezTo>
                <a:cubicBezTo>
                  <a:pt x="6270" y="7373"/>
                  <a:pt x="7373" y="6301"/>
                  <a:pt x="8727" y="6301"/>
                </a:cubicBezTo>
                <a:close/>
                <a:moveTo>
                  <a:pt x="1387" y="0"/>
                </a:moveTo>
                <a:cubicBezTo>
                  <a:pt x="630" y="0"/>
                  <a:pt x="0" y="630"/>
                  <a:pt x="0" y="1355"/>
                </a:cubicBezTo>
                <a:lnTo>
                  <a:pt x="0" y="9704"/>
                </a:lnTo>
                <a:cubicBezTo>
                  <a:pt x="0" y="10460"/>
                  <a:pt x="630" y="11090"/>
                  <a:pt x="1387" y="11090"/>
                </a:cubicBezTo>
                <a:lnTo>
                  <a:pt x="6742" y="11090"/>
                </a:lnTo>
                <a:cubicBezTo>
                  <a:pt x="7310" y="11563"/>
                  <a:pt x="8003" y="11815"/>
                  <a:pt x="8727" y="11815"/>
                </a:cubicBezTo>
                <a:cubicBezTo>
                  <a:pt x="10460" y="11815"/>
                  <a:pt x="11815" y="10334"/>
                  <a:pt x="11815" y="8664"/>
                </a:cubicBezTo>
                <a:cubicBezTo>
                  <a:pt x="11815" y="7120"/>
                  <a:pt x="10618" y="5829"/>
                  <a:pt x="9074" y="5608"/>
                </a:cubicBezTo>
                <a:lnTo>
                  <a:pt x="9074" y="2458"/>
                </a:lnTo>
                <a:cubicBezTo>
                  <a:pt x="9074" y="2269"/>
                  <a:pt x="9042" y="2143"/>
                  <a:pt x="8822" y="2080"/>
                </a:cubicBezTo>
                <a:cubicBezTo>
                  <a:pt x="8538" y="1985"/>
                  <a:pt x="8349" y="1733"/>
                  <a:pt x="8349" y="1418"/>
                </a:cubicBezTo>
                <a:cubicBezTo>
                  <a:pt x="8349" y="1135"/>
                  <a:pt x="8538" y="851"/>
                  <a:pt x="8822" y="725"/>
                </a:cubicBezTo>
                <a:cubicBezTo>
                  <a:pt x="8979" y="694"/>
                  <a:pt x="9074" y="536"/>
                  <a:pt x="9074" y="410"/>
                </a:cubicBezTo>
                <a:lnTo>
                  <a:pt x="9074" y="347"/>
                </a:lnTo>
                <a:cubicBezTo>
                  <a:pt x="9074" y="158"/>
                  <a:pt x="8916" y="0"/>
                  <a:pt x="87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0" name="Google Shape;9305;p73">
            <a:extLst>
              <a:ext uri="{FF2B5EF4-FFF2-40B4-BE49-F238E27FC236}">
                <a16:creationId xmlns:a16="http://schemas.microsoft.com/office/drawing/2014/main" id="{1CF67314-F9E1-138C-4B78-D704B65CCDB8}"/>
              </a:ext>
            </a:extLst>
          </p:cNvPr>
          <p:cNvSpPr/>
          <p:nvPr/>
        </p:nvSpPr>
        <p:spPr>
          <a:xfrm>
            <a:off x="10265192" y="2480245"/>
            <a:ext cx="32715" cy="110913"/>
          </a:xfrm>
          <a:custGeom>
            <a:avLst/>
            <a:gdLst/>
            <a:ahLst/>
            <a:cxnLst/>
            <a:rect l="l" t="t" r="r" b="b"/>
            <a:pathLst>
              <a:path w="725" h="2458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lnTo>
                  <a:pt x="0" y="2111"/>
                </a:lnTo>
                <a:cubicBezTo>
                  <a:pt x="0" y="2300"/>
                  <a:pt x="158" y="2458"/>
                  <a:pt x="378" y="2458"/>
                </a:cubicBezTo>
                <a:cubicBezTo>
                  <a:pt x="567" y="2458"/>
                  <a:pt x="725" y="2300"/>
                  <a:pt x="725" y="2111"/>
                </a:cubicBezTo>
                <a:lnTo>
                  <a:pt x="725" y="347"/>
                </a:lnTo>
                <a:cubicBezTo>
                  <a:pt x="725" y="158"/>
                  <a:pt x="567" y="0"/>
                  <a:pt x="37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1" name="Google Shape;9306;p73">
            <a:extLst>
              <a:ext uri="{FF2B5EF4-FFF2-40B4-BE49-F238E27FC236}">
                <a16:creationId xmlns:a16="http://schemas.microsoft.com/office/drawing/2014/main" id="{9B7F2E9F-CB82-00B9-2826-579628D93353}"/>
              </a:ext>
            </a:extLst>
          </p:cNvPr>
          <p:cNvSpPr/>
          <p:nvPr/>
        </p:nvSpPr>
        <p:spPr>
          <a:xfrm>
            <a:off x="10013538" y="2275519"/>
            <a:ext cx="221827" cy="31316"/>
          </a:xfrm>
          <a:custGeom>
            <a:avLst/>
            <a:gdLst/>
            <a:ahLst/>
            <a:cxnLst/>
            <a:rect l="l" t="t" r="r" b="b"/>
            <a:pathLst>
              <a:path w="4916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99"/>
                  <a:pt x="158" y="694"/>
                  <a:pt x="347" y="694"/>
                </a:cubicBezTo>
                <a:lnTo>
                  <a:pt x="4569" y="694"/>
                </a:lnTo>
                <a:cubicBezTo>
                  <a:pt x="4758" y="694"/>
                  <a:pt x="4916" y="536"/>
                  <a:pt x="4916" y="347"/>
                </a:cubicBezTo>
                <a:cubicBezTo>
                  <a:pt x="4916" y="158"/>
                  <a:pt x="4758" y="0"/>
                  <a:pt x="45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62" name="Google Shape;9307;p73">
            <a:extLst>
              <a:ext uri="{FF2B5EF4-FFF2-40B4-BE49-F238E27FC236}">
                <a16:creationId xmlns:a16="http://schemas.microsoft.com/office/drawing/2014/main" id="{3D4B135C-FE32-801A-BDFD-E34CFC3DCA74}"/>
              </a:ext>
            </a:extLst>
          </p:cNvPr>
          <p:cNvSpPr/>
          <p:nvPr/>
        </p:nvSpPr>
        <p:spPr>
          <a:xfrm>
            <a:off x="10013538" y="2339503"/>
            <a:ext cx="221827" cy="31316"/>
          </a:xfrm>
          <a:custGeom>
            <a:avLst/>
            <a:gdLst/>
            <a:ahLst/>
            <a:cxnLst/>
            <a:rect l="l" t="t" r="r" b="b"/>
            <a:pathLst>
              <a:path w="4916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47" y="693"/>
                </a:cubicBezTo>
                <a:lnTo>
                  <a:pt x="4569" y="693"/>
                </a:lnTo>
                <a:cubicBezTo>
                  <a:pt x="4758" y="693"/>
                  <a:pt x="4916" y="536"/>
                  <a:pt x="4916" y="347"/>
                </a:cubicBezTo>
                <a:cubicBezTo>
                  <a:pt x="4916" y="158"/>
                  <a:pt x="4758" y="0"/>
                  <a:pt x="45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56" name="Google Shape;9309;p73">
            <a:extLst>
              <a:ext uri="{FF2B5EF4-FFF2-40B4-BE49-F238E27FC236}">
                <a16:creationId xmlns:a16="http://schemas.microsoft.com/office/drawing/2014/main" id="{4DF24AC3-27EC-84C3-5920-1DFFC5E61FDD}"/>
              </a:ext>
            </a:extLst>
          </p:cNvPr>
          <p:cNvSpPr/>
          <p:nvPr/>
        </p:nvSpPr>
        <p:spPr>
          <a:xfrm>
            <a:off x="9920447" y="2804341"/>
            <a:ext cx="469148" cy="534576"/>
          </a:xfrm>
          <a:custGeom>
            <a:avLst/>
            <a:gdLst/>
            <a:ahLst/>
            <a:cxnLst/>
            <a:rect l="l" t="t" r="r" b="b"/>
            <a:pathLst>
              <a:path w="10397" h="11847" extrusionOk="0">
                <a:moveTo>
                  <a:pt x="5860" y="694"/>
                </a:moveTo>
                <a:cubicBezTo>
                  <a:pt x="7089" y="694"/>
                  <a:pt x="8097" y="1639"/>
                  <a:pt x="8254" y="2805"/>
                </a:cubicBezTo>
                <a:cubicBezTo>
                  <a:pt x="8160" y="2773"/>
                  <a:pt x="8065" y="2773"/>
                  <a:pt x="7939" y="2773"/>
                </a:cubicBezTo>
                <a:lnTo>
                  <a:pt x="7561" y="2773"/>
                </a:lnTo>
                <a:cubicBezTo>
                  <a:pt x="7404" y="1985"/>
                  <a:pt x="6679" y="1387"/>
                  <a:pt x="5860" y="1387"/>
                </a:cubicBezTo>
                <a:lnTo>
                  <a:pt x="4474" y="1387"/>
                </a:lnTo>
                <a:cubicBezTo>
                  <a:pt x="3655" y="1387"/>
                  <a:pt x="2930" y="1985"/>
                  <a:pt x="2804" y="2773"/>
                </a:cubicBezTo>
                <a:lnTo>
                  <a:pt x="2394" y="2773"/>
                </a:lnTo>
                <a:cubicBezTo>
                  <a:pt x="2268" y="2773"/>
                  <a:pt x="2142" y="2773"/>
                  <a:pt x="2079" y="2805"/>
                </a:cubicBezTo>
                <a:cubicBezTo>
                  <a:pt x="2237" y="1639"/>
                  <a:pt x="3277" y="694"/>
                  <a:pt x="4474" y="694"/>
                </a:cubicBezTo>
                <a:close/>
                <a:moveTo>
                  <a:pt x="6206" y="2143"/>
                </a:moveTo>
                <a:cubicBezTo>
                  <a:pt x="6616" y="2300"/>
                  <a:pt x="6931" y="2647"/>
                  <a:pt x="6931" y="3120"/>
                </a:cubicBezTo>
                <a:lnTo>
                  <a:pt x="6931" y="3403"/>
                </a:lnTo>
                <a:cubicBezTo>
                  <a:pt x="6522" y="3246"/>
                  <a:pt x="6206" y="2899"/>
                  <a:pt x="6206" y="2427"/>
                </a:cubicBezTo>
                <a:lnTo>
                  <a:pt x="6206" y="2143"/>
                </a:lnTo>
                <a:close/>
                <a:moveTo>
                  <a:pt x="5513" y="2080"/>
                </a:moveTo>
                <a:lnTo>
                  <a:pt x="5513" y="2427"/>
                </a:lnTo>
                <a:cubicBezTo>
                  <a:pt x="5513" y="3025"/>
                  <a:pt x="5041" y="3435"/>
                  <a:pt x="4474" y="3435"/>
                </a:cubicBezTo>
                <a:lnTo>
                  <a:pt x="3466" y="3435"/>
                </a:lnTo>
                <a:lnTo>
                  <a:pt x="3466" y="3088"/>
                </a:lnTo>
                <a:cubicBezTo>
                  <a:pt x="3466" y="2490"/>
                  <a:pt x="3938" y="2080"/>
                  <a:pt x="4474" y="2080"/>
                </a:cubicBezTo>
                <a:close/>
                <a:moveTo>
                  <a:pt x="2741" y="3435"/>
                </a:moveTo>
                <a:lnTo>
                  <a:pt x="2741" y="5451"/>
                </a:lnTo>
                <a:cubicBezTo>
                  <a:pt x="2363" y="5293"/>
                  <a:pt x="2048" y="4947"/>
                  <a:pt x="2048" y="4474"/>
                </a:cubicBezTo>
                <a:lnTo>
                  <a:pt x="2048" y="3813"/>
                </a:lnTo>
                <a:cubicBezTo>
                  <a:pt x="2048" y="3592"/>
                  <a:pt x="2205" y="3435"/>
                  <a:pt x="2394" y="3435"/>
                </a:cubicBezTo>
                <a:close/>
                <a:moveTo>
                  <a:pt x="7939" y="3498"/>
                </a:moveTo>
                <a:cubicBezTo>
                  <a:pt x="8160" y="3498"/>
                  <a:pt x="8317" y="3655"/>
                  <a:pt x="8317" y="3844"/>
                </a:cubicBezTo>
                <a:lnTo>
                  <a:pt x="8317" y="4506"/>
                </a:lnTo>
                <a:cubicBezTo>
                  <a:pt x="8317" y="4947"/>
                  <a:pt x="8034" y="5325"/>
                  <a:pt x="7593" y="5482"/>
                </a:cubicBezTo>
                <a:lnTo>
                  <a:pt x="7593" y="3498"/>
                </a:lnTo>
                <a:close/>
                <a:moveTo>
                  <a:pt x="5891" y="3435"/>
                </a:moveTo>
                <a:cubicBezTo>
                  <a:pt x="6143" y="3750"/>
                  <a:pt x="6522" y="4033"/>
                  <a:pt x="6931" y="4128"/>
                </a:cubicBezTo>
                <a:lnTo>
                  <a:pt x="6931" y="5892"/>
                </a:lnTo>
                <a:cubicBezTo>
                  <a:pt x="6931" y="6491"/>
                  <a:pt x="6459" y="6900"/>
                  <a:pt x="5891" y="6900"/>
                </a:cubicBezTo>
                <a:lnTo>
                  <a:pt x="4505" y="6900"/>
                </a:lnTo>
                <a:cubicBezTo>
                  <a:pt x="3938" y="6900"/>
                  <a:pt x="3497" y="6428"/>
                  <a:pt x="3497" y="5892"/>
                </a:cubicBezTo>
                <a:lnTo>
                  <a:pt x="3497" y="4159"/>
                </a:lnTo>
                <a:lnTo>
                  <a:pt x="4505" y="4159"/>
                </a:lnTo>
                <a:cubicBezTo>
                  <a:pt x="5072" y="4159"/>
                  <a:pt x="5576" y="3876"/>
                  <a:pt x="5891" y="3435"/>
                </a:cubicBezTo>
                <a:close/>
                <a:moveTo>
                  <a:pt x="6238" y="7593"/>
                </a:moveTo>
                <a:cubicBezTo>
                  <a:pt x="6333" y="7782"/>
                  <a:pt x="6459" y="7971"/>
                  <a:pt x="6616" y="8097"/>
                </a:cubicBezTo>
                <a:lnTo>
                  <a:pt x="5198" y="9547"/>
                </a:lnTo>
                <a:lnTo>
                  <a:pt x="3718" y="8097"/>
                </a:lnTo>
                <a:cubicBezTo>
                  <a:pt x="3875" y="7971"/>
                  <a:pt x="4033" y="7782"/>
                  <a:pt x="4096" y="7593"/>
                </a:cubicBezTo>
                <a:cubicBezTo>
                  <a:pt x="4190" y="7625"/>
                  <a:pt x="4379" y="7625"/>
                  <a:pt x="4474" y="7625"/>
                </a:cubicBezTo>
                <a:lnTo>
                  <a:pt x="5860" y="7625"/>
                </a:lnTo>
                <a:cubicBezTo>
                  <a:pt x="5986" y="7625"/>
                  <a:pt x="6143" y="7625"/>
                  <a:pt x="6238" y="7593"/>
                </a:cubicBezTo>
                <a:close/>
                <a:moveTo>
                  <a:pt x="2961" y="8318"/>
                </a:moveTo>
                <a:lnTo>
                  <a:pt x="4852" y="10177"/>
                </a:lnTo>
                <a:lnTo>
                  <a:pt x="4852" y="11122"/>
                </a:lnTo>
                <a:lnTo>
                  <a:pt x="662" y="11122"/>
                </a:lnTo>
                <a:lnTo>
                  <a:pt x="662" y="9358"/>
                </a:lnTo>
                <a:cubicBezTo>
                  <a:pt x="662" y="8759"/>
                  <a:pt x="1134" y="8318"/>
                  <a:pt x="1701" y="8318"/>
                </a:cubicBezTo>
                <a:close/>
                <a:moveTo>
                  <a:pt x="8664" y="8318"/>
                </a:moveTo>
                <a:cubicBezTo>
                  <a:pt x="9262" y="8318"/>
                  <a:pt x="9672" y="8790"/>
                  <a:pt x="9672" y="9358"/>
                </a:cubicBezTo>
                <a:lnTo>
                  <a:pt x="9672" y="11122"/>
                </a:lnTo>
                <a:lnTo>
                  <a:pt x="5513" y="11122"/>
                </a:lnTo>
                <a:lnTo>
                  <a:pt x="5513" y="10177"/>
                </a:lnTo>
                <a:lnTo>
                  <a:pt x="7404" y="8318"/>
                </a:lnTo>
                <a:close/>
                <a:moveTo>
                  <a:pt x="4537" y="1"/>
                </a:moveTo>
                <a:cubicBezTo>
                  <a:pt x="2804" y="1"/>
                  <a:pt x="1418" y="1418"/>
                  <a:pt x="1418" y="3120"/>
                </a:cubicBezTo>
                <a:lnTo>
                  <a:pt x="1418" y="4506"/>
                </a:lnTo>
                <a:cubicBezTo>
                  <a:pt x="1418" y="5356"/>
                  <a:pt x="2048" y="6050"/>
                  <a:pt x="2835" y="6207"/>
                </a:cubicBezTo>
                <a:cubicBezTo>
                  <a:pt x="2898" y="6648"/>
                  <a:pt x="3151" y="7026"/>
                  <a:pt x="3497" y="7278"/>
                </a:cubicBezTo>
                <a:cubicBezTo>
                  <a:pt x="3466" y="7467"/>
                  <a:pt x="3308" y="7625"/>
                  <a:pt x="3119" y="7625"/>
                </a:cubicBezTo>
                <a:lnTo>
                  <a:pt x="1733" y="7625"/>
                </a:lnTo>
                <a:cubicBezTo>
                  <a:pt x="788" y="7625"/>
                  <a:pt x="0" y="8412"/>
                  <a:pt x="0" y="9358"/>
                </a:cubicBezTo>
                <a:lnTo>
                  <a:pt x="0" y="11468"/>
                </a:lnTo>
                <a:cubicBezTo>
                  <a:pt x="0" y="11689"/>
                  <a:pt x="158" y="11846"/>
                  <a:pt x="347" y="11846"/>
                </a:cubicBezTo>
                <a:lnTo>
                  <a:pt x="10050" y="11846"/>
                </a:lnTo>
                <a:cubicBezTo>
                  <a:pt x="10239" y="11846"/>
                  <a:pt x="10397" y="11689"/>
                  <a:pt x="10397" y="11468"/>
                </a:cubicBezTo>
                <a:lnTo>
                  <a:pt x="10397" y="9358"/>
                </a:lnTo>
                <a:cubicBezTo>
                  <a:pt x="10397" y="8412"/>
                  <a:pt x="9609" y="7625"/>
                  <a:pt x="8664" y="7625"/>
                </a:cubicBezTo>
                <a:lnTo>
                  <a:pt x="7278" y="7625"/>
                </a:lnTo>
                <a:cubicBezTo>
                  <a:pt x="7089" y="7625"/>
                  <a:pt x="6931" y="7467"/>
                  <a:pt x="6931" y="7278"/>
                </a:cubicBezTo>
                <a:cubicBezTo>
                  <a:pt x="7278" y="7026"/>
                  <a:pt x="7530" y="6648"/>
                  <a:pt x="7593" y="6207"/>
                </a:cubicBezTo>
                <a:cubicBezTo>
                  <a:pt x="8380" y="6050"/>
                  <a:pt x="9010" y="5325"/>
                  <a:pt x="9010" y="4506"/>
                </a:cubicBezTo>
                <a:lnTo>
                  <a:pt x="9010" y="3120"/>
                </a:lnTo>
                <a:cubicBezTo>
                  <a:pt x="9010" y="1387"/>
                  <a:pt x="7593" y="1"/>
                  <a:pt x="58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57" name="Google Shape;9310;p73">
            <a:extLst>
              <a:ext uri="{FF2B5EF4-FFF2-40B4-BE49-F238E27FC236}">
                <a16:creationId xmlns:a16="http://schemas.microsoft.com/office/drawing/2014/main" id="{E6548AA0-C64A-9638-0A78-382D6C1F8416}"/>
              </a:ext>
            </a:extLst>
          </p:cNvPr>
          <p:cNvSpPr/>
          <p:nvPr/>
        </p:nvSpPr>
        <p:spPr>
          <a:xfrm>
            <a:off x="10233199" y="3240775"/>
            <a:ext cx="63985" cy="31316"/>
          </a:xfrm>
          <a:custGeom>
            <a:avLst/>
            <a:gdLst/>
            <a:ahLst/>
            <a:cxnLst/>
            <a:rect l="l" t="t" r="r" b="b"/>
            <a:pathLst>
              <a:path w="1418" h="694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6"/>
                  <a:pt x="158" y="694"/>
                  <a:pt x="347" y="694"/>
                </a:cubicBezTo>
                <a:lnTo>
                  <a:pt x="1040" y="694"/>
                </a:lnTo>
                <a:cubicBezTo>
                  <a:pt x="1260" y="694"/>
                  <a:pt x="1418" y="536"/>
                  <a:pt x="1418" y="347"/>
                </a:cubicBezTo>
                <a:cubicBezTo>
                  <a:pt x="1418" y="158"/>
                  <a:pt x="1260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55" name="Google Shape;9311;p73">
            <a:extLst>
              <a:ext uri="{FF2B5EF4-FFF2-40B4-BE49-F238E27FC236}">
                <a16:creationId xmlns:a16="http://schemas.microsoft.com/office/drawing/2014/main" id="{4BC2783D-3828-A1CC-B908-88BD6E5044FD}"/>
              </a:ext>
            </a:extLst>
          </p:cNvPr>
          <p:cNvSpPr/>
          <p:nvPr/>
        </p:nvSpPr>
        <p:spPr>
          <a:xfrm>
            <a:off x="11253768" y="2117716"/>
            <a:ext cx="534576" cy="533133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5892" y="693"/>
                </a:moveTo>
                <a:cubicBezTo>
                  <a:pt x="6491" y="693"/>
                  <a:pt x="6932" y="1134"/>
                  <a:pt x="6932" y="1701"/>
                </a:cubicBezTo>
                <a:cubicBezTo>
                  <a:pt x="6932" y="2269"/>
                  <a:pt x="6459" y="2710"/>
                  <a:pt x="5892" y="2710"/>
                </a:cubicBezTo>
                <a:cubicBezTo>
                  <a:pt x="5325" y="2710"/>
                  <a:pt x="4884" y="2269"/>
                  <a:pt x="4884" y="1701"/>
                </a:cubicBezTo>
                <a:cubicBezTo>
                  <a:pt x="4884" y="1134"/>
                  <a:pt x="5325" y="693"/>
                  <a:pt x="5892" y="693"/>
                </a:cubicBezTo>
                <a:close/>
                <a:moveTo>
                  <a:pt x="5892" y="3466"/>
                </a:moveTo>
                <a:cubicBezTo>
                  <a:pt x="6176" y="3466"/>
                  <a:pt x="6428" y="3497"/>
                  <a:pt x="6680" y="3592"/>
                </a:cubicBezTo>
                <a:lnTo>
                  <a:pt x="5892" y="4631"/>
                </a:lnTo>
                <a:lnTo>
                  <a:pt x="5104" y="3592"/>
                </a:lnTo>
                <a:cubicBezTo>
                  <a:pt x="5357" y="3529"/>
                  <a:pt x="5609" y="3466"/>
                  <a:pt x="5892" y="3466"/>
                </a:cubicBezTo>
                <a:close/>
                <a:moveTo>
                  <a:pt x="4222" y="2048"/>
                </a:moveTo>
                <a:cubicBezTo>
                  <a:pt x="4285" y="2426"/>
                  <a:pt x="4474" y="2710"/>
                  <a:pt x="4726" y="2962"/>
                </a:cubicBezTo>
                <a:cubicBezTo>
                  <a:pt x="4632" y="2993"/>
                  <a:pt x="4537" y="3056"/>
                  <a:pt x="4443" y="3088"/>
                </a:cubicBezTo>
                <a:cubicBezTo>
                  <a:pt x="4443" y="3088"/>
                  <a:pt x="4411" y="3088"/>
                  <a:pt x="4411" y="3119"/>
                </a:cubicBezTo>
                <a:cubicBezTo>
                  <a:pt x="3403" y="3623"/>
                  <a:pt x="2773" y="4694"/>
                  <a:pt x="2773" y="5829"/>
                </a:cubicBezTo>
                <a:lnTo>
                  <a:pt x="2773" y="6207"/>
                </a:lnTo>
                <a:lnTo>
                  <a:pt x="2143" y="6207"/>
                </a:lnTo>
                <a:lnTo>
                  <a:pt x="2647" y="2300"/>
                </a:lnTo>
                <a:cubicBezTo>
                  <a:pt x="2679" y="2174"/>
                  <a:pt x="2836" y="2048"/>
                  <a:pt x="2962" y="2048"/>
                </a:cubicBezTo>
                <a:close/>
                <a:moveTo>
                  <a:pt x="4474" y="3907"/>
                </a:moveTo>
                <a:lnTo>
                  <a:pt x="5546" y="5325"/>
                </a:lnTo>
                <a:lnTo>
                  <a:pt x="5546" y="6238"/>
                </a:lnTo>
                <a:lnTo>
                  <a:pt x="3466" y="6238"/>
                </a:lnTo>
                <a:lnTo>
                  <a:pt x="3466" y="5892"/>
                </a:lnTo>
                <a:cubicBezTo>
                  <a:pt x="3466" y="5041"/>
                  <a:pt x="3844" y="4348"/>
                  <a:pt x="4474" y="3907"/>
                </a:cubicBezTo>
                <a:close/>
                <a:moveTo>
                  <a:pt x="7278" y="3907"/>
                </a:moveTo>
                <a:cubicBezTo>
                  <a:pt x="7908" y="4348"/>
                  <a:pt x="8318" y="5104"/>
                  <a:pt x="8318" y="5892"/>
                </a:cubicBezTo>
                <a:lnTo>
                  <a:pt x="8318" y="6238"/>
                </a:lnTo>
                <a:lnTo>
                  <a:pt x="6207" y="6238"/>
                </a:lnTo>
                <a:lnTo>
                  <a:pt x="6207" y="5325"/>
                </a:lnTo>
                <a:lnTo>
                  <a:pt x="7278" y="3907"/>
                </a:lnTo>
                <a:close/>
                <a:moveTo>
                  <a:pt x="8854" y="2048"/>
                </a:moveTo>
                <a:cubicBezTo>
                  <a:pt x="9011" y="2048"/>
                  <a:pt x="9137" y="2143"/>
                  <a:pt x="9169" y="2300"/>
                </a:cubicBezTo>
                <a:lnTo>
                  <a:pt x="9673" y="6238"/>
                </a:lnTo>
                <a:lnTo>
                  <a:pt x="9043" y="6238"/>
                </a:lnTo>
                <a:lnTo>
                  <a:pt x="9043" y="5860"/>
                </a:lnTo>
                <a:cubicBezTo>
                  <a:pt x="9043" y="4694"/>
                  <a:pt x="8381" y="3655"/>
                  <a:pt x="7436" y="3151"/>
                </a:cubicBezTo>
                <a:cubicBezTo>
                  <a:pt x="7436" y="3151"/>
                  <a:pt x="7404" y="3151"/>
                  <a:pt x="7404" y="3119"/>
                </a:cubicBezTo>
                <a:cubicBezTo>
                  <a:pt x="7310" y="3088"/>
                  <a:pt x="7184" y="3056"/>
                  <a:pt x="7121" y="2993"/>
                </a:cubicBezTo>
                <a:cubicBezTo>
                  <a:pt x="7310" y="2773"/>
                  <a:pt x="7530" y="2458"/>
                  <a:pt x="7593" y="2048"/>
                </a:cubicBezTo>
                <a:close/>
                <a:moveTo>
                  <a:pt x="10744" y="6900"/>
                </a:moveTo>
                <a:cubicBezTo>
                  <a:pt x="10933" y="6900"/>
                  <a:pt x="11090" y="7057"/>
                  <a:pt x="11090" y="7246"/>
                </a:cubicBezTo>
                <a:cubicBezTo>
                  <a:pt x="11090" y="7435"/>
                  <a:pt x="10933" y="7624"/>
                  <a:pt x="10744" y="7624"/>
                </a:cubicBezTo>
                <a:lnTo>
                  <a:pt x="1009" y="7624"/>
                </a:lnTo>
                <a:cubicBezTo>
                  <a:pt x="820" y="7624"/>
                  <a:pt x="662" y="7435"/>
                  <a:pt x="662" y="7246"/>
                </a:cubicBezTo>
                <a:cubicBezTo>
                  <a:pt x="662" y="7057"/>
                  <a:pt x="820" y="6900"/>
                  <a:pt x="1009" y="6900"/>
                </a:cubicBezTo>
                <a:close/>
                <a:moveTo>
                  <a:pt x="10397" y="8317"/>
                </a:moveTo>
                <a:lnTo>
                  <a:pt x="10397" y="11121"/>
                </a:lnTo>
                <a:lnTo>
                  <a:pt x="1387" y="11121"/>
                </a:lnTo>
                <a:lnTo>
                  <a:pt x="1387" y="8317"/>
                </a:lnTo>
                <a:close/>
                <a:moveTo>
                  <a:pt x="5892" y="0"/>
                </a:moveTo>
                <a:cubicBezTo>
                  <a:pt x="5073" y="0"/>
                  <a:pt x="4380" y="599"/>
                  <a:pt x="4222" y="1386"/>
                </a:cubicBezTo>
                <a:lnTo>
                  <a:pt x="2962" y="1386"/>
                </a:lnTo>
                <a:cubicBezTo>
                  <a:pt x="2458" y="1386"/>
                  <a:pt x="2080" y="1701"/>
                  <a:pt x="1954" y="2143"/>
                </a:cubicBezTo>
                <a:lnTo>
                  <a:pt x="1954" y="2174"/>
                </a:lnTo>
                <a:lnTo>
                  <a:pt x="1450" y="6238"/>
                </a:lnTo>
                <a:lnTo>
                  <a:pt x="1072" y="6238"/>
                </a:lnTo>
                <a:cubicBezTo>
                  <a:pt x="473" y="6238"/>
                  <a:pt x="1" y="6711"/>
                  <a:pt x="1" y="7246"/>
                </a:cubicBezTo>
                <a:cubicBezTo>
                  <a:pt x="1" y="7719"/>
                  <a:pt x="316" y="8065"/>
                  <a:pt x="694" y="8254"/>
                </a:cubicBezTo>
                <a:lnTo>
                  <a:pt x="694" y="11468"/>
                </a:lnTo>
                <a:cubicBezTo>
                  <a:pt x="694" y="11657"/>
                  <a:pt x="851" y="11815"/>
                  <a:pt x="1040" y="11815"/>
                </a:cubicBezTo>
                <a:lnTo>
                  <a:pt x="10775" y="11815"/>
                </a:lnTo>
                <a:cubicBezTo>
                  <a:pt x="10996" y="11815"/>
                  <a:pt x="11153" y="11657"/>
                  <a:pt x="11153" y="11468"/>
                </a:cubicBezTo>
                <a:lnTo>
                  <a:pt x="11153" y="8254"/>
                </a:lnTo>
                <a:cubicBezTo>
                  <a:pt x="11531" y="8065"/>
                  <a:pt x="11847" y="7719"/>
                  <a:pt x="11847" y="7246"/>
                </a:cubicBezTo>
                <a:cubicBezTo>
                  <a:pt x="11815" y="6711"/>
                  <a:pt x="11342" y="6238"/>
                  <a:pt x="10744" y="6238"/>
                </a:cubicBezTo>
                <a:lnTo>
                  <a:pt x="10366" y="6238"/>
                </a:lnTo>
                <a:lnTo>
                  <a:pt x="9830" y="2174"/>
                </a:lnTo>
                <a:lnTo>
                  <a:pt x="9830" y="2143"/>
                </a:lnTo>
                <a:cubicBezTo>
                  <a:pt x="9736" y="1701"/>
                  <a:pt x="9295" y="1386"/>
                  <a:pt x="8854" y="1386"/>
                </a:cubicBezTo>
                <a:lnTo>
                  <a:pt x="7593" y="1386"/>
                </a:lnTo>
                <a:cubicBezTo>
                  <a:pt x="7436" y="599"/>
                  <a:pt x="6711" y="0"/>
                  <a:pt x="5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03" name="Google Shape;9313;p73">
            <a:extLst>
              <a:ext uri="{FF2B5EF4-FFF2-40B4-BE49-F238E27FC236}">
                <a16:creationId xmlns:a16="http://schemas.microsoft.com/office/drawing/2014/main" id="{9485F748-1566-4134-8D52-E9E5123B4EAF}"/>
              </a:ext>
            </a:extLst>
          </p:cNvPr>
          <p:cNvSpPr/>
          <p:nvPr/>
        </p:nvSpPr>
        <p:spPr>
          <a:xfrm>
            <a:off x="467863" y="4295272"/>
            <a:ext cx="160685" cy="156399"/>
          </a:xfrm>
          <a:custGeom>
            <a:avLst/>
            <a:gdLst/>
            <a:ahLst/>
            <a:cxnLst/>
            <a:rect l="l" t="t" r="r" b="b"/>
            <a:pathLst>
              <a:path w="3560" h="3466" extrusionOk="0">
                <a:moveTo>
                  <a:pt x="1797" y="0"/>
                </a:moveTo>
                <a:cubicBezTo>
                  <a:pt x="789" y="0"/>
                  <a:pt x="1" y="788"/>
                  <a:pt x="1" y="1733"/>
                </a:cubicBezTo>
                <a:cubicBezTo>
                  <a:pt x="1" y="2710"/>
                  <a:pt x="789" y="3466"/>
                  <a:pt x="1797" y="3466"/>
                </a:cubicBezTo>
                <a:cubicBezTo>
                  <a:pt x="2773" y="3466"/>
                  <a:pt x="3561" y="2710"/>
                  <a:pt x="3561" y="1733"/>
                </a:cubicBezTo>
                <a:cubicBezTo>
                  <a:pt x="3561" y="788"/>
                  <a:pt x="2773" y="0"/>
                  <a:pt x="179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04" name="Google Shape;9314;p73">
            <a:extLst>
              <a:ext uri="{FF2B5EF4-FFF2-40B4-BE49-F238E27FC236}">
                <a16:creationId xmlns:a16="http://schemas.microsoft.com/office/drawing/2014/main" id="{2FDD5F86-327B-6E61-542F-F119865E550B}"/>
              </a:ext>
            </a:extLst>
          </p:cNvPr>
          <p:cNvSpPr/>
          <p:nvPr/>
        </p:nvSpPr>
        <p:spPr>
          <a:xfrm>
            <a:off x="656975" y="4109049"/>
            <a:ext cx="284368" cy="281525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1355"/>
                </a:moveTo>
                <a:cubicBezTo>
                  <a:pt x="3749" y="1355"/>
                  <a:pt x="4159" y="1827"/>
                  <a:pt x="4159" y="2363"/>
                </a:cubicBezTo>
                <a:cubicBezTo>
                  <a:pt x="4159" y="2773"/>
                  <a:pt x="3970" y="3119"/>
                  <a:pt x="3623" y="3277"/>
                </a:cubicBezTo>
                <a:cubicBezTo>
                  <a:pt x="3529" y="3308"/>
                  <a:pt x="3497" y="3434"/>
                  <a:pt x="3497" y="3560"/>
                </a:cubicBezTo>
                <a:cubicBezTo>
                  <a:pt x="3497" y="3749"/>
                  <a:pt x="3340" y="3907"/>
                  <a:pt x="3151" y="3907"/>
                </a:cubicBezTo>
                <a:cubicBezTo>
                  <a:pt x="2962" y="3907"/>
                  <a:pt x="2804" y="3749"/>
                  <a:pt x="2804" y="3560"/>
                </a:cubicBezTo>
                <a:cubicBezTo>
                  <a:pt x="2804" y="3151"/>
                  <a:pt x="2993" y="2836"/>
                  <a:pt x="3308" y="2647"/>
                </a:cubicBezTo>
                <a:cubicBezTo>
                  <a:pt x="3434" y="2552"/>
                  <a:pt x="3497" y="2458"/>
                  <a:pt x="3497" y="2332"/>
                </a:cubicBezTo>
                <a:cubicBezTo>
                  <a:pt x="3497" y="2143"/>
                  <a:pt x="3340" y="1953"/>
                  <a:pt x="3151" y="1953"/>
                </a:cubicBezTo>
                <a:cubicBezTo>
                  <a:pt x="2962" y="1953"/>
                  <a:pt x="2804" y="2143"/>
                  <a:pt x="2804" y="2332"/>
                </a:cubicBezTo>
                <a:cubicBezTo>
                  <a:pt x="2804" y="2521"/>
                  <a:pt x="2646" y="2678"/>
                  <a:pt x="2426" y="2678"/>
                </a:cubicBezTo>
                <a:cubicBezTo>
                  <a:pt x="2237" y="2678"/>
                  <a:pt x="2079" y="2521"/>
                  <a:pt x="2079" y="2332"/>
                </a:cubicBezTo>
                <a:cubicBezTo>
                  <a:pt x="2079" y="1827"/>
                  <a:pt x="2552" y="1355"/>
                  <a:pt x="3151" y="1355"/>
                </a:cubicBezTo>
                <a:close/>
                <a:moveTo>
                  <a:pt x="3151" y="4096"/>
                </a:moveTo>
                <a:cubicBezTo>
                  <a:pt x="3340" y="4096"/>
                  <a:pt x="3497" y="4253"/>
                  <a:pt x="3497" y="4442"/>
                </a:cubicBezTo>
                <a:cubicBezTo>
                  <a:pt x="3497" y="4663"/>
                  <a:pt x="3340" y="4820"/>
                  <a:pt x="3151" y="4820"/>
                </a:cubicBezTo>
                <a:cubicBezTo>
                  <a:pt x="2962" y="4820"/>
                  <a:pt x="2804" y="4663"/>
                  <a:pt x="2804" y="4442"/>
                </a:cubicBezTo>
                <a:cubicBezTo>
                  <a:pt x="2804" y="4253"/>
                  <a:pt x="2962" y="4096"/>
                  <a:pt x="3151" y="4096"/>
                </a:cubicBezTo>
                <a:close/>
                <a:moveTo>
                  <a:pt x="3182" y="0"/>
                </a:moveTo>
                <a:cubicBezTo>
                  <a:pt x="1481" y="0"/>
                  <a:pt x="63" y="1418"/>
                  <a:pt x="63" y="3119"/>
                </a:cubicBezTo>
                <a:cubicBezTo>
                  <a:pt x="63" y="3655"/>
                  <a:pt x="189" y="4159"/>
                  <a:pt x="473" y="4663"/>
                </a:cubicBezTo>
                <a:lnTo>
                  <a:pt x="32" y="5766"/>
                </a:lnTo>
                <a:cubicBezTo>
                  <a:pt x="0" y="5860"/>
                  <a:pt x="32" y="5986"/>
                  <a:pt x="126" y="6112"/>
                </a:cubicBezTo>
                <a:cubicBezTo>
                  <a:pt x="189" y="6175"/>
                  <a:pt x="347" y="6238"/>
                  <a:pt x="473" y="6238"/>
                </a:cubicBezTo>
                <a:lnTo>
                  <a:pt x="1764" y="5892"/>
                </a:lnTo>
                <a:cubicBezTo>
                  <a:pt x="2205" y="6144"/>
                  <a:pt x="2678" y="6238"/>
                  <a:pt x="3182" y="6238"/>
                </a:cubicBezTo>
                <a:cubicBezTo>
                  <a:pt x="4915" y="6238"/>
                  <a:pt x="6301" y="4789"/>
                  <a:pt x="6301" y="3119"/>
                </a:cubicBezTo>
                <a:cubicBezTo>
                  <a:pt x="6301" y="1386"/>
                  <a:pt x="4883" y="0"/>
                  <a:pt x="318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05" name="Google Shape;9315;p73">
            <a:extLst>
              <a:ext uri="{FF2B5EF4-FFF2-40B4-BE49-F238E27FC236}">
                <a16:creationId xmlns:a16="http://schemas.microsoft.com/office/drawing/2014/main" id="{278B2F95-BBE2-639D-6FFF-B3FDC13970AF}"/>
              </a:ext>
            </a:extLst>
          </p:cNvPr>
          <p:cNvSpPr/>
          <p:nvPr/>
        </p:nvSpPr>
        <p:spPr>
          <a:xfrm>
            <a:off x="403921" y="4444541"/>
            <a:ext cx="284368" cy="196197"/>
          </a:xfrm>
          <a:custGeom>
            <a:avLst/>
            <a:gdLst/>
            <a:ahLst/>
            <a:cxnLst/>
            <a:rect l="l" t="t" r="r" b="b"/>
            <a:pathLst>
              <a:path w="6302" h="4348" extrusionOk="0">
                <a:moveTo>
                  <a:pt x="1355" y="0"/>
                </a:moveTo>
                <a:cubicBezTo>
                  <a:pt x="567" y="567"/>
                  <a:pt x="0" y="1513"/>
                  <a:pt x="0" y="2584"/>
                </a:cubicBezTo>
                <a:lnTo>
                  <a:pt x="0" y="4001"/>
                </a:lnTo>
                <a:cubicBezTo>
                  <a:pt x="63" y="4190"/>
                  <a:pt x="221" y="4348"/>
                  <a:pt x="410" y="4348"/>
                </a:cubicBezTo>
                <a:lnTo>
                  <a:pt x="5955" y="4348"/>
                </a:lnTo>
                <a:cubicBezTo>
                  <a:pt x="6144" y="4348"/>
                  <a:pt x="6301" y="4190"/>
                  <a:pt x="6301" y="4001"/>
                </a:cubicBezTo>
                <a:lnTo>
                  <a:pt x="6301" y="2584"/>
                </a:lnTo>
                <a:cubicBezTo>
                  <a:pt x="6301" y="1513"/>
                  <a:pt x="5797" y="599"/>
                  <a:pt x="4978" y="0"/>
                </a:cubicBezTo>
                <a:cubicBezTo>
                  <a:pt x="4537" y="536"/>
                  <a:pt x="3875" y="851"/>
                  <a:pt x="3151" y="851"/>
                </a:cubicBezTo>
                <a:cubicBezTo>
                  <a:pt x="2458" y="851"/>
                  <a:pt x="1796" y="536"/>
                  <a:pt x="13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8" name="Google Shape;9317;p73">
            <a:extLst>
              <a:ext uri="{FF2B5EF4-FFF2-40B4-BE49-F238E27FC236}">
                <a16:creationId xmlns:a16="http://schemas.microsoft.com/office/drawing/2014/main" id="{D99074E0-948C-644F-EEA7-50674FEDDB86}"/>
              </a:ext>
            </a:extLst>
          </p:cNvPr>
          <p:cNvSpPr/>
          <p:nvPr/>
        </p:nvSpPr>
        <p:spPr>
          <a:xfrm>
            <a:off x="453672" y="4858955"/>
            <a:ext cx="92459" cy="92413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41" y="0"/>
                </a:moveTo>
                <a:cubicBezTo>
                  <a:pt x="473" y="0"/>
                  <a:pt x="1" y="473"/>
                  <a:pt x="1" y="1040"/>
                </a:cubicBezTo>
                <a:cubicBezTo>
                  <a:pt x="1" y="1607"/>
                  <a:pt x="473" y="2048"/>
                  <a:pt x="1041" y="2048"/>
                </a:cubicBezTo>
                <a:cubicBezTo>
                  <a:pt x="1608" y="2048"/>
                  <a:pt x="2049" y="1607"/>
                  <a:pt x="2049" y="1040"/>
                </a:cubicBezTo>
                <a:cubicBezTo>
                  <a:pt x="2049" y="473"/>
                  <a:pt x="1608" y="0"/>
                  <a:pt x="10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9" name="Google Shape;9318;p73">
            <a:extLst>
              <a:ext uri="{FF2B5EF4-FFF2-40B4-BE49-F238E27FC236}">
                <a16:creationId xmlns:a16="http://schemas.microsoft.com/office/drawing/2014/main" id="{5A0B55D6-E7B9-696C-B6DB-3C663222635A}"/>
              </a:ext>
            </a:extLst>
          </p:cNvPr>
          <p:cNvSpPr/>
          <p:nvPr/>
        </p:nvSpPr>
        <p:spPr>
          <a:xfrm>
            <a:off x="561743" y="4779312"/>
            <a:ext cx="221781" cy="188571"/>
          </a:xfrm>
          <a:custGeom>
            <a:avLst/>
            <a:gdLst/>
            <a:ahLst/>
            <a:cxnLst/>
            <a:rect l="l" t="t" r="r" b="b"/>
            <a:pathLst>
              <a:path w="4915" h="4179" extrusionOk="0">
                <a:moveTo>
                  <a:pt x="1040" y="1"/>
                </a:moveTo>
                <a:cubicBezTo>
                  <a:pt x="441" y="1"/>
                  <a:pt x="0" y="473"/>
                  <a:pt x="0" y="1072"/>
                </a:cubicBezTo>
                <a:lnTo>
                  <a:pt x="0" y="1797"/>
                </a:lnTo>
                <a:cubicBezTo>
                  <a:pt x="0" y="2364"/>
                  <a:pt x="473" y="2805"/>
                  <a:pt x="1040" y="2805"/>
                </a:cubicBezTo>
                <a:lnTo>
                  <a:pt x="2300" y="2805"/>
                </a:lnTo>
                <a:lnTo>
                  <a:pt x="3592" y="4097"/>
                </a:lnTo>
                <a:cubicBezTo>
                  <a:pt x="3672" y="4156"/>
                  <a:pt x="3764" y="4178"/>
                  <a:pt x="3853" y="4178"/>
                </a:cubicBezTo>
                <a:cubicBezTo>
                  <a:pt x="3905" y="4178"/>
                  <a:pt x="3955" y="4171"/>
                  <a:pt x="4001" y="4160"/>
                </a:cubicBezTo>
                <a:cubicBezTo>
                  <a:pt x="4127" y="4097"/>
                  <a:pt x="4190" y="3939"/>
                  <a:pt x="4190" y="3844"/>
                </a:cubicBezTo>
                <a:lnTo>
                  <a:pt x="4190" y="2742"/>
                </a:lnTo>
                <a:cubicBezTo>
                  <a:pt x="4600" y="2584"/>
                  <a:pt x="4915" y="2206"/>
                  <a:pt x="4915" y="1734"/>
                </a:cubicBezTo>
                <a:lnTo>
                  <a:pt x="4915" y="1072"/>
                </a:lnTo>
                <a:cubicBezTo>
                  <a:pt x="4915" y="473"/>
                  <a:pt x="4411" y="1"/>
                  <a:pt x="387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00" name="Google Shape;9319;p73">
            <a:extLst>
              <a:ext uri="{FF2B5EF4-FFF2-40B4-BE49-F238E27FC236}">
                <a16:creationId xmlns:a16="http://schemas.microsoft.com/office/drawing/2014/main" id="{36C42877-1264-7814-60A5-55CB2F2AA1C4}"/>
              </a:ext>
            </a:extLst>
          </p:cNvPr>
          <p:cNvSpPr/>
          <p:nvPr/>
        </p:nvSpPr>
        <p:spPr>
          <a:xfrm>
            <a:off x="402502" y="4966980"/>
            <a:ext cx="255940" cy="346595"/>
          </a:xfrm>
          <a:custGeom>
            <a:avLst/>
            <a:gdLst/>
            <a:ahLst/>
            <a:cxnLst/>
            <a:rect l="l" t="t" r="r" b="b"/>
            <a:pathLst>
              <a:path w="5672" h="7681" extrusionOk="0">
                <a:moveTo>
                  <a:pt x="3340" y="4506"/>
                </a:moveTo>
                <a:lnTo>
                  <a:pt x="3718" y="5577"/>
                </a:lnTo>
                <a:lnTo>
                  <a:pt x="1229" y="5577"/>
                </a:lnTo>
                <a:lnTo>
                  <a:pt x="1450" y="4600"/>
                </a:lnTo>
                <a:lnTo>
                  <a:pt x="1450" y="4506"/>
                </a:lnTo>
                <a:close/>
                <a:moveTo>
                  <a:pt x="1450" y="1"/>
                </a:moveTo>
                <a:cubicBezTo>
                  <a:pt x="1135" y="1"/>
                  <a:pt x="883" y="221"/>
                  <a:pt x="788" y="505"/>
                </a:cubicBezTo>
                <a:lnTo>
                  <a:pt x="95" y="3624"/>
                </a:lnTo>
                <a:cubicBezTo>
                  <a:pt x="1" y="4096"/>
                  <a:pt x="316" y="4506"/>
                  <a:pt x="757" y="4506"/>
                </a:cubicBezTo>
                <a:lnTo>
                  <a:pt x="95" y="7247"/>
                </a:lnTo>
                <a:cubicBezTo>
                  <a:pt x="32" y="7436"/>
                  <a:pt x="158" y="7593"/>
                  <a:pt x="316" y="7656"/>
                </a:cubicBezTo>
                <a:cubicBezTo>
                  <a:pt x="350" y="7668"/>
                  <a:pt x="383" y="7673"/>
                  <a:pt x="415" y="7673"/>
                </a:cubicBezTo>
                <a:cubicBezTo>
                  <a:pt x="559" y="7673"/>
                  <a:pt x="679" y="7565"/>
                  <a:pt x="757" y="7436"/>
                </a:cubicBezTo>
                <a:lnTo>
                  <a:pt x="1040" y="6301"/>
                </a:lnTo>
                <a:lnTo>
                  <a:pt x="3939" y="6301"/>
                </a:lnTo>
                <a:lnTo>
                  <a:pt x="4254" y="7152"/>
                </a:lnTo>
                <a:cubicBezTo>
                  <a:pt x="4358" y="7492"/>
                  <a:pt x="4637" y="7680"/>
                  <a:pt x="4908" y="7680"/>
                </a:cubicBezTo>
                <a:cubicBezTo>
                  <a:pt x="4964" y="7680"/>
                  <a:pt x="5019" y="7672"/>
                  <a:pt x="5073" y="7656"/>
                </a:cubicBezTo>
                <a:cubicBezTo>
                  <a:pt x="5451" y="7593"/>
                  <a:pt x="5672" y="7184"/>
                  <a:pt x="5609" y="6837"/>
                </a:cubicBezTo>
                <a:lnTo>
                  <a:pt x="4569" y="3687"/>
                </a:lnTo>
                <a:cubicBezTo>
                  <a:pt x="4506" y="3372"/>
                  <a:pt x="4222" y="3183"/>
                  <a:pt x="3907" y="3183"/>
                </a:cubicBezTo>
                <a:lnTo>
                  <a:pt x="3183" y="3183"/>
                </a:lnTo>
                <a:cubicBezTo>
                  <a:pt x="2994" y="3183"/>
                  <a:pt x="2836" y="3025"/>
                  <a:pt x="2836" y="2836"/>
                </a:cubicBezTo>
                <a:cubicBezTo>
                  <a:pt x="2836" y="2615"/>
                  <a:pt x="2994" y="2458"/>
                  <a:pt x="3183" y="2458"/>
                </a:cubicBezTo>
                <a:lnTo>
                  <a:pt x="4222" y="2458"/>
                </a:lnTo>
                <a:cubicBezTo>
                  <a:pt x="4600" y="2458"/>
                  <a:pt x="4915" y="2143"/>
                  <a:pt x="4915" y="1765"/>
                </a:cubicBezTo>
                <a:cubicBezTo>
                  <a:pt x="4915" y="1355"/>
                  <a:pt x="4600" y="1040"/>
                  <a:pt x="4222" y="1040"/>
                </a:cubicBezTo>
                <a:lnTo>
                  <a:pt x="2332" y="1040"/>
                </a:lnTo>
                <a:lnTo>
                  <a:pt x="2080" y="379"/>
                </a:lnTo>
                <a:cubicBezTo>
                  <a:pt x="1985" y="158"/>
                  <a:pt x="1733" y="1"/>
                  <a:pt x="145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01" name="Google Shape;9320;p73">
            <a:extLst>
              <a:ext uri="{FF2B5EF4-FFF2-40B4-BE49-F238E27FC236}">
                <a16:creationId xmlns:a16="http://schemas.microsoft.com/office/drawing/2014/main" id="{26F54DCB-3EDA-148F-EB9A-41450426F5EE}"/>
              </a:ext>
            </a:extLst>
          </p:cNvPr>
          <p:cNvSpPr/>
          <p:nvPr/>
        </p:nvSpPr>
        <p:spPr>
          <a:xfrm>
            <a:off x="799136" y="4858955"/>
            <a:ext cx="92459" cy="92413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09" y="0"/>
                </a:moveTo>
                <a:cubicBezTo>
                  <a:pt x="442" y="0"/>
                  <a:pt x="1" y="473"/>
                  <a:pt x="1" y="1040"/>
                </a:cubicBezTo>
                <a:cubicBezTo>
                  <a:pt x="1" y="1607"/>
                  <a:pt x="442" y="2048"/>
                  <a:pt x="1009" y="2048"/>
                </a:cubicBezTo>
                <a:cubicBezTo>
                  <a:pt x="1576" y="2048"/>
                  <a:pt x="2048" y="1607"/>
                  <a:pt x="2048" y="1040"/>
                </a:cubicBezTo>
                <a:cubicBezTo>
                  <a:pt x="2048" y="473"/>
                  <a:pt x="1576" y="0"/>
                  <a:pt x="10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302" name="Google Shape;9321;p73">
            <a:extLst>
              <a:ext uri="{FF2B5EF4-FFF2-40B4-BE49-F238E27FC236}">
                <a16:creationId xmlns:a16="http://schemas.microsoft.com/office/drawing/2014/main" id="{F06D4AC3-0440-F50A-1C01-3B41E2E92EFC}"/>
              </a:ext>
            </a:extLst>
          </p:cNvPr>
          <p:cNvSpPr/>
          <p:nvPr/>
        </p:nvSpPr>
        <p:spPr>
          <a:xfrm>
            <a:off x="686823" y="4968426"/>
            <a:ext cx="255940" cy="347631"/>
          </a:xfrm>
          <a:custGeom>
            <a:avLst/>
            <a:gdLst/>
            <a:ahLst/>
            <a:cxnLst/>
            <a:rect l="l" t="t" r="r" b="b"/>
            <a:pathLst>
              <a:path w="5672" h="7704" extrusionOk="0">
                <a:moveTo>
                  <a:pt x="4222" y="4474"/>
                </a:moveTo>
                <a:lnTo>
                  <a:pt x="4222" y="4568"/>
                </a:lnTo>
                <a:lnTo>
                  <a:pt x="4443" y="5545"/>
                </a:lnTo>
                <a:lnTo>
                  <a:pt x="1985" y="5545"/>
                </a:lnTo>
                <a:lnTo>
                  <a:pt x="2332" y="4474"/>
                </a:lnTo>
                <a:close/>
                <a:moveTo>
                  <a:pt x="4222" y="0"/>
                </a:moveTo>
                <a:cubicBezTo>
                  <a:pt x="3939" y="0"/>
                  <a:pt x="3718" y="158"/>
                  <a:pt x="3592" y="378"/>
                </a:cubicBezTo>
                <a:lnTo>
                  <a:pt x="3340" y="1071"/>
                </a:lnTo>
                <a:lnTo>
                  <a:pt x="1450" y="1071"/>
                </a:lnTo>
                <a:cubicBezTo>
                  <a:pt x="1072" y="1071"/>
                  <a:pt x="757" y="1386"/>
                  <a:pt x="757" y="1764"/>
                </a:cubicBezTo>
                <a:cubicBezTo>
                  <a:pt x="757" y="2174"/>
                  <a:pt x="1072" y="2489"/>
                  <a:pt x="1450" y="2489"/>
                </a:cubicBezTo>
                <a:lnTo>
                  <a:pt x="2490" y="2489"/>
                </a:lnTo>
                <a:cubicBezTo>
                  <a:pt x="2679" y="2489"/>
                  <a:pt x="2836" y="2646"/>
                  <a:pt x="2836" y="2835"/>
                </a:cubicBezTo>
                <a:cubicBezTo>
                  <a:pt x="2836" y="3024"/>
                  <a:pt x="2679" y="3182"/>
                  <a:pt x="2490" y="3182"/>
                </a:cubicBezTo>
                <a:lnTo>
                  <a:pt x="1765" y="3182"/>
                </a:lnTo>
                <a:cubicBezTo>
                  <a:pt x="1450" y="3182"/>
                  <a:pt x="1198" y="3371"/>
                  <a:pt x="1103" y="3686"/>
                </a:cubicBezTo>
                <a:lnTo>
                  <a:pt x="95" y="6837"/>
                </a:lnTo>
                <a:cubicBezTo>
                  <a:pt x="1" y="7215"/>
                  <a:pt x="190" y="7593"/>
                  <a:pt x="599" y="7687"/>
                </a:cubicBezTo>
                <a:cubicBezTo>
                  <a:pt x="643" y="7696"/>
                  <a:pt x="690" y="7701"/>
                  <a:pt x="738" y="7701"/>
                </a:cubicBezTo>
                <a:cubicBezTo>
                  <a:pt x="1030" y="7701"/>
                  <a:pt x="1364" y="7531"/>
                  <a:pt x="1418" y="7152"/>
                </a:cubicBezTo>
                <a:lnTo>
                  <a:pt x="1733" y="6301"/>
                </a:lnTo>
                <a:lnTo>
                  <a:pt x="4632" y="6301"/>
                </a:lnTo>
                <a:lnTo>
                  <a:pt x="4915" y="7435"/>
                </a:lnTo>
                <a:cubicBezTo>
                  <a:pt x="4967" y="7591"/>
                  <a:pt x="5104" y="7704"/>
                  <a:pt x="5257" y="7704"/>
                </a:cubicBezTo>
                <a:cubicBezTo>
                  <a:pt x="5290" y="7704"/>
                  <a:pt x="5323" y="7698"/>
                  <a:pt x="5356" y="7687"/>
                </a:cubicBezTo>
                <a:cubicBezTo>
                  <a:pt x="5546" y="7624"/>
                  <a:pt x="5672" y="7435"/>
                  <a:pt x="5577" y="7246"/>
                </a:cubicBezTo>
                <a:lnTo>
                  <a:pt x="4915" y="4537"/>
                </a:lnTo>
                <a:cubicBezTo>
                  <a:pt x="5356" y="4474"/>
                  <a:pt x="5672" y="4064"/>
                  <a:pt x="5609" y="3623"/>
                </a:cubicBezTo>
                <a:lnTo>
                  <a:pt x="4884" y="504"/>
                </a:lnTo>
                <a:cubicBezTo>
                  <a:pt x="4821" y="189"/>
                  <a:pt x="4537" y="0"/>
                  <a:pt x="42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1" name="Google Shape;9323;p73">
            <a:extLst>
              <a:ext uri="{FF2B5EF4-FFF2-40B4-BE49-F238E27FC236}">
                <a16:creationId xmlns:a16="http://schemas.microsoft.com/office/drawing/2014/main" id="{5CB41967-9F11-AD6A-EDFE-7B8AAA58FE2C}"/>
              </a:ext>
            </a:extLst>
          </p:cNvPr>
          <p:cNvSpPr/>
          <p:nvPr/>
        </p:nvSpPr>
        <p:spPr>
          <a:xfrm>
            <a:off x="607183" y="5428277"/>
            <a:ext cx="128015" cy="123728"/>
          </a:xfrm>
          <a:custGeom>
            <a:avLst/>
            <a:gdLst/>
            <a:ahLst/>
            <a:cxnLst/>
            <a:rect l="l" t="t" r="r" b="b"/>
            <a:pathLst>
              <a:path w="2837" h="2742" extrusionOk="0">
                <a:moveTo>
                  <a:pt x="1419" y="1"/>
                </a:moveTo>
                <a:cubicBezTo>
                  <a:pt x="631" y="1"/>
                  <a:pt x="1" y="599"/>
                  <a:pt x="1" y="1355"/>
                </a:cubicBezTo>
                <a:cubicBezTo>
                  <a:pt x="1" y="2143"/>
                  <a:pt x="631" y="2742"/>
                  <a:pt x="1419" y="2742"/>
                </a:cubicBezTo>
                <a:cubicBezTo>
                  <a:pt x="2206" y="2742"/>
                  <a:pt x="2836" y="2143"/>
                  <a:pt x="2836" y="1355"/>
                </a:cubicBezTo>
                <a:cubicBezTo>
                  <a:pt x="2836" y="599"/>
                  <a:pt x="2206" y="1"/>
                  <a:pt x="14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2" name="Google Shape;9324;p73">
            <a:extLst>
              <a:ext uri="{FF2B5EF4-FFF2-40B4-BE49-F238E27FC236}">
                <a16:creationId xmlns:a16="http://schemas.microsoft.com/office/drawing/2014/main" id="{C926082E-4E5D-473A-BF57-270AB9416369}"/>
              </a:ext>
            </a:extLst>
          </p:cNvPr>
          <p:cNvSpPr/>
          <p:nvPr/>
        </p:nvSpPr>
        <p:spPr>
          <a:xfrm>
            <a:off x="452227" y="5711202"/>
            <a:ext cx="125172" cy="123683"/>
          </a:xfrm>
          <a:custGeom>
            <a:avLst/>
            <a:gdLst/>
            <a:ahLst/>
            <a:cxnLst/>
            <a:rect l="l" t="t" r="r" b="b"/>
            <a:pathLst>
              <a:path w="2774" h="2741" extrusionOk="0">
                <a:moveTo>
                  <a:pt x="1387" y="0"/>
                </a:moveTo>
                <a:cubicBezTo>
                  <a:pt x="631" y="0"/>
                  <a:pt x="1" y="630"/>
                  <a:pt x="1" y="1355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11"/>
                  <a:pt x="2773" y="1355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3" name="Google Shape;9325;p73">
            <a:extLst>
              <a:ext uri="{FF2B5EF4-FFF2-40B4-BE49-F238E27FC236}">
                <a16:creationId xmlns:a16="http://schemas.microsoft.com/office/drawing/2014/main" id="{7545409D-9ECB-1038-3315-63C3AA738C4B}"/>
              </a:ext>
            </a:extLst>
          </p:cNvPr>
          <p:cNvSpPr/>
          <p:nvPr/>
        </p:nvSpPr>
        <p:spPr>
          <a:xfrm>
            <a:off x="767820" y="5712599"/>
            <a:ext cx="123728" cy="123728"/>
          </a:xfrm>
          <a:custGeom>
            <a:avLst/>
            <a:gdLst/>
            <a:ahLst/>
            <a:cxnLst/>
            <a:rect l="l" t="t" r="r" b="b"/>
            <a:pathLst>
              <a:path w="2742" h="2742" extrusionOk="0">
                <a:moveTo>
                  <a:pt x="1356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11"/>
                  <a:pt x="631" y="2741"/>
                  <a:pt x="1356" y="2741"/>
                </a:cubicBezTo>
                <a:cubicBezTo>
                  <a:pt x="2112" y="2741"/>
                  <a:pt x="2742" y="2111"/>
                  <a:pt x="2742" y="1387"/>
                </a:cubicBezTo>
                <a:cubicBezTo>
                  <a:pt x="2742" y="631"/>
                  <a:pt x="2112" y="1"/>
                  <a:pt x="135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4" name="Google Shape;9326;p73">
            <a:extLst>
              <a:ext uri="{FF2B5EF4-FFF2-40B4-BE49-F238E27FC236}">
                <a16:creationId xmlns:a16="http://schemas.microsoft.com/office/drawing/2014/main" id="{8BCDAC95-902E-A971-2014-7C73AA881B8D}"/>
              </a:ext>
            </a:extLst>
          </p:cNvPr>
          <p:cNvSpPr/>
          <p:nvPr/>
        </p:nvSpPr>
        <p:spPr>
          <a:xfrm>
            <a:off x="405346" y="5833440"/>
            <a:ext cx="220383" cy="129415"/>
          </a:xfrm>
          <a:custGeom>
            <a:avLst/>
            <a:gdLst/>
            <a:ahLst/>
            <a:cxnLst/>
            <a:rect l="l" t="t" r="r" b="b"/>
            <a:pathLst>
              <a:path w="4884" h="2868" extrusionOk="0">
                <a:moveTo>
                  <a:pt x="819" y="0"/>
                </a:moveTo>
                <a:cubicBezTo>
                  <a:pt x="347" y="442"/>
                  <a:pt x="0" y="1072"/>
                  <a:pt x="0" y="1796"/>
                </a:cubicBezTo>
                <a:lnTo>
                  <a:pt x="0" y="2521"/>
                </a:lnTo>
                <a:cubicBezTo>
                  <a:pt x="0" y="2710"/>
                  <a:pt x="158" y="2867"/>
                  <a:pt x="347" y="2867"/>
                </a:cubicBezTo>
                <a:lnTo>
                  <a:pt x="4505" y="2867"/>
                </a:lnTo>
                <a:cubicBezTo>
                  <a:pt x="4726" y="2867"/>
                  <a:pt x="4883" y="2710"/>
                  <a:pt x="4883" y="2521"/>
                </a:cubicBezTo>
                <a:lnTo>
                  <a:pt x="4883" y="1796"/>
                </a:lnTo>
                <a:cubicBezTo>
                  <a:pt x="4883" y="1103"/>
                  <a:pt x="4568" y="442"/>
                  <a:pt x="4033" y="0"/>
                </a:cubicBezTo>
                <a:cubicBezTo>
                  <a:pt x="3655" y="473"/>
                  <a:pt x="3088" y="788"/>
                  <a:pt x="2426" y="788"/>
                </a:cubicBezTo>
                <a:cubicBezTo>
                  <a:pt x="1796" y="788"/>
                  <a:pt x="1197" y="473"/>
                  <a:pt x="8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5" name="Google Shape;9327;p73">
            <a:extLst>
              <a:ext uri="{FF2B5EF4-FFF2-40B4-BE49-F238E27FC236}">
                <a16:creationId xmlns:a16="http://schemas.microsoft.com/office/drawing/2014/main" id="{3B1E359F-7576-87EE-D878-8182F257698E}"/>
              </a:ext>
            </a:extLst>
          </p:cNvPr>
          <p:cNvSpPr/>
          <p:nvPr/>
        </p:nvSpPr>
        <p:spPr>
          <a:xfrm>
            <a:off x="561697" y="5549119"/>
            <a:ext cx="221827" cy="130813"/>
          </a:xfrm>
          <a:custGeom>
            <a:avLst/>
            <a:gdLst/>
            <a:ahLst/>
            <a:cxnLst/>
            <a:rect l="l" t="t" r="r" b="b"/>
            <a:pathLst>
              <a:path w="4916" h="2899" extrusionOk="0">
                <a:moveTo>
                  <a:pt x="851" y="1"/>
                </a:moveTo>
                <a:cubicBezTo>
                  <a:pt x="347" y="442"/>
                  <a:pt x="1" y="1103"/>
                  <a:pt x="1" y="1796"/>
                </a:cubicBezTo>
                <a:lnTo>
                  <a:pt x="1" y="2552"/>
                </a:lnTo>
                <a:cubicBezTo>
                  <a:pt x="1" y="2741"/>
                  <a:pt x="158" y="2899"/>
                  <a:pt x="347" y="2899"/>
                </a:cubicBezTo>
                <a:lnTo>
                  <a:pt x="4537" y="2899"/>
                </a:lnTo>
                <a:cubicBezTo>
                  <a:pt x="4758" y="2899"/>
                  <a:pt x="4915" y="2741"/>
                  <a:pt x="4915" y="2552"/>
                </a:cubicBezTo>
                <a:lnTo>
                  <a:pt x="4915" y="1796"/>
                </a:lnTo>
                <a:cubicBezTo>
                  <a:pt x="4915" y="1103"/>
                  <a:pt x="4600" y="442"/>
                  <a:pt x="4065" y="1"/>
                </a:cubicBezTo>
                <a:cubicBezTo>
                  <a:pt x="3687" y="473"/>
                  <a:pt x="3088" y="788"/>
                  <a:pt x="2458" y="788"/>
                </a:cubicBezTo>
                <a:cubicBezTo>
                  <a:pt x="1828" y="788"/>
                  <a:pt x="1198" y="473"/>
                  <a:pt x="85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6" name="Google Shape;9328;p73">
            <a:extLst>
              <a:ext uri="{FF2B5EF4-FFF2-40B4-BE49-F238E27FC236}">
                <a16:creationId xmlns:a16="http://schemas.microsoft.com/office/drawing/2014/main" id="{D8A7883B-59B4-B5D1-83CA-CAAE211880A5}"/>
              </a:ext>
            </a:extLst>
          </p:cNvPr>
          <p:cNvSpPr/>
          <p:nvPr/>
        </p:nvSpPr>
        <p:spPr>
          <a:xfrm>
            <a:off x="719494" y="5833440"/>
            <a:ext cx="220427" cy="129415"/>
          </a:xfrm>
          <a:custGeom>
            <a:avLst/>
            <a:gdLst/>
            <a:ahLst/>
            <a:cxnLst/>
            <a:rect l="l" t="t" r="r" b="b"/>
            <a:pathLst>
              <a:path w="4885" h="2868" extrusionOk="0">
                <a:moveTo>
                  <a:pt x="820" y="0"/>
                </a:moveTo>
                <a:cubicBezTo>
                  <a:pt x="316" y="442"/>
                  <a:pt x="1" y="1103"/>
                  <a:pt x="1" y="1796"/>
                </a:cubicBezTo>
                <a:lnTo>
                  <a:pt x="1" y="2521"/>
                </a:lnTo>
                <a:cubicBezTo>
                  <a:pt x="1" y="2710"/>
                  <a:pt x="158" y="2867"/>
                  <a:pt x="347" y="2867"/>
                </a:cubicBezTo>
                <a:lnTo>
                  <a:pt x="4506" y="2867"/>
                </a:lnTo>
                <a:cubicBezTo>
                  <a:pt x="4727" y="2867"/>
                  <a:pt x="4884" y="2710"/>
                  <a:pt x="4884" y="2521"/>
                </a:cubicBezTo>
                <a:lnTo>
                  <a:pt x="4884" y="1796"/>
                </a:lnTo>
                <a:cubicBezTo>
                  <a:pt x="4884" y="1103"/>
                  <a:pt x="4569" y="442"/>
                  <a:pt x="4033" y="0"/>
                </a:cubicBezTo>
                <a:cubicBezTo>
                  <a:pt x="3655" y="473"/>
                  <a:pt x="3088" y="788"/>
                  <a:pt x="2427" y="788"/>
                </a:cubicBezTo>
                <a:cubicBezTo>
                  <a:pt x="1797" y="788"/>
                  <a:pt x="1198" y="473"/>
                  <a:pt x="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7" name="Google Shape;9329;p73">
            <a:extLst>
              <a:ext uri="{FF2B5EF4-FFF2-40B4-BE49-F238E27FC236}">
                <a16:creationId xmlns:a16="http://schemas.microsoft.com/office/drawing/2014/main" id="{3EF245C0-16D0-26C9-530E-2E5B07004852}"/>
              </a:ext>
            </a:extLst>
          </p:cNvPr>
          <p:cNvSpPr/>
          <p:nvPr/>
        </p:nvSpPr>
        <p:spPr>
          <a:xfrm>
            <a:off x="601496" y="5711203"/>
            <a:ext cx="139387" cy="116599"/>
          </a:xfrm>
          <a:custGeom>
            <a:avLst/>
            <a:gdLst/>
            <a:ahLst/>
            <a:cxnLst/>
            <a:rect l="l" t="t" r="r" b="b"/>
            <a:pathLst>
              <a:path w="3089" h="2584" extrusionOk="0">
                <a:moveTo>
                  <a:pt x="1198" y="0"/>
                </a:moveTo>
                <a:lnTo>
                  <a:pt x="1198" y="882"/>
                </a:lnTo>
                <a:lnTo>
                  <a:pt x="1" y="2079"/>
                </a:lnTo>
                <a:cubicBezTo>
                  <a:pt x="221" y="2237"/>
                  <a:pt x="284" y="2300"/>
                  <a:pt x="473" y="2583"/>
                </a:cubicBezTo>
                <a:lnTo>
                  <a:pt x="1545" y="1575"/>
                </a:lnTo>
                <a:lnTo>
                  <a:pt x="2616" y="2583"/>
                </a:lnTo>
                <a:cubicBezTo>
                  <a:pt x="2773" y="2394"/>
                  <a:pt x="2931" y="2237"/>
                  <a:pt x="3088" y="2111"/>
                </a:cubicBezTo>
                <a:lnTo>
                  <a:pt x="1891" y="882"/>
                </a:lnTo>
                <a:lnTo>
                  <a:pt x="189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8" name="Google Shape;9331;p73">
            <a:extLst>
              <a:ext uri="{FF2B5EF4-FFF2-40B4-BE49-F238E27FC236}">
                <a16:creationId xmlns:a16="http://schemas.microsoft.com/office/drawing/2014/main" id="{1A1C46F6-D169-D645-9A2B-12C39AD9B157}"/>
              </a:ext>
            </a:extLst>
          </p:cNvPr>
          <p:cNvSpPr/>
          <p:nvPr/>
        </p:nvSpPr>
        <p:spPr>
          <a:xfrm>
            <a:off x="3969543" y="4359598"/>
            <a:ext cx="156399" cy="93857"/>
          </a:xfrm>
          <a:custGeom>
            <a:avLst/>
            <a:gdLst/>
            <a:ahLst/>
            <a:cxnLst/>
            <a:rect l="l" t="t" r="r" b="b"/>
            <a:pathLst>
              <a:path w="3466" h="2080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2080"/>
                </a:lnTo>
                <a:lnTo>
                  <a:pt x="3466" y="2080"/>
                </a:lnTo>
                <a:lnTo>
                  <a:pt x="3466" y="1733"/>
                </a:ln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9" name="Google Shape;9332;p73">
            <a:extLst>
              <a:ext uri="{FF2B5EF4-FFF2-40B4-BE49-F238E27FC236}">
                <a16:creationId xmlns:a16="http://schemas.microsoft.com/office/drawing/2014/main" id="{2E4ADD9B-B314-FB04-322C-F9E47AA9E2B4}"/>
              </a:ext>
            </a:extLst>
          </p:cNvPr>
          <p:cNvSpPr/>
          <p:nvPr/>
        </p:nvSpPr>
        <p:spPr>
          <a:xfrm>
            <a:off x="4015027" y="4265786"/>
            <a:ext cx="64031" cy="63985"/>
          </a:xfrm>
          <a:custGeom>
            <a:avLst/>
            <a:gdLst/>
            <a:ahLst/>
            <a:cxnLst/>
            <a:rect l="l" t="t" r="r" b="b"/>
            <a:pathLst>
              <a:path w="1419" h="1418" extrusionOk="0">
                <a:moveTo>
                  <a:pt x="725" y="0"/>
                </a:moveTo>
                <a:cubicBezTo>
                  <a:pt x="316" y="0"/>
                  <a:pt x="0" y="315"/>
                  <a:pt x="0" y="725"/>
                </a:cubicBezTo>
                <a:cubicBezTo>
                  <a:pt x="0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0" name="Google Shape;9333;p73">
            <a:extLst>
              <a:ext uri="{FF2B5EF4-FFF2-40B4-BE49-F238E27FC236}">
                <a16:creationId xmlns:a16="http://schemas.microsoft.com/office/drawing/2014/main" id="{B5085B8D-0610-A727-82E1-424420C9A02B}"/>
              </a:ext>
            </a:extLst>
          </p:cNvPr>
          <p:cNvSpPr/>
          <p:nvPr/>
        </p:nvSpPr>
        <p:spPr>
          <a:xfrm>
            <a:off x="3814587" y="4108666"/>
            <a:ext cx="469148" cy="532457"/>
          </a:xfrm>
          <a:custGeom>
            <a:avLst/>
            <a:gdLst/>
            <a:ahLst/>
            <a:cxnLst/>
            <a:rect l="l" t="t" r="r" b="b"/>
            <a:pathLst>
              <a:path w="10397" h="11800" extrusionOk="0">
                <a:moveTo>
                  <a:pt x="5167" y="2757"/>
                </a:moveTo>
                <a:cubicBezTo>
                  <a:pt x="5923" y="2757"/>
                  <a:pt x="6553" y="3388"/>
                  <a:pt x="6553" y="4144"/>
                </a:cubicBezTo>
                <a:cubicBezTo>
                  <a:pt x="6553" y="4490"/>
                  <a:pt x="6396" y="4805"/>
                  <a:pt x="6175" y="5089"/>
                </a:cubicBezTo>
                <a:cubicBezTo>
                  <a:pt x="7026" y="5498"/>
                  <a:pt x="7593" y="6317"/>
                  <a:pt x="7593" y="7294"/>
                </a:cubicBezTo>
                <a:lnTo>
                  <a:pt x="7593" y="8019"/>
                </a:lnTo>
                <a:cubicBezTo>
                  <a:pt x="7593" y="8208"/>
                  <a:pt x="7435" y="8365"/>
                  <a:pt x="7246" y="8365"/>
                </a:cubicBezTo>
                <a:lnTo>
                  <a:pt x="3088" y="8365"/>
                </a:lnTo>
                <a:cubicBezTo>
                  <a:pt x="2867" y="8365"/>
                  <a:pt x="2710" y="8208"/>
                  <a:pt x="2710" y="8019"/>
                </a:cubicBezTo>
                <a:lnTo>
                  <a:pt x="2710" y="7294"/>
                </a:lnTo>
                <a:cubicBezTo>
                  <a:pt x="2710" y="6317"/>
                  <a:pt x="3308" y="5498"/>
                  <a:pt x="4127" y="5089"/>
                </a:cubicBezTo>
                <a:cubicBezTo>
                  <a:pt x="3907" y="4868"/>
                  <a:pt x="3781" y="4553"/>
                  <a:pt x="3781" y="4144"/>
                </a:cubicBezTo>
                <a:cubicBezTo>
                  <a:pt x="3781" y="3388"/>
                  <a:pt x="4411" y="2757"/>
                  <a:pt x="5167" y="2757"/>
                </a:cubicBezTo>
                <a:close/>
                <a:moveTo>
                  <a:pt x="5183" y="1"/>
                </a:moveTo>
                <a:cubicBezTo>
                  <a:pt x="5128" y="1"/>
                  <a:pt x="5073" y="17"/>
                  <a:pt x="5010" y="48"/>
                </a:cubicBezTo>
                <a:cubicBezTo>
                  <a:pt x="3964" y="646"/>
                  <a:pt x="2946" y="940"/>
                  <a:pt x="1919" y="940"/>
                </a:cubicBezTo>
                <a:cubicBezTo>
                  <a:pt x="1430" y="940"/>
                  <a:pt x="939" y="873"/>
                  <a:pt x="441" y="741"/>
                </a:cubicBezTo>
                <a:cubicBezTo>
                  <a:pt x="402" y="722"/>
                  <a:pt x="363" y="714"/>
                  <a:pt x="326" y="714"/>
                </a:cubicBezTo>
                <a:cubicBezTo>
                  <a:pt x="243" y="714"/>
                  <a:pt x="170" y="751"/>
                  <a:pt x="126" y="773"/>
                </a:cubicBezTo>
                <a:cubicBezTo>
                  <a:pt x="32" y="836"/>
                  <a:pt x="0" y="930"/>
                  <a:pt x="0" y="1056"/>
                </a:cubicBezTo>
                <a:lnTo>
                  <a:pt x="0" y="5026"/>
                </a:lnTo>
                <a:cubicBezTo>
                  <a:pt x="0" y="8145"/>
                  <a:pt x="2080" y="10949"/>
                  <a:pt x="5104" y="11799"/>
                </a:cubicBezTo>
                <a:lnTo>
                  <a:pt x="5262" y="11799"/>
                </a:lnTo>
                <a:cubicBezTo>
                  <a:pt x="8255" y="10917"/>
                  <a:pt x="10397" y="8145"/>
                  <a:pt x="10397" y="5026"/>
                </a:cubicBezTo>
                <a:lnTo>
                  <a:pt x="10397" y="1056"/>
                </a:lnTo>
                <a:cubicBezTo>
                  <a:pt x="10397" y="930"/>
                  <a:pt x="10365" y="836"/>
                  <a:pt x="10271" y="773"/>
                </a:cubicBezTo>
                <a:cubicBezTo>
                  <a:pt x="10162" y="751"/>
                  <a:pt x="10084" y="714"/>
                  <a:pt x="10014" y="714"/>
                </a:cubicBezTo>
                <a:cubicBezTo>
                  <a:pt x="9983" y="714"/>
                  <a:pt x="9954" y="722"/>
                  <a:pt x="9924" y="741"/>
                </a:cubicBezTo>
                <a:cubicBezTo>
                  <a:pt x="9414" y="877"/>
                  <a:pt x="8910" y="946"/>
                  <a:pt x="8409" y="946"/>
                </a:cubicBezTo>
                <a:cubicBezTo>
                  <a:pt x="7395" y="946"/>
                  <a:pt x="6389" y="660"/>
                  <a:pt x="5356" y="48"/>
                </a:cubicBezTo>
                <a:cubicBezTo>
                  <a:pt x="5293" y="17"/>
                  <a:pt x="5238" y="1"/>
                  <a:pt x="518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5" name="Google Shape;9335;p73">
            <a:extLst>
              <a:ext uri="{FF2B5EF4-FFF2-40B4-BE49-F238E27FC236}">
                <a16:creationId xmlns:a16="http://schemas.microsoft.com/office/drawing/2014/main" id="{740F59EE-F92C-E970-6268-20209B191865}"/>
              </a:ext>
            </a:extLst>
          </p:cNvPr>
          <p:cNvSpPr/>
          <p:nvPr/>
        </p:nvSpPr>
        <p:spPr>
          <a:xfrm>
            <a:off x="3779751" y="5062599"/>
            <a:ext cx="95256" cy="250255"/>
          </a:xfrm>
          <a:custGeom>
            <a:avLst/>
            <a:gdLst/>
            <a:ahLst/>
            <a:cxnLst/>
            <a:rect l="l" t="t" r="r" b="b"/>
            <a:pathLst>
              <a:path w="2111" h="5546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lnTo>
                  <a:pt x="0" y="5198"/>
                </a:lnTo>
                <a:cubicBezTo>
                  <a:pt x="0" y="5419"/>
                  <a:pt x="158" y="5545"/>
                  <a:pt x="378" y="5545"/>
                </a:cubicBezTo>
                <a:lnTo>
                  <a:pt x="1071" y="5545"/>
                </a:lnTo>
                <a:cubicBezTo>
                  <a:pt x="1670" y="5545"/>
                  <a:pt x="2111" y="5072"/>
                  <a:pt x="2111" y="4537"/>
                </a:cubicBezTo>
                <a:lnTo>
                  <a:pt x="2111" y="1040"/>
                </a:lnTo>
                <a:cubicBezTo>
                  <a:pt x="2111" y="441"/>
                  <a:pt x="1638" y="0"/>
                  <a:pt x="10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6" name="Google Shape;9336;p73">
            <a:extLst>
              <a:ext uri="{FF2B5EF4-FFF2-40B4-BE49-F238E27FC236}">
                <a16:creationId xmlns:a16="http://schemas.microsoft.com/office/drawing/2014/main" id="{13F1897F-D668-6AF6-65A4-4C0885A5B664}"/>
              </a:ext>
            </a:extLst>
          </p:cNvPr>
          <p:cNvSpPr/>
          <p:nvPr/>
        </p:nvSpPr>
        <p:spPr>
          <a:xfrm>
            <a:off x="3876405" y="4782516"/>
            <a:ext cx="344067" cy="290055"/>
          </a:xfrm>
          <a:custGeom>
            <a:avLst/>
            <a:gdLst/>
            <a:ahLst/>
            <a:cxnLst/>
            <a:rect l="l" t="t" r="r" b="b"/>
            <a:pathLst>
              <a:path w="7625" h="6428" extrusionOk="0">
                <a:moveTo>
                  <a:pt x="3781" y="631"/>
                </a:moveTo>
                <a:cubicBezTo>
                  <a:pt x="3970" y="631"/>
                  <a:pt x="4128" y="788"/>
                  <a:pt x="4128" y="977"/>
                </a:cubicBezTo>
                <a:lnTo>
                  <a:pt x="4128" y="1418"/>
                </a:lnTo>
                <a:cubicBezTo>
                  <a:pt x="4380" y="1481"/>
                  <a:pt x="4569" y="1639"/>
                  <a:pt x="4758" y="1860"/>
                </a:cubicBezTo>
                <a:cubicBezTo>
                  <a:pt x="4884" y="2017"/>
                  <a:pt x="4884" y="2206"/>
                  <a:pt x="4726" y="2332"/>
                </a:cubicBezTo>
                <a:cubicBezTo>
                  <a:pt x="4657" y="2373"/>
                  <a:pt x="4583" y="2397"/>
                  <a:pt x="4510" y="2397"/>
                </a:cubicBezTo>
                <a:cubicBezTo>
                  <a:pt x="4416" y="2397"/>
                  <a:pt x="4325" y="2358"/>
                  <a:pt x="4254" y="2269"/>
                </a:cubicBezTo>
                <a:cubicBezTo>
                  <a:pt x="4114" y="2106"/>
                  <a:pt x="3957" y="2012"/>
                  <a:pt x="3821" y="2012"/>
                </a:cubicBezTo>
                <a:cubicBezTo>
                  <a:pt x="3773" y="2012"/>
                  <a:pt x="3728" y="2024"/>
                  <a:pt x="3687" y="2049"/>
                </a:cubicBezTo>
                <a:cubicBezTo>
                  <a:pt x="3592" y="2080"/>
                  <a:pt x="3466" y="2238"/>
                  <a:pt x="3466" y="2364"/>
                </a:cubicBezTo>
                <a:cubicBezTo>
                  <a:pt x="3466" y="2553"/>
                  <a:pt x="3624" y="2710"/>
                  <a:pt x="3813" y="2710"/>
                </a:cubicBezTo>
                <a:cubicBezTo>
                  <a:pt x="4411" y="2710"/>
                  <a:pt x="4852" y="3183"/>
                  <a:pt x="4852" y="3750"/>
                </a:cubicBezTo>
                <a:cubicBezTo>
                  <a:pt x="4852" y="4159"/>
                  <a:pt x="4600" y="4537"/>
                  <a:pt x="4222" y="4663"/>
                </a:cubicBezTo>
                <a:lnTo>
                  <a:pt x="4159" y="4663"/>
                </a:lnTo>
                <a:lnTo>
                  <a:pt x="4159" y="5073"/>
                </a:lnTo>
                <a:cubicBezTo>
                  <a:pt x="4159" y="5262"/>
                  <a:pt x="4002" y="5420"/>
                  <a:pt x="3813" y="5420"/>
                </a:cubicBezTo>
                <a:cubicBezTo>
                  <a:pt x="3624" y="5420"/>
                  <a:pt x="3466" y="5262"/>
                  <a:pt x="3466" y="5073"/>
                </a:cubicBezTo>
                <a:lnTo>
                  <a:pt x="3466" y="4663"/>
                </a:lnTo>
                <a:cubicBezTo>
                  <a:pt x="3277" y="4600"/>
                  <a:pt x="3119" y="4537"/>
                  <a:pt x="2962" y="4348"/>
                </a:cubicBezTo>
                <a:cubicBezTo>
                  <a:pt x="2836" y="4254"/>
                  <a:pt x="2804" y="4002"/>
                  <a:pt x="2962" y="3876"/>
                </a:cubicBezTo>
                <a:cubicBezTo>
                  <a:pt x="3013" y="3825"/>
                  <a:pt x="3108" y="3793"/>
                  <a:pt x="3206" y="3793"/>
                </a:cubicBezTo>
                <a:cubicBezTo>
                  <a:pt x="3290" y="3793"/>
                  <a:pt x="3376" y="3817"/>
                  <a:pt x="3435" y="3876"/>
                </a:cubicBezTo>
                <a:cubicBezTo>
                  <a:pt x="3549" y="3990"/>
                  <a:pt x="3679" y="4071"/>
                  <a:pt x="3803" y="4071"/>
                </a:cubicBezTo>
                <a:cubicBezTo>
                  <a:pt x="3850" y="4071"/>
                  <a:pt x="3895" y="4059"/>
                  <a:pt x="3939" y="4033"/>
                </a:cubicBezTo>
                <a:cubicBezTo>
                  <a:pt x="4065" y="4002"/>
                  <a:pt x="4128" y="3844"/>
                  <a:pt x="4128" y="3718"/>
                </a:cubicBezTo>
                <a:cubicBezTo>
                  <a:pt x="4128" y="3529"/>
                  <a:pt x="3970" y="3372"/>
                  <a:pt x="3781" y="3372"/>
                </a:cubicBezTo>
                <a:cubicBezTo>
                  <a:pt x="3182" y="3372"/>
                  <a:pt x="2741" y="2899"/>
                  <a:pt x="2741" y="2364"/>
                </a:cubicBezTo>
                <a:cubicBezTo>
                  <a:pt x="2741" y="1954"/>
                  <a:pt x="3025" y="1576"/>
                  <a:pt x="3435" y="1418"/>
                </a:cubicBezTo>
                <a:lnTo>
                  <a:pt x="3435" y="977"/>
                </a:lnTo>
                <a:cubicBezTo>
                  <a:pt x="3435" y="788"/>
                  <a:pt x="3592" y="631"/>
                  <a:pt x="3781" y="631"/>
                </a:cubicBezTo>
                <a:close/>
                <a:moveTo>
                  <a:pt x="3813" y="1"/>
                </a:moveTo>
                <a:cubicBezTo>
                  <a:pt x="1733" y="1"/>
                  <a:pt x="0" y="1734"/>
                  <a:pt x="0" y="3813"/>
                </a:cubicBezTo>
                <a:cubicBezTo>
                  <a:pt x="0" y="4537"/>
                  <a:pt x="190" y="5231"/>
                  <a:pt x="536" y="5829"/>
                </a:cubicBezTo>
                <a:cubicBezTo>
                  <a:pt x="1009" y="5546"/>
                  <a:pt x="1544" y="5420"/>
                  <a:pt x="2080" y="5420"/>
                </a:cubicBezTo>
                <a:cubicBezTo>
                  <a:pt x="2146" y="5414"/>
                  <a:pt x="2213" y="5411"/>
                  <a:pt x="2279" y="5411"/>
                </a:cubicBezTo>
                <a:cubicBezTo>
                  <a:pt x="2936" y="5411"/>
                  <a:pt x="3587" y="5692"/>
                  <a:pt x="4159" y="6207"/>
                </a:cubicBezTo>
                <a:lnTo>
                  <a:pt x="5892" y="6207"/>
                </a:lnTo>
                <a:cubicBezTo>
                  <a:pt x="6144" y="6207"/>
                  <a:pt x="6364" y="6302"/>
                  <a:pt x="6585" y="6428"/>
                </a:cubicBezTo>
                <a:cubicBezTo>
                  <a:pt x="7215" y="5735"/>
                  <a:pt x="7625" y="4789"/>
                  <a:pt x="7625" y="3813"/>
                </a:cubicBezTo>
                <a:cubicBezTo>
                  <a:pt x="7625" y="1734"/>
                  <a:pt x="5892" y="1"/>
                  <a:pt x="381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7" name="Google Shape;9337;p73">
            <a:extLst>
              <a:ext uri="{FF2B5EF4-FFF2-40B4-BE49-F238E27FC236}">
                <a16:creationId xmlns:a16="http://schemas.microsoft.com/office/drawing/2014/main" id="{CFBEBDD3-611A-A6A1-B51E-235AE2418C85}"/>
              </a:ext>
            </a:extLst>
          </p:cNvPr>
          <p:cNvSpPr/>
          <p:nvPr/>
        </p:nvSpPr>
        <p:spPr>
          <a:xfrm>
            <a:off x="3906277" y="5053350"/>
            <a:ext cx="412293" cy="226791"/>
          </a:xfrm>
          <a:custGeom>
            <a:avLst/>
            <a:gdLst/>
            <a:ahLst/>
            <a:cxnLst/>
            <a:rect l="l" t="t" r="r" b="b"/>
            <a:pathLst>
              <a:path w="9137" h="5026" extrusionOk="0">
                <a:moveTo>
                  <a:pt x="1422" y="0"/>
                </a:moveTo>
                <a:cubicBezTo>
                  <a:pt x="918" y="0"/>
                  <a:pt x="416" y="160"/>
                  <a:pt x="0" y="457"/>
                </a:cubicBezTo>
                <a:lnTo>
                  <a:pt x="0" y="5025"/>
                </a:lnTo>
                <a:lnTo>
                  <a:pt x="5230" y="5025"/>
                </a:lnTo>
                <a:cubicBezTo>
                  <a:pt x="5923" y="5025"/>
                  <a:pt x="6490" y="4679"/>
                  <a:pt x="6900" y="4143"/>
                </a:cubicBezTo>
                <a:lnTo>
                  <a:pt x="8916" y="1245"/>
                </a:lnTo>
                <a:cubicBezTo>
                  <a:pt x="9137" y="930"/>
                  <a:pt x="9074" y="489"/>
                  <a:pt x="8727" y="268"/>
                </a:cubicBezTo>
                <a:cubicBezTo>
                  <a:pt x="8633" y="221"/>
                  <a:pt x="8517" y="196"/>
                  <a:pt x="8398" y="196"/>
                </a:cubicBezTo>
                <a:cubicBezTo>
                  <a:pt x="8196" y="196"/>
                  <a:pt x="7983" y="268"/>
                  <a:pt x="7845" y="426"/>
                </a:cubicBezTo>
                <a:lnTo>
                  <a:pt x="5955" y="2726"/>
                </a:lnTo>
                <a:cubicBezTo>
                  <a:pt x="5829" y="2883"/>
                  <a:pt x="5545" y="2978"/>
                  <a:pt x="5419" y="2978"/>
                </a:cubicBezTo>
                <a:lnTo>
                  <a:pt x="3119" y="2978"/>
                </a:lnTo>
                <a:cubicBezTo>
                  <a:pt x="2899" y="2978"/>
                  <a:pt x="2741" y="2820"/>
                  <a:pt x="2741" y="2631"/>
                </a:cubicBezTo>
                <a:cubicBezTo>
                  <a:pt x="2741" y="2411"/>
                  <a:pt x="2899" y="2253"/>
                  <a:pt x="3119" y="2253"/>
                </a:cubicBezTo>
                <a:lnTo>
                  <a:pt x="5198" y="2253"/>
                </a:lnTo>
                <a:cubicBezTo>
                  <a:pt x="5576" y="2253"/>
                  <a:pt x="5923" y="1938"/>
                  <a:pt x="5923" y="1560"/>
                </a:cubicBezTo>
                <a:cubicBezTo>
                  <a:pt x="5923" y="1150"/>
                  <a:pt x="5576" y="835"/>
                  <a:pt x="5198" y="835"/>
                </a:cubicBezTo>
                <a:lnTo>
                  <a:pt x="3340" y="835"/>
                </a:lnTo>
                <a:cubicBezTo>
                  <a:pt x="3182" y="835"/>
                  <a:pt x="3088" y="741"/>
                  <a:pt x="2962" y="615"/>
                </a:cubicBezTo>
                <a:cubicBezTo>
                  <a:pt x="2773" y="426"/>
                  <a:pt x="2520" y="300"/>
                  <a:pt x="2300" y="174"/>
                </a:cubicBezTo>
                <a:cubicBezTo>
                  <a:pt x="2019" y="56"/>
                  <a:pt x="1720" y="0"/>
                  <a:pt x="14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1" name="Google Shape;9339;p73">
            <a:extLst>
              <a:ext uri="{FF2B5EF4-FFF2-40B4-BE49-F238E27FC236}">
                <a16:creationId xmlns:a16="http://schemas.microsoft.com/office/drawing/2014/main" id="{D0384D61-29D4-46AB-3D05-5C3F481A9D56}"/>
              </a:ext>
            </a:extLst>
          </p:cNvPr>
          <p:cNvSpPr/>
          <p:nvPr/>
        </p:nvSpPr>
        <p:spPr>
          <a:xfrm>
            <a:off x="3781172" y="5429001"/>
            <a:ext cx="396680" cy="405209"/>
          </a:xfrm>
          <a:custGeom>
            <a:avLst/>
            <a:gdLst/>
            <a:ahLst/>
            <a:cxnLst/>
            <a:rect l="l" t="t" r="r" b="b"/>
            <a:pathLst>
              <a:path w="8791" h="8980" extrusionOk="0">
                <a:moveTo>
                  <a:pt x="4537" y="0"/>
                </a:moveTo>
                <a:cubicBezTo>
                  <a:pt x="2048" y="0"/>
                  <a:pt x="0" y="2017"/>
                  <a:pt x="0" y="4506"/>
                </a:cubicBezTo>
                <a:cubicBezTo>
                  <a:pt x="0" y="6963"/>
                  <a:pt x="2048" y="8979"/>
                  <a:pt x="4537" y="8979"/>
                </a:cubicBezTo>
                <a:cubicBezTo>
                  <a:pt x="6459" y="8979"/>
                  <a:pt x="8160" y="7719"/>
                  <a:pt x="8790" y="5986"/>
                </a:cubicBezTo>
                <a:cubicBezTo>
                  <a:pt x="8633" y="5860"/>
                  <a:pt x="8443" y="5640"/>
                  <a:pt x="8286" y="5514"/>
                </a:cubicBezTo>
                <a:lnTo>
                  <a:pt x="7498" y="5514"/>
                </a:lnTo>
                <a:cubicBezTo>
                  <a:pt x="7057" y="6742"/>
                  <a:pt x="5923" y="7593"/>
                  <a:pt x="4568" y="7593"/>
                </a:cubicBezTo>
                <a:cubicBezTo>
                  <a:pt x="2836" y="7593"/>
                  <a:pt x="1481" y="6175"/>
                  <a:pt x="1481" y="4506"/>
                </a:cubicBezTo>
                <a:cubicBezTo>
                  <a:pt x="1481" y="2804"/>
                  <a:pt x="2867" y="1387"/>
                  <a:pt x="4568" y="1387"/>
                </a:cubicBezTo>
                <a:cubicBezTo>
                  <a:pt x="5923" y="1387"/>
                  <a:pt x="7057" y="2237"/>
                  <a:pt x="7498" y="3466"/>
                </a:cubicBezTo>
                <a:lnTo>
                  <a:pt x="8286" y="3466"/>
                </a:lnTo>
                <a:cubicBezTo>
                  <a:pt x="8443" y="3308"/>
                  <a:pt x="8633" y="3088"/>
                  <a:pt x="8790" y="2993"/>
                </a:cubicBezTo>
                <a:cubicBezTo>
                  <a:pt x="8160" y="1261"/>
                  <a:pt x="6522" y="0"/>
                  <a:pt x="453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2" name="Google Shape;9340;p73">
            <a:extLst>
              <a:ext uri="{FF2B5EF4-FFF2-40B4-BE49-F238E27FC236}">
                <a16:creationId xmlns:a16="http://schemas.microsoft.com/office/drawing/2014/main" id="{C25E1BD2-6CB9-FC44-C6D2-8FF6F499DE2E}"/>
              </a:ext>
            </a:extLst>
          </p:cNvPr>
          <p:cNvSpPr/>
          <p:nvPr/>
        </p:nvSpPr>
        <p:spPr>
          <a:xfrm>
            <a:off x="3971639" y="5552186"/>
            <a:ext cx="345511" cy="158068"/>
          </a:xfrm>
          <a:custGeom>
            <a:avLst/>
            <a:gdLst/>
            <a:ahLst/>
            <a:cxnLst/>
            <a:rect l="l" t="t" r="r" b="b"/>
            <a:pathLst>
              <a:path w="7657" h="3503" extrusionOk="0">
                <a:moveTo>
                  <a:pt x="7260" y="0"/>
                </a:moveTo>
                <a:cubicBezTo>
                  <a:pt x="7232" y="0"/>
                  <a:pt x="7206" y="4"/>
                  <a:pt x="7184" y="11"/>
                </a:cubicBezTo>
                <a:lnTo>
                  <a:pt x="5073" y="736"/>
                </a:lnTo>
                <a:cubicBezTo>
                  <a:pt x="5042" y="736"/>
                  <a:pt x="5010" y="767"/>
                  <a:pt x="4947" y="799"/>
                </a:cubicBezTo>
                <a:lnTo>
                  <a:pt x="4380" y="1398"/>
                </a:lnTo>
                <a:lnTo>
                  <a:pt x="347" y="1398"/>
                </a:lnTo>
                <a:cubicBezTo>
                  <a:pt x="158" y="1398"/>
                  <a:pt x="1" y="1555"/>
                  <a:pt x="1" y="1744"/>
                </a:cubicBezTo>
                <a:cubicBezTo>
                  <a:pt x="1" y="1965"/>
                  <a:pt x="158" y="2122"/>
                  <a:pt x="347" y="2122"/>
                </a:cubicBezTo>
                <a:lnTo>
                  <a:pt x="4380" y="2122"/>
                </a:lnTo>
                <a:lnTo>
                  <a:pt x="4947" y="2689"/>
                </a:lnTo>
                <a:cubicBezTo>
                  <a:pt x="5010" y="2752"/>
                  <a:pt x="5042" y="2784"/>
                  <a:pt x="5073" y="2784"/>
                </a:cubicBezTo>
                <a:lnTo>
                  <a:pt x="7184" y="3477"/>
                </a:lnTo>
                <a:cubicBezTo>
                  <a:pt x="7210" y="3494"/>
                  <a:pt x="7242" y="3502"/>
                  <a:pt x="7275" y="3502"/>
                </a:cubicBezTo>
                <a:cubicBezTo>
                  <a:pt x="7362" y="3502"/>
                  <a:pt x="7462" y="3451"/>
                  <a:pt x="7531" y="3382"/>
                </a:cubicBezTo>
                <a:cubicBezTo>
                  <a:pt x="7594" y="3256"/>
                  <a:pt x="7657" y="3099"/>
                  <a:pt x="7562" y="2973"/>
                </a:cubicBezTo>
                <a:lnTo>
                  <a:pt x="6932" y="1744"/>
                </a:lnTo>
                <a:lnTo>
                  <a:pt x="7562" y="547"/>
                </a:lnTo>
                <a:cubicBezTo>
                  <a:pt x="7657" y="389"/>
                  <a:pt x="7594" y="232"/>
                  <a:pt x="7531" y="137"/>
                </a:cubicBezTo>
                <a:cubicBezTo>
                  <a:pt x="7458" y="41"/>
                  <a:pt x="7349" y="0"/>
                  <a:pt x="726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3" name="Google Shape;9341;p73">
            <a:extLst>
              <a:ext uri="{FF2B5EF4-FFF2-40B4-BE49-F238E27FC236}">
                <a16:creationId xmlns:a16="http://schemas.microsoft.com/office/drawing/2014/main" id="{E1853507-7DF5-C70C-8499-73D0F3409401}"/>
              </a:ext>
            </a:extLst>
          </p:cNvPr>
          <p:cNvSpPr/>
          <p:nvPr/>
        </p:nvSpPr>
        <p:spPr>
          <a:xfrm>
            <a:off x="3816687" y="5848377"/>
            <a:ext cx="341223" cy="113756"/>
          </a:xfrm>
          <a:custGeom>
            <a:avLst/>
            <a:gdLst/>
            <a:ahLst/>
            <a:cxnLst/>
            <a:rect l="l" t="t" r="r" b="b"/>
            <a:pathLst>
              <a:path w="7562" h="2521" extrusionOk="0">
                <a:moveTo>
                  <a:pt x="1828" y="0"/>
                </a:moveTo>
                <a:lnTo>
                  <a:pt x="1482" y="1135"/>
                </a:lnTo>
                <a:lnTo>
                  <a:pt x="1040" y="1135"/>
                </a:lnTo>
                <a:cubicBezTo>
                  <a:pt x="442" y="1135"/>
                  <a:pt x="1" y="1607"/>
                  <a:pt x="1" y="2174"/>
                </a:cubicBezTo>
                <a:cubicBezTo>
                  <a:pt x="1" y="2363"/>
                  <a:pt x="158" y="2521"/>
                  <a:pt x="379" y="2521"/>
                </a:cubicBezTo>
                <a:lnTo>
                  <a:pt x="7310" y="2521"/>
                </a:lnTo>
                <a:cubicBezTo>
                  <a:pt x="7404" y="2489"/>
                  <a:pt x="7562" y="2363"/>
                  <a:pt x="7562" y="2174"/>
                </a:cubicBezTo>
                <a:cubicBezTo>
                  <a:pt x="7562" y="1576"/>
                  <a:pt x="7089" y="1135"/>
                  <a:pt x="6554" y="1135"/>
                </a:cubicBezTo>
                <a:lnTo>
                  <a:pt x="6113" y="1135"/>
                </a:lnTo>
                <a:lnTo>
                  <a:pt x="5766" y="0"/>
                </a:lnTo>
                <a:cubicBezTo>
                  <a:pt x="5168" y="252"/>
                  <a:pt x="4506" y="410"/>
                  <a:pt x="3781" y="410"/>
                </a:cubicBezTo>
                <a:cubicBezTo>
                  <a:pt x="3088" y="410"/>
                  <a:pt x="2427" y="252"/>
                  <a:pt x="18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4" name="Google Shape;9342;p73">
            <a:extLst>
              <a:ext uri="{FF2B5EF4-FFF2-40B4-BE49-F238E27FC236}">
                <a16:creationId xmlns:a16="http://schemas.microsoft.com/office/drawing/2014/main" id="{ECC29A39-5084-4699-EE21-5ED7C6B98F2F}"/>
              </a:ext>
            </a:extLst>
          </p:cNvPr>
          <p:cNvSpPr/>
          <p:nvPr/>
        </p:nvSpPr>
        <p:spPr>
          <a:xfrm>
            <a:off x="3876384" y="5521414"/>
            <a:ext cx="207613" cy="220383"/>
          </a:xfrm>
          <a:custGeom>
            <a:avLst/>
            <a:gdLst/>
            <a:ahLst/>
            <a:cxnLst/>
            <a:rect l="l" t="t" r="r" b="b"/>
            <a:pathLst>
              <a:path w="4601" h="4884" extrusionOk="0">
                <a:moveTo>
                  <a:pt x="2427" y="0"/>
                </a:moveTo>
                <a:cubicBezTo>
                  <a:pt x="1104" y="0"/>
                  <a:pt x="1" y="1103"/>
                  <a:pt x="1" y="2458"/>
                </a:cubicBezTo>
                <a:cubicBezTo>
                  <a:pt x="1" y="3781"/>
                  <a:pt x="1104" y="4884"/>
                  <a:pt x="2427" y="4884"/>
                </a:cubicBezTo>
                <a:cubicBezTo>
                  <a:pt x="3404" y="4884"/>
                  <a:pt x="4254" y="4348"/>
                  <a:pt x="4601" y="3497"/>
                </a:cubicBezTo>
                <a:lnTo>
                  <a:pt x="2427" y="3497"/>
                </a:lnTo>
                <a:cubicBezTo>
                  <a:pt x="1828" y="3497"/>
                  <a:pt x="1419" y="3025"/>
                  <a:pt x="1419" y="2489"/>
                </a:cubicBezTo>
                <a:cubicBezTo>
                  <a:pt x="1356" y="1859"/>
                  <a:pt x="1828" y="1386"/>
                  <a:pt x="2427" y="1386"/>
                </a:cubicBezTo>
                <a:lnTo>
                  <a:pt x="4601" y="1386"/>
                </a:lnTo>
                <a:cubicBezTo>
                  <a:pt x="4191" y="567"/>
                  <a:pt x="3372" y="0"/>
                  <a:pt x="24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6" name="Google Shape;9344;p73">
            <a:extLst>
              <a:ext uri="{FF2B5EF4-FFF2-40B4-BE49-F238E27FC236}">
                <a16:creationId xmlns:a16="http://schemas.microsoft.com/office/drawing/2014/main" id="{F008C289-8CC4-9155-8D59-6BD80AF52D1C}"/>
              </a:ext>
            </a:extLst>
          </p:cNvPr>
          <p:cNvSpPr/>
          <p:nvPr/>
        </p:nvSpPr>
        <p:spPr>
          <a:xfrm>
            <a:off x="7416785" y="4389084"/>
            <a:ext cx="63985" cy="64031"/>
          </a:xfrm>
          <a:custGeom>
            <a:avLst/>
            <a:gdLst/>
            <a:ahLst/>
            <a:cxnLst/>
            <a:rect l="l" t="t" r="r" b="b"/>
            <a:pathLst>
              <a:path w="1418" h="1419" extrusionOk="0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cubicBezTo>
                  <a:pt x="63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7" name="Google Shape;9345;p73">
            <a:extLst>
              <a:ext uri="{FF2B5EF4-FFF2-40B4-BE49-F238E27FC236}">
                <a16:creationId xmlns:a16="http://schemas.microsoft.com/office/drawing/2014/main" id="{C609D83C-4E7D-F514-1E08-4DAAEDC26D3A}"/>
              </a:ext>
            </a:extLst>
          </p:cNvPr>
          <p:cNvSpPr/>
          <p:nvPr/>
        </p:nvSpPr>
        <p:spPr>
          <a:xfrm>
            <a:off x="7386912" y="4484340"/>
            <a:ext cx="126571" cy="62587"/>
          </a:xfrm>
          <a:custGeom>
            <a:avLst/>
            <a:gdLst/>
            <a:ahLst/>
            <a:cxnLst/>
            <a:rect l="l" t="t" r="r" b="b"/>
            <a:pathLst>
              <a:path w="2805" h="1387" extrusionOk="0">
                <a:moveTo>
                  <a:pt x="1387" y="0"/>
                </a:moveTo>
                <a:cubicBezTo>
                  <a:pt x="631" y="0"/>
                  <a:pt x="1" y="630"/>
                  <a:pt x="1" y="1387"/>
                </a:cubicBezTo>
                <a:lnTo>
                  <a:pt x="2805" y="1387"/>
                </a:lnTo>
                <a:cubicBezTo>
                  <a:pt x="2805" y="630"/>
                  <a:pt x="2174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8" name="Google Shape;9346;p73">
            <a:extLst>
              <a:ext uri="{FF2B5EF4-FFF2-40B4-BE49-F238E27FC236}">
                <a16:creationId xmlns:a16="http://schemas.microsoft.com/office/drawing/2014/main" id="{B9F854C2-5618-EC77-66F2-19C4AD8B7DFE}"/>
              </a:ext>
            </a:extLst>
          </p:cNvPr>
          <p:cNvSpPr/>
          <p:nvPr/>
        </p:nvSpPr>
        <p:spPr>
          <a:xfrm>
            <a:off x="7308714" y="4327943"/>
            <a:ext cx="282969" cy="314239"/>
          </a:xfrm>
          <a:custGeom>
            <a:avLst/>
            <a:gdLst/>
            <a:ahLst/>
            <a:cxnLst/>
            <a:rect l="l" t="t" r="r" b="b"/>
            <a:pathLst>
              <a:path w="6271" h="6964" extrusionOk="0">
                <a:moveTo>
                  <a:pt x="3088" y="725"/>
                </a:moveTo>
                <a:cubicBezTo>
                  <a:pt x="3813" y="725"/>
                  <a:pt x="4506" y="1356"/>
                  <a:pt x="4506" y="2080"/>
                </a:cubicBezTo>
                <a:cubicBezTo>
                  <a:pt x="4506" y="2458"/>
                  <a:pt x="4348" y="2805"/>
                  <a:pt x="4096" y="3025"/>
                </a:cubicBezTo>
                <a:cubicBezTo>
                  <a:pt x="4727" y="3372"/>
                  <a:pt x="5168" y="4065"/>
                  <a:pt x="5168" y="4853"/>
                </a:cubicBezTo>
                <a:lnTo>
                  <a:pt x="5168" y="5199"/>
                </a:lnTo>
                <a:cubicBezTo>
                  <a:pt x="5168" y="5388"/>
                  <a:pt x="5010" y="5546"/>
                  <a:pt x="4821" y="5546"/>
                </a:cubicBezTo>
                <a:lnTo>
                  <a:pt x="1293" y="5546"/>
                </a:lnTo>
                <a:cubicBezTo>
                  <a:pt x="1103" y="5546"/>
                  <a:pt x="946" y="5388"/>
                  <a:pt x="946" y="5199"/>
                </a:cubicBezTo>
                <a:lnTo>
                  <a:pt x="946" y="4853"/>
                </a:lnTo>
                <a:lnTo>
                  <a:pt x="1040" y="4853"/>
                </a:lnTo>
                <a:cubicBezTo>
                  <a:pt x="1040" y="4065"/>
                  <a:pt x="1450" y="3403"/>
                  <a:pt x="2080" y="3025"/>
                </a:cubicBezTo>
                <a:cubicBezTo>
                  <a:pt x="1860" y="2805"/>
                  <a:pt x="1702" y="2458"/>
                  <a:pt x="1702" y="2080"/>
                </a:cubicBezTo>
                <a:cubicBezTo>
                  <a:pt x="1702" y="1356"/>
                  <a:pt x="2332" y="725"/>
                  <a:pt x="3088" y="725"/>
                </a:cubicBezTo>
                <a:close/>
                <a:moveTo>
                  <a:pt x="1" y="1"/>
                </a:moveTo>
                <a:lnTo>
                  <a:pt x="1" y="6617"/>
                </a:lnTo>
                <a:cubicBezTo>
                  <a:pt x="1" y="6806"/>
                  <a:pt x="158" y="6963"/>
                  <a:pt x="347" y="6963"/>
                </a:cubicBezTo>
                <a:lnTo>
                  <a:pt x="5924" y="6963"/>
                </a:lnTo>
                <a:cubicBezTo>
                  <a:pt x="6113" y="6963"/>
                  <a:pt x="6270" y="6806"/>
                  <a:pt x="6270" y="6617"/>
                </a:cubicBezTo>
                <a:lnTo>
                  <a:pt x="627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9" name="Google Shape;9347;p73">
            <a:extLst>
              <a:ext uri="{FF2B5EF4-FFF2-40B4-BE49-F238E27FC236}">
                <a16:creationId xmlns:a16="http://schemas.microsoft.com/office/drawing/2014/main" id="{17BB127A-60F9-09D8-57CC-6BF623211111}"/>
              </a:ext>
            </a:extLst>
          </p:cNvPr>
          <p:cNvSpPr/>
          <p:nvPr/>
        </p:nvSpPr>
        <p:spPr>
          <a:xfrm>
            <a:off x="7277442" y="4107606"/>
            <a:ext cx="345511" cy="64031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1418"/>
                </a:lnTo>
                <a:lnTo>
                  <a:pt x="7625" y="1418"/>
                </a:lnTo>
                <a:lnTo>
                  <a:pt x="7625" y="347"/>
                </a:lnTo>
                <a:lnTo>
                  <a:pt x="7656" y="347"/>
                </a:lnTo>
                <a:cubicBezTo>
                  <a:pt x="7656" y="158"/>
                  <a:pt x="7499" y="1"/>
                  <a:pt x="731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80" name="Google Shape;9348;p73">
            <a:extLst>
              <a:ext uri="{FF2B5EF4-FFF2-40B4-BE49-F238E27FC236}">
                <a16:creationId xmlns:a16="http://schemas.microsoft.com/office/drawing/2014/main" id="{4F78A46E-3D44-06E3-36F6-EF20C19A9345}"/>
              </a:ext>
            </a:extLst>
          </p:cNvPr>
          <p:cNvSpPr/>
          <p:nvPr/>
        </p:nvSpPr>
        <p:spPr>
          <a:xfrm>
            <a:off x="7182186" y="4204260"/>
            <a:ext cx="533179" cy="248855"/>
          </a:xfrm>
          <a:custGeom>
            <a:avLst/>
            <a:gdLst/>
            <a:ahLst/>
            <a:cxnLst/>
            <a:rect l="l" t="t" r="r" b="b"/>
            <a:pathLst>
              <a:path w="11816" h="5515" extrusionOk="0">
                <a:moveTo>
                  <a:pt x="10082" y="662"/>
                </a:moveTo>
                <a:cubicBezTo>
                  <a:pt x="10303" y="662"/>
                  <a:pt x="10461" y="820"/>
                  <a:pt x="10461" y="1009"/>
                </a:cubicBezTo>
                <a:cubicBezTo>
                  <a:pt x="10461" y="1198"/>
                  <a:pt x="10303" y="1356"/>
                  <a:pt x="10082" y="1356"/>
                </a:cubicBezTo>
                <a:cubicBezTo>
                  <a:pt x="9893" y="1356"/>
                  <a:pt x="9736" y="1198"/>
                  <a:pt x="9736" y="1009"/>
                </a:cubicBezTo>
                <a:cubicBezTo>
                  <a:pt x="9767" y="820"/>
                  <a:pt x="9893" y="662"/>
                  <a:pt x="10082" y="662"/>
                </a:cubicBezTo>
                <a:close/>
                <a:moveTo>
                  <a:pt x="1041" y="1"/>
                </a:moveTo>
                <a:cubicBezTo>
                  <a:pt x="442" y="1"/>
                  <a:pt x="1" y="442"/>
                  <a:pt x="1" y="1009"/>
                </a:cubicBezTo>
                <a:lnTo>
                  <a:pt x="1" y="4475"/>
                </a:lnTo>
                <a:cubicBezTo>
                  <a:pt x="1" y="5073"/>
                  <a:pt x="473" y="5514"/>
                  <a:pt x="1041" y="5514"/>
                </a:cubicBezTo>
                <a:lnTo>
                  <a:pt x="2112" y="5514"/>
                </a:lnTo>
                <a:lnTo>
                  <a:pt x="2112" y="2395"/>
                </a:lnTo>
                <a:cubicBezTo>
                  <a:pt x="2112" y="2206"/>
                  <a:pt x="2269" y="2049"/>
                  <a:pt x="2458" y="2049"/>
                </a:cubicBezTo>
                <a:lnTo>
                  <a:pt x="9421" y="2049"/>
                </a:lnTo>
                <a:cubicBezTo>
                  <a:pt x="9610" y="2049"/>
                  <a:pt x="9767" y="2206"/>
                  <a:pt x="9767" y="2395"/>
                </a:cubicBezTo>
                <a:lnTo>
                  <a:pt x="9767" y="5514"/>
                </a:lnTo>
                <a:lnTo>
                  <a:pt x="10807" y="5514"/>
                </a:lnTo>
                <a:cubicBezTo>
                  <a:pt x="11406" y="5514"/>
                  <a:pt x="11815" y="5042"/>
                  <a:pt x="11815" y="4475"/>
                </a:cubicBezTo>
                <a:lnTo>
                  <a:pt x="11815" y="1009"/>
                </a:lnTo>
                <a:cubicBezTo>
                  <a:pt x="11815" y="410"/>
                  <a:pt x="11343" y="1"/>
                  <a:pt x="1080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4" name="Google Shape;9350;p73">
            <a:extLst>
              <a:ext uri="{FF2B5EF4-FFF2-40B4-BE49-F238E27FC236}">
                <a16:creationId xmlns:a16="http://schemas.microsoft.com/office/drawing/2014/main" id="{02D5A763-FAEB-9BE9-6124-53BC24732A72}"/>
              </a:ext>
            </a:extLst>
          </p:cNvPr>
          <p:cNvSpPr/>
          <p:nvPr/>
        </p:nvSpPr>
        <p:spPr>
          <a:xfrm>
            <a:off x="7178644" y="4797451"/>
            <a:ext cx="540263" cy="405208"/>
          </a:xfrm>
          <a:custGeom>
            <a:avLst/>
            <a:gdLst/>
            <a:ahLst/>
            <a:cxnLst/>
            <a:rect l="l" t="t" r="r" b="b"/>
            <a:pathLst>
              <a:path w="11973" h="8980" extrusionOk="0">
                <a:moveTo>
                  <a:pt x="2017" y="3749"/>
                </a:moveTo>
                <a:lnTo>
                  <a:pt x="3119" y="5514"/>
                </a:lnTo>
                <a:lnTo>
                  <a:pt x="914" y="5514"/>
                </a:lnTo>
                <a:lnTo>
                  <a:pt x="2017" y="3749"/>
                </a:lnTo>
                <a:close/>
                <a:moveTo>
                  <a:pt x="9641" y="3749"/>
                </a:moveTo>
                <a:lnTo>
                  <a:pt x="10744" y="5514"/>
                </a:lnTo>
                <a:lnTo>
                  <a:pt x="8538" y="5514"/>
                </a:lnTo>
                <a:lnTo>
                  <a:pt x="9641" y="3749"/>
                </a:lnTo>
                <a:close/>
                <a:moveTo>
                  <a:pt x="5892" y="0"/>
                </a:moveTo>
                <a:cubicBezTo>
                  <a:pt x="5325" y="0"/>
                  <a:pt x="4852" y="473"/>
                  <a:pt x="4852" y="1040"/>
                </a:cubicBezTo>
                <a:lnTo>
                  <a:pt x="4852" y="1166"/>
                </a:lnTo>
                <a:lnTo>
                  <a:pt x="4537" y="1324"/>
                </a:lnTo>
                <a:cubicBezTo>
                  <a:pt x="3812" y="1733"/>
                  <a:pt x="3529" y="1891"/>
                  <a:pt x="3025" y="1954"/>
                </a:cubicBezTo>
                <a:cubicBezTo>
                  <a:pt x="2867" y="1607"/>
                  <a:pt x="2521" y="1324"/>
                  <a:pt x="2080" y="1324"/>
                </a:cubicBezTo>
                <a:cubicBezTo>
                  <a:pt x="1702" y="1324"/>
                  <a:pt x="1324" y="1576"/>
                  <a:pt x="1166" y="1922"/>
                </a:cubicBezTo>
                <a:cubicBezTo>
                  <a:pt x="946" y="1891"/>
                  <a:pt x="693" y="1796"/>
                  <a:pt x="504" y="1733"/>
                </a:cubicBezTo>
                <a:cubicBezTo>
                  <a:pt x="454" y="1708"/>
                  <a:pt x="403" y="1696"/>
                  <a:pt x="355" y="1696"/>
                </a:cubicBezTo>
                <a:cubicBezTo>
                  <a:pt x="223" y="1696"/>
                  <a:pt x="110" y="1784"/>
                  <a:pt x="63" y="1922"/>
                </a:cubicBezTo>
                <a:cubicBezTo>
                  <a:pt x="0" y="2111"/>
                  <a:pt x="63" y="2332"/>
                  <a:pt x="252" y="2363"/>
                </a:cubicBezTo>
                <a:cubicBezTo>
                  <a:pt x="536" y="2489"/>
                  <a:pt x="820" y="2552"/>
                  <a:pt x="1135" y="2615"/>
                </a:cubicBezTo>
                <a:cubicBezTo>
                  <a:pt x="1198" y="2867"/>
                  <a:pt x="1387" y="3119"/>
                  <a:pt x="1607" y="3277"/>
                </a:cubicBezTo>
                <a:lnTo>
                  <a:pt x="95" y="5671"/>
                </a:lnTo>
                <a:cubicBezTo>
                  <a:pt x="95" y="5703"/>
                  <a:pt x="63" y="5829"/>
                  <a:pt x="63" y="5860"/>
                </a:cubicBezTo>
                <a:lnTo>
                  <a:pt x="63" y="6238"/>
                </a:lnTo>
                <a:cubicBezTo>
                  <a:pt x="63" y="7372"/>
                  <a:pt x="1009" y="8318"/>
                  <a:pt x="2143" y="8318"/>
                </a:cubicBezTo>
                <a:cubicBezTo>
                  <a:pt x="3308" y="8318"/>
                  <a:pt x="4254" y="7372"/>
                  <a:pt x="4254" y="6238"/>
                </a:cubicBezTo>
                <a:lnTo>
                  <a:pt x="4254" y="5860"/>
                </a:lnTo>
                <a:cubicBezTo>
                  <a:pt x="4254" y="5829"/>
                  <a:pt x="4191" y="5703"/>
                  <a:pt x="4191" y="5671"/>
                </a:cubicBezTo>
                <a:lnTo>
                  <a:pt x="2710" y="3277"/>
                </a:lnTo>
                <a:cubicBezTo>
                  <a:pt x="2930" y="3151"/>
                  <a:pt x="3088" y="2930"/>
                  <a:pt x="3182" y="2647"/>
                </a:cubicBezTo>
                <a:cubicBezTo>
                  <a:pt x="3844" y="2521"/>
                  <a:pt x="4191" y="2363"/>
                  <a:pt x="4947" y="1922"/>
                </a:cubicBezTo>
                <a:lnTo>
                  <a:pt x="4947" y="8979"/>
                </a:lnTo>
                <a:lnTo>
                  <a:pt x="7089" y="8979"/>
                </a:lnTo>
                <a:lnTo>
                  <a:pt x="7089" y="1922"/>
                </a:lnTo>
                <a:cubicBezTo>
                  <a:pt x="7814" y="2332"/>
                  <a:pt x="8192" y="2521"/>
                  <a:pt x="8853" y="2647"/>
                </a:cubicBezTo>
                <a:cubicBezTo>
                  <a:pt x="8916" y="2899"/>
                  <a:pt x="9074" y="3119"/>
                  <a:pt x="9326" y="3277"/>
                </a:cubicBezTo>
                <a:lnTo>
                  <a:pt x="7814" y="5671"/>
                </a:lnTo>
                <a:cubicBezTo>
                  <a:pt x="7814" y="5703"/>
                  <a:pt x="7782" y="5829"/>
                  <a:pt x="7782" y="5860"/>
                </a:cubicBezTo>
                <a:lnTo>
                  <a:pt x="7782" y="6238"/>
                </a:lnTo>
                <a:cubicBezTo>
                  <a:pt x="7782" y="7372"/>
                  <a:pt x="8727" y="8318"/>
                  <a:pt x="9861" y="8318"/>
                </a:cubicBezTo>
                <a:cubicBezTo>
                  <a:pt x="11027" y="8318"/>
                  <a:pt x="11972" y="7372"/>
                  <a:pt x="11972" y="6238"/>
                </a:cubicBezTo>
                <a:lnTo>
                  <a:pt x="11972" y="5860"/>
                </a:lnTo>
                <a:cubicBezTo>
                  <a:pt x="11972" y="5829"/>
                  <a:pt x="11909" y="5703"/>
                  <a:pt x="11909" y="5671"/>
                </a:cubicBezTo>
                <a:lnTo>
                  <a:pt x="10429" y="3277"/>
                </a:lnTo>
                <a:cubicBezTo>
                  <a:pt x="10429" y="3151"/>
                  <a:pt x="10618" y="2930"/>
                  <a:pt x="10681" y="2615"/>
                </a:cubicBezTo>
                <a:cubicBezTo>
                  <a:pt x="10933" y="2521"/>
                  <a:pt x="11248" y="2458"/>
                  <a:pt x="11531" y="2363"/>
                </a:cubicBezTo>
                <a:cubicBezTo>
                  <a:pt x="11720" y="2300"/>
                  <a:pt x="11815" y="2080"/>
                  <a:pt x="11720" y="1922"/>
                </a:cubicBezTo>
                <a:cubicBezTo>
                  <a:pt x="11674" y="1784"/>
                  <a:pt x="11560" y="1696"/>
                  <a:pt x="11429" y="1696"/>
                </a:cubicBezTo>
                <a:cubicBezTo>
                  <a:pt x="11380" y="1696"/>
                  <a:pt x="11330" y="1708"/>
                  <a:pt x="11279" y="1733"/>
                </a:cubicBezTo>
                <a:cubicBezTo>
                  <a:pt x="11059" y="1796"/>
                  <a:pt x="10870" y="1891"/>
                  <a:pt x="10618" y="1922"/>
                </a:cubicBezTo>
                <a:cubicBezTo>
                  <a:pt x="10460" y="1576"/>
                  <a:pt x="10113" y="1324"/>
                  <a:pt x="9704" y="1324"/>
                </a:cubicBezTo>
                <a:cubicBezTo>
                  <a:pt x="9294" y="1324"/>
                  <a:pt x="8916" y="1576"/>
                  <a:pt x="8790" y="1954"/>
                </a:cubicBezTo>
                <a:cubicBezTo>
                  <a:pt x="8255" y="1891"/>
                  <a:pt x="8003" y="1733"/>
                  <a:pt x="7278" y="1324"/>
                </a:cubicBezTo>
                <a:lnTo>
                  <a:pt x="6963" y="1166"/>
                </a:lnTo>
                <a:lnTo>
                  <a:pt x="6963" y="1040"/>
                </a:lnTo>
                <a:cubicBezTo>
                  <a:pt x="6963" y="441"/>
                  <a:pt x="6490" y="0"/>
                  <a:pt x="5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5" name="Google Shape;9351;p73">
            <a:extLst>
              <a:ext uri="{FF2B5EF4-FFF2-40B4-BE49-F238E27FC236}">
                <a16:creationId xmlns:a16="http://schemas.microsoft.com/office/drawing/2014/main" id="{79860B8E-25C0-0126-FFAC-CD00C7E40EA0}"/>
              </a:ext>
            </a:extLst>
          </p:cNvPr>
          <p:cNvSpPr/>
          <p:nvPr/>
        </p:nvSpPr>
        <p:spPr>
          <a:xfrm>
            <a:off x="7299486" y="5235287"/>
            <a:ext cx="284367" cy="62631"/>
          </a:xfrm>
          <a:custGeom>
            <a:avLst/>
            <a:gdLst/>
            <a:ahLst/>
            <a:cxnLst/>
            <a:rect l="l" t="t" r="r" b="b"/>
            <a:pathLst>
              <a:path w="6302" h="1388" extrusionOk="0">
                <a:moveTo>
                  <a:pt x="693" y="1"/>
                </a:moveTo>
                <a:cubicBezTo>
                  <a:pt x="315" y="1"/>
                  <a:pt x="0" y="316"/>
                  <a:pt x="0" y="694"/>
                </a:cubicBezTo>
                <a:lnTo>
                  <a:pt x="0" y="1040"/>
                </a:lnTo>
                <a:cubicBezTo>
                  <a:pt x="0" y="1261"/>
                  <a:pt x="158" y="1387"/>
                  <a:pt x="347" y="1387"/>
                </a:cubicBezTo>
                <a:lnTo>
                  <a:pt x="5955" y="1387"/>
                </a:lnTo>
                <a:cubicBezTo>
                  <a:pt x="6144" y="1356"/>
                  <a:pt x="6301" y="1198"/>
                  <a:pt x="6301" y="1040"/>
                </a:cubicBezTo>
                <a:lnTo>
                  <a:pt x="6301" y="694"/>
                </a:lnTo>
                <a:cubicBezTo>
                  <a:pt x="6301" y="316"/>
                  <a:pt x="5986" y="1"/>
                  <a:pt x="557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7" name="Google Shape;9353;p73">
            <a:extLst>
              <a:ext uri="{FF2B5EF4-FFF2-40B4-BE49-F238E27FC236}">
                <a16:creationId xmlns:a16="http://schemas.microsoft.com/office/drawing/2014/main" id="{F28127A8-B1E3-E8DA-1904-6FCB217685DC}"/>
              </a:ext>
            </a:extLst>
          </p:cNvPr>
          <p:cNvSpPr/>
          <p:nvPr/>
        </p:nvSpPr>
        <p:spPr>
          <a:xfrm>
            <a:off x="7398282" y="5428998"/>
            <a:ext cx="96700" cy="92459"/>
          </a:xfrm>
          <a:custGeom>
            <a:avLst/>
            <a:gdLst/>
            <a:ahLst/>
            <a:cxnLst/>
            <a:rect l="l" t="t" r="r" b="b"/>
            <a:pathLst>
              <a:path w="2143" h="2049" extrusionOk="0">
                <a:moveTo>
                  <a:pt x="1072" y="1"/>
                </a:moveTo>
                <a:cubicBezTo>
                  <a:pt x="473" y="1"/>
                  <a:pt x="1" y="473"/>
                  <a:pt x="1" y="1040"/>
                </a:cubicBezTo>
                <a:cubicBezTo>
                  <a:pt x="1" y="1607"/>
                  <a:pt x="473" y="2048"/>
                  <a:pt x="1072" y="2048"/>
                </a:cubicBezTo>
                <a:cubicBezTo>
                  <a:pt x="1670" y="2048"/>
                  <a:pt x="2143" y="1576"/>
                  <a:pt x="2143" y="1040"/>
                </a:cubicBezTo>
                <a:cubicBezTo>
                  <a:pt x="2143" y="442"/>
                  <a:pt x="1670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8" name="Google Shape;9354;p73">
            <a:extLst>
              <a:ext uri="{FF2B5EF4-FFF2-40B4-BE49-F238E27FC236}">
                <a16:creationId xmlns:a16="http://schemas.microsoft.com/office/drawing/2014/main" id="{3C59128A-0D95-B321-6CC3-CB4C882D39DE}"/>
              </a:ext>
            </a:extLst>
          </p:cNvPr>
          <p:cNvSpPr/>
          <p:nvPr/>
        </p:nvSpPr>
        <p:spPr>
          <a:xfrm>
            <a:off x="7273201" y="5741750"/>
            <a:ext cx="92413" cy="92459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607" y="2048"/>
                  <a:pt x="2048" y="1576"/>
                  <a:pt x="2048" y="1040"/>
                </a:cubicBezTo>
                <a:cubicBezTo>
                  <a:pt x="2048" y="473"/>
                  <a:pt x="1607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9" name="Google Shape;9355;p73">
            <a:extLst>
              <a:ext uri="{FF2B5EF4-FFF2-40B4-BE49-F238E27FC236}">
                <a16:creationId xmlns:a16="http://schemas.microsoft.com/office/drawing/2014/main" id="{7943ADC7-BA29-C9BC-C034-484C71882BEC}"/>
              </a:ext>
            </a:extLst>
          </p:cNvPr>
          <p:cNvSpPr/>
          <p:nvPr/>
        </p:nvSpPr>
        <p:spPr>
          <a:xfrm>
            <a:off x="7526253" y="5741750"/>
            <a:ext cx="92413" cy="92459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575" y="2048"/>
                  <a:pt x="2048" y="1576"/>
                  <a:pt x="2048" y="1040"/>
                </a:cubicBezTo>
                <a:cubicBezTo>
                  <a:pt x="2048" y="473"/>
                  <a:pt x="1575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0" name="Google Shape;9356;p73">
            <a:extLst>
              <a:ext uri="{FF2B5EF4-FFF2-40B4-BE49-F238E27FC236}">
                <a16:creationId xmlns:a16="http://schemas.microsoft.com/office/drawing/2014/main" id="{9595D776-B240-BD9D-92C1-8A8D81367B9A}"/>
              </a:ext>
            </a:extLst>
          </p:cNvPr>
          <p:cNvSpPr/>
          <p:nvPr/>
        </p:nvSpPr>
        <p:spPr>
          <a:xfrm>
            <a:off x="7179343" y="5647939"/>
            <a:ext cx="538864" cy="220383"/>
          </a:xfrm>
          <a:custGeom>
            <a:avLst/>
            <a:gdLst/>
            <a:ahLst/>
            <a:cxnLst/>
            <a:rect l="l" t="t" r="r" b="b"/>
            <a:pathLst>
              <a:path w="11942" h="4884" extrusionOk="0">
                <a:moveTo>
                  <a:pt x="1545" y="0"/>
                </a:moveTo>
                <a:cubicBezTo>
                  <a:pt x="1041" y="0"/>
                  <a:pt x="599" y="347"/>
                  <a:pt x="505" y="851"/>
                </a:cubicBezTo>
                <a:lnTo>
                  <a:pt x="64" y="3655"/>
                </a:lnTo>
                <a:cubicBezTo>
                  <a:pt x="1" y="3970"/>
                  <a:pt x="95" y="4253"/>
                  <a:pt x="284" y="4474"/>
                </a:cubicBezTo>
                <a:cubicBezTo>
                  <a:pt x="410" y="4631"/>
                  <a:pt x="599" y="4757"/>
                  <a:pt x="788" y="4789"/>
                </a:cubicBezTo>
                <a:cubicBezTo>
                  <a:pt x="1009" y="4442"/>
                  <a:pt x="1324" y="4127"/>
                  <a:pt x="1639" y="3938"/>
                </a:cubicBezTo>
                <a:cubicBezTo>
                  <a:pt x="1513" y="3686"/>
                  <a:pt x="1419" y="3434"/>
                  <a:pt x="1419" y="3151"/>
                </a:cubicBezTo>
                <a:cubicBezTo>
                  <a:pt x="1419" y="2206"/>
                  <a:pt x="2206" y="1418"/>
                  <a:pt x="3151" y="1418"/>
                </a:cubicBezTo>
                <a:cubicBezTo>
                  <a:pt x="4097" y="1418"/>
                  <a:pt x="4884" y="2206"/>
                  <a:pt x="4884" y="3151"/>
                </a:cubicBezTo>
                <a:cubicBezTo>
                  <a:pt x="4884" y="3434"/>
                  <a:pt x="4821" y="3686"/>
                  <a:pt x="4695" y="3938"/>
                </a:cubicBezTo>
                <a:cubicBezTo>
                  <a:pt x="5042" y="4159"/>
                  <a:pt x="5325" y="4474"/>
                  <a:pt x="5577" y="4883"/>
                </a:cubicBezTo>
                <a:lnTo>
                  <a:pt x="6396" y="4883"/>
                </a:lnTo>
                <a:cubicBezTo>
                  <a:pt x="6585" y="4537"/>
                  <a:pt x="6900" y="4159"/>
                  <a:pt x="7247" y="3938"/>
                </a:cubicBezTo>
                <a:cubicBezTo>
                  <a:pt x="7152" y="3686"/>
                  <a:pt x="7058" y="3434"/>
                  <a:pt x="7058" y="3151"/>
                </a:cubicBezTo>
                <a:cubicBezTo>
                  <a:pt x="7058" y="2206"/>
                  <a:pt x="7846" y="1418"/>
                  <a:pt x="8791" y="1418"/>
                </a:cubicBezTo>
                <a:cubicBezTo>
                  <a:pt x="9736" y="1418"/>
                  <a:pt x="10524" y="2206"/>
                  <a:pt x="10524" y="3151"/>
                </a:cubicBezTo>
                <a:cubicBezTo>
                  <a:pt x="10524" y="3434"/>
                  <a:pt x="10461" y="3686"/>
                  <a:pt x="10334" y="3938"/>
                </a:cubicBezTo>
                <a:cubicBezTo>
                  <a:pt x="10681" y="4159"/>
                  <a:pt x="10965" y="4442"/>
                  <a:pt x="11154" y="4789"/>
                </a:cubicBezTo>
                <a:cubicBezTo>
                  <a:pt x="11343" y="4757"/>
                  <a:pt x="11563" y="4631"/>
                  <a:pt x="11658" y="4474"/>
                </a:cubicBezTo>
                <a:cubicBezTo>
                  <a:pt x="11878" y="4253"/>
                  <a:pt x="11941" y="3938"/>
                  <a:pt x="11910" y="3655"/>
                </a:cubicBezTo>
                <a:lnTo>
                  <a:pt x="11343" y="851"/>
                </a:lnTo>
                <a:cubicBezTo>
                  <a:pt x="11280" y="347"/>
                  <a:pt x="10839" y="0"/>
                  <a:pt x="103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1" name="Google Shape;9357;p73">
            <a:extLst>
              <a:ext uri="{FF2B5EF4-FFF2-40B4-BE49-F238E27FC236}">
                <a16:creationId xmlns:a16="http://schemas.microsoft.com/office/drawing/2014/main" id="{C1718CD2-1675-15ED-903A-0A925B9C68E8}"/>
              </a:ext>
            </a:extLst>
          </p:cNvPr>
          <p:cNvSpPr/>
          <p:nvPr/>
        </p:nvSpPr>
        <p:spPr>
          <a:xfrm>
            <a:off x="7482167" y="5849777"/>
            <a:ext cx="187713" cy="112357"/>
          </a:xfrm>
          <a:custGeom>
            <a:avLst/>
            <a:gdLst/>
            <a:ahLst/>
            <a:cxnLst/>
            <a:rect l="l" t="t" r="r" b="b"/>
            <a:pathLst>
              <a:path w="4160" h="2490" extrusionOk="0">
                <a:moveTo>
                  <a:pt x="977" y="1"/>
                </a:moveTo>
                <a:cubicBezTo>
                  <a:pt x="536" y="284"/>
                  <a:pt x="189" y="694"/>
                  <a:pt x="63" y="1198"/>
                </a:cubicBezTo>
                <a:cubicBezTo>
                  <a:pt x="32" y="1387"/>
                  <a:pt x="0" y="1576"/>
                  <a:pt x="0" y="1797"/>
                </a:cubicBezTo>
                <a:lnTo>
                  <a:pt x="0" y="2143"/>
                </a:lnTo>
                <a:cubicBezTo>
                  <a:pt x="0" y="2332"/>
                  <a:pt x="158" y="2490"/>
                  <a:pt x="347" y="2490"/>
                </a:cubicBezTo>
                <a:lnTo>
                  <a:pt x="3813" y="2490"/>
                </a:lnTo>
                <a:cubicBezTo>
                  <a:pt x="4002" y="2490"/>
                  <a:pt x="4159" y="2332"/>
                  <a:pt x="4159" y="2143"/>
                </a:cubicBezTo>
                <a:lnTo>
                  <a:pt x="4159" y="1797"/>
                </a:lnTo>
                <a:cubicBezTo>
                  <a:pt x="4096" y="1576"/>
                  <a:pt x="4065" y="1356"/>
                  <a:pt x="4002" y="1198"/>
                </a:cubicBezTo>
                <a:cubicBezTo>
                  <a:pt x="3844" y="694"/>
                  <a:pt x="3529" y="284"/>
                  <a:pt x="3119" y="1"/>
                </a:cubicBezTo>
                <a:cubicBezTo>
                  <a:pt x="2804" y="253"/>
                  <a:pt x="2426" y="410"/>
                  <a:pt x="2048" y="410"/>
                </a:cubicBezTo>
                <a:cubicBezTo>
                  <a:pt x="1639" y="410"/>
                  <a:pt x="1261" y="253"/>
                  <a:pt x="97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2" name="Google Shape;9358;p73">
            <a:extLst>
              <a:ext uri="{FF2B5EF4-FFF2-40B4-BE49-F238E27FC236}">
                <a16:creationId xmlns:a16="http://schemas.microsoft.com/office/drawing/2014/main" id="{471F8403-5138-EF8F-CE05-29107AAA247F}"/>
              </a:ext>
            </a:extLst>
          </p:cNvPr>
          <p:cNvSpPr/>
          <p:nvPr/>
        </p:nvSpPr>
        <p:spPr>
          <a:xfrm>
            <a:off x="7352796" y="5535626"/>
            <a:ext cx="189112" cy="79643"/>
          </a:xfrm>
          <a:custGeom>
            <a:avLst/>
            <a:gdLst/>
            <a:ahLst/>
            <a:cxnLst/>
            <a:rect l="l" t="t" r="r" b="b"/>
            <a:pathLst>
              <a:path w="4191" h="1765" extrusionOk="0">
                <a:moveTo>
                  <a:pt x="1009" y="0"/>
                </a:moveTo>
                <a:cubicBezTo>
                  <a:pt x="379" y="347"/>
                  <a:pt x="0" y="1040"/>
                  <a:pt x="0" y="1765"/>
                </a:cubicBezTo>
                <a:lnTo>
                  <a:pt x="4191" y="1765"/>
                </a:lnTo>
                <a:cubicBezTo>
                  <a:pt x="4191" y="1040"/>
                  <a:pt x="3813" y="347"/>
                  <a:pt x="3214" y="0"/>
                </a:cubicBezTo>
                <a:cubicBezTo>
                  <a:pt x="2899" y="252"/>
                  <a:pt x="2521" y="378"/>
                  <a:pt x="2111" y="378"/>
                </a:cubicBezTo>
                <a:cubicBezTo>
                  <a:pt x="1733" y="378"/>
                  <a:pt x="1324" y="252"/>
                  <a:pt x="10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73" name="Google Shape;9359;p73">
            <a:extLst>
              <a:ext uri="{FF2B5EF4-FFF2-40B4-BE49-F238E27FC236}">
                <a16:creationId xmlns:a16="http://schemas.microsoft.com/office/drawing/2014/main" id="{03F0CEAC-799F-6FAE-5ACD-057F5A1A6646}"/>
              </a:ext>
            </a:extLst>
          </p:cNvPr>
          <p:cNvSpPr/>
          <p:nvPr/>
        </p:nvSpPr>
        <p:spPr>
          <a:xfrm>
            <a:off x="7229115" y="5849777"/>
            <a:ext cx="184871" cy="112357"/>
          </a:xfrm>
          <a:custGeom>
            <a:avLst/>
            <a:gdLst/>
            <a:ahLst/>
            <a:cxnLst/>
            <a:rect l="l" t="t" r="r" b="b"/>
            <a:pathLst>
              <a:path w="4097" h="2490" extrusionOk="0">
                <a:moveTo>
                  <a:pt x="1009" y="1"/>
                </a:moveTo>
                <a:cubicBezTo>
                  <a:pt x="568" y="284"/>
                  <a:pt x="221" y="694"/>
                  <a:pt x="95" y="1198"/>
                </a:cubicBezTo>
                <a:cubicBezTo>
                  <a:pt x="64" y="1387"/>
                  <a:pt x="1" y="1576"/>
                  <a:pt x="1" y="1797"/>
                </a:cubicBezTo>
                <a:lnTo>
                  <a:pt x="1" y="2143"/>
                </a:lnTo>
                <a:cubicBezTo>
                  <a:pt x="1" y="2332"/>
                  <a:pt x="158" y="2490"/>
                  <a:pt x="379" y="2490"/>
                </a:cubicBezTo>
                <a:lnTo>
                  <a:pt x="3844" y="2490"/>
                </a:lnTo>
                <a:cubicBezTo>
                  <a:pt x="3939" y="2490"/>
                  <a:pt x="4096" y="2332"/>
                  <a:pt x="4096" y="2143"/>
                </a:cubicBezTo>
                <a:lnTo>
                  <a:pt x="4096" y="1797"/>
                </a:lnTo>
                <a:cubicBezTo>
                  <a:pt x="4096" y="1576"/>
                  <a:pt x="4065" y="1356"/>
                  <a:pt x="4033" y="1198"/>
                </a:cubicBezTo>
                <a:cubicBezTo>
                  <a:pt x="3876" y="694"/>
                  <a:pt x="3561" y="284"/>
                  <a:pt x="3120" y="1"/>
                </a:cubicBezTo>
                <a:cubicBezTo>
                  <a:pt x="2804" y="253"/>
                  <a:pt x="2458" y="410"/>
                  <a:pt x="2048" y="410"/>
                </a:cubicBezTo>
                <a:cubicBezTo>
                  <a:pt x="1670" y="410"/>
                  <a:pt x="1261" y="253"/>
                  <a:pt x="10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0" name="Google Shape;9361;p73">
            <a:extLst>
              <a:ext uri="{FF2B5EF4-FFF2-40B4-BE49-F238E27FC236}">
                <a16:creationId xmlns:a16="http://schemas.microsoft.com/office/drawing/2014/main" id="{EAD899D8-87F6-779D-02BF-27CC91CCDA53}"/>
              </a:ext>
            </a:extLst>
          </p:cNvPr>
          <p:cNvSpPr/>
          <p:nvPr/>
        </p:nvSpPr>
        <p:spPr>
          <a:xfrm>
            <a:off x="10847521" y="4396169"/>
            <a:ext cx="123684" cy="152156"/>
          </a:xfrm>
          <a:custGeom>
            <a:avLst/>
            <a:gdLst/>
            <a:ahLst/>
            <a:cxnLst/>
            <a:rect l="l" t="t" r="r" b="b"/>
            <a:pathLst>
              <a:path w="2741" h="3372" extrusionOk="0">
                <a:moveTo>
                  <a:pt x="1670" y="1"/>
                </a:moveTo>
                <a:cubicBezTo>
                  <a:pt x="1166" y="316"/>
                  <a:pt x="599" y="505"/>
                  <a:pt x="0" y="568"/>
                </a:cubicBezTo>
                <a:lnTo>
                  <a:pt x="0" y="1482"/>
                </a:lnTo>
                <a:lnTo>
                  <a:pt x="1890" y="3372"/>
                </a:lnTo>
                <a:lnTo>
                  <a:pt x="2741" y="3372"/>
                </a:lnTo>
                <a:lnTo>
                  <a:pt x="2741" y="3340"/>
                </a:lnTo>
                <a:lnTo>
                  <a:pt x="2741" y="2301"/>
                </a:lnTo>
                <a:cubicBezTo>
                  <a:pt x="2741" y="1356"/>
                  <a:pt x="2300" y="536"/>
                  <a:pt x="167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1" name="Google Shape;9362;p73">
            <a:extLst>
              <a:ext uri="{FF2B5EF4-FFF2-40B4-BE49-F238E27FC236}">
                <a16:creationId xmlns:a16="http://schemas.microsoft.com/office/drawing/2014/main" id="{95175800-DD5C-2814-8E8E-AD0091AF4BA5}"/>
              </a:ext>
            </a:extLst>
          </p:cNvPr>
          <p:cNvSpPr/>
          <p:nvPr/>
        </p:nvSpPr>
        <p:spPr>
          <a:xfrm>
            <a:off x="10773563" y="4491424"/>
            <a:ext cx="112359" cy="55503"/>
          </a:xfrm>
          <a:custGeom>
            <a:avLst/>
            <a:gdLst/>
            <a:ahLst/>
            <a:cxnLst/>
            <a:rect l="l" t="t" r="r" b="b"/>
            <a:pathLst>
              <a:path w="2490" h="1230" extrusionOk="0">
                <a:moveTo>
                  <a:pt x="1229" y="1"/>
                </a:moveTo>
                <a:lnTo>
                  <a:pt x="1" y="1229"/>
                </a:lnTo>
                <a:lnTo>
                  <a:pt x="2490" y="1229"/>
                </a:lnTo>
                <a:lnTo>
                  <a:pt x="122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2" name="Google Shape;9363;p73">
            <a:extLst>
              <a:ext uri="{FF2B5EF4-FFF2-40B4-BE49-F238E27FC236}">
                <a16:creationId xmlns:a16="http://schemas.microsoft.com/office/drawing/2014/main" id="{8BE167BE-9F8F-9A45-4F98-0F3A9F6F13DB}"/>
              </a:ext>
            </a:extLst>
          </p:cNvPr>
          <p:cNvSpPr/>
          <p:nvPr/>
        </p:nvSpPr>
        <p:spPr>
          <a:xfrm>
            <a:off x="10689680" y="4393325"/>
            <a:ext cx="125173" cy="153600"/>
          </a:xfrm>
          <a:custGeom>
            <a:avLst/>
            <a:gdLst/>
            <a:ahLst/>
            <a:cxnLst/>
            <a:rect l="l" t="t" r="r" b="b"/>
            <a:pathLst>
              <a:path w="2774" h="3404" extrusionOk="0">
                <a:moveTo>
                  <a:pt x="1072" y="1"/>
                </a:moveTo>
                <a:cubicBezTo>
                  <a:pt x="411" y="599"/>
                  <a:pt x="1" y="1419"/>
                  <a:pt x="1" y="2332"/>
                </a:cubicBezTo>
                <a:lnTo>
                  <a:pt x="1" y="3403"/>
                </a:lnTo>
                <a:lnTo>
                  <a:pt x="883" y="3403"/>
                </a:lnTo>
                <a:lnTo>
                  <a:pt x="2773" y="1513"/>
                </a:lnTo>
                <a:lnTo>
                  <a:pt x="2773" y="599"/>
                </a:lnTo>
                <a:cubicBezTo>
                  <a:pt x="2143" y="568"/>
                  <a:pt x="1576" y="316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3" name="Google Shape;9364;p73">
            <a:extLst>
              <a:ext uri="{FF2B5EF4-FFF2-40B4-BE49-F238E27FC236}">
                <a16:creationId xmlns:a16="http://schemas.microsoft.com/office/drawing/2014/main" id="{F36F958A-D6E1-3DCC-0860-2D7555C9E703}"/>
              </a:ext>
            </a:extLst>
          </p:cNvPr>
          <p:cNvSpPr/>
          <p:nvPr/>
        </p:nvSpPr>
        <p:spPr>
          <a:xfrm>
            <a:off x="10658410" y="4578151"/>
            <a:ext cx="345511" cy="64031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725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lnTo>
                  <a:pt x="6932" y="1418"/>
                </a:lnTo>
                <a:cubicBezTo>
                  <a:pt x="7341" y="1418"/>
                  <a:pt x="7657" y="1103"/>
                  <a:pt x="7657" y="725"/>
                </a:cubicBezTo>
                <a:cubicBezTo>
                  <a:pt x="7594" y="316"/>
                  <a:pt x="7278" y="1"/>
                  <a:pt x="693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4" name="Google Shape;9365;p73">
            <a:extLst>
              <a:ext uri="{FF2B5EF4-FFF2-40B4-BE49-F238E27FC236}">
                <a16:creationId xmlns:a16="http://schemas.microsoft.com/office/drawing/2014/main" id="{85B59888-8C41-70AD-2611-045E482C055F}"/>
              </a:ext>
            </a:extLst>
          </p:cNvPr>
          <p:cNvSpPr/>
          <p:nvPr/>
        </p:nvSpPr>
        <p:spPr>
          <a:xfrm>
            <a:off x="10658410" y="4107606"/>
            <a:ext cx="345511" cy="64031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725" y="0"/>
                </a:moveTo>
                <a:cubicBezTo>
                  <a:pt x="316" y="0"/>
                  <a:pt x="1" y="315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lnTo>
                  <a:pt x="6932" y="1418"/>
                </a:lnTo>
                <a:cubicBezTo>
                  <a:pt x="7341" y="1418"/>
                  <a:pt x="7657" y="1103"/>
                  <a:pt x="7657" y="725"/>
                </a:cubicBezTo>
                <a:cubicBezTo>
                  <a:pt x="7594" y="284"/>
                  <a:pt x="7278" y="0"/>
                  <a:pt x="693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5" name="Google Shape;9366;p73">
            <a:extLst>
              <a:ext uri="{FF2B5EF4-FFF2-40B4-BE49-F238E27FC236}">
                <a16:creationId xmlns:a16="http://schemas.microsoft.com/office/drawing/2014/main" id="{31DC99B2-D428-082A-E23E-82B943DFCE5B}"/>
              </a:ext>
            </a:extLst>
          </p:cNvPr>
          <p:cNvSpPr/>
          <p:nvPr/>
        </p:nvSpPr>
        <p:spPr>
          <a:xfrm>
            <a:off x="10691122" y="4200018"/>
            <a:ext cx="280083" cy="64347"/>
          </a:xfrm>
          <a:custGeom>
            <a:avLst/>
            <a:gdLst/>
            <a:ahLst/>
            <a:cxnLst/>
            <a:rect l="l" t="t" r="r" b="b"/>
            <a:pathLst>
              <a:path w="6207" h="1426" extrusionOk="0">
                <a:moveTo>
                  <a:pt x="0" y="0"/>
                </a:moveTo>
                <a:lnTo>
                  <a:pt x="0" y="441"/>
                </a:lnTo>
                <a:lnTo>
                  <a:pt x="568" y="788"/>
                </a:lnTo>
                <a:cubicBezTo>
                  <a:pt x="1355" y="1213"/>
                  <a:pt x="2237" y="1426"/>
                  <a:pt x="3112" y="1426"/>
                </a:cubicBezTo>
                <a:cubicBezTo>
                  <a:pt x="3986" y="1426"/>
                  <a:pt x="4852" y="1213"/>
                  <a:pt x="5608" y="788"/>
                </a:cubicBezTo>
                <a:lnTo>
                  <a:pt x="6207" y="441"/>
                </a:lnTo>
                <a:lnTo>
                  <a:pt x="620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6" name="Google Shape;9367;p73">
            <a:extLst>
              <a:ext uri="{FF2B5EF4-FFF2-40B4-BE49-F238E27FC236}">
                <a16:creationId xmlns:a16="http://schemas.microsoft.com/office/drawing/2014/main" id="{8AD9F3DF-81A1-D415-F29A-6FF61026C736}"/>
              </a:ext>
            </a:extLst>
          </p:cNvPr>
          <p:cNvSpPr/>
          <p:nvPr/>
        </p:nvSpPr>
        <p:spPr>
          <a:xfrm>
            <a:off x="10688280" y="4256875"/>
            <a:ext cx="281527" cy="133655"/>
          </a:xfrm>
          <a:custGeom>
            <a:avLst/>
            <a:gdLst/>
            <a:ahLst/>
            <a:cxnLst/>
            <a:rect l="l" t="t" r="r" b="b"/>
            <a:pathLst>
              <a:path w="6239" h="2962" extrusionOk="0">
                <a:moveTo>
                  <a:pt x="0" y="0"/>
                </a:moveTo>
                <a:cubicBezTo>
                  <a:pt x="126" y="1607"/>
                  <a:pt x="1481" y="2962"/>
                  <a:pt x="3119" y="2962"/>
                </a:cubicBezTo>
                <a:cubicBezTo>
                  <a:pt x="4758" y="2962"/>
                  <a:pt x="6112" y="1607"/>
                  <a:pt x="6238" y="0"/>
                </a:cubicBezTo>
                <a:lnTo>
                  <a:pt x="6238" y="0"/>
                </a:lnTo>
                <a:lnTo>
                  <a:pt x="5986" y="126"/>
                </a:lnTo>
                <a:cubicBezTo>
                  <a:pt x="5136" y="631"/>
                  <a:pt x="4096" y="883"/>
                  <a:pt x="3119" y="883"/>
                </a:cubicBezTo>
                <a:cubicBezTo>
                  <a:pt x="2143" y="883"/>
                  <a:pt x="1166" y="631"/>
                  <a:pt x="252" y="12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5" name="Google Shape;9369;p73">
            <a:extLst>
              <a:ext uri="{FF2B5EF4-FFF2-40B4-BE49-F238E27FC236}">
                <a16:creationId xmlns:a16="http://schemas.microsoft.com/office/drawing/2014/main" id="{20703B02-53E4-5B3A-0A79-846BA5B2A39F}"/>
              </a:ext>
            </a:extLst>
          </p:cNvPr>
          <p:cNvSpPr/>
          <p:nvPr/>
        </p:nvSpPr>
        <p:spPr>
          <a:xfrm>
            <a:off x="1082158" y="4107627"/>
            <a:ext cx="378225" cy="471992"/>
          </a:xfrm>
          <a:custGeom>
            <a:avLst/>
            <a:gdLst/>
            <a:ahLst/>
            <a:cxnLst/>
            <a:rect l="l" t="t" r="r" b="b"/>
            <a:pathLst>
              <a:path w="8382" h="10460" extrusionOk="0">
                <a:moveTo>
                  <a:pt x="348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0113"/>
                </a:lnTo>
                <a:cubicBezTo>
                  <a:pt x="1" y="10302"/>
                  <a:pt x="158" y="10460"/>
                  <a:pt x="348" y="10460"/>
                </a:cubicBezTo>
                <a:lnTo>
                  <a:pt x="694" y="10460"/>
                </a:lnTo>
                <a:lnTo>
                  <a:pt x="694" y="3875"/>
                </a:lnTo>
                <a:cubicBezTo>
                  <a:pt x="694" y="3623"/>
                  <a:pt x="820" y="3340"/>
                  <a:pt x="1009" y="3151"/>
                </a:cubicBezTo>
                <a:lnTo>
                  <a:pt x="3151" y="1008"/>
                </a:lnTo>
                <a:cubicBezTo>
                  <a:pt x="3340" y="819"/>
                  <a:pt x="3624" y="693"/>
                  <a:pt x="3908" y="693"/>
                </a:cubicBezTo>
                <a:lnTo>
                  <a:pt x="8381" y="693"/>
                </a:lnTo>
                <a:lnTo>
                  <a:pt x="8381" y="347"/>
                </a:lnTo>
                <a:cubicBezTo>
                  <a:pt x="8381" y="158"/>
                  <a:pt x="8224" y="0"/>
                  <a:pt x="80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6" name="Google Shape;9370;p73">
            <a:extLst>
              <a:ext uri="{FF2B5EF4-FFF2-40B4-BE49-F238E27FC236}">
                <a16:creationId xmlns:a16="http://schemas.microsoft.com/office/drawing/2014/main" id="{690D3F0A-7038-D520-378B-F0343E1310B8}"/>
              </a:ext>
            </a:extLst>
          </p:cNvPr>
          <p:cNvSpPr/>
          <p:nvPr/>
        </p:nvSpPr>
        <p:spPr>
          <a:xfrm>
            <a:off x="1154670" y="4180095"/>
            <a:ext cx="85375" cy="86772"/>
          </a:xfrm>
          <a:custGeom>
            <a:avLst/>
            <a:gdLst/>
            <a:ahLst/>
            <a:cxnLst/>
            <a:rect l="l" t="t" r="r" b="b"/>
            <a:pathLst>
              <a:path w="1891" h="1923" extrusionOk="0">
                <a:moveTo>
                  <a:pt x="1891" y="1"/>
                </a:moveTo>
                <a:lnTo>
                  <a:pt x="1" y="1923"/>
                </a:lnTo>
                <a:lnTo>
                  <a:pt x="1891" y="1923"/>
                </a:lnTo>
                <a:lnTo>
                  <a:pt x="189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7" name="Google Shape;9371;p73">
            <a:extLst>
              <a:ext uri="{FF2B5EF4-FFF2-40B4-BE49-F238E27FC236}">
                <a16:creationId xmlns:a16="http://schemas.microsoft.com/office/drawing/2014/main" id="{1D4AA9F7-10C8-E1C3-1A9D-1DCF1A05393E}"/>
              </a:ext>
            </a:extLst>
          </p:cNvPr>
          <p:cNvSpPr/>
          <p:nvPr/>
        </p:nvSpPr>
        <p:spPr>
          <a:xfrm>
            <a:off x="1272668" y="4299537"/>
            <a:ext cx="220383" cy="218984"/>
          </a:xfrm>
          <a:custGeom>
            <a:avLst/>
            <a:gdLst/>
            <a:ahLst/>
            <a:cxnLst/>
            <a:rect l="l" t="t" r="r" b="b"/>
            <a:pathLst>
              <a:path w="4884" h="4853" extrusionOk="0">
                <a:moveTo>
                  <a:pt x="2427" y="0"/>
                </a:moveTo>
                <a:cubicBezTo>
                  <a:pt x="1103" y="0"/>
                  <a:pt x="1" y="1103"/>
                  <a:pt x="1" y="2426"/>
                </a:cubicBezTo>
                <a:cubicBezTo>
                  <a:pt x="1" y="3749"/>
                  <a:pt x="1103" y="4852"/>
                  <a:pt x="2427" y="4852"/>
                </a:cubicBezTo>
                <a:cubicBezTo>
                  <a:pt x="3781" y="4852"/>
                  <a:pt x="4884" y="3749"/>
                  <a:pt x="4884" y="2426"/>
                </a:cubicBezTo>
                <a:cubicBezTo>
                  <a:pt x="4884" y="1103"/>
                  <a:pt x="3781" y="0"/>
                  <a:pt x="24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8" name="Google Shape;9372;p73">
            <a:extLst>
              <a:ext uri="{FF2B5EF4-FFF2-40B4-BE49-F238E27FC236}">
                <a16:creationId xmlns:a16="http://schemas.microsoft.com/office/drawing/2014/main" id="{BA06A74F-5C84-72B7-51D9-1FD1D4DC7EB7}"/>
              </a:ext>
            </a:extLst>
          </p:cNvPr>
          <p:cNvSpPr/>
          <p:nvPr/>
        </p:nvSpPr>
        <p:spPr>
          <a:xfrm>
            <a:off x="1143299" y="4173012"/>
            <a:ext cx="346909" cy="437879"/>
          </a:xfrm>
          <a:custGeom>
            <a:avLst/>
            <a:gdLst/>
            <a:ahLst/>
            <a:cxnLst/>
            <a:rect l="l" t="t" r="r" b="b"/>
            <a:pathLst>
              <a:path w="7688" h="9704" extrusionOk="0">
                <a:moveTo>
                  <a:pt x="2868" y="0"/>
                </a:moveTo>
                <a:lnTo>
                  <a:pt x="2868" y="2426"/>
                </a:lnTo>
                <a:cubicBezTo>
                  <a:pt x="2868" y="2647"/>
                  <a:pt x="2679" y="2804"/>
                  <a:pt x="2490" y="2804"/>
                </a:cubicBezTo>
                <a:lnTo>
                  <a:pt x="1" y="2804"/>
                </a:lnTo>
                <a:lnTo>
                  <a:pt x="1" y="9357"/>
                </a:lnTo>
                <a:cubicBezTo>
                  <a:pt x="1" y="9578"/>
                  <a:pt x="190" y="9704"/>
                  <a:pt x="379" y="9704"/>
                </a:cubicBezTo>
                <a:lnTo>
                  <a:pt x="7341" y="9704"/>
                </a:lnTo>
                <a:cubicBezTo>
                  <a:pt x="7467" y="9704"/>
                  <a:pt x="7593" y="9641"/>
                  <a:pt x="7625" y="9578"/>
                </a:cubicBezTo>
                <a:lnTo>
                  <a:pt x="6239" y="8192"/>
                </a:lnTo>
                <a:cubicBezTo>
                  <a:pt x="5924" y="8318"/>
                  <a:pt x="5609" y="8349"/>
                  <a:pt x="5262" y="8349"/>
                </a:cubicBezTo>
                <a:cubicBezTo>
                  <a:pt x="3529" y="8349"/>
                  <a:pt x="2143" y="6931"/>
                  <a:pt x="2143" y="5230"/>
                </a:cubicBezTo>
                <a:cubicBezTo>
                  <a:pt x="2143" y="3529"/>
                  <a:pt x="3561" y="2111"/>
                  <a:pt x="5262" y="2111"/>
                </a:cubicBezTo>
                <a:cubicBezTo>
                  <a:pt x="6239" y="2111"/>
                  <a:pt x="7121" y="2584"/>
                  <a:pt x="7688" y="3308"/>
                </a:cubicBezTo>
                <a:lnTo>
                  <a:pt x="7688" y="347"/>
                </a:lnTo>
                <a:cubicBezTo>
                  <a:pt x="7688" y="158"/>
                  <a:pt x="7530" y="0"/>
                  <a:pt x="73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9" name="Google Shape;9373;p73">
            <a:extLst>
              <a:ext uri="{FF2B5EF4-FFF2-40B4-BE49-F238E27FC236}">
                <a16:creationId xmlns:a16="http://schemas.microsoft.com/office/drawing/2014/main" id="{DAEB09BE-60F4-91FF-460B-D484CEE602BA}"/>
              </a:ext>
            </a:extLst>
          </p:cNvPr>
          <p:cNvSpPr/>
          <p:nvPr/>
        </p:nvSpPr>
        <p:spPr>
          <a:xfrm>
            <a:off x="1457495" y="4481477"/>
            <a:ext cx="163527" cy="160685"/>
          </a:xfrm>
          <a:custGeom>
            <a:avLst/>
            <a:gdLst/>
            <a:ahLst/>
            <a:cxnLst/>
            <a:rect l="l" t="t" r="r" b="b"/>
            <a:pathLst>
              <a:path w="3623" h="3560" extrusionOk="0">
                <a:moveTo>
                  <a:pt x="977" y="1"/>
                </a:moveTo>
                <a:cubicBezTo>
                  <a:pt x="693" y="410"/>
                  <a:pt x="378" y="757"/>
                  <a:pt x="0" y="1009"/>
                </a:cubicBezTo>
                <a:lnTo>
                  <a:pt x="2363" y="3372"/>
                </a:lnTo>
                <a:cubicBezTo>
                  <a:pt x="2489" y="3498"/>
                  <a:pt x="2662" y="3561"/>
                  <a:pt x="2840" y="3561"/>
                </a:cubicBezTo>
                <a:cubicBezTo>
                  <a:pt x="3017" y="3561"/>
                  <a:pt x="3198" y="3498"/>
                  <a:pt x="3340" y="3372"/>
                </a:cubicBezTo>
                <a:cubicBezTo>
                  <a:pt x="3623" y="3088"/>
                  <a:pt x="3623" y="2647"/>
                  <a:pt x="3340" y="2364"/>
                </a:cubicBezTo>
                <a:lnTo>
                  <a:pt x="97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9" name="Google Shape;9375;p73">
            <a:extLst>
              <a:ext uri="{FF2B5EF4-FFF2-40B4-BE49-F238E27FC236}">
                <a16:creationId xmlns:a16="http://schemas.microsoft.com/office/drawing/2014/main" id="{080AFE72-54BB-8158-F857-FD4545331C81}"/>
              </a:ext>
            </a:extLst>
          </p:cNvPr>
          <p:cNvSpPr/>
          <p:nvPr/>
        </p:nvSpPr>
        <p:spPr>
          <a:xfrm>
            <a:off x="1114894" y="4782518"/>
            <a:ext cx="375337" cy="530337"/>
          </a:xfrm>
          <a:custGeom>
            <a:avLst/>
            <a:gdLst/>
            <a:ahLst/>
            <a:cxnLst/>
            <a:rect l="l" t="t" r="r" b="b"/>
            <a:pathLst>
              <a:path w="8318" h="11753" extrusionOk="0">
                <a:moveTo>
                  <a:pt x="3828" y="2742"/>
                </a:moveTo>
                <a:cubicBezTo>
                  <a:pt x="3915" y="2742"/>
                  <a:pt x="4001" y="2773"/>
                  <a:pt x="4064" y="2836"/>
                </a:cubicBezTo>
                <a:cubicBezTo>
                  <a:pt x="4253" y="2994"/>
                  <a:pt x="4253" y="3183"/>
                  <a:pt x="4096" y="3340"/>
                </a:cubicBezTo>
                <a:lnTo>
                  <a:pt x="2678" y="4695"/>
                </a:lnTo>
                <a:cubicBezTo>
                  <a:pt x="2615" y="4790"/>
                  <a:pt x="2520" y="4821"/>
                  <a:pt x="2457" y="4821"/>
                </a:cubicBezTo>
                <a:cubicBezTo>
                  <a:pt x="2363" y="4821"/>
                  <a:pt x="2268" y="4790"/>
                  <a:pt x="2205" y="4695"/>
                </a:cubicBezTo>
                <a:lnTo>
                  <a:pt x="1512" y="4002"/>
                </a:lnTo>
                <a:cubicBezTo>
                  <a:pt x="1386" y="3876"/>
                  <a:pt x="1386" y="3655"/>
                  <a:pt x="1512" y="3529"/>
                </a:cubicBezTo>
                <a:cubicBezTo>
                  <a:pt x="1575" y="3466"/>
                  <a:pt x="1662" y="3435"/>
                  <a:pt x="1749" y="3435"/>
                </a:cubicBezTo>
                <a:cubicBezTo>
                  <a:pt x="1835" y="3435"/>
                  <a:pt x="1922" y="3466"/>
                  <a:pt x="1985" y="3529"/>
                </a:cubicBezTo>
                <a:lnTo>
                  <a:pt x="2426" y="3971"/>
                </a:lnTo>
                <a:lnTo>
                  <a:pt x="3592" y="2836"/>
                </a:lnTo>
                <a:cubicBezTo>
                  <a:pt x="3655" y="2773"/>
                  <a:pt x="3741" y="2742"/>
                  <a:pt x="3828" y="2742"/>
                </a:cubicBezTo>
                <a:close/>
                <a:moveTo>
                  <a:pt x="3828" y="4790"/>
                </a:moveTo>
                <a:cubicBezTo>
                  <a:pt x="3915" y="4790"/>
                  <a:pt x="4001" y="4821"/>
                  <a:pt x="4064" y="4884"/>
                </a:cubicBezTo>
                <a:cubicBezTo>
                  <a:pt x="4253" y="5042"/>
                  <a:pt x="4253" y="5262"/>
                  <a:pt x="4096" y="5388"/>
                </a:cubicBezTo>
                <a:lnTo>
                  <a:pt x="2678" y="6774"/>
                </a:lnTo>
                <a:cubicBezTo>
                  <a:pt x="2615" y="6837"/>
                  <a:pt x="2520" y="6869"/>
                  <a:pt x="2457" y="6869"/>
                </a:cubicBezTo>
                <a:cubicBezTo>
                  <a:pt x="2363" y="6869"/>
                  <a:pt x="2268" y="6837"/>
                  <a:pt x="2205" y="6774"/>
                </a:cubicBezTo>
                <a:lnTo>
                  <a:pt x="1512" y="6050"/>
                </a:lnTo>
                <a:cubicBezTo>
                  <a:pt x="1386" y="5924"/>
                  <a:pt x="1386" y="5703"/>
                  <a:pt x="1512" y="5577"/>
                </a:cubicBezTo>
                <a:cubicBezTo>
                  <a:pt x="1575" y="5514"/>
                  <a:pt x="1662" y="5483"/>
                  <a:pt x="1749" y="5483"/>
                </a:cubicBezTo>
                <a:cubicBezTo>
                  <a:pt x="1835" y="5483"/>
                  <a:pt x="1922" y="5514"/>
                  <a:pt x="1985" y="5577"/>
                </a:cubicBezTo>
                <a:lnTo>
                  <a:pt x="2426" y="6018"/>
                </a:lnTo>
                <a:lnTo>
                  <a:pt x="3592" y="4884"/>
                </a:lnTo>
                <a:cubicBezTo>
                  <a:pt x="3655" y="4821"/>
                  <a:pt x="3741" y="4790"/>
                  <a:pt x="3828" y="4790"/>
                </a:cubicBezTo>
                <a:close/>
                <a:moveTo>
                  <a:pt x="3828" y="6869"/>
                </a:moveTo>
                <a:cubicBezTo>
                  <a:pt x="3915" y="6869"/>
                  <a:pt x="4001" y="6900"/>
                  <a:pt x="4064" y="6963"/>
                </a:cubicBezTo>
                <a:cubicBezTo>
                  <a:pt x="4253" y="7121"/>
                  <a:pt x="4253" y="7342"/>
                  <a:pt x="4096" y="7468"/>
                </a:cubicBezTo>
                <a:lnTo>
                  <a:pt x="2678" y="8854"/>
                </a:lnTo>
                <a:cubicBezTo>
                  <a:pt x="2615" y="8917"/>
                  <a:pt x="2520" y="8980"/>
                  <a:pt x="2457" y="8980"/>
                </a:cubicBezTo>
                <a:cubicBezTo>
                  <a:pt x="2363" y="8980"/>
                  <a:pt x="2268" y="8917"/>
                  <a:pt x="2205" y="8854"/>
                </a:cubicBezTo>
                <a:lnTo>
                  <a:pt x="1512" y="8129"/>
                </a:lnTo>
                <a:cubicBezTo>
                  <a:pt x="1386" y="8003"/>
                  <a:pt x="1386" y="7783"/>
                  <a:pt x="1512" y="7657"/>
                </a:cubicBezTo>
                <a:cubicBezTo>
                  <a:pt x="1575" y="7594"/>
                  <a:pt x="1662" y="7562"/>
                  <a:pt x="1749" y="7562"/>
                </a:cubicBezTo>
                <a:cubicBezTo>
                  <a:pt x="1835" y="7562"/>
                  <a:pt x="1922" y="7594"/>
                  <a:pt x="1985" y="7657"/>
                </a:cubicBezTo>
                <a:lnTo>
                  <a:pt x="2426" y="8098"/>
                </a:lnTo>
                <a:lnTo>
                  <a:pt x="3592" y="6963"/>
                </a:lnTo>
                <a:cubicBezTo>
                  <a:pt x="3655" y="6900"/>
                  <a:pt x="3741" y="6869"/>
                  <a:pt x="3828" y="6869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9673"/>
                </a:lnTo>
                <a:lnTo>
                  <a:pt x="6301" y="9673"/>
                </a:lnTo>
                <a:lnTo>
                  <a:pt x="6301" y="10397"/>
                </a:lnTo>
                <a:lnTo>
                  <a:pt x="6301" y="10744"/>
                </a:lnTo>
                <a:lnTo>
                  <a:pt x="6270" y="10744"/>
                </a:lnTo>
                <a:cubicBezTo>
                  <a:pt x="6270" y="11343"/>
                  <a:pt x="6742" y="11752"/>
                  <a:pt x="7278" y="11752"/>
                </a:cubicBezTo>
                <a:cubicBezTo>
                  <a:pt x="7876" y="11752"/>
                  <a:pt x="8317" y="11280"/>
                  <a:pt x="8317" y="10744"/>
                </a:cubicBezTo>
                <a:lnTo>
                  <a:pt x="8317" y="7972"/>
                </a:lnTo>
                <a:lnTo>
                  <a:pt x="7498" y="8822"/>
                </a:lnTo>
                <a:lnTo>
                  <a:pt x="5608" y="9547"/>
                </a:lnTo>
                <a:cubicBezTo>
                  <a:pt x="5497" y="9576"/>
                  <a:pt x="5390" y="9590"/>
                  <a:pt x="5288" y="9590"/>
                </a:cubicBezTo>
                <a:cubicBezTo>
                  <a:pt x="4954" y="9590"/>
                  <a:pt x="4674" y="9441"/>
                  <a:pt x="4505" y="9200"/>
                </a:cubicBezTo>
                <a:cubicBezTo>
                  <a:pt x="4316" y="8980"/>
                  <a:pt x="4222" y="8665"/>
                  <a:pt x="4316" y="8255"/>
                </a:cubicBezTo>
                <a:lnTo>
                  <a:pt x="5041" y="6365"/>
                </a:lnTo>
                <a:lnTo>
                  <a:pt x="8317" y="3088"/>
                </a:lnTo>
                <a:lnTo>
                  <a:pt x="8317" y="2773"/>
                </a:lnTo>
                <a:lnTo>
                  <a:pt x="5891" y="2773"/>
                </a:lnTo>
                <a:cubicBezTo>
                  <a:pt x="5671" y="2773"/>
                  <a:pt x="5513" y="2616"/>
                  <a:pt x="5513" y="2427"/>
                </a:cubicBezTo>
                <a:lnTo>
                  <a:pt x="551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0" name="Google Shape;9376;p73">
            <a:extLst>
              <a:ext uri="{FF2B5EF4-FFF2-40B4-BE49-F238E27FC236}">
                <a16:creationId xmlns:a16="http://schemas.microsoft.com/office/drawing/2014/main" id="{0C13FD42-52F2-9CE4-C593-A0B0AE63BE45}"/>
              </a:ext>
            </a:extLst>
          </p:cNvPr>
          <p:cNvSpPr/>
          <p:nvPr/>
        </p:nvSpPr>
        <p:spPr>
          <a:xfrm>
            <a:off x="1515769" y="4906200"/>
            <a:ext cx="103829" cy="100987"/>
          </a:xfrm>
          <a:custGeom>
            <a:avLst/>
            <a:gdLst/>
            <a:ahLst/>
            <a:cxnLst/>
            <a:rect l="l" t="t" r="r" b="b"/>
            <a:pathLst>
              <a:path w="2301" h="2238" extrusionOk="0">
                <a:moveTo>
                  <a:pt x="1072" y="1"/>
                </a:moveTo>
                <a:cubicBezTo>
                  <a:pt x="890" y="1"/>
                  <a:pt x="709" y="64"/>
                  <a:pt x="568" y="190"/>
                </a:cubicBezTo>
                <a:lnTo>
                  <a:pt x="0" y="788"/>
                </a:lnTo>
                <a:lnTo>
                  <a:pt x="1450" y="2238"/>
                </a:lnTo>
                <a:lnTo>
                  <a:pt x="2048" y="1639"/>
                </a:lnTo>
                <a:cubicBezTo>
                  <a:pt x="2300" y="1387"/>
                  <a:pt x="2300" y="946"/>
                  <a:pt x="2048" y="662"/>
                </a:cubicBezTo>
                <a:lnTo>
                  <a:pt x="1576" y="190"/>
                </a:lnTo>
                <a:cubicBezTo>
                  <a:pt x="1434" y="64"/>
                  <a:pt x="1253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1" name="Google Shape;9377;p73">
            <a:extLst>
              <a:ext uri="{FF2B5EF4-FFF2-40B4-BE49-F238E27FC236}">
                <a16:creationId xmlns:a16="http://schemas.microsoft.com/office/drawing/2014/main" id="{7B824B61-1697-744B-AAEC-03E0FFBA600E}"/>
              </a:ext>
            </a:extLst>
          </p:cNvPr>
          <p:cNvSpPr/>
          <p:nvPr/>
        </p:nvSpPr>
        <p:spPr>
          <a:xfrm>
            <a:off x="1339696" y="5100953"/>
            <a:ext cx="83704" cy="81268"/>
          </a:xfrm>
          <a:custGeom>
            <a:avLst/>
            <a:gdLst/>
            <a:ahLst/>
            <a:cxnLst/>
            <a:rect l="l" t="t" r="r" b="b"/>
            <a:pathLst>
              <a:path w="1855" h="1801" extrusionOk="0">
                <a:moveTo>
                  <a:pt x="594" y="1"/>
                </a:moveTo>
                <a:lnTo>
                  <a:pt x="59" y="1387"/>
                </a:lnTo>
                <a:cubicBezTo>
                  <a:pt x="0" y="1621"/>
                  <a:pt x="186" y="1800"/>
                  <a:pt x="414" y="1800"/>
                </a:cubicBezTo>
                <a:cubicBezTo>
                  <a:pt x="432" y="1800"/>
                  <a:pt x="450" y="1799"/>
                  <a:pt x="468" y="1797"/>
                </a:cubicBezTo>
                <a:lnTo>
                  <a:pt x="1855" y="1261"/>
                </a:lnTo>
                <a:lnTo>
                  <a:pt x="59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2" name="Google Shape;9378;p73">
            <a:extLst>
              <a:ext uri="{FF2B5EF4-FFF2-40B4-BE49-F238E27FC236}">
                <a16:creationId xmlns:a16="http://schemas.microsoft.com/office/drawing/2014/main" id="{B94D91C2-3823-FD64-F5AB-48531F6C2A09}"/>
              </a:ext>
            </a:extLst>
          </p:cNvPr>
          <p:cNvSpPr/>
          <p:nvPr/>
        </p:nvSpPr>
        <p:spPr>
          <a:xfrm>
            <a:off x="1383558" y="4964500"/>
            <a:ext cx="176343" cy="176343"/>
          </a:xfrm>
          <a:custGeom>
            <a:avLst/>
            <a:gdLst/>
            <a:ahLst/>
            <a:cxnLst/>
            <a:rect l="l" t="t" r="r" b="b"/>
            <a:pathLst>
              <a:path w="3908" h="3908" extrusionOk="0">
                <a:moveTo>
                  <a:pt x="2426" y="1"/>
                </a:moveTo>
                <a:lnTo>
                  <a:pt x="1" y="2458"/>
                </a:lnTo>
                <a:lnTo>
                  <a:pt x="1450" y="3907"/>
                </a:lnTo>
                <a:lnTo>
                  <a:pt x="3907" y="1481"/>
                </a:lnTo>
                <a:lnTo>
                  <a:pt x="242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3" name="Google Shape;9379;p73">
            <a:extLst>
              <a:ext uri="{FF2B5EF4-FFF2-40B4-BE49-F238E27FC236}">
                <a16:creationId xmlns:a16="http://schemas.microsoft.com/office/drawing/2014/main" id="{C5F3E4E5-6680-BD3E-A32F-39F475CA232F}"/>
              </a:ext>
            </a:extLst>
          </p:cNvPr>
          <p:cNvSpPr/>
          <p:nvPr/>
        </p:nvSpPr>
        <p:spPr>
          <a:xfrm>
            <a:off x="1397771" y="4789647"/>
            <a:ext cx="85328" cy="85329"/>
          </a:xfrm>
          <a:custGeom>
            <a:avLst/>
            <a:gdLst/>
            <a:ahLst/>
            <a:cxnLst/>
            <a:rect l="l" t="t" r="r" b="b"/>
            <a:pathLst>
              <a:path w="1891" h="1891" extrusionOk="0">
                <a:moveTo>
                  <a:pt x="1" y="0"/>
                </a:moveTo>
                <a:lnTo>
                  <a:pt x="1" y="1891"/>
                </a:lnTo>
                <a:lnTo>
                  <a:pt x="1891" y="1891"/>
                </a:lnTo>
                <a:lnTo>
                  <a:pt x="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54" name="Google Shape;9380;p73">
            <a:extLst>
              <a:ext uri="{FF2B5EF4-FFF2-40B4-BE49-F238E27FC236}">
                <a16:creationId xmlns:a16="http://schemas.microsoft.com/office/drawing/2014/main" id="{90402534-1F2F-8F7D-34AE-358CDD1F7202}"/>
              </a:ext>
            </a:extLst>
          </p:cNvPr>
          <p:cNvSpPr/>
          <p:nvPr/>
        </p:nvSpPr>
        <p:spPr>
          <a:xfrm>
            <a:off x="1083577" y="5251665"/>
            <a:ext cx="300027" cy="61188"/>
          </a:xfrm>
          <a:custGeom>
            <a:avLst/>
            <a:gdLst/>
            <a:ahLst/>
            <a:cxnLst/>
            <a:rect l="l" t="t" r="r" b="b"/>
            <a:pathLst>
              <a:path w="6648" h="1356" extrusionOk="0">
                <a:moveTo>
                  <a:pt x="348" y="0"/>
                </a:moveTo>
                <a:cubicBezTo>
                  <a:pt x="158" y="0"/>
                  <a:pt x="1" y="190"/>
                  <a:pt x="1" y="347"/>
                </a:cubicBezTo>
                <a:lnTo>
                  <a:pt x="1" y="694"/>
                </a:lnTo>
                <a:cubicBezTo>
                  <a:pt x="1" y="1040"/>
                  <a:pt x="316" y="1355"/>
                  <a:pt x="694" y="1355"/>
                </a:cubicBezTo>
                <a:lnTo>
                  <a:pt x="6649" y="1355"/>
                </a:lnTo>
                <a:cubicBezTo>
                  <a:pt x="6428" y="1103"/>
                  <a:pt x="6302" y="725"/>
                  <a:pt x="6302" y="347"/>
                </a:cubicBezTo>
                <a:lnTo>
                  <a:pt x="630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5" name="Google Shape;9382;p73">
            <a:extLst>
              <a:ext uri="{FF2B5EF4-FFF2-40B4-BE49-F238E27FC236}">
                <a16:creationId xmlns:a16="http://schemas.microsoft.com/office/drawing/2014/main" id="{92F35E80-9B9C-5D30-DA3F-E172A407EA49}"/>
              </a:ext>
            </a:extLst>
          </p:cNvPr>
          <p:cNvSpPr/>
          <p:nvPr/>
        </p:nvSpPr>
        <p:spPr>
          <a:xfrm>
            <a:off x="1082879" y="5427577"/>
            <a:ext cx="537421" cy="535976"/>
          </a:xfrm>
          <a:custGeom>
            <a:avLst/>
            <a:gdLst/>
            <a:ahLst/>
            <a:cxnLst/>
            <a:rect l="l" t="t" r="r" b="b"/>
            <a:pathLst>
              <a:path w="11910" h="11878" extrusionOk="0">
                <a:moveTo>
                  <a:pt x="6333" y="1418"/>
                </a:moveTo>
                <a:cubicBezTo>
                  <a:pt x="8539" y="1575"/>
                  <a:pt x="10303" y="3340"/>
                  <a:pt x="10461" y="5545"/>
                </a:cubicBezTo>
                <a:lnTo>
                  <a:pt x="10146" y="5545"/>
                </a:lnTo>
                <a:cubicBezTo>
                  <a:pt x="9957" y="5545"/>
                  <a:pt x="9799" y="5702"/>
                  <a:pt x="9799" y="5892"/>
                </a:cubicBezTo>
                <a:cubicBezTo>
                  <a:pt x="9799" y="6081"/>
                  <a:pt x="9957" y="6238"/>
                  <a:pt x="10146" y="6238"/>
                </a:cubicBezTo>
                <a:lnTo>
                  <a:pt x="10461" y="6238"/>
                </a:lnTo>
                <a:cubicBezTo>
                  <a:pt x="10303" y="8443"/>
                  <a:pt x="8539" y="10239"/>
                  <a:pt x="6333" y="10397"/>
                </a:cubicBezTo>
                <a:lnTo>
                  <a:pt x="6333" y="10082"/>
                </a:lnTo>
                <a:cubicBezTo>
                  <a:pt x="6333" y="9861"/>
                  <a:pt x="6176" y="9704"/>
                  <a:pt x="5955" y="9704"/>
                </a:cubicBezTo>
                <a:cubicBezTo>
                  <a:pt x="5766" y="9704"/>
                  <a:pt x="5609" y="9861"/>
                  <a:pt x="5609" y="10082"/>
                </a:cubicBezTo>
                <a:lnTo>
                  <a:pt x="5609" y="10397"/>
                </a:lnTo>
                <a:cubicBezTo>
                  <a:pt x="3403" y="10239"/>
                  <a:pt x="1639" y="8443"/>
                  <a:pt x="1482" y="6238"/>
                </a:cubicBezTo>
                <a:lnTo>
                  <a:pt x="1797" y="6238"/>
                </a:lnTo>
                <a:cubicBezTo>
                  <a:pt x="1986" y="6238"/>
                  <a:pt x="2143" y="6081"/>
                  <a:pt x="2143" y="5892"/>
                </a:cubicBezTo>
                <a:cubicBezTo>
                  <a:pt x="2143" y="5702"/>
                  <a:pt x="1986" y="5545"/>
                  <a:pt x="1797" y="5545"/>
                </a:cubicBezTo>
                <a:lnTo>
                  <a:pt x="1482" y="5545"/>
                </a:lnTo>
                <a:cubicBezTo>
                  <a:pt x="1639" y="3340"/>
                  <a:pt x="3403" y="1575"/>
                  <a:pt x="5609" y="1418"/>
                </a:cubicBezTo>
                <a:lnTo>
                  <a:pt x="5609" y="1733"/>
                </a:lnTo>
                <a:cubicBezTo>
                  <a:pt x="5609" y="1922"/>
                  <a:pt x="5766" y="2079"/>
                  <a:pt x="5955" y="2079"/>
                </a:cubicBezTo>
                <a:cubicBezTo>
                  <a:pt x="6176" y="2079"/>
                  <a:pt x="6333" y="1922"/>
                  <a:pt x="6333" y="1733"/>
                </a:cubicBezTo>
                <a:lnTo>
                  <a:pt x="6333" y="1418"/>
                </a:lnTo>
                <a:close/>
                <a:moveTo>
                  <a:pt x="5955" y="0"/>
                </a:moveTo>
                <a:cubicBezTo>
                  <a:pt x="5766" y="0"/>
                  <a:pt x="5609" y="126"/>
                  <a:pt x="5609" y="347"/>
                </a:cubicBezTo>
                <a:lnTo>
                  <a:pt x="5609" y="725"/>
                </a:lnTo>
                <a:cubicBezTo>
                  <a:pt x="2994" y="882"/>
                  <a:pt x="946" y="2962"/>
                  <a:pt x="757" y="5576"/>
                </a:cubicBezTo>
                <a:lnTo>
                  <a:pt x="379" y="5576"/>
                </a:lnTo>
                <a:cubicBezTo>
                  <a:pt x="158" y="5576"/>
                  <a:pt x="1" y="5734"/>
                  <a:pt x="1" y="5923"/>
                </a:cubicBezTo>
                <a:cubicBezTo>
                  <a:pt x="1" y="6112"/>
                  <a:pt x="158" y="6270"/>
                  <a:pt x="379" y="6270"/>
                </a:cubicBezTo>
                <a:lnTo>
                  <a:pt x="757" y="6270"/>
                </a:lnTo>
                <a:cubicBezTo>
                  <a:pt x="915" y="8884"/>
                  <a:pt x="2994" y="10932"/>
                  <a:pt x="5609" y="11121"/>
                </a:cubicBezTo>
                <a:lnTo>
                  <a:pt x="5609" y="11531"/>
                </a:lnTo>
                <a:cubicBezTo>
                  <a:pt x="5609" y="11720"/>
                  <a:pt x="5766" y="11877"/>
                  <a:pt x="5955" y="11877"/>
                </a:cubicBezTo>
                <a:cubicBezTo>
                  <a:pt x="6176" y="11877"/>
                  <a:pt x="6333" y="11720"/>
                  <a:pt x="6333" y="11531"/>
                </a:cubicBezTo>
                <a:lnTo>
                  <a:pt x="6333" y="11121"/>
                </a:lnTo>
                <a:cubicBezTo>
                  <a:pt x="8917" y="10964"/>
                  <a:pt x="10965" y="8884"/>
                  <a:pt x="11154" y="6270"/>
                </a:cubicBezTo>
                <a:lnTo>
                  <a:pt x="11563" y="6270"/>
                </a:lnTo>
                <a:cubicBezTo>
                  <a:pt x="11752" y="6270"/>
                  <a:pt x="11910" y="6112"/>
                  <a:pt x="11910" y="5923"/>
                </a:cubicBezTo>
                <a:cubicBezTo>
                  <a:pt x="11910" y="5734"/>
                  <a:pt x="11752" y="5576"/>
                  <a:pt x="11563" y="5576"/>
                </a:cubicBezTo>
                <a:lnTo>
                  <a:pt x="11154" y="5576"/>
                </a:lnTo>
                <a:cubicBezTo>
                  <a:pt x="10996" y="2962"/>
                  <a:pt x="8917" y="914"/>
                  <a:pt x="6333" y="725"/>
                </a:cubicBezTo>
                <a:lnTo>
                  <a:pt x="6333" y="347"/>
                </a:lnTo>
                <a:cubicBezTo>
                  <a:pt x="6333" y="126"/>
                  <a:pt x="6176" y="0"/>
                  <a:pt x="59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6" name="Google Shape;9383;p73">
            <a:extLst>
              <a:ext uri="{FF2B5EF4-FFF2-40B4-BE49-F238E27FC236}">
                <a16:creationId xmlns:a16="http://schemas.microsoft.com/office/drawing/2014/main" id="{42FD3E5C-FEEE-6C4B-BACD-FF3E002E45A4}"/>
              </a:ext>
            </a:extLst>
          </p:cNvPr>
          <p:cNvSpPr/>
          <p:nvPr/>
        </p:nvSpPr>
        <p:spPr>
          <a:xfrm>
            <a:off x="1287602" y="5741729"/>
            <a:ext cx="130859" cy="93857"/>
          </a:xfrm>
          <a:custGeom>
            <a:avLst/>
            <a:gdLst/>
            <a:ahLst/>
            <a:cxnLst/>
            <a:rect l="l" t="t" r="r" b="b"/>
            <a:pathLst>
              <a:path w="2900" h="2080" extrusionOk="0">
                <a:moveTo>
                  <a:pt x="1418" y="1"/>
                </a:moveTo>
                <a:cubicBezTo>
                  <a:pt x="851" y="1"/>
                  <a:pt x="316" y="347"/>
                  <a:pt x="127" y="914"/>
                </a:cubicBezTo>
                <a:cubicBezTo>
                  <a:pt x="1" y="1166"/>
                  <a:pt x="1" y="1450"/>
                  <a:pt x="95" y="1765"/>
                </a:cubicBezTo>
                <a:cubicBezTo>
                  <a:pt x="473" y="1954"/>
                  <a:pt x="946" y="2080"/>
                  <a:pt x="1418" y="2080"/>
                </a:cubicBezTo>
                <a:cubicBezTo>
                  <a:pt x="1891" y="2080"/>
                  <a:pt x="2332" y="1954"/>
                  <a:pt x="2773" y="1765"/>
                </a:cubicBezTo>
                <a:cubicBezTo>
                  <a:pt x="2899" y="1387"/>
                  <a:pt x="2805" y="946"/>
                  <a:pt x="2616" y="599"/>
                </a:cubicBezTo>
                <a:cubicBezTo>
                  <a:pt x="2332" y="221"/>
                  <a:pt x="1891" y="1"/>
                  <a:pt x="141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7" name="Google Shape;9384;p73">
            <a:extLst>
              <a:ext uri="{FF2B5EF4-FFF2-40B4-BE49-F238E27FC236}">
                <a16:creationId xmlns:a16="http://schemas.microsoft.com/office/drawing/2014/main" id="{C6F1F83A-D590-DE3A-C128-8D580E257913}"/>
              </a:ext>
            </a:extLst>
          </p:cNvPr>
          <p:cNvSpPr/>
          <p:nvPr/>
        </p:nvSpPr>
        <p:spPr>
          <a:xfrm>
            <a:off x="1320319" y="5647916"/>
            <a:ext cx="64031" cy="6403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693" y="0"/>
                </a:moveTo>
                <a:cubicBezTo>
                  <a:pt x="315" y="0"/>
                  <a:pt x="0" y="315"/>
                  <a:pt x="0" y="693"/>
                </a:cubicBezTo>
                <a:cubicBezTo>
                  <a:pt x="0" y="1103"/>
                  <a:pt x="315" y="1418"/>
                  <a:pt x="693" y="1418"/>
                </a:cubicBezTo>
                <a:cubicBezTo>
                  <a:pt x="1103" y="1355"/>
                  <a:pt x="1418" y="1040"/>
                  <a:pt x="1418" y="693"/>
                </a:cubicBezTo>
                <a:cubicBezTo>
                  <a:pt x="1418" y="315"/>
                  <a:pt x="1103" y="0"/>
                  <a:pt x="69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8" name="Google Shape;9385;p73">
            <a:extLst>
              <a:ext uri="{FF2B5EF4-FFF2-40B4-BE49-F238E27FC236}">
                <a16:creationId xmlns:a16="http://schemas.microsoft.com/office/drawing/2014/main" id="{E728BAE1-F5D8-FDD7-7B29-F8FA5B3601A9}"/>
              </a:ext>
            </a:extLst>
          </p:cNvPr>
          <p:cNvSpPr/>
          <p:nvPr/>
        </p:nvSpPr>
        <p:spPr>
          <a:xfrm>
            <a:off x="1212247" y="5552659"/>
            <a:ext cx="281527" cy="247412"/>
          </a:xfrm>
          <a:custGeom>
            <a:avLst/>
            <a:gdLst/>
            <a:ahLst/>
            <a:cxnLst/>
            <a:rect l="l" t="t" r="r" b="b"/>
            <a:pathLst>
              <a:path w="6239" h="5483" extrusionOk="0">
                <a:moveTo>
                  <a:pt x="3088" y="1"/>
                </a:moveTo>
                <a:cubicBezTo>
                  <a:pt x="1356" y="1"/>
                  <a:pt x="1" y="1387"/>
                  <a:pt x="1" y="3120"/>
                </a:cubicBezTo>
                <a:cubicBezTo>
                  <a:pt x="1" y="4033"/>
                  <a:pt x="379" y="4852"/>
                  <a:pt x="1041" y="5451"/>
                </a:cubicBezTo>
                <a:cubicBezTo>
                  <a:pt x="1041" y="5262"/>
                  <a:pt x="1104" y="5041"/>
                  <a:pt x="1167" y="4852"/>
                </a:cubicBezTo>
                <a:cubicBezTo>
                  <a:pt x="1324" y="4380"/>
                  <a:pt x="1671" y="4002"/>
                  <a:pt x="2112" y="3750"/>
                </a:cubicBezTo>
                <a:cubicBezTo>
                  <a:pt x="1891" y="3498"/>
                  <a:pt x="1734" y="3151"/>
                  <a:pt x="1734" y="2804"/>
                </a:cubicBezTo>
                <a:cubicBezTo>
                  <a:pt x="1734" y="2048"/>
                  <a:pt x="2364" y="1418"/>
                  <a:pt x="3088" y="1418"/>
                </a:cubicBezTo>
                <a:cubicBezTo>
                  <a:pt x="3845" y="1418"/>
                  <a:pt x="4475" y="2048"/>
                  <a:pt x="4475" y="2804"/>
                </a:cubicBezTo>
                <a:cubicBezTo>
                  <a:pt x="4475" y="3151"/>
                  <a:pt x="4317" y="3529"/>
                  <a:pt x="4097" y="3750"/>
                </a:cubicBezTo>
                <a:cubicBezTo>
                  <a:pt x="4349" y="3907"/>
                  <a:pt x="4632" y="4128"/>
                  <a:pt x="4790" y="4411"/>
                </a:cubicBezTo>
                <a:cubicBezTo>
                  <a:pt x="4979" y="4726"/>
                  <a:pt x="5105" y="5073"/>
                  <a:pt x="5136" y="5482"/>
                </a:cubicBezTo>
                <a:cubicBezTo>
                  <a:pt x="5766" y="4884"/>
                  <a:pt x="6207" y="4096"/>
                  <a:pt x="6207" y="3151"/>
                </a:cubicBezTo>
                <a:cubicBezTo>
                  <a:pt x="6239" y="1418"/>
                  <a:pt x="4821" y="1"/>
                  <a:pt x="308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7" name="Google Shape;9387;p73">
            <a:extLst>
              <a:ext uri="{FF2B5EF4-FFF2-40B4-BE49-F238E27FC236}">
                <a16:creationId xmlns:a16="http://schemas.microsoft.com/office/drawing/2014/main" id="{F4A22518-38A1-2005-2A1D-477FFAF3E76E}"/>
              </a:ext>
            </a:extLst>
          </p:cNvPr>
          <p:cNvSpPr/>
          <p:nvPr/>
        </p:nvSpPr>
        <p:spPr>
          <a:xfrm>
            <a:off x="4674303" y="4108327"/>
            <a:ext cx="123728" cy="125127"/>
          </a:xfrm>
          <a:custGeom>
            <a:avLst/>
            <a:gdLst/>
            <a:ahLst/>
            <a:cxnLst/>
            <a:rect l="l" t="t" r="r" b="b"/>
            <a:pathLst>
              <a:path w="2742" h="2773" extrusionOk="0">
                <a:moveTo>
                  <a:pt x="1355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43"/>
                  <a:pt x="631" y="2773"/>
                  <a:pt x="1355" y="2773"/>
                </a:cubicBezTo>
                <a:cubicBezTo>
                  <a:pt x="2111" y="2773"/>
                  <a:pt x="2742" y="2174"/>
                  <a:pt x="2742" y="1387"/>
                </a:cubicBezTo>
                <a:cubicBezTo>
                  <a:pt x="2742" y="631"/>
                  <a:pt x="2111" y="1"/>
                  <a:pt x="13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8" name="Google Shape;9388;p73">
            <a:extLst>
              <a:ext uri="{FF2B5EF4-FFF2-40B4-BE49-F238E27FC236}">
                <a16:creationId xmlns:a16="http://schemas.microsoft.com/office/drawing/2014/main" id="{248B29A0-C313-9114-CDC6-EDA6647275D1}"/>
              </a:ext>
            </a:extLst>
          </p:cNvPr>
          <p:cNvSpPr/>
          <p:nvPr/>
        </p:nvSpPr>
        <p:spPr>
          <a:xfrm>
            <a:off x="4625977" y="4485062"/>
            <a:ext cx="31316" cy="62587"/>
          </a:xfrm>
          <a:custGeom>
            <a:avLst/>
            <a:gdLst/>
            <a:ahLst/>
            <a:cxnLst/>
            <a:rect l="l" t="t" r="r" b="b"/>
            <a:pathLst>
              <a:path w="694" h="1387" extrusionOk="0">
                <a:moveTo>
                  <a:pt x="0" y="0"/>
                </a:moveTo>
                <a:lnTo>
                  <a:pt x="0" y="1386"/>
                </a:lnTo>
                <a:lnTo>
                  <a:pt x="694" y="1386"/>
                </a:lnTo>
                <a:lnTo>
                  <a:pt x="6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9" name="Google Shape;9389;p73">
            <a:extLst>
              <a:ext uri="{FF2B5EF4-FFF2-40B4-BE49-F238E27FC236}">
                <a16:creationId xmlns:a16="http://schemas.microsoft.com/office/drawing/2014/main" id="{2AEC829A-C824-8CA2-03BE-3E31354E9F89}"/>
              </a:ext>
            </a:extLst>
          </p:cNvPr>
          <p:cNvSpPr/>
          <p:nvPr/>
        </p:nvSpPr>
        <p:spPr>
          <a:xfrm>
            <a:off x="4687118" y="4485062"/>
            <a:ext cx="32715" cy="62587"/>
          </a:xfrm>
          <a:custGeom>
            <a:avLst/>
            <a:gdLst/>
            <a:ahLst/>
            <a:cxnLst/>
            <a:rect l="l" t="t" r="r" b="b"/>
            <a:pathLst>
              <a:path w="725" h="1387" extrusionOk="0">
                <a:moveTo>
                  <a:pt x="0" y="0"/>
                </a:moveTo>
                <a:lnTo>
                  <a:pt x="0" y="1386"/>
                </a:lnTo>
                <a:lnTo>
                  <a:pt x="725" y="1386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0" name="Google Shape;9390;p73">
            <a:extLst>
              <a:ext uri="{FF2B5EF4-FFF2-40B4-BE49-F238E27FC236}">
                <a16:creationId xmlns:a16="http://schemas.microsoft.com/office/drawing/2014/main" id="{4B1B65DC-7ACA-8EF3-8390-C4554901E354}"/>
              </a:ext>
            </a:extLst>
          </p:cNvPr>
          <p:cNvSpPr/>
          <p:nvPr/>
        </p:nvSpPr>
        <p:spPr>
          <a:xfrm>
            <a:off x="4563435" y="4485062"/>
            <a:ext cx="31316" cy="62587"/>
          </a:xfrm>
          <a:custGeom>
            <a:avLst/>
            <a:gdLst/>
            <a:ahLst/>
            <a:cxnLst/>
            <a:rect l="l" t="t" r="r" b="b"/>
            <a:pathLst>
              <a:path w="694" h="1387" extrusionOk="0">
                <a:moveTo>
                  <a:pt x="0" y="0"/>
                </a:moveTo>
                <a:lnTo>
                  <a:pt x="0" y="1386"/>
                </a:lnTo>
                <a:lnTo>
                  <a:pt x="693" y="1386"/>
                </a:lnTo>
                <a:lnTo>
                  <a:pt x="69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1" name="Google Shape;9391;p73">
            <a:extLst>
              <a:ext uri="{FF2B5EF4-FFF2-40B4-BE49-F238E27FC236}">
                <a16:creationId xmlns:a16="http://schemas.microsoft.com/office/drawing/2014/main" id="{58453DCC-D0A7-71E6-64C9-7984A0110017}"/>
              </a:ext>
            </a:extLst>
          </p:cNvPr>
          <p:cNvSpPr/>
          <p:nvPr/>
        </p:nvSpPr>
        <p:spPr>
          <a:xfrm>
            <a:off x="4749660" y="4485062"/>
            <a:ext cx="62587" cy="62587"/>
          </a:xfrm>
          <a:custGeom>
            <a:avLst/>
            <a:gdLst/>
            <a:ahLst/>
            <a:cxnLst/>
            <a:rect l="l" t="t" r="r" b="b"/>
            <a:pathLst>
              <a:path w="1387" h="1387" extrusionOk="0">
                <a:moveTo>
                  <a:pt x="0" y="0"/>
                </a:moveTo>
                <a:lnTo>
                  <a:pt x="0" y="1386"/>
                </a:lnTo>
                <a:lnTo>
                  <a:pt x="1387" y="1386"/>
                </a:lnTo>
                <a:lnTo>
                  <a:pt x="138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2" name="Google Shape;9392;p73">
            <a:extLst>
              <a:ext uri="{FF2B5EF4-FFF2-40B4-BE49-F238E27FC236}">
                <a16:creationId xmlns:a16="http://schemas.microsoft.com/office/drawing/2014/main" id="{86324C10-A19F-DE3F-2894-875CB3898BEF}"/>
              </a:ext>
            </a:extLst>
          </p:cNvPr>
          <p:cNvSpPr/>
          <p:nvPr/>
        </p:nvSpPr>
        <p:spPr>
          <a:xfrm>
            <a:off x="4468183" y="4392650"/>
            <a:ext cx="440719" cy="248811"/>
          </a:xfrm>
          <a:custGeom>
            <a:avLst/>
            <a:gdLst/>
            <a:ahLst/>
            <a:cxnLst/>
            <a:rect l="l" t="t" r="r" b="b"/>
            <a:pathLst>
              <a:path w="9767" h="5514" extrusionOk="0">
                <a:moveTo>
                  <a:pt x="7971" y="1387"/>
                </a:moveTo>
                <a:cubicBezTo>
                  <a:pt x="8192" y="1387"/>
                  <a:pt x="8349" y="1544"/>
                  <a:pt x="8349" y="1733"/>
                </a:cubicBezTo>
                <a:lnTo>
                  <a:pt x="8349" y="3813"/>
                </a:lnTo>
                <a:cubicBezTo>
                  <a:pt x="8349" y="4033"/>
                  <a:pt x="8192" y="4191"/>
                  <a:pt x="7971" y="4191"/>
                </a:cubicBezTo>
                <a:lnTo>
                  <a:pt x="1765" y="4191"/>
                </a:lnTo>
                <a:cubicBezTo>
                  <a:pt x="1576" y="4191"/>
                  <a:pt x="1418" y="4033"/>
                  <a:pt x="1418" y="3813"/>
                </a:cubicBezTo>
                <a:lnTo>
                  <a:pt x="1418" y="1733"/>
                </a:lnTo>
                <a:cubicBezTo>
                  <a:pt x="1418" y="1544"/>
                  <a:pt x="1576" y="1387"/>
                  <a:pt x="1765" y="1387"/>
                </a:cubicBezTo>
                <a:close/>
                <a:moveTo>
                  <a:pt x="1040" y="0"/>
                </a:moveTo>
                <a:cubicBezTo>
                  <a:pt x="473" y="0"/>
                  <a:pt x="32" y="473"/>
                  <a:pt x="32" y="1040"/>
                </a:cubicBezTo>
                <a:lnTo>
                  <a:pt x="32" y="4506"/>
                </a:lnTo>
                <a:cubicBezTo>
                  <a:pt x="0" y="5073"/>
                  <a:pt x="473" y="5514"/>
                  <a:pt x="1040" y="5514"/>
                </a:cubicBezTo>
                <a:lnTo>
                  <a:pt x="8727" y="5514"/>
                </a:lnTo>
                <a:cubicBezTo>
                  <a:pt x="9326" y="5514"/>
                  <a:pt x="9767" y="5041"/>
                  <a:pt x="9767" y="4506"/>
                </a:cubicBezTo>
                <a:lnTo>
                  <a:pt x="9767" y="1040"/>
                </a:lnTo>
                <a:cubicBezTo>
                  <a:pt x="9767" y="442"/>
                  <a:pt x="9294" y="0"/>
                  <a:pt x="87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3" name="Google Shape;9393;p73">
            <a:extLst>
              <a:ext uri="{FF2B5EF4-FFF2-40B4-BE49-F238E27FC236}">
                <a16:creationId xmlns:a16="http://schemas.microsoft.com/office/drawing/2014/main" id="{75BFD1BE-4180-8008-951B-57E036C986CD}"/>
              </a:ext>
            </a:extLst>
          </p:cNvPr>
          <p:cNvSpPr/>
          <p:nvPr/>
        </p:nvSpPr>
        <p:spPr>
          <a:xfrm>
            <a:off x="4940170" y="4455191"/>
            <a:ext cx="62587" cy="123729"/>
          </a:xfrm>
          <a:custGeom>
            <a:avLst/>
            <a:gdLst/>
            <a:ahLst/>
            <a:cxnLst/>
            <a:rect l="l" t="t" r="r" b="b"/>
            <a:pathLst>
              <a:path w="1387" h="2742" extrusionOk="0">
                <a:moveTo>
                  <a:pt x="0" y="1"/>
                </a:moveTo>
                <a:lnTo>
                  <a:pt x="0" y="2742"/>
                </a:lnTo>
                <a:lnTo>
                  <a:pt x="1040" y="2742"/>
                </a:lnTo>
                <a:cubicBezTo>
                  <a:pt x="1229" y="2742"/>
                  <a:pt x="1386" y="2584"/>
                  <a:pt x="1386" y="2395"/>
                </a:cubicBezTo>
                <a:lnTo>
                  <a:pt x="1386" y="347"/>
                </a:lnTo>
                <a:cubicBezTo>
                  <a:pt x="1386" y="158"/>
                  <a:pt x="1229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44" name="Google Shape;9394;p73">
            <a:extLst>
              <a:ext uri="{FF2B5EF4-FFF2-40B4-BE49-F238E27FC236}">
                <a16:creationId xmlns:a16="http://schemas.microsoft.com/office/drawing/2014/main" id="{36CA9826-7089-AA15-4FDA-2BEB2BBC1492}"/>
              </a:ext>
            </a:extLst>
          </p:cNvPr>
          <p:cNvSpPr/>
          <p:nvPr/>
        </p:nvSpPr>
        <p:spPr>
          <a:xfrm>
            <a:off x="4625978" y="4229169"/>
            <a:ext cx="220383" cy="132257"/>
          </a:xfrm>
          <a:custGeom>
            <a:avLst/>
            <a:gdLst/>
            <a:ahLst/>
            <a:cxnLst/>
            <a:rect l="l" t="t" r="r" b="b"/>
            <a:pathLst>
              <a:path w="4884" h="2931" extrusionOk="0">
                <a:moveTo>
                  <a:pt x="820" y="0"/>
                </a:moveTo>
                <a:cubicBezTo>
                  <a:pt x="316" y="473"/>
                  <a:pt x="0" y="1103"/>
                  <a:pt x="0" y="1828"/>
                </a:cubicBezTo>
                <a:lnTo>
                  <a:pt x="0" y="2552"/>
                </a:lnTo>
                <a:cubicBezTo>
                  <a:pt x="0" y="2773"/>
                  <a:pt x="158" y="2930"/>
                  <a:pt x="347" y="2930"/>
                </a:cubicBezTo>
                <a:lnTo>
                  <a:pt x="4506" y="2930"/>
                </a:lnTo>
                <a:cubicBezTo>
                  <a:pt x="4726" y="2930"/>
                  <a:pt x="4884" y="2773"/>
                  <a:pt x="4884" y="2552"/>
                </a:cubicBezTo>
                <a:lnTo>
                  <a:pt x="4884" y="1828"/>
                </a:lnTo>
                <a:cubicBezTo>
                  <a:pt x="4884" y="1103"/>
                  <a:pt x="4569" y="441"/>
                  <a:pt x="4033" y="0"/>
                </a:cubicBezTo>
                <a:cubicBezTo>
                  <a:pt x="3655" y="473"/>
                  <a:pt x="3088" y="788"/>
                  <a:pt x="2426" y="788"/>
                </a:cubicBezTo>
                <a:cubicBezTo>
                  <a:pt x="1765" y="788"/>
                  <a:pt x="1198" y="473"/>
                  <a:pt x="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2" name="Google Shape;9396;p73">
            <a:extLst>
              <a:ext uri="{FF2B5EF4-FFF2-40B4-BE49-F238E27FC236}">
                <a16:creationId xmlns:a16="http://schemas.microsoft.com/office/drawing/2014/main" id="{6163A2E5-E57A-CC1F-FDB3-C2F32E9D47C1}"/>
              </a:ext>
            </a:extLst>
          </p:cNvPr>
          <p:cNvSpPr/>
          <p:nvPr/>
        </p:nvSpPr>
        <p:spPr>
          <a:xfrm>
            <a:off x="4703454" y="4935327"/>
            <a:ext cx="64031" cy="6403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694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1103"/>
                  <a:pt x="316" y="1418"/>
                  <a:pt x="694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6"/>
                  <a:pt x="1103" y="1"/>
                  <a:pt x="69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3" name="Google Shape;9397;p73">
            <a:extLst>
              <a:ext uri="{FF2B5EF4-FFF2-40B4-BE49-F238E27FC236}">
                <a16:creationId xmlns:a16="http://schemas.microsoft.com/office/drawing/2014/main" id="{677C7693-6DBE-021C-99FC-1367BCD3F4C5}"/>
              </a:ext>
            </a:extLst>
          </p:cNvPr>
          <p:cNvSpPr/>
          <p:nvPr/>
        </p:nvSpPr>
        <p:spPr>
          <a:xfrm>
            <a:off x="4676471" y="5030582"/>
            <a:ext cx="120887" cy="61187"/>
          </a:xfrm>
          <a:custGeom>
            <a:avLst/>
            <a:gdLst/>
            <a:ahLst/>
            <a:cxnLst/>
            <a:rect l="l" t="t" r="r" b="b"/>
            <a:pathLst>
              <a:path w="2679" h="1356" extrusionOk="0">
                <a:moveTo>
                  <a:pt x="1323" y="1"/>
                </a:moveTo>
                <a:cubicBezTo>
                  <a:pt x="693" y="1"/>
                  <a:pt x="189" y="379"/>
                  <a:pt x="0" y="977"/>
                </a:cubicBezTo>
                <a:cubicBezTo>
                  <a:pt x="378" y="1198"/>
                  <a:pt x="819" y="1355"/>
                  <a:pt x="1323" y="1355"/>
                </a:cubicBezTo>
                <a:cubicBezTo>
                  <a:pt x="1796" y="1355"/>
                  <a:pt x="2269" y="1198"/>
                  <a:pt x="2678" y="977"/>
                </a:cubicBezTo>
                <a:cubicBezTo>
                  <a:pt x="2489" y="410"/>
                  <a:pt x="1922" y="1"/>
                  <a:pt x="132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4" name="Google Shape;9398;p73">
            <a:extLst>
              <a:ext uri="{FF2B5EF4-FFF2-40B4-BE49-F238E27FC236}">
                <a16:creationId xmlns:a16="http://schemas.microsoft.com/office/drawing/2014/main" id="{7AD9F20A-ED6B-99A2-699C-D8508F610453}"/>
              </a:ext>
            </a:extLst>
          </p:cNvPr>
          <p:cNvSpPr/>
          <p:nvPr/>
        </p:nvSpPr>
        <p:spPr>
          <a:xfrm>
            <a:off x="4625254" y="4874229"/>
            <a:ext cx="220428" cy="177741"/>
          </a:xfrm>
          <a:custGeom>
            <a:avLst/>
            <a:gdLst/>
            <a:ahLst/>
            <a:cxnLst/>
            <a:rect l="l" t="t" r="r" b="b"/>
            <a:pathLst>
              <a:path w="4885" h="3939" extrusionOk="0">
                <a:moveTo>
                  <a:pt x="2458" y="0"/>
                </a:moveTo>
                <a:cubicBezTo>
                  <a:pt x="1198" y="0"/>
                  <a:pt x="222" y="977"/>
                  <a:pt x="64" y="2079"/>
                </a:cubicBezTo>
                <a:cubicBezTo>
                  <a:pt x="1" y="2741"/>
                  <a:pt x="159" y="3371"/>
                  <a:pt x="600" y="3938"/>
                </a:cubicBezTo>
                <a:cubicBezTo>
                  <a:pt x="820" y="3529"/>
                  <a:pt x="1135" y="3214"/>
                  <a:pt x="1482" y="3025"/>
                </a:cubicBezTo>
                <a:cubicBezTo>
                  <a:pt x="1230" y="2772"/>
                  <a:pt x="1072" y="2426"/>
                  <a:pt x="1072" y="2079"/>
                </a:cubicBezTo>
                <a:cubicBezTo>
                  <a:pt x="1072" y="1323"/>
                  <a:pt x="1734" y="693"/>
                  <a:pt x="2458" y="693"/>
                </a:cubicBezTo>
                <a:cubicBezTo>
                  <a:pt x="3214" y="693"/>
                  <a:pt x="3845" y="1323"/>
                  <a:pt x="3845" y="2079"/>
                </a:cubicBezTo>
                <a:cubicBezTo>
                  <a:pt x="3845" y="2426"/>
                  <a:pt x="3687" y="2772"/>
                  <a:pt x="3435" y="3025"/>
                </a:cubicBezTo>
                <a:cubicBezTo>
                  <a:pt x="3845" y="3214"/>
                  <a:pt x="4128" y="3529"/>
                  <a:pt x="4317" y="3938"/>
                </a:cubicBezTo>
                <a:cubicBezTo>
                  <a:pt x="4695" y="3466"/>
                  <a:pt x="4853" y="2930"/>
                  <a:pt x="4853" y="2394"/>
                </a:cubicBezTo>
                <a:cubicBezTo>
                  <a:pt x="4884" y="1103"/>
                  <a:pt x="3813" y="0"/>
                  <a:pt x="24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5" name="Google Shape;9399;p73">
            <a:extLst>
              <a:ext uri="{FF2B5EF4-FFF2-40B4-BE49-F238E27FC236}">
                <a16:creationId xmlns:a16="http://schemas.microsoft.com/office/drawing/2014/main" id="{3DB2F9EF-6662-FE28-1467-7FE126AA4B2C}"/>
              </a:ext>
            </a:extLst>
          </p:cNvPr>
          <p:cNvSpPr/>
          <p:nvPr/>
        </p:nvSpPr>
        <p:spPr>
          <a:xfrm>
            <a:off x="4527202" y="4781544"/>
            <a:ext cx="413737" cy="466576"/>
          </a:xfrm>
          <a:custGeom>
            <a:avLst/>
            <a:gdLst/>
            <a:ahLst/>
            <a:cxnLst/>
            <a:rect l="l" t="t" r="r" b="b"/>
            <a:pathLst>
              <a:path w="9169" h="10340" extrusionOk="0">
                <a:moveTo>
                  <a:pt x="4679" y="1327"/>
                </a:moveTo>
                <a:cubicBezTo>
                  <a:pt x="6369" y="1327"/>
                  <a:pt x="7750" y="2741"/>
                  <a:pt x="7750" y="4448"/>
                </a:cubicBezTo>
                <a:cubicBezTo>
                  <a:pt x="7750" y="6244"/>
                  <a:pt x="6301" y="7599"/>
                  <a:pt x="4631" y="7599"/>
                </a:cubicBezTo>
                <a:cubicBezTo>
                  <a:pt x="2836" y="7599"/>
                  <a:pt x="1292" y="5961"/>
                  <a:pt x="1575" y="4039"/>
                </a:cubicBezTo>
                <a:cubicBezTo>
                  <a:pt x="1764" y="2716"/>
                  <a:pt x="2867" y="1550"/>
                  <a:pt x="4222" y="1361"/>
                </a:cubicBezTo>
                <a:cubicBezTo>
                  <a:pt x="4376" y="1338"/>
                  <a:pt x="4529" y="1327"/>
                  <a:pt x="4679" y="1327"/>
                </a:cubicBezTo>
                <a:close/>
                <a:moveTo>
                  <a:pt x="4597" y="0"/>
                </a:moveTo>
                <a:cubicBezTo>
                  <a:pt x="4401" y="0"/>
                  <a:pt x="4202" y="13"/>
                  <a:pt x="4001" y="38"/>
                </a:cubicBezTo>
                <a:cubicBezTo>
                  <a:pt x="1985" y="290"/>
                  <a:pt x="378" y="1928"/>
                  <a:pt x="158" y="3913"/>
                </a:cubicBezTo>
                <a:cubicBezTo>
                  <a:pt x="0" y="5110"/>
                  <a:pt x="315" y="6244"/>
                  <a:pt x="1008" y="7189"/>
                </a:cubicBezTo>
                <a:cubicBezTo>
                  <a:pt x="1197" y="7473"/>
                  <a:pt x="1449" y="7756"/>
                  <a:pt x="1670" y="7945"/>
                </a:cubicBezTo>
                <a:lnTo>
                  <a:pt x="4411" y="10277"/>
                </a:lnTo>
                <a:cubicBezTo>
                  <a:pt x="4474" y="10308"/>
                  <a:pt x="4568" y="10340"/>
                  <a:pt x="4631" y="10340"/>
                </a:cubicBezTo>
                <a:cubicBezTo>
                  <a:pt x="4726" y="10340"/>
                  <a:pt x="4789" y="10308"/>
                  <a:pt x="4883" y="10277"/>
                </a:cubicBezTo>
                <a:lnTo>
                  <a:pt x="7593" y="7945"/>
                </a:lnTo>
                <a:cubicBezTo>
                  <a:pt x="7845" y="7756"/>
                  <a:pt x="8065" y="7473"/>
                  <a:pt x="8254" y="7189"/>
                </a:cubicBezTo>
                <a:cubicBezTo>
                  <a:pt x="8853" y="6402"/>
                  <a:pt x="9168" y="5457"/>
                  <a:pt x="9168" y="4480"/>
                </a:cubicBezTo>
                <a:cubicBezTo>
                  <a:pt x="9139" y="1996"/>
                  <a:pt x="7104" y="0"/>
                  <a:pt x="459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6" name="Google Shape;9400;p73">
            <a:extLst>
              <a:ext uri="{FF2B5EF4-FFF2-40B4-BE49-F238E27FC236}">
                <a16:creationId xmlns:a16="http://schemas.microsoft.com/office/drawing/2014/main" id="{A2CE2895-C4F2-C679-6B62-61BD24F1B6CB}"/>
              </a:ext>
            </a:extLst>
          </p:cNvPr>
          <p:cNvSpPr/>
          <p:nvPr/>
        </p:nvSpPr>
        <p:spPr>
          <a:xfrm>
            <a:off x="4500174" y="5158551"/>
            <a:ext cx="470593" cy="155271"/>
          </a:xfrm>
          <a:custGeom>
            <a:avLst/>
            <a:gdLst/>
            <a:ahLst/>
            <a:cxnLst/>
            <a:rect l="l" t="t" r="r" b="b"/>
            <a:pathLst>
              <a:path w="10429" h="3441" extrusionOk="0">
                <a:moveTo>
                  <a:pt x="1702" y="0"/>
                </a:moveTo>
                <a:cubicBezTo>
                  <a:pt x="1576" y="0"/>
                  <a:pt x="1513" y="63"/>
                  <a:pt x="1418" y="189"/>
                </a:cubicBezTo>
                <a:lnTo>
                  <a:pt x="32" y="2930"/>
                </a:lnTo>
                <a:cubicBezTo>
                  <a:pt x="1" y="3056"/>
                  <a:pt x="1" y="3213"/>
                  <a:pt x="32" y="3308"/>
                </a:cubicBezTo>
                <a:cubicBezTo>
                  <a:pt x="95" y="3371"/>
                  <a:pt x="190" y="3434"/>
                  <a:pt x="316" y="3434"/>
                </a:cubicBezTo>
                <a:lnTo>
                  <a:pt x="10019" y="3434"/>
                </a:lnTo>
                <a:cubicBezTo>
                  <a:pt x="10045" y="3438"/>
                  <a:pt x="10070" y="3440"/>
                  <a:pt x="10093" y="3440"/>
                </a:cubicBezTo>
                <a:cubicBezTo>
                  <a:pt x="10241" y="3440"/>
                  <a:pt x="10338" y="3362"/>
                  <a:pt x="10366" y="3308"/>
                </a:cubicBezTo>
                <a:cubicBezTo>
                  <a:pt x="10429" y="3182"/>
                  <a:pt x="10429" y="3056"/>
                  <a:pt x="10366" y="2930"/>
                </a:cubicBezTo>
                <a:lnTo>
                  <a:pt x="8979" y="189"/>
                </a:lnTo>
                <a:cubicBezTo>
                  <a:pt x="8948" y="63"/>
                  <a:pt x="8822" y="32"/>
                  <a:pt x="8696" y="0"/>
                </a:cubicBezTo>
                <a:lnTo>
                  <a:pt x="8601" y="95"/>
                </a:lnTo>
                <a:lnTo>
                  <a:pt x="5860" y="2426"/>
                </a:lnTo>
                <a:cubicBezTo>
                  <a:pt x="5671" y="2583"/>
                  <a:pt x="5451" y="2678"/>
                  <a:pt x="5199" y="2678"/>
                </a:cubicBezTo>
                <a:cubicBezTo>
                  <a:pt x="4978" y="2678"/>
                  <a:pt x="4726" y="2583"/>
                  <a:pt x="4537" y="2426"/>
                </a:cubicBezTo>
                <a:lnTo>
                  <a:pt x="1828" y="95"/>
                </a:lnTo>
                <a:lnTo>
                  <a:pt x="170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8" name="Google Shape;9402;p73">
            <a:extLst>
              <a:ext uri="{FF2B5EF4-FFF2-40B4-BE49-F238E27FC236}">
                <a16:creationId xmlns:a16="http://schemas.microsoft.com/office/drawing/2014/main" id="{C9FFB844-B17D-D67C-6CB1-52D65AAAADC6}"/>
              </a:ext>
            </a:extLst>
          </p:cNvPr>
          <p:cNvSpPr/>
          <p:nvPr/>
        </p:nvSpPr>
        <p:spPr>
          <a:xfrm>
            <a:off x="4628844" y="5522136"/>
            <a:ext cx="220383" cy="126571"/>
          </a:xfrm>
          <a:custGeom>
            <a:avLst/>
            <a:gdLst/>
            <a:ahLst/>
            <a:cxnLst/>
            <a:rect l="l" t="t" r="r" b="b"/>
            <a:pathLst>
              <a:path w="4884" h="2805" extrusionOk="0">
                <a:moveTo>
                  <a:pt x="1324" y="0"/>
                </a:moveTo>
                <a:cubicBezTo>
                  <a:pt x="631" y="0"/>
                  <a:pt x="127" y="725"/>
                  <a:pt x="347" y="1386"/>
                </a:cubicBezTo>
                <a:lnTo>
                  <a:pt x="599" y="2080"/>
                </a:lnTo>
                <a:lnTo>
                  <a:pt x="379" y="2080"/>
                </a:lnTo>
                <a:cubicBezTo>
                  <a:pt x="158" y="2080"/>
                  <a:pt x="0" y="2237"/>
                  <a:pt x="0" y="2458"/>
                </a:cubicBezTo>
                <a:cubicBezTo>
                  <a:pt x="0" y="2647"/>
                  <a:pt x="158" y="2804"/>
                  <a:pt x="347" y="2804"/>
                </a:cubicBezTo>
                <a:lnTo>
                  <a:pt x="4506" y="2804"/>
                </a:lnTo>
                <a:cubicBezTo>
                  <a:pt x="4726" y="2804"/>
                  <a:pt x="4884" y="2647"/>
                  <a:pt x="4884" y="2458"/>
                </a:cubicBezTo>
                <a:cubicBezTo>
                  <a:pt x="4884" y="2237"/>
                  <a:pt x="4726" y="2080"/>
                  <a:pt x="4506" y="2080"/>
                </a:cubicBezTo>
                <a:lnTo>
                  <a:pt x="4317" y="2080"/>
                </a:lnTo>
                <a:lnTo>
                  <a:pt x="4569" y="1386"/>
                </a:lnTo>
                <a:cubicBezTo>
                  <a:pt x="4789" y="725"/>
                  <a:pt x="4285" y="0"/>
                  <a:pt x="35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9" name="Google Shape;9403;p73">
            <a:extLst>
              <a:ext uri="{FF2B5EF4-FFF2-40B4-BE49-F238E27FC236}">
                <a16:creationId xmlns:a16="http://schemas.microsoft.com/office/drawing/2014/main" id="{B41E7AF1-CFE9-F1CF-577E-1460B593E195}"/>
              </a:ext>
            </a:extLst>
          </p:cNvPr>
          <p:cNvSpPr/>
          <p:nvPr/>
        </p:nvSpPr>
        <p:spPr>
          <a:xfrm>
            <a:off x="4562016" y="5834884"/>
            <a:ext cx="346909" cy="127971"/>
          </a:xfrm>
          <a:custGeom>
            <a:avLst/>
            <a:gdLst/>
            <a:ahLst/>
            <a:cxnLst/>
            <a:rect l="l" t="t" r="r" b="b"/>
            <a:pathLst>
              <a:path w="7688" h="2836" extrusionOk="0">
                <a:moveTo>
                  <a:pt x="1418" y="0"/>
                </a:moveTo>
                <a:cubicBezTo>
                  <a:pt x="1040" y="0"/>
                  <a:pt x="725" y="315"/>
                  <a:pt x="725" y="725"/>
                </a:cubicBezTo>
                <a:lnTo>
                  <a:pt x="725" y="1418"/>
                </a:lnTo>
                <a:cubicBezTo>
                  <a:pt x="316" y="1418"/>
                  <a:pt x="1" y="1733"/>
                  <a:pt x="1" y="2143"/>
                </a:cubicBezTo>
                <a:lnTo>
                  <a:pt x="1" y="2489"/>
                </a:lnTo>
                <a:cubicBezTo>
                  <a:pt x="1" y="2678"/>
                  <a:pt x="158" y="2836"/>
                  <a:pt x="379" y="2836"/>
                </a:cubicBezTo>
                <a:lnTo>
                  <a:pt x="7310" y="2836"/>
                </a:lnTo>
                <a:cubicBezTo>
                  <a:pt x="7530" y="2804"/>
                  <a:pt x="7688" y="2678"/>
                  <a:pt x="7688" y="2489"/>
                </a:cubicBezTo>
                <a:lnTo>
                  <a:pt x="7688" y="2143"/>
                </a:lnTo>
                <a:cubicBezTo>
                  <a:pt x="7688" y="1733"/>
                  <a:pt x="7373" y="1418"/>
                  <a:pt x="6995" y="1418"/>
                </a:cubicBezTo>
                <a:lnTo>
                  <a:pt x="6995" y="725"/>
                </a:lnTo>
                <a:cubicBezTo>
                  <a:pt x="6995" y="315"/>
                  <a:pt x="6680" y="0"/>
                  <a:pt x="62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0" name="Google Shape;9404;p73">
            <a:extLst>
              <a:ext uri="{FF2B5EF4-FFF2-40B4-BE49-F238E27FC236}">
                <a16:creationId xmlns:a16="http://schemas.microsoft.com/office/drawing/2014/main" id="{6B91EEBB-372B-18B1-0848-AE280F3E27B4}"/>
              </a:ext>
            </a:extLst>
          </p:cNvPr>
          <p:cNvSpPr/>
          <p:nvPr/>
        </p:nvSpPr>
        <p:spPr>
          <a:xfrm>
            <a:off x="4677169" y="5428279"/>
            <a:ext cx="123728" cy="64031"/>
          </a:xfrm>
          <a:custGeom>
            <a:avLst/>
            <a:gdLst/>
            <a:ahLst/>
            <a:cxnLst/>
            <a:rect l="l" t="t" r="r" b="b"/>
            <a:pathLst>
              <a:path w="2742" h="1419" extrusionOk="0">
                <a:moveTo>
                  <a:pt x="1355" y="1"/>
                </a:moveTo>
                <a:cubicBezTo>
                  <a:pt x="1166" y="1"/>
                  <a:pt x="1009" y="158"/>
                  <a:pt x="1009" y="348"/>
                </a:cubicBezTo>
                <a:lnTo>
                  <a:pt x="1009" y="726"/>
                </a:lnTo>
                <a:cubicBezTo>
                  <a:pt x="568" y="820"/>
                  <a:pt x="221" y="1072"/>
                  <a:pt x="1" y="1419"/>
                </a:cubicBezTo>
                <a:lnTo>
                  <a:pt x="2742" y="1419"/>
                </a:lnTo>
                <a:cubicBezTo>
                  <a:pt x="2521" y="1104"/>
                  <a:pt x="2111" y="852"/>
                  <a:pt x="1733" y="726"/>
                </a:cubicBezTo>
                <a:lnTo>
                  <a:pt x="1733" y="348"/>
                </a:lnTo>
                <a:cubicBezTo>
                  <a:pt x="1670" y="158"/>
                  <a:pt x="1513" y="1"/>
                  <a:pt x="13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31" name="Google Shape;9405;p73">
            <a:extLst>
              <a:ext uri="{FF2B5EF4-FFF2-40B4-BE49-F238E27FC236}">
                <a16:creationId xmlns:a16="http://schemas.microsoft.com/office/drawing/2014/main" id="{5C9A7730-5F87-21F8-8EDD-4A042D247358}"/>
              </a:ext>
            </a:extLst>
          </p:cNvPr>
          <p:cNvSpPr/>
          <p:nvPr/>
        </p:nvSpPr>
        <p:spPr>
          <a:xfrm>
            <a:off x="4630289" y="5678488"/>
            <a:ext cx="214697" cy="126571"/>
          </a:xfrm>
          <a:custGeom>
            <a:avLst/>
            <a:gdLst/>
            <a:ahLst/>
            <a:cxnLst/>
            <a:rect l="l" t="t" r="r" b="b"/>
            <a:pathLst>
              <a:path w="4758" h="2805" extrusionOk="0">
                <a:moveTo>
                  <a:pt x="473" y="1"/>
                </a:moveTo>
                <a:lnTo>
                  <a:pt x="0" y="2805"/>
                </a:lnTo>
                <a:lnTo>
                  <a:pt x="4757" y="2805"/>
                </a:lnTo>
                <a:lnTo>
                  <a:pt x="428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3" name="Google Shape;9407;p73">
            <a:extLst>
              <a:ext uri="{FF2B5EF4-FFF2-40B4-BE49-F238E27FC236}">
                <a16:creationId xmlns:a16="http://schemas.microsoft.com/office/drawing/2014/main" id="{F1DBB461-E132-16C7-0D92-4520D28F470D}"/>
              </a:ext>
            </a:extLst>
          </p:cNvPr>
          <p:cNvSpPr/>
          <p:nvPr/>
        </p:nvSpPr>
        <p:spPr>
          <a:xfrm>
            <a:off x="7978060" y="4390507"/>
            <a:ext cx="64031" cy="6403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6" y="1"/>
                  <a:pt x="1" y="316"/>
                  <a:pt x="1" y="694"/>
                </a:cubicBezTo>
                <a:cubicBezTo>
                  <a:pt x="64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4" name="Google Shape;9408;p73">
            <a:extLst>
              <a:ext uri="{FF2B5EF4-FFF2-40B4-BE49-F238E27FC236}">
                <a16:creationId xmlns:a16="http://schemas.microsoft.com/office/drawing/2014/main" id="{045E942D-A09B-D8FF-9DB2-FACEA3C7C4D2}"/>
              </a:ext>
            </a:extLst>
          </p:cNvPr>
          <p:cNvSpPr/>
          <p:nvPr/>
        </p:nvSpPr>
        <p:spPr>
          <a:xfrm>
            <a:off x="7948189" y="4485762"/>
            <a:ext cx="125173" cy="62587"/>
          </a:xfrm>
          <a:custGeom>
            <a:avLst/>
            <a:gdLst/>
            <a:ahLst/>
            <a:cxnLst/>
            <a:rect l="l" t="t" r="r" b="b"/>
            <a:pathLst>
              <a:path w="2774" h="1387" extrusionOk="0">
                <a:moveTo>
                  <a:pt x="1387" y="0"/>
                </a:moveTo>
                <a:cubicBezTo>
                  <a:pt x="631" y="0"/>
                  <a:pt x="1" y="630"/>
                  <a:pt x="1" y="1387"/>
                </a:cubicBezTo>
                <a:lnTo>
                  <a:pt x="2773" y="1387"/>
                </a:lnTo>
                <a:cubicBezTo>
                  <a:pt x="2773" y="630"/>
                  <a:pt x="2175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5" name="Google Shape;9409;p73">
            <a:extLst>
              <a:ext uri="{FF2B5EF4-FFF2-40B4-BE49-F238E27FC236}">
                <a16:creationId xmlns:a16="http://schemas.microsoft.com/office/drawing/2014/main" id="{973922E9-3221-41DB-7C03-F71091584CD4}"/>
              </a:ext>
            </a:extLst>
          </p:cNvPr>
          <p:cNvSpPr/>
          <p:nvPr/>
        </p:nvSpPr>
        <p:spPr>
          <a:xfrm>
            <a:off x="7855820" y="4298093"/>
            <a:ext cx="533135" cy="342668"/>
          </a:xfrm>
          <a:custGeom>
            <a:avLst/>
            <a:gdLst/>
            <a:ahLst/>
            <a:cxnLst/>
            <a:rect l="l" t="t" r="r" b="b"/>
            <a:pathLst>
              <a:path w="11815" h="7594" extrusionOk="0">
                <a:moveTo>
                  <a:pt x="10050" y="2080"/>
                </a:moveTo>
                <a:cubicBezTo>
                  <a:pt x="10239" y="2080"/>
                  <a:pt x="10397" y="2238"/>
                  <a:pt x="10397" y="2427"/>
                </a:cubicBezTo>
                <a:cubicBezTo>
                  <a:pt x="10397" y="2616"/>
                  <a:pt x="10239" y="2773"/>
                  <a:pt x="10050" y="2773"/>
                </a:cubicBezTo>
                <a:lnTo>
                  <a:pt x="6553" y="2773"/>
                </a:lnTo>
                <a:cubicBezTo>
                  <a:pt x="6333" y="2773"/>
                  <a:pt x="6175" y="2616"/>
                  <a:pt x="6175" y="2427"/>
                </a:cubicBezTo>
                <a:cubicBezTo>
                  <a:pt x="6175" y="2238"/>
                  <a:pt x="6333" y="2080"/>
                  <a:pt x="6553" y="2080"/>
                </a:cubicBezTo>
                <a:close/>
                <a:moveTo>
                  <a:pt x="10050" y="3466"/>
                </a:moveTo>
                <a:cubicBezTo>
                  <a:pt x="10239" y="3466"/>
                  <a:pt x="10397" y="3624"/>
                  <a:pt x="10397" y="3813"/>
                </a:cubicBezTo>
                <a:cubicBezTo>
                  <a:pt x="10397" y="4002"/>
                  <a:pt x="10239" y="4159"/>
                  <a:pt x="10050" y="4159"/>
                </a:cubicBezTo>
                <a:lnTo>
                  <a:pt x="6553" y="4159"/>
                </a:lnTo>
                <a:cubicBezTo>
                  <a:pt x="6333" y="4159"/>
                  <a:pt x="6175" y="4002"/>
                  <a:pt x="6175" y="3813"/>
                </a:cubicBezTo>
                <a:cubicBezTo>
                  <a:pt x="6175" y="3624"/>
                  <a:pt x="6333" y="3466"/>
                  <a:pt x="6553" y="3466"/>
                </a:cubicBezTo>
                <a:close/>
                <a:moveTo>
                  <a:pt x="10050" y="4821"/>
                </a:moveTo>
                <a:cubicBezTo>
                  <a:pt x="10239" y="4821"/>
                  <a:pt x="10397" y="4978"/>
                  <a:pt x="10397" y="5199"/>
                </a:cubicBezTo>
                <a:cubicBezTo>
                  <a:pt x="10397" y="5388"/>
                  <a:pt x="10239" y="5546"/>
                  <a:pt x="10050" y="5546"/>
                </a:cubicBezTo>
                <a:lnTo>
                  <a:pt x="6553" y="5546"/>
                </a:lnTo>
                <a:cubicBezTo>
                  <a:pt x="6333" y="5546"/>
                  <a:pt x="6175" y="5388"/>
                  <a:pt x="6175" y="5199"/>
                </a:cubicBezTo>
                <a:cubicBezTo>
                  <a:pt x="6175" y="4978"/>
                  <a:pt x="6333" y="4821"/>
                  <a:pt x="6553" y="4821"/>
                </a:cubicBezTo>
                <a:close/>
                <a:moveTo>
                  <a:pt x="3403" y="1418"/>
                </a:moveTo>
                <a:cubicBezTo>
                  <a:pt x="4127" y="1418"/>
                  <a:pt x="4757" y="2049"/>
                  <a:pt x="4757" y="2773"/>
                </a:cubicBezTo>
                <a:cubicBezTo>
                  <a:pt x="4757" y="3151"/>
                  <a:pt x="4600" y="3498"/>
                  <a:pt x="4379" y="3718"/>
                </a:cubicBezTo>
                <a:cubicBezTo>
                  <a:pt x="5009" y="4065"/>
                  <a:pt x="5451" y="4758"/>
                  <a:pt x="5451" y="5546"/>
                </a:cubicBezTo>
                <a:lnTo>
                  <a:pt x="5451" y="5892"/>
                </a:lnTo>
                <a:lnTo>
                  <a:pt x="5514" y="5892"/>
                </a:lnTo>
                <a:cubicBezTo>
                  <a:pt x="5514" y="6081"/>
                  <a:pt x="5356" y="6239"/>
                  <a:pt x="5167" y="6239"/>
                </a:cubicBezTo>
                <a:lnTo>
                  <a:pt x="1701" y="6239"/>
                </a:lnTo>
                <a:cubicBezTo>
                  <a:pt x="1512" y="6239"/>
                  <a:pt x="1355" y="6081"/>
                  <a:pt x="1355" y="5892"/>
                </a:cubicBezTo>
                <a:lnTo>
                  <a:pt x="1355" y="5546"/>
                </a:lnTo>
                <a:cubicBezTo>
                  <a:pt x="1355" y="4758"/>
                  <a:pt x="1764" y="4096"/>
                  <a:pt x="2395" y="3718"/>
                </a:cubicBezTo>
                <a:cubicBezTo>
                  <a:pt x="2174" y="3498"/>
                  <a:pt x="2016" y="3151"/>
                  <a:pt x="2016" y="2773"/>
                </a:cubicBezTo>
                <a:cubicBezTo>
                  <a:pt x="2016" y="2049"/>
                  <a:pt x="2647" y="1418"/>
                  <a:pt x="3403" y="1418"/>
                </a:cubicBezTo>
                <a:close/>
                <a:moveTo>
                  <a:pt x="1040" y="1"/>
                </a:moveTo>
                <a:cubicBezTo>
                  <a:pt x="441" y="1"/>
                  <a:pt x="0" y="473"/>
                  <a:pt x="0" y="1009"/>
                </a:cubicBezTo>
                <a:lnTo>
                  <a:pt x="0" y="6554"/>
                </a:lnTo>
                <a:cubicBezTo>
                  <a:pt x="0" y="7152"/>
                  <a:pt x="473" y="7593"/>
                  <a:pt x="1040" y="7593"/>
                </a:cubicBezTo>
                <a:lnTo>
                  <a:pt x="10806" y="7593"/>
                </a:lnTo>
                <a:cubicBezTo>
                  <a:pt x="11373" y="7593"/>
                  <a:pt x="11815" y="7121"/>
                  <a:pt x="11815" y="6554"/>
                </a:cubicBezTo>
                <a:lnTo>
                  <a:pt x="11815" y="1009"/>
                </a:lnTo>
                <a:cubicBezTo>
                  <a:pt x="11783" y="473"/>
                  <a:pt x="11310" y="1"/>
                  <a:pt x="10743" y="1"/>
                </a:cubicBezTo>
                <a:lnTo>
                  <a:pt x="7593" y="1"/>
                </a:lnTo>
                <a:lnTo>
                  <a:pt x="7593" y="347"/>
                </a:lnTo>
                <a:cubicBezTo>
                  <a:pt x="7593" y="946"/>
                  <a:pt x="7120" y="1355"/>
                  <a:pt x="6585" y="1355"/>
                </a:cubicBezTo>
                <a:lnTo>
                  <a:pt x="5198" y="1355"/>
                </a:lnTo>
                <a:cubicBezTo>
                  <a:pt x="4600" y="1355"/>
                  <a:pt x="4190" y="883"/>
                  <a:pt x="4190" y="347"/>
                </a:cubicBezTo>
                <a:lnTo>
                  <a:pt x="419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6" name="Google Shape;9410;p73">
            <a:extLst>
              <a:ext uri="{FF2B5EF4-FFF2-40B4-BE49-F238E27FC236}">
                <a16:creationId xmlns:a16="http://schemas.microsoft.com/office/drawing/2014/main" id="{FD1BCF7F-5614-324B-73F0-39A037A1B987}"/>
              </a:ext>
            </a:extLst>
          </p:cNvPr>
          <p:cNvSpPr/>
          <p:nvPr/>
        </p:nvSpPr>
        <p:spPr>
          <a:xfrm>
            <a:off x="8010775" y="4202838"/>
            <a:ext cx="220383" cy="126571"/>
          </a:xfrm>
          <a:custGeom>
            <a:avLst/>
            <a:gdLst/>
            <a:ahLst/>
            <a:cxnLst/>
            <a:rect l="l" t="t" r="r" b="b"/>
            <a:pathLst>
              <a:path w="4884" h="2805" extrusionOk="0">
                <a:moveTo>
                  <a:pt x="693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1104"/>
                  <a:pt x="315" y="1419"/>
                  <a:pt x="693" y="1419"/>
                </a:cubicBezTo>
                <a:lnTo>
                  <a:pt x="1418" y="1419"/>
                </a:lnTo>
                <a:lnTo>
                  <a:pt x="1418" y="2458"/>
                </a:lnTo>
                <a:cubicBezTo>
                  <a:pt x="1386" y="2647"/>
                  <a:pt x="1544" y="2805"/>
                  <a:pt x="1733" y="2805"/>
                </a:cubicBezTo>
                <a:lnTo>
                  <a:pt x="3119" y="2805"/>
                </a:lnTo>
                <a:cubicBezTo>
                  <a:pt x="3308" y="2805"/>
                  <a:pt x="3466" y="2647"/>
                  <a:pt x="3466" y="2458"/>
                </a:cubicBezTo>
                <a:lnTo>
                  <a:pt x="3466" y="1419"/>
                </a:lnTo>
                <a:lnTo>
                  <a:pt x="4159" y="1419"/>
                </a:lnTo>
                <a:cubicBezTo>
                  <a:pt x="4568" y="1419"/>
                  <a:pt x="4883" y="1104"/>
                  <a:pt x="4883" y="725"/>
                </a:cubicBezTo>
                <a:cubicBezTo>
                  <a:pt x="4883" y="316"/>
                  <a:pt x="4568" y="1"/>
                  <a:pt x="415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7" name="Google Shape;9411;p73">
            <a:extLst>
              <a:ext uri="{FF2B5EF4-FFF2-40B4-BE49-F238E27FC236}">
                <a16:creationId xmlns:a16="http://schemas.microsoft.com/office/drawing/2014/main" id="{C2DDF344-4849-26BB-EA1E-2058B3DB4E36}"/>
              </a:ext>
            </a:extLst>
          </p:cNvPr>
          <p:cNvSpPr/>
          <p:nvPr/>
        </p:nvSpPr>
        <p:spPr>
          <a:xfrm>
            <a:off x="8042046" y="4109027"/>
            <a:ext cx="156399" cy="64031"/>
          </a:xfrm>
          <a:custGeom>
            <a:avLst/>
            <a:gdLst/>
            <a:ahLst/>
            <a:cxnLst/>
            <a:rect l="l" t="t" r="r" b="b"/>
            <a:pathLst>
              <a:path w="3466" h="1419" extrusionOk="0">
                <a:moveTo>
                  <a:pt x="378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418"/>
                </a:lnTo>
                <a:lnTo>
                  <a:pt x="3466" y="1418"/>
                </a:lnTo>
                <a:lnTo>
                  <a:pt x="3466" y="347"/>
                </a:lnTo>
                <a:cubicBezTo>
                  <a:pt x="3466" y="158"/>
                  <a:pt x="3308" y="1"/>
                  <a:pt x="31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1" name="Google Shape;9413;p73">
            <a:extLst>
              <a:ext uri="{FF2B5EF4-FFF2-40B4-BE49-F238E27FC236}">
                <a16:creationId xmlns:a16="http://schemas.microsoft.com/office/drawing/2014/main" id="{79B8DA9B-B452-E4B4-0A7C-B5A269C33E38}"/>
              </a:ext>
            </a:extLst>
          </p:cNvPr>
          <p:cNvSpPr/>
          <p:nvPr/>
        </p:nvSpPr>
        <p:spPr>
          <a:xfrm>
            <a:off x="7948211" y="4937470"/>
            <a:ext cx="31316" cy="156443"/>
          </a:xfrm>
          <a:custGeom>
            <a:avLst/>
            <a:gdLst/>
            <a:ahLst/>
            <a:cxnLst/>
            <a:rect l="l" t="t" r="r" b="b"/>
            <a:pathLst>
              <a:path w="694" h="3467" extrusionOk="0">
                <a:moveTo>
                  <a:pt x="0" y="1"/>
                </a:moveTo>
                <a:lnTo>
                  <a:pt x="0" y="3466"/>
                </a:lnTo>
                <a:lnTo>
                  <a:pt x="694" y="3466"/>
                </a:lnTo>
                <a:lnTo>
                  <a:pt x="69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2" name="Google Shape;9414;p73">
            <a:extLst>
              <a:ext uri="{FF2B5EF4-FFF2-40B4-BE49-F238E27FC236}">
                <a16:creationId xmlns:a16="http://schemas.microsoft.com/office/drawing/2014/main" id="{28509FF1-30C2-9682-A5AD-D61A22E93F9A}"/>
              </a:ext>
            </a:extLst>
          </p:cNvPr>
          <p:cNvSpPr/>
          <p:nvPr/>
        </p:nvSpPr>
        <p:spPr>
          <a:xfrm>
            <a:off x="8263803" y="4937470"/>
            <a:ext cx="32760" cy="156443"/>
          </a:xfrm>
          <a:custGeom>
            <a:avLst/>
            <a:gdLst/>
            <a:ahLst/>
            <a:cxnLst/>
            <a:rect l="l" t="t" r="r" b="b"/>
            <a:pathLst>
              <a:path w="726" h="3467" extrusionOk="0">
                <a:moveTo>
                  <a:pt x="1" y="1"/>
                </a:moveTo>
                <a:lnTo>
                  <a:pt x="1" y="3466"/>
                </a:lnTo>
                <a:lnTo>
                  <a:pt x="725" y="3466"/>
                </a:lnTo>
                <a:lnTo>
                  <a:pt x="72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3" name="Google Shape;9415;p73">
            <a:extLst>
              <a:ext uri="{FF2B5EF4-FFF2-40B4-BE49-F238E27FC236}">
                <a16:creationId xmlns:a16="http://schemas.microsoft.com/office/drawing/2014/main" id="{64F0C9CB-61E9-688D-1F19-4421EC6C0E7F}"/>
              </a:ext>
            </a:extLst>
          </p:cNvPr>
          <p:cNvSpPr/>
          <p:nvPr/>
        </p:nvSpPr>
        <p:spPr>
          <a:xfrm>
            <a:off x="7948211" y="5125138"/>
            <a:ext cx="31316" cy="187715"/>
          </a:xfrm>
          <a:custGeom>
            <a:avLst/>
            <a:gdLst/>
            <a:ahLst/>
            <a:cxnLst/>
            <a:rect l="l" t="t" r="r" b="b"/>
            <a:pathLst>
              <a:path w="694" h="4160" extrusionOk="0">
                <a:moveTo>
                  <a:pt x="0" y="0"/>
                </a:moveTo>
                <a:lnTo>
                  <a:pt x="0" y="4159"/>
                </a:lnTo>
                <a:lnTo>
                  <a:pt x="694" y="4159"/>
                </a:lnTo>
                <a:lnTo>
                  <a:pt x="6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4" name="Google Shape;9416;p73">
            <a:extLst>
              <a:ext uri="{FF2B5EF4-FFF2-40B4-BE49-F238E27FC236}">
                <a16:creationId xmlns:a16="http://schemas.microsoft.com/office/drawing/2014/main" id="{D1F48FD5-67FA-B889-BB7E-A864D11A4B6D}"/>
              </a:ext>
            </a:extLst>
          </p:cNvPr>
          <p:cNvSpPr/>
          <p:nvPr/>
        </p:nvSpPr>
        <p:spPr>
          <a:xfrm>
            <a:off x="8263803" y="5125138"/>
            <a:ext cx="32760" cy="187715"/>
          </a:xfrm>
          <a:custGeom>
            <a:avLst/>
            <a:gdLst/>
            <a:ahLst/>
            <a:cxnLst/>
            <a:rect l="l" t="t" r="r" b="b"/>
            <a:pathLst>
              <a:path w="726" h="4160" extrusionOk="0">
                <a:moveTo>
                  <a:pt x="1" y="0"/>
                </a:moveTo>
                <a:lnTo>
                  <a:pt x="1" y="4159"/>
                </a:lnTo>
                <a:lnTo>
                  <a:pt x="725" y="4159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5" name="Google Shape;9417;p73">
            <a:extLst>
              <a:ext uri="{FF2B5EF4-FFF2-40B4-BE49-F238E27FC236}">
                <a16:creationId xmlns:a16="http://schemas.microsoft.com/office/drawing/2014/main" id="{8BBDE145-13BE-87CB-EC56-D98362DBD710}"/>
              </a:ext>
            </a:extLst>
          </p:cNvPr>
          <p:cNvSpPr/>
          <p:nvPr/>
        </p:nvSpPr>
        <p:spPr>
          <a:xfrm>
            <a:off x="7855798" y="4937470"/>
            <a:ext cx="62587" cy="156443"/>
          </a:xfrm>
          <a:custGeom>
            <a:avLst/>
            <a:gdLst/>
            <a:ahLst/>
            <a:cxnLst/>
            <a:rect l="l" t="t" r="r" b="b"/>
            <a:pathLst>
              <a:path w="1387" h="3467" extrusionOk="0">
                <a:moveTo>
                  <a:pt x="1009" y="1"/>
                </a:moveTo>
                <a:cubicBezTo>
                  <a:pt x="442" y="1"/>
                  <a:pt x="1" y="442"/>
                  <a:pt x="1" y="1009"/>
                </a:cubicBezTo>
                <a:lnTo>
                  <a:pt x="1" y="2049"/>
                </a:lnTo>
                <a:cubicBezTo>
                  <a:pt x="1" y="2427"/>
                  <a:pt x="158" y="2773"/>
                  <a:pt x="442" y="3025"/>
                </a:cubicBezTo>
                <a:cubicBezTo>
                  <a:pt x="662" y="3340"/>
                  <a:pt x="1009" y="3466"/>
                  <a:pt x="1387" y="3466"/>
                </a:cubicBezTo>
                <a:lnTo>
                  <a:pt x="138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6" name="Google Shape;9418;p73">
            <a:extLst>
              <a:ext uri="{FF2B5EF4-FFF2-40B4-BE49-F238E27FC236}">
                <a16:creationId xmlns:a16="http://schemas.microsoft.com/office/drawing/2014/main" id="{2FE30DE2-2700-FA0F-6864-C4BB6CE77F71}"/>
              </a:ext>
            </a:extLst>
          </p:cNvPr>
          <p:cNvSpPr/>
          <p:nvPr/>
        </p:nvSpPr>
        <p:spPr>
          <a:xfrm>
            <a:off x="8012198" y="4937470"/>
            <a:ext cx="220383" cy="156443"/>
          </a:xfrm>
          <a:custGeom>
            <a:avLst/>
            <a:gdLst/>
            <a:ahLst/>
            <a:cxnLst/>
            <a:rect l="l" t="t" r="r" b="b"/>
            <a:pathLst>
              <a:path w="4884" h="3467" extrusionOk="0">
                <a:moveTo>
                  <a:pt x="0" y="1"/>
                </a:moveTo>
                <a:lnTo>
                  <a:pt x="0" y="3466"/>
                </a:lnTo>
                <a:lnTo>
                  <a:pt x="4883" y="3466"/>
                </a:lnTo>
                <a:lnTo>
                  <a:pt x="488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7" name="Google Shape;9419;p73">
            <a:extLst>
              <a:ext uri="{FF2B5EF4-FFF2-40B4-BE49-F238E27FC236}">
                <a16:creationId xmlns:a16="http://schemas.microsoft.com/office/drawing/2014/main" id="{35A7DF13-A602-449E-8664-2E3919C5EE3F}"/>
              </a:ext>
            </a:extLst>
          </p:cNvPr>
          <p:cNvSpPr/>
          <p:nvPr/>
        </p:nvSpPr>
        <p:spPr>
          <a:xfrm>
            <a:off x="8326347" y="5102398"/>
            <a:ext cx="62631" cy="211855"/>
          </a:xfrm>
          <a:custGeom>
            <a:avLst/>
            <a:gdLst/>
            <a:ahLst/>
            <a:cxnLst/>
            <a:rect l="l" t="t" r="r" b="b"/>
            <a:pathLst>
              <a:path w="1388" h="4695" extrusionOk="0">
                <a:moveTo>
                  <a:pt x="1387" y="0"/>
                </a:moveTo>
                <a:cubicBezTo>
                  <a:pt x="977" y="315"/>
                  <a:pt x="505" y="504"/>
                  <a:pt x="1" y="504"/>
                </a:cubicBezTo>
                <a:lnTo>
                  <a:pt x="1" y="4695"/>
                </a:lnTo>
                <a:lnTo>
                  <a:pt x="347" y="4695"/>
                </a:lnTo>
                <a:cubicBezTo>
                  <a:pt x="946" y="4695"/>
                  <a:pt x="1387" y="4222"/>
                  <a:pt x="1387" y="3655"/>
                </a:cubicBezTo>
                <a:lnTo>
                  <a:pt x="138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8" name="Google Shape;9420;p73">
            <a:extLst>
              <a:ext uri="{FF2B5EF4-FFF2-40B4-BE49-F238E27FC236}">
                <a16:creationId xmlns:a16="http://schemas.microsoft.com/office/drawing/2014/main" id="{13948401-1E77-046B-188D-9AF148789B84}"/>
              </a:ext>
            </a:extLst>
          </p:cNvPr>
          <p:cNvSpPr/>
          <p:nvPr/>
        </p:nvSpPr>
        <p:spPr>
          <a:xfrm>
            <a:off x="7855798" y="5102395"/>
            <a:ext cx="62587" cy="210456"/>
          </a:xfrm>
          <a:custGeom>
            <a:avLst/>
            <a:gdLst/>
            <a:ahLst/>
            <a:cxnLst/>
            <a:rect l="l" t="t" r="r" b="b"/>
            <a:pathLst>
              <a:path w="1387" h="4664" extrusionOk="0">
                <a:moveTo>
                  <a:pt x="1" y="0"/>
                </a:moveTo>
                <a:lnTo>
                  <a:pt x="1" y="3655"/>
                </a:lnTo>
                <a:cubicBezTo>
                  <a:pt x="1" y="4222"/>
                  <a:pt x="442" y="4663"/>
                  <a:pt x="1009" y="4663"/>
                </a:cubicBezTo>
                <a:lnTo>
                  <a:pt x="1387" y="4663"/>
                </a:lnTo>
                <a:lnTo>
                  <a:pt x="1387" y="504"/>
                </a:lnTo>
                <a:cubicBezTo>
                  <a:pt x="851" y="504"/>
                  <a:pt x="379" y="315"/>
                  <a:pt x="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9" name="Google Shape;9421;p73">
            <a:extLst>
              <a:ext uri="{FF2B5EF4-FFF2-40B4-BE49-F238E27FC236}">
                <a16:creationId xmlns:a16="http://schemas.microsoft.com/office/drawing/2014/main" id="{735C5D4E-98B4-E611-9E8C-E236283741B0}"/>
              </a:ext>
            </a:extLst>
          </p:cNvPr>
          <p:cNvSpPr/>
          <p:nvPr/>
        </p:nvSpPr>
        <p:spPr>
          <a:xfrm>
            <a:off x="8106007" y="5125137"/>
            <a:ext cx="31316" cy="32760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1" y="0"/>
                </a:moveTo>
                <a:lnTo>
                  <a:pt x="1" y="347"/>
                </a:lnTo>
                <a:cubicBezTo>
                  <a:pt x="1" y="568"/>
                  <a:pt x="158" y="725"/>
                  <a:pt x="347" y="725"/>
                </a:cubicBezTo>
                <a:cubicBezTo>
                  <a:pt x="568" y="725"/>
                  <a:pt x="694" y="568"/>
                  <a:pt x="694" y="347"/>
                </a:cubicBezTo>
                <a:lnTo>
                  <a:pt x="6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0" name="Google Shape;9422;p73">
            <a:extLst>
              <a:ext uri="{FF2B5EF4-FFF2-40B4-BE49-F238E27FC236}">
                <a16:creationId xmlns:a16="http://schemas.microsoft.com/office/drawing/2014/main" id="{97680AD0-439F-7FD5-E9C7-84D43BD6D1CA}"/>
              </a:ext>
            </a:extLst>
          </p:cNvPr>
          <p:cNvSpPr/>
          <p:nvPr/>
        </p:nvSpPr>
        <p:spPr>
          <a:xfrm>
            <a:off x="8326347" y="4937470"/>
            <a:ext cx="62631" cy="156443"/>
          </a:xfrm>
          <a:custGeom>
            <a:avLst/>
            <a:gdLst/>
            <a:ahLst/>
            <a:cxnLst/>
            <a:rect l="l" t="t" r="r" b="b"/>
            <a:pathLst>
              <a:path w="1388" h="3467" extrusionOk="0">
                <a:moveTo>
                  <a:pt x="1" y="1"/>
                </a:moveTo>
                <a:lnTo>
                  <a:pt x="1" y="3466"/>
                </a:lnTo>
                <a:cubicBezTo>
                  <a:pt x="347" y="3466"/>
                  <a:pt x="662" y="3340"/>
                  <a:pt x="946" y="3088"/>
                </a:cubicBezTo>
                <a:cubicBezTo>
                  <a:pt x="1229" y="2836"/>
                  <a:pt x="1387" y="2458"/>
                  <a:pt x="1387" y="2080"/>
                </a:cubicBezTo>
                <a:lnTo>
                  <a:pt x="1387" y="1040"/>
                </a:lnTo>
                <a:cubicBezTo>
                  <a:pt x="1387" y="442"/>
                  <a:pt x="914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1" name="Google Shape;9423;p73">
            <a:extLst>
              <a:ext uri="{FF2B5EF4-FFF2-40B4-BE49-F238E27FC236}">
                <a16:creationId xmlns:a16="http://schemas.microsoft.com/office/drawing/2014/main" id="{2F5819BC-D79A-6786-DB0E-1BCD424B4FF5}"/>
              </a:ext>
            </a:extLst>
          </p:cNvPr>
          <p:cNvSpPr/>
          <p:nvPr/>
        </p:nvSpPr>
        <p:spPr>
          <a:xfrm>
            <a:off x="8012198" y="5125138"/>
            <a:ext cx="220383" cy="187715"/>
          </a:xfrm>
          <a:custGeom>
            <a:avLst/>
            <a:gdLst/>
            <a:ahLst/>
            <a:cxnLst/>
            <a:rect l="l" t="t" r="r" b="b"/>
            <a:pathLst>
              <a:path w="4884" h="4160" extrusionOk="0">
                <a:moveTo>
                  <a:pt x="0" y="0"/>
                </a:moveTo>
                <a:lnTo>
                  <a:pt x="0" y="4159"/>
                </a:lnTo>
                <a:lnTo>
                  <a:pt x="4883" y="4159"/>
                </a:lnTo>
                <a:lnTo>
                  <a:pt x="4883" y="0"/>
                </a:lnTo>
                <a:lnTo>
                  <a:pt x="3466" y="0"/>
                </a:lnTo>
                <a:lnTo>
                  <a:pt x="3466" y="347"/>
                </a:lnTo>
                <a:cubicBezTo>
                  <a:pt x="3466" y="946"/>
                  <a:pt x="2993" y="1387"/>
                  <a:pt x="2426" y="1387"/>
                </a:cubicBezTo>
                <a:cubicBezTo>
                  <a:pt x="1827" y="1387"/>
                  <a:pt x="1418" y="914"/>
                  <a:pt x="1418" y="347"/>
                </a:cubicBezTo>
                <a:lnTo>
                  <a:pt x="141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22" name="Google Shape;9424;p73">
            <a:extLst>
              <a:ext uri="{FF2B5EF4-FFF2-40B4-BE49-F238E27FC236}">
                <a16:creationId xmlns:a16="http://schemas.microsoft.com/office/drawing/2014/main" id="{16132D92-BE64-3E62-84D7-2575DE3A13D5}"/>
              </a:ext>
            </a:extLst>
          </p:cNvPr>
          <p:cNvSpPr/>
          <p:nvPr/>
        </p:nvSpPr>
        <p:spPr>
          <a:xfrm>
            <a:off x="8010754" y="4781119"/>
            <a:ext cx="220383" cy="125127"/>
          </a:xfrm>
          <a:custGeom>
            <a:avLst/>
            <a:gdLst/>
            <a:ahLst/>
            <a:cxnLst/>
            <a:rect l="l" t="t" r="r" b="b"/>
            <a:pathLst>
              <a:path w="4884" h="2773" extrusionOk="0">
                <a:moveTo>
                  <a:pt x="2427" y="0"/>
                </a:moveTo>
                <a:cubicBezTo>
                  <a:pt x="1103" y="0"/>
                  <a:pt x="1" y="1103"/>
                  <a:pt x="1" y="2426"/>
                </a:cubicBezTo>
                <a:lnTo>
                  <a:pt x="1" y="2773"/>
                </a:lnTo>
                <a:lnTo>
                  <a:pt x="1355" y="2773"/>
                </a:lnTo>
                <a:lnTo>
                  <a:pt x="1355" y="2426"/>
                </a:lnTo>
                <a:cubicBezTo>
                  <a:pt x="1355" y="1828"/>
                  <a:pt x="1828" y="1418"/>
                  <a:pt x="2395" y="1418"/>
                </a:cubicBezTo>
                <a:cubicBezTo>
                  <a:pt x="2994" y="1418"/>
                  <a:pt x="3403" y="1891"/>
                  <a:pt x="3403" y="2426"/>
                </a:cubicBezTo>
                <a:lnTo>
                  <a:pt x="3403" y="2773"/>
                </a:lnTo>
                <a:lnTo>
                  <a:pt x="4884" y="2773"/>
                </a:lnTo>
                <a:lnTo>
                  <a:pt x="4884" y="2426"/>
                </a:lnTo>
                <a:cubicBezTo>
                  <a:pt x="4884" y="1103"/>
                  <a:pt x="3781" y="0"/>
                  <a:pt x="24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5" name="Google Shape;9426;p73">
            <a:extLst>
              <a:ext uri="{FF2B5EF4-FFF2-40B4-BE49-F238E27FC236}">
                <a16:creationId xmlns:a16="http://schemas.microsoft.com/office/drawing/2014/main" id="{0BC7C445-819F-2A3E-DF08-50276D1312D7}"/>
              </a:ext>
            </a:extLst>
          </p:cNvPr>
          <p:cNvSpPr/>
          <p:nvPr/>
        </p:nvSpPr>
        <p:spPr>
          <a:xfrm>
            <a:off x="8263129" y="5775186"/>
            <a:ext cx="93857" cy="187668"/>
          </a:xfrm>
          <a:custGeom>
            <a:avLst/>
            <a:gdLst/>
            <a:ahLst/>
            <a:cxnLst/>
            <a:rect l="l" t="t" r="r" b="b"/>
            <a:pathLst>
              <a:path w="2080" h="4159" extrusionOk="0">
                <a:moveTo>
                  <a:pt x="0" y="0"/>
                </a:moveTo>
                <a:lnTo>
                  <a:pt x="0" y="4159"/>
                </a:lnTo>
                <a:lnTo>
                  <a:pt x="1733" y="4159"/>
                </a:lnTo>
                <a:cubicBezTo>
                  <a:pt x="1922" y="4159"/>
                  <a:pt x="2079" y="4001"/>
                  <a:pt x="2079" y="3812"/>
                </a:cubicBezTo>
                <a:lnTo>
                  <a:pt x="2079" y="1733"/>
                </a:lnTo>
                <a:cubicBezTo>
                  <a:pt x="2079" y="788"/>
                  <a:pt x="1292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6" name="Google Shape;9427;p73">
            <a:extLst>
              <a:ext uri="{FF2B5EF4-FFF2-40B4-BE49-F238E27FC236}">
                <a16:creationId xmlns:a16="http://schemas.microsoft.com/office/drawing/2014/main" id="{28ABE9BE-3D44-2EBE-CA32-29055FE36517}"/>
              </a:ext>
            </a:extLst>
          </p:cNvPr>
          <p:cNvSpPr/>
          <p:nvPr/>
        </p:nvSpPr>
        <p:spPr>
          <a:xfrm>
            <a:off x="8012918" y="5775187"/>
            <a:ext cx="218939" cy="91375"/>
          </a:xfrm>
          <a:custGeom>
            <a:avLst/>
            <a:gdLst/>
            <a:ahLst/>
            <a:cxnLst/>
            <a:rect l="l" t="t" r="r" b="b"/>
            <a:pathLst>
              <a:path w="4852" h="2025" extrusionOk="0">
                <a:moveTo>
                  <a:pt x="0" y="0"/>
                </a:moveTo>
                <a:lnTo>
                  <a:pt x="0" y="1481"/>
                </a:lnTo>
                <a:cubicBezTo>
                  <a:pt x="772" y="1843"/>
                  <a:pt x="1599" y="2024"/>
                  <a:pt x="2426" y="2024"/>
                </a:cubicBezTo>
                <a:cubicBezTo>
                  <a:pt x="3253" y="2024"/>
                  <a:pt x="4080" y="1843"/>
                  <a:pt x="4852" y="1481"/>
                </a:cubicBezTo>
                <a:lnTo>
                  <a:pt x="4852" y="0"/>
                </a:lnTo>
                <a:lnTo>
                  <a:pt x="4789" y="0"/>
                </a:lnTo>
                <a:cubicBezTo>
                  <a:pt x="4348" y="410"/>
                  <a:pt x="3781" y="693"/>
                  <a:pt x="3119" y="693"/>
                </a:cubicBezTo>
                <a:lnTo>
                  <a:pt x="1733" y="693"/>
                </a:lnTo>
                <a:cubicBezTo>
                  <a:pt x="1071" y="693"/>
                  <a:pt x="473" y="410"/>
                  <a:pt x="3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7" name="Google Shape;9428;p73">
            <a:extLst>
              <a:ext uri="{FF2B5EF4-FFF2-40B4-BE49-F238E27FC236}">
                <a16:creationId xmlns:a16="http://schemas.microsoft.com/office/drawing/2014/main" id="{E0604111-5E8E-0B51-7357-08959C375AEC}"/>
              </a:ext>
            </a:extLst>
          </p:cNvPr>
          <p:cNvSpPr/>
          <p:nvPr/>
        </p:nvSpPr>
        <p:spPr>
          <a:xfrm>
            <a:off x="8012918" y="5876128"/>
            <a:ext cx="218939" cy="86727"/>
          </a:xfrm>
          <a:custGeom>
            <a:avLst/>
            <a:gdLst/>
            <a:ahLst/>
            <a:cxnLst/>
            <a:rect l="l" t="t" r="r" b="b"/>
            <a:pathLst>
              <a:path w="4852" h="1922" extrusionOk="0">
                <a:moveTo>
                  <a:pt x="0" y="0"/>
                </a:moveTo>
                <a:lnTo>
                  <a:pt x="0" y="1922"/>
                </a:lnTo>
                <a:lnTo>
                  <a:pt x="4852" y="1922"/>
                </a:lnTo>
                <a:lnTo>
                  <a:pt x="4852" y="0"/>
                </a:lnTo>
                <a:cubicBezTo>
                  <a:pt x="4080" y="315"/>
                  <a:pt x="3253" y="473"/>
                  <a:pt x="2426" y="473"/>
                </a:cubicBezTo>
                <a:cubicBezTo>
                  <a:pt x="1599" y="473"/>
                  <a:pt x="772" y="315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8" name="Google Shape;9429;p73">
            <a:extLst>
              <a:ext uri="{FF2B5EF4-FFF2-40B4-BE49-F238E27FC236}">
                <a16:creationId xmlns:a16="http://schemas.microsoft.com/office/drawing/2014/main" id="{DC0B7DA4-FC18-C3EF-3A07-1B8992D8EABC}"/>
              </a:ext>
            </a:extLst>
          </p:cNvPr>
          <p:cNvSpPr/>
          <p:nvPr/>
        </p:nvSpPr>
        <p:spPr>
          <a:xfrm>
            <a:off x="7887791" y="5773741"/>
            <a:ext cx="93903" cy="189112"/>
          </a:xfrm>
          <a:custGeom>
            <a:avLst/>
            <a:gdLst/>
            <a:ahLst/>
            <a:cxnLst/>
            <a:rect l="l" t="t" r="r" b="b"/>
            <a:pathLst>
              <a:path w="2081" h="4191" extrusionOk="0">
                <a:moveTo>
                  <a:pt x="1734" y="1"/>
                </a:moveTo>
                <a:cubicBezTo>
                  <a:pt x="757" y="32"/>
                  <a:pt x="1" y="757"/>
                  <a:pt x="1" y="1765"/>
                </a:cubicBezTo>
                <a:lnTo>
                  <a:pt x="1" y="3844"/>
                </a:lnTo>
                <a:cubicBezTo>
                  <a:pt x="1" y="4033"/>
                  <a:pt x="158" y="4191"/>
                  <a:pt x="379" y="4191"/>
                </a:cubicBezTo>
                <a:lnTo>
                  <a:pt x="2080" y="4191"/>
                </a:lnTo>
                <a:lnTo>
                  <a:pt x="20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9" name="Google Shape;9430;p73">
            <a:extLst>
              <a:ext uri="{FF2B5EF4-FFF2-40B4-BE49-F238E27FC236}">
                <a16:creationId xmlns:a16="http://schemas.microsoft.com/office/drawing/2014/main" id="{2CFB8DE3-331C-B754-0C65-E1CE2646A150}"/>
              </a:ext>
            </a:extLst>
          </p:cNvPr>
          <p:cNvSpPr/>
          <p:nvPr/>
        </p:nvSpPr>
        <p:spPr>
          <a:xfrm>
            <a:off x="8027131" y="5584675"/>
            <a:ext cx="187668" cy="190556"/>
          </a:xfrm>
          <a:custGeom>
            <a:avLst/>
            <a:gdLst/>
            <a:ahLst/>
            <a:cxnLst/>
            <a:rect l="l" t="t" r="r" b="b"/>
            <a:pathLst>
              <a:path w="4159" h="4223" extrusionOk="0">
                <a:moveTo>
                  <a:pt x="2080" y="1"/>
                </a:moveTo>
                <a:cubicBezTo>
                  <a:pt x="1765" y="442"/>
                  <a:pt x="1260" y="694"/>
                  <a:pt x="693" y="694"/>
                </a:cubicBezTo>
                <a:lnTo>
                  <a:pt x="0" y="694"/>
                </a:lnTo>
                <a:lnTo>
                  <a:pt x="0" y="3498"/>
                </a:lnTo>
                <a:cubicBezTo>
                  <a:pt x="347" y="3939"/>
                  <a:pt x="851" y="4222"/>
                  <a:pt x="1418" y="4222"/>
                </a:cubicBezTo>
                <a:lnTo>
                  <a:pt x="2804" y="4222"/>
                </a:lnTo>
                <a:cubicBezTo>
                  <a:pt x="3340" y="4222"/>
                  <a:pt x="3844" y="3939"/>
                  <a:pt x="4159" y="3498"/>
                </a:cubicBezTo>
                <a:lnTo>
                  <a:pt x="4159" y="694"/>
                </a:lnTo>
                <a:lnTo>
                  <a:pt x="3466" y="694"/>
                </a:lnTo>
                <a:cubicBezTo>
                  <a:pt x="2899" y="694"/>
                  <a:pt x="2395" y="442"/>
                  <a:pt x="208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10" name="Google Shape;9431;p73">
            <a:extLst>
              <a:ext uri="{FF2B5EF4-FFF2-40B4-BE49-F238E27FC236}">
                <a16:creationId xmlns:a16="http://schemas.microsoft.com/office/drawing/2014/main" id="{298F16A2-5D74-82AD-14B9-AC62FCB7F2F4}"/>
              </a:ext>
            </a:extLst>
          </p:cNvPr>
          <p:cNvSpPr/>
          <p:nvPr/>
        </p:nvSpPr>
        <p:spPr>
          <a:xfrm>
            <a:off x="7947491" y="5428279"/>
            <a:ext cx="344111" cy="314239"/>
          </a:xfrm>
          <a:custGeom>
            <a:avLst/>
            <a:gdLst/>
            <a:ahLst/>
            <a:cxnLst/>
            <a:rect l="l" t="t" r="r" b="b"/>
            <a:pathLst>
              <a:path w="7625" h="6964" extrusionOk="0">
                <a:moveTo>
                  <a:pt x="3813" y="1"/>
                </a:moveTo>
                <a:cubicBezTo>
                  <a:pt x="1734" y="1"/>
                  <a:pt x="1" y="1702"/>
                  <a:pt x="1" y="3813"/>
                </a:cubicBezTo>
                <a:lnTo>
                  <a:pt x="1" y="5955"/>
                </a:lnTo>
                <a:lnTo>
                  <a:pt x="64" y="5955"/>
                </a:lnTo>
                <a:cubicBezTo>
                  <a:pt x="64" y="6522"/>
                  <a:pt x="537" y="6964"/>
                  <a:pt x="1104" y="6964"/>
                </a:cubicBezTo>
                <a:lnTo>
                  <a:pt x="1104" y="3813"/>
                </a:lnTo>
                <a:cubicBezTo>
                  <a:pt x="1104" y="3624"/>
                  <a:pt x="1261" y="3467"/>
                  <a:pt x="1450" y="3467"/>
                </a:cubicBezTo>
                <a:lnTo>
                  <a:pt x="2458" y="3467"/>
                </a:lnTo>
                <a:cubicBezTo>
                  <a:pt x="3057" y="3467"/>
                  <a:pt x="3498" y="2994"/>
                  <a:pt x="3498" y="2427"/>
                </a:cubicBezTo>
                <a:lnTo>
                  <a:pt x="3498" y="1734"/>
                </a:lnTo>
                <a:cubicBezTo>
                  <a:pt x="3498" y="1545"/>
                  <a:pt x="3656" y="1387"/>
                  <a:pt x="3845" y="1387"/>
                </a:cubicBezTo>
                <a:cubicBezTo>
                  <a:pt x="4034" y="1387"/>
                  <a:pt x="4191" y="1545"/>
                  <a:pt x="4191" y="1734"/>
                </a:cubicBezTo>
                <a:lnTo>
                  <a:pt x="4191" y="2427"/>
                </a:lnTo>
                <a:cubicBezTo>
                  <a:pt x="4191" y="3025"/>
                  <a:pt x="4664" y="3467"/>
                  <a:pt x="5231" y="3467"/>
                </a:cubicBezTo>
                <a:lnTo>
                  <a:pt x="6239" y="3467"/>
                </a:lnTo>
                <a:cubicBezTo>
                  <a:pt x="6459" y="3467"/>
                  <a:pt x="6617" y="3624"/>
                  <a:pt x="6617" y="3813"/>
                </a:cubicBezTo>
                <a:lnTo>
                  <a:pt x="6617" y="6964"/>
                </a:lnTo>
                <a:cubicBezTo>
                  <a:pt x="7184" y="6964"/>
                  <a:pt x="7625" y="6491"/>
                  <a:pt x="7625" y="5955"/>
                </a:cubicBezTo>
                <a:lnTo>
                  <a:pt x="7625" y="3813"/>
                </a:lnTo>
                <a:cubicBezTo>
                  <a:pt x="7625" y="1734"/>
                  <a:pt x="5924" y="1"/>
                  <a:pt x="381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8" name="Google Shape;9433;p73">
            <a:extLst>
              <a:ext uri="{FF2B5EF4-FFF2-40B4-BE49-F238E27FC236}">
                <a16:creationId xmlns:a16="http://schemas.microsoft.com/office/drawing/2014/main" id="{3427AC31-CD11-D728-729D-CEA072845539}"/>
              </a:ext>
            </a:extLst>
          </p:cNvPr>
          <p:cNvSpPr/>
          <p:nvPr/>
        </p:nvSpPr>
        <p:spPr>
          <a:xfrm>
            <a:off x="10564598" y="5030603"/>
            <a:ext cx="533135" cy="282924"/>
          </a:xfrm>
          <a:custGeom>
            <a:avLst/>
            <a:gdLst/>
            <a:ahLst/>
            <a:cxnLst/>
            <a:rect l="l" t="t" r="r" b="b"/>
            <a:pathLst>
              <a:path w="11815" h="6270" extrusionOk="0">
                <a:moveTo>
                  <a:pt x="7309" y="1418"/>
                </a:moveTo>
                <a:cubicBezTo>
                  <a:pt x="7908" y="1418"/>
                  <a:pt x="8349" y="1891"/>
                  <a:pt x="8349" y="2458"/>
                </a:cubicBezTo>
                <a:cubicBezTo>
                  <a:pt x="8349" y="2993"/>
                  <a:pt x="7845" y="3466"/>
                  <a:pt x="7309" y="3466"/>
                </a:cubicBezTo>
                <a:lnTo>
                  <a:pt x="4474" y="3466"/>
                </a:lnTo>
                <a:cubicBezTo>
                  <a:pt x="3875" y="3466"/>
                  <a:pt x="3434" y="2993"/>
                  <a:pt x="3434" y="2458"/>
                </a:cubicBezTo>
                <a:cubicBezTo>
                  <a:pt x="3434" y="1859"/>
                  <a:pt x="3907" y="1418"/>
                  <a:pt x="4474" y="1418"/>
                </a:cubicBezTo>
                <a:close/>
                <a:moveTo>
                  <a:pt x="1008" y="1"/>
                </a:moveTo>
                <a:cubicBezTo>
                  <a:pt x="410" y="1"/>
                  <a:pt x="0" y="473"/>
                  <a:pt x="0" y="1040"/>
                </a:cubicBezTo>
                <a:lnTo>
                  <a:pt x="0" y="5262"/>
                </a:lnTo>
                <a:cubicBezTo>
                  <a:pt x="0" y="5829"/>
                  <a:pt x="473" y="6270"/>
                  <a:pt x="1008" y="6270"/>
                </a:cubicBezTo>
                <a:lnTo>
                  <a:pt x="10775" y="6270"/>
                </a:lnTo>
                <a:cubicBezTo>
                  <a:pt x="11373" y="6270"/>
                  <a:pt x="11815" y="5797"/>
                  <a:pt x="11815" y="5262"/>
                </a:cubicBezTo>
                <a:lnTo>
                  <a:pt x="11815" y="1040"/>
                </a:lnTo>
                <a:cubicBezTo>
                  <a:pt x="11783" y="473"/>
                  <a:pt x="11342" y="1"/>
                  <a:pt x="1077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9" name="Google Shape;9434;p73">
            <a:extLst>
              <a:ext uri="{FF2B5EF4-FFF2-40B4-BE49-F238E27FC236}">
                <a16:creationId xmlns:a16="http://schemas.microsoft.com/office/drawing/2014/main" id="{AAF7582B-69C5-E206-89AA-55D82B9AE59D}"/>
              </a:ext>
            </a:extLst>
          </p:cNvPr>
          <p:cNvSpPr/>
          <p:nvPr/>
        </p:nvSpPr>
        <p:spPr>
          <a:xfrm>
            <a:off x="10750823" y="5125859"/>
            <a:ext cx="159241" cy="31316"/>
          </a:xfrm>
          <a:custGeom>
            <a:avLst/>
            <a:gdLst/>
            <a:ahLst/>
            <a:cxnLst/>
            <a:rect l="l" t="t" r="r" b="b"/>
            <a:pathLst>
              <a:path w="3529" h="694" extrusionOk="0">
                <a:moveTo>
                  <a:pt x="347" y="0"/>
                </a:moveTo>
                <a:cubicBezTo>
                  <a:pt x="158" y="0"/>
                  <a:pt x="0" y="126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182" y="693"/>
                </a:lnTo>
                <a:cubicBezTo>
                  <a:pt x="3371" y="693"/>
                  <a:pt x="3529" y="536"/>
                  <a:pt x="3529" y="347"/>
                </a:cubicBezTo>
                <a:cubicBezTo>
                  <a:pt x="3529" y="126"/>
                  <a:pt x="3371" y="0"/>
                  <a:pt x="318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0" name="Google Shape;9435;p73">
            <a:extLst>
              <a:ext uri="{FF2B5EF4-FFF2-40B4-BE49-F238E27FC236}">
                <a16:creationId xmlns:a16="http://schemas.microsoft.com/office/drawing/2014/main" id="{52BB90A2-D025-D22D-6EEC-A16912318A11}"/>
              </a:ext>
            </a:extLst>
          </p:cNvPr>
          <p:cNvSpPr/>
          <p:nvPr/>
        </p:nvSpPr>
        <p:spPr>
          <a:xfrm>
            <a:off x="10595868" y="4781838"/>
            <a:ext cx="156399" cy="62587"/>
          </a:xfrm>
          <a:custGeom>
            <a:avLst/>
            <a:gdLst/>
            <a:ahLst/>
            <a:cxnLst/>
            <a:rect l="l" t="t" r="r" b="b"/>
            <a:pathLst>
              <a:path w="3466" h="1387" extrusionOk="0">
                <a:moveTo>
                  <a:pt x="1008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386"/>
                </a:lnTo>
                <a:lnTo>
                  <a:pt x="3466" y="1386"/>
                </a:lnTo>
                <a:lnTo>
                  <a:pt x="3466" y="1040"/>
                </a:lnTo>
                <a:lnTo>
                  <a:pt x="3434" y="1040"/>
                </a:lnTo>
                <a:cubicBezTo>
                  <a:pt x="3434" y="441"/>
                  <a:pt x="2962" y="0"/>
                  <a:pt x="23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1" name="Google Shape;9436;p73">
            <a:extLst>
              <a:ext uri="{FF2B5EF4-FFF2-40B4-BE49-F238E27FC236}">
                <a16:creationId xmlns:a16="http://schemas.microsoft.com/office/drawing/2014/main" id="{F2A46920-A784-ADEA-9B14-094834353B78}"/>
              </a:ext>
            </a:extLst>
          </p:cNvPr>
          <p:cNvSpPr/>
          <p:nvPr/>
        </p:nvSpPr>
        <p:spPr>
          <a:xfrm>
            <a:off x="10594425" y="4874207"/>
            <a:ext cx="156443" cy="125172"/>
          </a:xfrm>
          <a:custGeom>
            <a:avLst/>
            <a:gdLst/>
            <a:ahLst/>
            <a:cxnLst/>
            <a:rect l="l" t="t" r="r" b="b"/>
            <a:pathLst>
              <a:path w="3467" h="2774" extrusionOk="0">
                <a:moveTo>
                  <a:pt x="2112" y="726"/>
                </a:moveTo>
                <a:cubicBezTo>
                  <a:pt x="2332" y="726"/>
                  <a:pt x="2458" y="883"/>
                  <a:pt x="2458" y="1072"/>
                </a:cubicBezTo>
                <a:cubicBezTo>
                  <a:pt x="2458" y="1261"/>
                  <a:pt x="2332" y="1419"/>
                  <a:pt x="2112" y="1419"/>
                </a:cubicBezTo>
                <a:lnTo>
                  <a:pt x="1419" y="1419"/>
                </a:lnTo>
                <a:cubicBezTo>
                  <a:pt x="1230" y="1419"/>
                  <a:pt x="1072" y="1261"/>
                  <a:pt x="1072" y="1072"/>
                </a:cubicBezTo>
                <a:cubicBezTo>
                  <a:pt x="1072" y="883"/>
                  <a:pt x="1230" y="726"/>
                  <a:pt x="1419" y="726"/>
                </a:cubicBezTo>
                <a:close/>
                <a:moveTo>
                  <a:pt x="1" y="1"/>
                </a:moveTo>
                <a:lnTo>
                  <a:pt x="1" y="2773"/>
                </a:lnTo>
                <a:lnTo>
                  <a:pt x="3466" y="2773"/>
                </a:lnTo>
                <a:lnTo>
                  <a:pt x="346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2" name="Google Shape;9437;p73">
            <a:extLst>
              <a:ext uri="{FF2B5EF4-FFF2-40B4-BE49-F238E27FC236}">
                <a16:creationId xmlns:a16="http://schemas.microsoft.com/office/drawing/2014/main" id="{54023E3A-5786-B4B1-30F2-B8244D120E63}"/>
              </a:ext>
            </a:extLst>
          </p:cNvPr>
          <p:cNvSpPr/>
          <p:nvPr/>
        </p:nvSpPr>
        <p:spPr>
          <a:xfrm>
            <a:off x="10912862" y="4811666"/>
            <a:ext cx="154999" cy="125172"/>
          </a:xfrm>
          <a:custGeom>
            <a:avLst/>
            <a:gdLst/>
            <a:ahLst/>
            <a:cxnLst/>
            <a:rect l="l" t="t" r="r" b="b"/>
            <a:pathLst>
              <a:path w="3435" h="2774" extrusionOk="0">
                <a:moveTo>
                  <a:pt x="1986" y="1387"/>
                </a:moveTo>
                <a:cubicBezTo>
                  <a:pt x="2206" y="1387"/>
                  <a:pt x="2364" y="1545"/>
                  <a:pt x="2364" y="1765"/>
                </a:cubicBezTo>
                <a:cubicBezTo>
                  <a:pt x="2364" y="1954"/>
                  <a:pt x="2206" y="2112"/>
                  <a:pt x="1986" y="2112"/>
                </a:cubicBezTo>
                <a:lnTo>
                  <a:pt x="1293" y="2112"/>
                </a:lnTo>
                <a:cubicBezTo>
                  <a:pt x="1104" y="2112"/>
                  <a:pt x="946" y="1954"/>
                  <a:pt x="946" y="1765"/>
                </a:cubicBezTo>
                <a:cubicBezTo>
                  <a:pt x="946" y="1545"/>
                  <a:pt x="1104" y="1387"/>
                  <a:pt x="1293" y="1387"/>
                </a:cubicBezTo>
                <a:close/>
                <a:moveTo>
                  <a:pt x="1009" y="1"/>
                </a:moveTo>
                <a:cubicBezTo>
                  <a:pt x="410" y="1"/>
                  <a:pt x="1" y="473"/>
                  <a:pt x="1" y="1040"/>
                </a:cubicBezTo>
                <a:lnTo>
                  <a:pt x="1" y="2773"/>
                </a:lnTo>
                <a:lnTo>
                  <a:pt x="3435" y="2773"/>
                </a:lnTo>
                <a:lnTo>
                  <a:pt x="3435" y="1040"/>
                </a:lnTo>
                <a:lnTo>
                  <a:pt x="3403" y="1040"/>
                </a:lnTo>
                <a:cubicBezTo>
                  <a:pt x="3403" y="442"/>
                  <a:pt x="2931" y="1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3" name="Google Shape;9438;p73">
            <a:extLst>
              <a:ext uri="{FF2B5EF4-FFF2-40B4-BE49-F238E27FC236}">
                <a16:creationId xmlns:a16="http://schemas.microsoft.com/office/drawing/2014/main" id="{1475CBC9-BDE3-37AA-7F87-D6C9D16D5CCE}"/>
              </a:ext>
            </a:extLst>
          </p:cNvPr>
          <p:cNvSpPr/>
          <p:nvPr/>
        </p:nvSpPr>
        <p:spPr>
          <a:xfrm>
            <a:off x="10910018" y="4969462"/>
            <a:ext cx="156443" cy="31316"/>
          </a:xfrm>
          <a:custGeom>
            <a:avLst/>
            <a:gdLst/>
            <a:ahLst/>
            <a:cxnLst/>
            <a:rect l="l" t="t" r="r" b="b"/>
            <a:pathLst>
              <a:path w="3467" h="694" extrusionOk="0">
                <a:moveTo>
                  <a:pt x="1" y="1"/>
                </a:moveTo>
                <a:lnTo>
                  <a:pt x="1" y="694"/>
                </a:lnTo>
                <a:lnTo>
                  <a:pt x="3466" y="694"/>
                </a:lnTo>
                <a:lnTo>
                  <a:pt x="346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04" name="Google Shape;9439;p73">
            <a:extLst>
              <a:ext uri="{FF2B5EF4-FFF2-40B4-BE49-F238E27FC236}">
                <a16:creationId xmlns:a16="http://schemas.microsoft.com/office/drawing/2014/main" id="{19568D2C-C987-7691-B4C6-0ED8971BF4C9}"/>
              </a:ext>
            </a:extLst>
          </p:cNvPr>
          <p:cNvSpPr/>
          <p:nvPr/>
        </p:nvSpPr>
        <p:spPr>
          <a:xfrm>
            <a:off x="10782091" y="4844380"/>
            <a:ext cx="96700" cy="156399"/>
          </a:xfrm>
          <a:custGeom>
            <a:avLst/>
            <a:gdLst/>
            <a:ahLst/>
            <a:cxnLst/>
            <a:rect l="l" t="t" r="r" b="b"/>
            <a:pathLst>
              <a:path w="2143" h="3466" extrusionOk="0">
                <a:moveTo>
                  <a:pt x="1072" y="0"/>
                </a:moveTo>
                <a:cubicBezTo>
                  <a:pt x="473" y="0"/>
                  <a:pt x="0" y="441"/>
                  <a:pt x="0" y="1040"/>
                </a:cubicBezTo>
                <a:lnTo>
                  <a:pt x="0" y="3466"/>
                </a:lnTo>
                <a:lnTo>
                  <a:pt x="2143" y="3466"/>
                </a:lnTo>
                <a:lnTo>
                  <a:pt x="2143" y="1040"/>
                </a:lnTo>
                <a:cubicBezTo>
                  <a:pt x="2143" y="441"/>
                  <a:pt x="1670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5" name="Google Shape;9441;p73">
            <a:extLst>
              <a:ext uri="{FF2B5EF4-FFF2-40B4-BE49-F238E27FC236}">
                <a16:creationId xmlns:a16="http://schemas.microsoft.com/office/drawing/2014/main" id="{4BBCF220-B8C1-2399-8EBD-BCDE603900E7}"/>
              </a:ext>
            </a:extLst>
          </p:cNvPr>
          <p:cNvSpPr/>
          <p:nvPr/>
        </p:nvSpPr>
        <p:spPr>
          <a:xfrm>
            <a:off x="1966899" y="4299539"/>
            <a:ext cx="125172" cy="123729"/>
          </a:xfrm>
          <a:custGeom>
            <a:avLst/>
            <a:gdLst/>
            <a:ahLst/>
            <a:cxnLst/>
            <a:rect l="l" t="t" r="r" b="b"/>
            <a:pathLst>
              <a:path w="2774" h="2742" extrusionOk="0">
                <a:moveTo>
                  <a:pt x="1387" y="0"/>
                </a:moveTo>
                <a:cubicBezTo>
                  <a:pt x="631" y="0"/>
                  <a:pt x="1" y="630"/>
                  <a:pt x="1" y="1355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11"/>
                  <a:pt x="2773" y="1355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6" name="Google Shape;9442;p73">
            <a:extLst>
              <a:ext uri="{FF2B5EF4-FFF2-40B4-BE49-F238E27FC236}">
                <a16:creationId xmlns:a16="http://schemas.microsoft.com/office/drawing/2014/main" id="{E14701F7-8961-DB15-F75C-93231E1D583A}"/>
              </a:ext>
            </a:extLst>
          </p:cNvPr>
          <p:cNvSpPr/>
          <p:nvPr/>
        </p:nvSpPr>
        <p:spPr>
          <a:xfrm>
            <a:off x="1762219" y="4107629"/>
            <a:ext cx="535976" cy="534533"/>
          </a:xfrm>
          <a:custGeom>
            <a:avLst/>
            <a:gdLst/>
            <a:ahLst/>
            <a:cxnLst/>
            <a:rect l="l" t="t" r="r" b="b"/>
            <a:pathLst>
              <a:path w="11878" h="11846" extrusionOk="0">
                <a:moveTo>
                  <a:pt x="5923" y="2111"/>
                </a:moveTo>
                <a:cubicBezTo>
                  <a:pt x="8003" y="2111"/>
                  <a:pt x="9735" y="3812"/>
                  <a:pt x="9735" y="5923"/>
                </a:cubicBezTo>
                <a:cubicBezTo>
                  <a:pt x="9735" y="8034"/>
                  <a:pt x="8034" y="9767"/>
                  <a:pt x="5923" y="9767"/>
                </a:cubicBezTo>
                <a:cubicBezTo>
                  <a:pt x="3844" y="9767"/>
                  <a:pt x="2080" y="8065"/>
                  <a:pt x="2080" y="5923"/>
                </a:cubicBezTo>
                <a:cubicBezTo>
                  <a:pt x="2111" y="3844"/>
                  <a:pt x="3844" y="2111"/>
                  <a:pt x="5923" y="2111"/>
                </a:cubicBezTo>
                <a:close/>
                <a:moveTo>
                  <a:pt x="5262" y="0"/>
                </a:moveTo>
                <a:cubicBezTo>
                  <a:pt x="5104" y="0"/>
                  <a:pt x="4947" y="95"/>
                  <a:pt x="4884" y="252"/>
                </a:cubicBezTo>
                <a:lnTo>
                  <a:pt x="4726" y="1166"/>
                </a:lnTo>
                <a:cubicBezTo>
                  <a:pt x="4253" y="1292"/>
                  <a:pt x="3844" y="1481"/>
                  <a:pt x="3434" y="1733"/>
                </a:cubicBezTo>
                <a:lnTo>
                  <a:pt x="2678" y="1197"/>
                </a:lnTo>
                <a:cubicBezTo>
                  <a:pt x="2641" y="1160"/>
                  <a:pt x="2584" y="1142"/>
                  <a:pt x="2523" y="1142"/>
                </a:cubicBezTo>
                <a:cubicBezTo>
                  <a:pt x="2429" y="1142"/>
                  <a:pt x="2326" y="1184"/>
                  <a:pt x="2269" y="1260"/>
                </a:cubicBezTo>
                <a:lnTo>
                  <a:pt x="1260" y="2237"/>
                </a:lnTo>
                <a:cubicBezTo>
                  <a:pt x="1166" y="2363"/>
                  <a:pt x="1166" y="2552"/>
                  <a:pt x="1229" y="2678"/>
                </a:cubicBezTo>
                <a:lnTo>
                  <a:pt x="1733" y="3403"/>
                </a:lnTo>
                <a:cubicBezTo>
                  <a:pt x="1512" y="3812"/>
                  <a:pt x="1323" y="4253"/>
                  <a:pt x="1197" y="4726"/>
                </a:cubicBezTo>
                <a:lnTo>
                  <a:pt x="284" y="4883"/>
                </a:lnTo>
                <a:cubicBezTo>
                  <a:pt x="126" y="4915"/>
                  <a:pt x="0" y="5041"/>
                  <a:pt x="0" y="5230"/>
                </a:cubicBezTo>
                <a:lnTo>
                  <a:pt x="0" y="6616"/>
                </a:lnTo>
                <a:cubicBezTo>
                  <a:pt x="0" y="6805"/>
                  <a:pt x="126" y="6963"/>
                  <a:pt x="284" y="6963"/>
                </a:cubicBezTo>
                <a:lnTo>
                  <a:pt x="1197" y="7120"/>
                </a:lnTo>
                <a:cubicBezTo>
                  <a:pt x="1292" y="7593"/>
                  <a:pt x="1512" y="8002"/>
                  <a:pt x="1733" y="8412"/>
                </a:cubicBezTo>
                <a:lnTo>
                  <a:pt x="1229" y="9168"/>
                </a:lnTo>
                <a:cubicBezTo>
                  <a:pt x="1103" y="9263"/>
                  <a:pt x="1166" y="9483"/>
                  <a:pt x="1260" y="9578"/>
                </a:cubicBezTo>
                <a:lnTo>
                  <a:pt x="2269" y="10586"/>
                </a:lnTo>
                <a:cubicBezTo>
                  <a:pt x="2321" y="10638"/>
                  <a:pt x="2411" y="10661"/>
                  <a:pt x="2497" y="10661"/>
                </a:cubicBezTo>
                <a:cubicBezTo>
                  <a:pt x="2568" y="10661"/>
                  <a:pt x="2636" y="10646"/>
                  <a:pt x="2678" y="10617"/>
                </a:cubicBezTo>
                <a:lnTo>
                  <a:pt x="3434" y="10113"/>
                </a:lnTo>
                <a:cubicBezTo>
                  <a:pt x="3844" y="10334"/>
                  <a:pt x="4253" y="10554"/>
                  <a:pt x="4726" y="10649"/>
                </a:cubicBezTo>
                <a:lnTo>
                  <a:pt x="4884" y="11562"/>
                </a:lnTo>
                <a:cubicBezTo>
                  <a:pt x="4947" y="11720"/>
                  <a:pt x="5041" y="11846"/>
                  <a:pt x="5262" y="11846"/>
                </a:cubicBezTo>
                <a:lnTo>
                  <a:pt x="6616" y="11846"/>
                </a:lnTo>
                <a:cubicBezTo>
                  <a:pt x="6774" y="11846"/>
                  <a:pt x="6931" y="11720"/>
                  <a:pt x="6994" y="11562"/>
                </a:cubicBezTo>
                <a:lnTo>
                  <a:pt x="7152" y="10649"/>
                </a:lnTo>
                <a:cubicBezTo>
                  <a:pt x="7624" y="10523"/>
                  <a:pt x="8034" y="10334"/>
                  <a:pt x="8444" y="10113"/>
                </a:cubicBezTo>
                <a:lnTo>
                  <a:pt x="9200" y="10617"/>
                </a:lnTo>
                <a:cubicBezTo>
                  <a:pt x="9242" y="10646"/>
                  <a:pt x="9310" y="10661"/>
                  <a:pt x="9381" y="10661"/>
                </a:cubicBezTo>
                <a:cubicBezTo>
                  <a:pt x="9467" y="10661"/>
                  <a:pt x="9557" y="10638"/>
                  <a:pt x="9609" y="10586"/>
                </a:cubicBezTo>
                <a:lnTo>
                  <a:pt x="10617" y="9578"/>
                </a:lnTo>
                <a:cubicBezTo>
                  <a:pt x="10712" y="9483"/>
                  <a:pt x="10712" y="9263"/>
                  <a:pt x="10649" y="9168"/>
                </a:cubicBezTo>
                <a:lnTo>
                  <a:pt x="10145" y="8412"/>
                </a:lnTo>
                <a:cubicBezTo>
                  <a:pt x="10365" y="8002"/>
                  <a:pt x="10554" y="7593"/>
                  <a:pt x="10680" y="7120"/>
                </a:cubicBezTo>
                <a:lnTo>
                  <a:pt x="11594" y="6963"/>
                </a:lnTo>
                <a:cubicBezTo>
                  <a:pt x="11752" y="6900"/>
                  <a:pt x="11878" y="6805"/>
                  <a:pt x="11878" y="6616"/>
                </a:cubicBezTo>
                <a:lnTo>
                  <a:pt x="11878" y="5230"/>
                </a:lnTo>
                <a:cubicBezTo>
                  <a:pt x="11878" y="5072"/>
                  <a:pt x="11752" y="4915"/>
                  <a:pt x="11594" y="4883"/>
                </a:cubicBezTo>
                <a:lnTo>
                  <a:pt x="10680" y="4726"/>
                </a:lnTo>
                <a:cubicBezTo>
                  <a:pt x="10554" y="4253"/>
                  <a:pt x="10365" y="3812"/>
                  <a:pt x="10145" y="3403"/>
                </a:cubicBezTo>
                <a:lnTo>
                  <a:pt x="10649" y="2678"/>
                </a:lnTo>
                <a:cubicBezTo>
                  <a:pt x="10775" y="2552"/>
                  <a:pt x="10712" y="2363"/>
                  <a:pt x="10617" y="2237"/>
                </a:cubicBezTo>
                <a:lnTo>
                  <a:pt x="9609" y="1260"/>
                </a:lnTo>
                <a:cubicBezTo>
                  <a:pt x="9554" y="1187"/>
                  <a:pt x="9455" y="1156"/>
                  <a:pt x="9364" y="1156"/>
                </a:cubicBezTo>
                <a:cubicBezTo>
                  <a:pt x="9300" y="1156"/>
                  <a:pt x="9239" y="1171"/>
                  <a:pt x="9200" y="1197"/>
                </a:cubicBezTo>
                <a:lnTo>
                  <a:pt x="8444" y="1733"/>
                </a:lnTo>
                <a:cubicBezTo>
                  <a:pt x="8034" y="1481"/>
                  <a:pt x="7624" y="1292"/>
                  <a:pt x="7152" y="1166"/>
                </a:cubicBezTo>
                <a:lnTo>
                  <a:pt x="6994" y="252"/>
                </a:lnTo>
                <a:cubicBezTo>
                  <a:pt x="6931" y="95"/>
                  <a:pt x="6837" y="0"/>
                  <a:pt x="661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7" name="Google Shape;9443;p73">
            <a:extLst>
              <a:ext uri="{FF2B5EF4-FFF2-40B4-BE49-F238E27FC236}">
                <a16:creationId xmlns:a16="http://schemas.microsoft.com/office/drawing/2014/main" id="{258AE0A1-6BFB-07DF-D51E-C27BF425D96F}"/>
              </a:ext>
            </a:extLst>
          </p:cNvPr>
          <p:cNvSpPr/>
          <p:nvPr/>
        </p:nvSpPr>
        <p:spPr>
          <a:xfrm>
            <a:off x="1924256" y="4420380"/>
            <a:ext cx="210456" cy="95301"/>
          </a:xfrm>
          <a:custGeom>
            <a:avLst/>
            <a:gdLst/>
            <a:ahLst/>
            <a:cxnLst/>
            <a:rect l="l" t="t" r="r" b="b"/>
            <a:pathLst>
              <a:path w="4664" h="2112" extrusionOk="0">
                <a:moveTo>
                  <a:pt x="725" y="0"/>
                </a:moveTo>
                <a:cubicBezTo>
                  <a:pt x="410" y="252"/>
                  <a:pt x="127" y="662"/>
                  <a:pt x="1" y="1103"/>
                </a:cubicBezTo>
                <a:cubicBezTo>
                  <a:pt x="599" y="1733"/>
                  <a:pt x="1387" y="2111"/>
                  <a:pt x="2332" y="2111"/>
                </a:cubicBezTo>
                <a:cubicBezTo>
                  <a:pt x="3246" y="2111"/>
                  <a:pt x="4065" y="1733"/>
                  <a:pt x="4664" y="1103"/>
                </a:cubicBezTo>
                <a:cubicBezTo>
                  <a:pt x="4538" y="662"/>
                  <a:pt x="4254" y="252"/>
                  <a:pt x="3939" y="0"/>
                </a:cubicBezTo>
                <a:cubicBezTo>
                  <a:pt x="3561" y="473"/>
                  <a:pt x="2994" y="788"/>
                  <a:pt x="2332" y="788"/>
                </a:cubicBezTo>
                <a:cubicBezTo>
                  <a:pt x="1702" y="788"/>
                  <a:pt x="1103" y="473"/>
                  <a:pt x="7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6" name="Google Shape;9444;p73">
            <a:extLst>
              <a:ext uri="{FF2B5EF4-FFF2-40B4-BE49-F238E27FC236}">
                <a16:creationId xmlns:a16="http://schemas.microsoft.com/office/drawing/2014/main" id="{FA59B10A-A660-C45A-F7CF-F6CA3F995872}"/>
              </a:ext>
            </a:extLst>
          </p:cNvPr>
          <p:cNvSpPr/>
          <p:nvPr/>
        </p:nvSpPr>
        <p:spPr>
          <a:xfrm>
            <a:off x="1764323" y="4782530"/>
            <a:ext cx="531735" cy="530291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1" name="Google Shape;9446;p73">
            <a:extLst>
              <a:ext uri="{FF2B5EF4-FFF2-40B4-BE49-F238E27FC236}">
                <a16:creationId xmlns:a16="http://schemas.microsoft.com/office/drawing/2014/main" id="{6737D587-C509-4255-D704-D71AB0281817}"/>
              </a:ext>
            </a:extLst>
          </p:cNvPr>
          <p:cNvSpPr/>
          <p:nvPr/>
        </p:nvSpPr>
        <p:spPr>
          <a:xfrm>
            <a:off x="1761500" y="5427061"/>
            <a:ext cx="537421" cy="537013"/>
          </a:xfrm>
          <a:custGeom>
            <a:avLst/>
            <a:gdLst/>
            <a:ahLst/>
            <a:cxnLst/>
            <a:rect l="l" t="t" r="r" b="b"/>
            <a:pathLst>
              <a:path w="11910" h="11901" extrusionOk="0">
                <a:moveTo>
                  <a:pt x="3844" y="4946"/>
                </a:moveTo>
                <a:cubicBezTo>
                  <a:pt x="4033" y="4946"/>
                  <a:pt x="4190" y="5104"/>
                  <a:pt x="4190" y="5293"/>
                </a:cubicBezTo>
                <a:lnTo>
                  <a:pt x="4190" y="6679"/>
                </a:lnTo>
                <a:cubicBezTo>
                  <a:pt x="4190" y="6868"/>
                  <a:pt x="4033" y="7026"/>
                  <a:pt x="3844" y="7026"/>
                </a:cubicBezTo>
                <a:lnTo>
                  <a:pt x="2458" y="7026"/>
                </a:lnTo>
                <a:cubicBezTo>
                  <a:pt x="2269" y="7026"/>
                  <a:pt x="2111" y="6868"/>
                  <a:pt x="2111" y="6679"/>
                </a:cubicBezTo>
                <a:lnTo>
                  <a:pt x="2111" y="5293"/>
                </a:lnTo>
                <a:cubicBezTo>
                  <a:pt x="2111" y="5104"/>
                  <a:pt x="2269" y="4946"/>
                  <a:pt x="2458" y="4946"/>
                </a:cubicBezTo>
                <a:close/>
                <a:moveTo>
                  <a:pt x="6616" y="3560"/>
                </a:moveTo>
                <a:cubicBezTo>
                  <a:pt x="6837" y="3560"/>
                  <a:pt x="6994" y="3718"/>
                  <a:pt x="6994" y="3907"/>
                </a:cubicBezTo>
                <a:lnTo>
                  <a:pt x="6994" y="6679"/>
                </a:lnTo>
                <a:cubicBezTo>
                  <a:pt x="6994" y="6868"/>
                  <a:pt x="6837" y="7026"/>
                  <a:pt x="6616" y="7026"/>
                </a:cubicBezTo>
                <a:lnTo>
                  <a:pt x="5262" y="7026"/>
                </a:lnTo>
                <a:cubicBezTo>
                  <a:pt x="5041" y="7026"/>
                  <a:pt x="4884" y="6868"/>
                  <a:pt x="4884" y="6679"/>
                </a:cubicBezTo>
                <a:lnTo>
                  <a:pt x="4884" y="3907"/>
                </a:lnTo>
                <a:cubicBezTo>
                  <a:pt x="4884" y="3718"/>
                  <a:pt x="5041" y="3560"/>
                  <a:pt x="5262" y="3560"/>
                </a:cubicBezTo>
                <a:close/>
                <a:moveTo>
                  <a:pt x="9389" y="2174"/>
                </a:moveTo>
                <a:cubicBezTo>
                  <a:pt x="9578" y="2174"/>
                  <a:pt x="9735" y="2331"/>
                  <a:pt x="9735" y="2520"/>
                </a:cubicBezTo>
                <a:lnTo>
                  <a:pt x="9735" y="6679"/>
                </a:lnTo>
                <a:cubicBezTo>
                  <a:pt x="9735" y="6868"/>
                  <a:pt x="9578" y="7026"/>
                  <a:pt x="9389" y="7026"/>
                </a:cubicBezTo>
                <a:lnTo>
                  <a:pt x="8003" y="7026"/>
                </a:lnTo>
                <a:cubicBezTo>
                  <a:pt x="7813" y="7026"/>
                  <a:pt x="7656" y="6868"/>
                  <a:pt x="7656" y="6679"/>
                </a:cubicBezTo>
                <a:lnTo>
                  <a:pt x="7656" y="2520"/>
                </a:lnTo>
                <a:cubicBezTo>
                  <a:pt x="7656" y="2331"/>
                  <a:pt x="7813" y="2174"/>
                  <a:pt x="8003" y="2174"/>
                </a:cubicBezTo>
                <a:close/>
                <a:moveTo>
                  <a:pt x="5577" y="8412"/>
                </a:moveTo>
                <a:lnTo>
                  <a:pt x="5577" y="9105"/>
                </a:lnTo>
                <a:lnTo>
                  <a:pt x="5167" y="9105"/>
                </a:lnTo>
                <a:lnTo>
                  <a:pt x="5451" y="8412"/>
                </a:lnTo>
                <a:close/>
                <a:moveTo>
                  <a:pt x="6396" y="8412"/>
                </a:moveTo>
                <a:lnTo>
                  <a:pt x="6679" y="9105"/>
                </a:lnTo>
                <a:lnTo>
                  <a:pt x="6270" y="9105"/>
                </a:lnTo>
                <a:lnTo>
                  <a:pt x="6270" y="8412"/>
                </a:lnTo>
                <a:close/>
                <a:moveTo>
                  <a:pt x="5955" y="0"/>
                </a:moveTo>
                <a:cubicBezTo>
                  <a:pt x="5766" y="0"/>
                  <a:pt x="5608" y="158"/>
                  <a:pt x="5608" y="378"/>
                </a:cubicBezTo>
                <a:lnTo>
                  <a:pt x="5608" y="725"/>
                </a:lnTo>
                <a:lnTo>
                  <a:pt x="347" y="725"/>
                </a:lnTo>
                <a:cubicBezTo>
                  <a:pt x="158" y="725"/>
                  <a:pt x="0" y="882"/>
                  <a:pt x="0" y="1071"/>
                </a:cubicBezTo>
                <a:cubicBezTo>
                  <a:pt x="0" y="1260"/>
                  <a:pt x="158" y="1418"/>
                  <a:pt x="347" y="1418"/>
                </a:cubicBezTo>
                <a:lnTo>
                  <a:pt x="725" y="1418"/>
                </a:lnTo>
                <a:lnTo>
                  <a:pt x="725" y="7719"/>
                </a:lnTo>
                <a:lnTo>
                  <a:pt x="378" y="7719"/>
                </a:lnTo>
                <a:cubicBezTo>
                  <a:pt x="158" y="7719"/>
                  <a:pt x="0" y="7876"/>
                  <a:pt x="0" y="8097"/>
                </a:cubicBezTo>
                <a:cubicBezTo>
                  <a:pt x="0" y="8286"/>
                  <a:pt x="158" y="8443"/>
                  <a:pt x="378" y="8443"/>
                </a:cubicBezTo>
                <a:lnTo>
                  <a:pt x="4726" y="8443"/>
                </a:lnTo>
                <a:lnTo>
                  <a:pt x="3560" y="11436"/>
                </a:lnTo>
                <a:cubicBezTo>
                  <a:pt x="3466" y="11625"/>
                  <a:pt x="3560" y="11814"/>
                  <a:pt x="3749" y="11877"/>
                </a:cubicBezTo>
                <a:cubicBezTo>
                  <a:pt x="3788" y="11893"/>
                  <a:pt x="3831" y="11901"/>
                  <a:pt x="3876" y="11901"/>
                </a:cubicBezTo>
                <a:cubicBezTo>
                  <a:pt x="4016" y="11901"/>
                  <a:pt x="4167" y="11824"/>
                  <a:pt x="4190" y="11657"/>
                </a:cubicBezTo>
                <a:lnTo>
                  <a:pt x="4947" y="9830"/>
                </a:lnTo>
                <a:lnTo>
                  <a:pt x="5608" y="9830"/>
                </a:lnTo>
                <a:lnTo>
                  <a:pt x="5608" y="10838"/>
                </a:lnTo>
                <a:cubicBezTo>
                  <a:pt x="5608" y="11027"/>
                  <a:pt x="5766" y="11184"/>
                  <a:pt x="5955" y="11184"/>
                </a:cubicBezTo>
                <a:cubicBezTo>
                  <a:pt x="6144" y="11184"/>
                  <a:pt x="6301" y="11027"/>
                  <a:pt x="6301" y="10838"/>
                </a:cubicBezTo>
                <a:lnTo>
                  <a:pt x="6301" y="9830"/>
                </a:lnTo>
                <a:lnTo>
                  <a:pt x="6994" y="9830"/>
                </a:lnTo>
                <a:lnTo>
                  <a:pt x="7719" y="11657"/>
                </a:lnTo>
                <a:cubicBezTo>
                  <a:pt x="7791" y="11824"/>
                  <a:pt x="7916" y="11901"/>
                  <a:pt x="8042" y="11901"/>
                </a:cubicBezTo>
                <a:cubicBezTo>
                  <a:pt x="8082" y="11901"/>
                  <a:pt x="8122" y="11893"/>
                  <a:pt x="8160" y="11877"/>
                </a:cubicBezTo>
                <a:cubicBezTo>
                  <a:pt x="8349" y="11783"/>
                  <a:pt x="8444" y="11594"/>
                  <a:pt x="8349" y="11436"/>
                </a:cubicBezTo>
                <a:lnTo>
                  <a:pt x="7183" y="8443"/>
                </a:lnTo>
                <a:lnTo>
                  <a:pt x="11531" y="8443"/>
                </a:lnTo>
                <a:cubicBezTo>
                  <a:pt x="11752" y="8443"/>
                  <a:pt x="11909" y="8286"/>
                  <a:pt x="11909" y="8097"/>
                </a:cubicBezTo>
                <a:cubicBezTo>
                  <a:pt x="11909" y="7876"/>
                  <a:pt x="11752" y="7719"/>
                  <a:pt x="11531" y="7719"/>
                </a:cubicBezTo>
                <a:lnTo>
                  <a:pt x="11185" y="7719"/>
                </a:lnTo>
                <a:lnTo>
                  <a:pt x="11185" y="1418"/>
                </a:lnTo>
                <a:lnTo>
                  <a:pt x="11531" y="1418"/>
                </a:lnTo>
                <a:cubicBezTo>
                  <a:pt x="11752" y="1418"/>
                  <a:pt x="11909" y="1260"/>
                  <a:pt x="11909" y="1071"/>
                </a:cubicBezTo>
                <a:cubicBezTo>
                  <a:pt x="11909" y="882"/>
                  <a:pt x="11752" y="725"/>
                  <a:pt x="11531" y="725"/>
                </a:cubicBezTo>
                <a:lnTo>
                  <a:pt x="6301" y="725"/>
                </a:lnTo>
                <a:lnTo>
                  <a:pt x="6301" y="378"/>
                </a:lnTo>
                <a:cubicBezTo>
                  <a:pt x="6301" y="158"/>
                  <a:pt x="6144" y="0"/>
                  <a:pt x="59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2" name="Google Shape;9447;p73">
            <a:extLst>
              <a:ext uri="{FF2B5EF4-FFF2-40B4-BE49-F238E27FC236}">
                <a16:creationId xmlns:a16="http://schemas.microsoft.com/office/drawing/2014/main" id="{C02E0935-B5C8-7608-C62A-964F1873BEC9}"/>
              </a:ext>
            </a:extLst>
          </p:cNvPr>
          <p:cNvSpPr/>
          <p:nvPr/>
        </p:nvSpPr>
        <p:spPr>
          <a:xfrm>
            <a:off x="2013107" y="5618971"/>
            <a:ext cx="31316" cy="93857"/>
          </a:xfrm>
          <a:custGeom>
            <a:avLst/>
            <a:gdLst/>
            <a:ahLst/>
            <a:cxnLst/>
            <a:rect l="l" t="t" r="r" b="b"/>
            <a:pathLst>
              <a:path w="694" h="2080" extrusionOk="0">
                <a:moveTo>
                  <a:pt x="1" y="0"/>
                </a:moveTo>
                <a:lnTo>
                  <a:pt x="1" y="2080"/>
                </a:lnTo>
                <a:lnTo>
                  <a:pt x="694" y="2080"/>
                </a:lnTo>
                <a:lnTo>
                  <a:pt x="6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3" name="Google Shape;9448;p73">
            <a:extLst>
              <a:ext uri="{FF2B5EF4-FFF2-40B4-BE49-F238E27FC236}">
                <a16:creationId xmlns:a16="http://schemas.microsoft.com/office/drawing/2014/main" id="{8E101122-C567-5E46-9368-5A13BE46A612}"/>
              </a:ext>
            </a:extLst>
          </p:cNvPr>
          <p:cNvSpPr/>
          <p:nvPr/>
        </p:nvSpPr>
        <p:spPr>
          <a:xfrm>
            <a:off x="1888025" y="5681511"/>
            <a:ext cx="31316" cy="31316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0" y="0"/>
                </a:moveTo>
                <a:lnTo>
                  <a:pt x="0" y="694"/>
                </a:lnTo>
                <a:lnTo>
                  <a:pt x="693" y="694"/>
                </a:lnTo>
                <a:lnTo>
                  <a:pt x="69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4" name="Google Shape;9449;p73">
            <a:extLst>
              <a:ext uri="{FF2B5EF4-FFF2-40B4-BE49-F238E27FC236}">
                <a16:creationId xmlns:a16="http://schemas.microsoft.com/office/drawing/2014/main" id="{15BACA4A-6E55-CF49-748B-CC30C5B87A82}"/>
              </a:ext>
            </a:extLst>
          </p:cNvPr>
          <p:cNvSpPr/>
          <p:nvPr/>
        </p:nvSpPr>
        <p:spPr>
          <a:xfrm>
            <a:off x="2138236" y="5556430"/>
            <a:ext cx="32715" cy="156399"/>
          </a:xfrm>
          <a:custGeom>
            <a:avLst/>
            <a:gdLst/>
            <a:ahLst/>
            <a:cxnLst/>
            <a:rect l="l" t="t" r="r" b="b"/>
            <a:pathLst>
              <a:path w="725" h="3466" extrusionOk="0">
                <a:moveTo>
                  <a:pt x="0" y="0"/>
                </a:moveTo>
                <a:lnTo>
                  <a:pt x="0" y="3466"/>
                </a:lnTo>
                <a:lnTo>
                  <a:pt x="725" y="3466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6" name="Google Shape;9451;p73">
            <a:extLst>
              <a:ext uri="{FF2B5EF4-FFF2-40B4-BE49-F238E27FC236}">
                <a16:creationId xmlns:a16="http://schemas.microsoft.com/office/drawing/2014/main" id="{01C89C3E-AFD2-2773-F11D-7BAB2DA1632F}"/>
              </a:ext>
            </a:extLst>
          </p:cNvPr>
          <p:cNvSpPr/>
          <p:nvPr/>
        </p:nvSpPr>
        <p:spPr>
          <a:xfrm>
            <a:off x="5219873" y="4108327"/>
            <a:ext cx="406653" cy="375337"/>
          </a:xfrm>
          <a:custGeom>
            <a:avLst/>
            <a:gdLst/>
            <a:ahLst/>
            <a:cxnLst/>
            <a:rect l="l" t="t" r="r" b="b"/>
            <a:pathLst>
              <a:path w="9012" h="8318" extrusionOk="0">
                <a:moveTo>
                  <a:pt x="4538" y="1"/>
                </a:moveTo>
                <a:cubicBezTo>
                  <a:pt x="2112" y="1"/>
                  <a:pt x="1" y="1985"/>
                  <a:pt x="32" y="4537"/>
                </a:cubicBezTo>
                <a:cubicBezTo>
                  <a:pt x="32" y="5860"/>
                  <a:pt x="631" y="7184"/>
                  <a:pt x="1797" y="8066"/>
                </a:cubicBezTo>
                <a:cubicBezTo>
                  <a:pt x="1923" y="8192"/>
                  <a:pt x="2017" y="8223"/>
                  <a:pt x="2049" y="8318"/>
                </a:cubicBezTo>
                <a:lnTo>
                  <a:pt x="4160" y="8318"/>
                </a:lnTo>
                <a:lnTo>
                  <a:pt x="4160" y="6900"/>
                </a:lnTo>
                <a:lnTo>
                  <a:pt x="2427" y="6900"/>
                </a:lnTo>
                <a:cubicBezTo>
                  <a:pt x="2238" y="6900"/>
                  <a:pt x="2080" y="6743"/>
                  <a:pt x="2080" y="6554"/>
                </a:cubicBezTo>
                <a:lnTo>
                  <a:pt x="2080" y="5829"/>
                </a:lnTo>
                <a:cubicBezTo>
                  <a:pt x="2080" y="4852"/>
                  <a:pt x="2679" y="4033"/>
                  <a:pt x="3498" y="3624"/>
                </a:cubicBezTo>
                <a:cubicBezTo>
                  <a:pt x="3277" y="3403"/>
                  <a:pt x="3151" y="3088"/>
                  <a:pt x="3151" y="2678"/>
                </a:cubicBezTo>
                <a:cubicBezTo>
                  <a:pt x="3151" y="1922"/>
                  <a:pt x="3782" y="1292"/>
                  <a:pt x="4538" y="1292"/>
                </a:cubicBezTo>
                <a:cubicBezTo>
                  <a:pt x="5262" y="1292"/>
                  <a:pt x="5892" y="1922"/>
                  <a:pt x="5892" y="2678"/>
                </a:cubicBezTo>
                <a:cubicBezTo>
                  <a:pt x="5892" y="3025"/>
                  <a:pt x="5735" y="3340"/>
                  <a:pt x="5546" y="3624"/>
                </a:cubicBezTo>
                <a:cubicBezTo>
                  <a:pt x="6365" y="4033"/>
                  <a:pt x="6964" y="4852"/>
                  <a:pt x="6964" y="5829"/>
                </a:cubicBezTo>
                <a:lnTo>
                  <a:pt x="6964" y="6554"/>
                </a:lnTo>
                <a:cubicBezTo>
                  <a:pt x="6964" y="6743"/>
                  <a:pt x="6806" y="6900"/>
                  <a:pt x="6617" y="6900"/>
                </a:cubicBezTo>
                <a:lnTo>
                  <a:pt x="4884" y="6900"/>
                </a:lnTo>
                <a:lnTo>
                  <a:pt x="4884" y="8318"/>
                </a:lnTo>
                <a:lnTo>
                  <a:pt x="6995" y="8318"/>
                </a:lnTo>
                <a:cubicBezTo>
                  <a:pt x="7027" y="8286"/>
                  <a:pt x="7121" y="8192"/>
                  <a:pt x="7247" y="8129"/>
                </a:cubicBezTo>
                <a:cubicBezTo>
                  <a:pt x="8413" y="7184"/>
                  <a:pt x="9011" y="5829"/>
                  <a:pt x="9011" y="4506"/>
                </a:cubicBezTo>
                <a:cubicBezTo>
                  <a:pt x="9011" y="2017"/>
                  <a:pt x="6995" y="1"/>
                  <a:pt x="453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7" name="Google Shape;9452;p73">
            <a:extLst>
              <a:ext uri="{FF2B5EF4-FFF2-40B4-BE49-F238E27FC236}">
                <a16:creationId xmlns:a16="http://schemas.microsoft.com/office/drawing/2014/main" id="{8223645B-A65E-0435-7171-31916B7F6894}"/>
              </a:ext>
            </a:extLst>
          </p:cNvPr>
          <p:cNvSpPr/>
          <p:nvPr/>
        </p:nvSpPr>
        <p:spPr>
          <a:xfrm>
            <a:off x="5391930" y="4200739"/>
            <a:ext cx="63985" cy="64031"/>
          </a:xfrm>
          <a:custGeom>
            <a:avLst/>
            <a:gdLst/>
            <a:ahLst/>
            <a:cxnLst/>
            <a:rect l="l" t="t" r="r" b="b"/>
            <a:pathLst>
              <a:path w="1418" h="1419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8" name="Google Shape;9453;p73">
            <a:extLst>
              <a:ext uri="{FF2B5EF4-FFF2-40B4-BE49-F238E27FC236}">
                <a16:creationId xmlns:a16="http://schemas.microsoft.com/office/drawing/2014/main" id="{7541A50C-2AD5-63C1-9835-27AD9288F13A}"/>
              </a:ext>
            </a:extLst>
          </p:cNvPr>
          <p:cNvSpPr/>
          <p:nvPr/>
        </p:nvSpPr>
        <p:spPr>
          <a:xfrm>
            <a:off x="5315127" y="4514890"/>
            <a:ext cx="218984" cy="64031"/>
          </a:xfrm>
          <a:custGeom>
            <a:avLst/>
            <a:gdLst/>
            <a:ahLst/>
            <a:cxnLst/>
            <a:rect l="l" t="t" r="r" b="b"/>
            <a:pathLst>
              <a:path w="4853" h="1419" extrusionOk="0">
                <a:moveTo>
                  <a:pt x="1" y="1"/>
                </a:moveTo>
                <a:lnTo>
                  <a:pt x="1" y="347"/>
                </a:lnTo>
                <a:cubicBezTo>
                  <a:pt x="1" y="946"/>
                  <a:pt x="473" y="1419"/>
                  <a:pt x="1040" y="1419"/>
                </a:cubicBezTo>
                <a:lnTo>
                  <a:pt x="3781" y="1419"/>
                </a:lnTo>
                <a:cubicBezTo>
                  <a:pt x="4380" y="1419"/>
                  <a:pt x="4853" y="946"/>
                  <a:pt x="4853" y="347"/>
                </a:cubicBezTo>
                <a:lnTo>
                  <a:pt x="485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9" name="Google Shape;9454;p73">
            <a:extLst>
              <a:ext uri="{FF2B5EF4-FFF2-40B4-BE49-F238E27FC236}">
                <a16:creationId xmlns:a16="http://schemas.microsoft.com/office/drawing/2014/main" id="{B55A6968-69B9-ED46-4F83-F885ACE629C8}"/>
              </a:ext>
            </a:extLst>
          </p:cNvPr>
          <p:cNvSpPr/>
          <p:nvPr/>
        </p:nvSpPr>
        <p:spPr>
          <a:xfrm>
            <a:off x="5346398" y="4297394"/>
            <a:ext cx="156443" cy="93857"/>
          </a:xfrm>
          <a:custGeom>
            <a:avLst/>
            <a:gdLst/>
            <a:ahLst/>
            <a:cxnLst/>
            <a:rect l="l" t="t" r="r" b="b"/>
            <a:pathLst>
              <a:path w="3467" h="2080" extrusionOk="0">
                <a:moveTo>
                  <a:pt x="1734" y="1"/>
                </a:moveTo>
                <a:cubicBezTo>
                  <a:pt x="789" y="1"/>
                  <a:pt x="1" y="725"/>
                  <a:pt x="1" y="1733"/>
                </a:cubicBezTo>
                <a:lnTo>
                  <a:pt x="1" y="2080"/>
                </a:lnTo>
                <a:lnTo>
                  <a:pt x="3466" y="2080"/>
                </a:lnTo>
                <a:lnTo>
                  <a:pt x="3466" y="1733"/>
                </a:lnTo>
                <a:cubicBezTo>
                  <a:pt x="3466" y="788"/>
                  <a:pt x="2679" y="1"/>
                  <a:pt x="173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90" name="Google Shape;9455;p73">
            <a:extLst>
              <a:ext uri="{FF2B5EF4-FFF2-40B4-BE49-F238E27FC236}">
                <a16:creationId xmlns:a16="http://schemas.microsoft.com/office/drawing/2014/main" id="{40EC9066-1058-288E-67E6-1CCC11EC38F1}"/>
              </a:ext>
            </a:extLst>
          </p:cNvPr>
          <p:cNvSpPr/>
          <p:nvPr/>
        </p:nvSpPr>
        <p:spPr>
          <a:xfrm>
            <a:off x="5346398" y="4610143"/>
            <a:ext cx="157843" cy="31316"/>
          </a:xfrm>
          <a:custGeom>
            <a:avLst/>
            <a:gdLst/>
            <a:ahLst/>
            <a:cxnLst/>
            <a:rect l="l" t="t" r="r" b="b"/>
            <a:pathLst>
              <a:path w="3498" h="694" extrusionOk="0">
                <a:moveTo>
                  <a:pt x="32" y="1"/>
                </a:moveTo>
                <a:cubicBezTo>
                  <a:pt x="1" y="379"/>
                  <a:pt x="284" y="694"/>
                  <a:pt x="694" y="694"/>
                </a:cubicBezTo>
                <a:lnTo>
                  <a:pt x="2773" y="694"/>
                </a:lnTo>
                <a:cubicBezTo>
                  <a:pt x="3183" y="694"/>
                  <a:pt x="3498" y="379"/>
                  <a:pt x="349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29" name="Google Shape;9456;p73">
            <a:extLst>
              <a:ext uri="{FF2B5EF4-FFF2-40B4-BE49-F238E27FC236}">
                <a16:creationId xmlns:a16="http://schemas.microsoft.com/office/drawing/2014/main" id="{11B11779-2874-10C0-4B3D-82969B772EC2}"/>
              </a:ext>
            </a:extLst>
          </p:cNvPr>
          <p:cNvSpPr/>
          <p:nvPr/>
        </p:nvSpPr>
        <p:spPr>
          <a:xfrm>
            <a:off x="5142351" y="4779867"/>
            <a:ext cx="561607" cy="535615"/>
          </a:xfrm>
          <a:custGeom>
            <a:avLst/>
            <a:gdLst/>
            <a:ahLst/>
            <a:cxnLst/>
            <a:rect l="l" t="t" r="r" b="b"/>
            <a:pathLst>
              <a:path w="12446" h="11870" extrusionOk="0">
                <a:moveTo>
                  <a:pt x="9421" y="1410"/>
                </a:moveTo>
                <a:cubicBezTo>
                  <a:pt x="9775" y="1410"/>
                  <a:pt x="10130" y="1544"/>
                  <a:pt x="10397" y="1812"/>
                </a:cubicBezTo>
                <a:cubicBezTo>
                  <a:pt x="10901" y="2316"/>
                  <a:pt x="10901" y="3198"/>
                  <a:pt x="10366" y="3734"/>
                </a:cubicBezTo>
                <a:lnTo>
                  <a:pt x="9169" y="4931"/>
                </a:lnTo>
                <a:cubicBezTo>
                  <a:pt x="8948" y="5152"/>
                  <a:pt x="8633" y="5278"/>
                  <a:pt x="8318" y="5309"/>
                </a:cubicBezTo>
                <a:lnTo>
                  <a:pt x="8476" y="5152"/>
                </a:lnTo>
                <a:cubicBezTo>
                  <a:pt x="8854" y="4773"/>
                  <a:pt x="8854" y="4112"/>
                  <a:pt x="8476" y="3702"/>
                </a:cubicBezTo>
                <a:cubicBezTo>
                  <a:pt x="8271" y="3513"/>
                  <a:pt x="8003" y="3419"/>
                  <a:pt x="7739" y="3419"/>
                </a:cubicBezTo>
                <a:cubicBezTo>
                  <a:pt x="7475" y="3419"/>
                  <a:pt x="7215" y="3513"/>
                  <a:pt x="7026" y="3702"/>
                </a:cubicBezTo>
                <a:lnTo>
                  <a:pt x="6869" y="3860"/>
                </a:lnTo>
                <a:cubicBezTo>
                  <a:pt x="6900" y="3545"/>
                  <a:pt x="7026" y="3230"/>
                  <a:pt x="7247" y="3009"/>
                </a:cubicBezTo>
                <a:lnTo>
                  <a:pt x="8444" y="1812"/>
                </a:lnTo>
                <a:cubicBezTo>
                  <a:pt x="8712" y="1544"/>
                  <a:pt x="9066" y="1410"/>
                  <a:pt x="9421" y="1410"/>
                </a:cubicBezTo>
                <a:close/>
                <a:moveTo>
                  <a:pt x="4128" y="6475"/>
                </a:moveTo>
                <a:lnTo>
                  <a:pt x="3970" y="6601"/>
                </a:lnTo>
                <a:cubicBezTo>
                  <a:pt x="3592" y="7010"/>
                  <a:pt x="3592" y="7672"/>
                  <a:pt x="3970" y="8081"/>
                </a:cubicBezTo>
                <a:cubicBezTo>
                  <a:pt x="4175" y="8270"/>
                  <a:pt x="4443" y="8365"/>
                  <a:pt x="4711" y="8365"/>
                </a:cubicBezTo>
                <a:cubicBezTo>
                  <a:pt x="4978" y="8365"/>
                  <a:pt x="5246" y="8270"/>
                  <a:pt x="5451" y="8081"/>
                </a:cubicBezTo>
                <a:lnTo>
                  <a:pt x="5577" y="7924"/>
                </a:lnTo>
                <a:lnTo>
                  <a:pt x="5577" y="7924"/>
                </a:lnTo>
                <a:cubicBezTo>
                  <a:pt x="5640" y="8270"/>
                  <a:pt x="5483" y="8586"/>
                  <a:pt x="5231" y="8838"/>
                </a:cubicBezTo>
                <a:lnTo>
                  <a:pt x="4065" y="10003"/>
                </a:lnTo>
                <a:cubicBezTo>
                  <a:pt x="3781" y="10271"/>
                  <a:pt x="3427" y="10405"/>
                  <a:pt x="3072" y="10405"/>
                </a:cubicBezTo>
                <a:cubicBezTo>
                  <a:pt x="2718" y="10405"/>
                  <a:pt x="2364" y="10271"/>
                  <a:pt x="2080" y="10003"/>
                </a:cubicBezTo>
                <a:cubicBezTo>
                  <a:pt x="1544" y="9468"/>
                  <a:pt x="1544" y="8586"/>
                  <a:pt x="2080" y="8050"/>
                </a:cubicBezTo>
                <a:lnTo>
                  <a:pt x="3277" y="6853"/>
                </a:lnTo>
                <a:cubicBezTo>
                  <a:pt x="3498" y="6601"/>
                  <a:pt x="3813" y="6506"/>
                  <a:pt x="4128" y="6475"/>
                </a:cubicBezTo>
                <a:close/>
                <a:moveTo>
                  <a:pt x="9373" y="0"/>
                </a:moveTo>
                <a:cubicBezTo>
                  <a:pt x="8665" y="0"/>
                  <a:pt x="7956" y="268"/>
                  <a:pt x="7404" y="804"/>
                </a:cubicBezTo>
                <a:lnTo>
                  <a:pt x="6239" y="1970"/>
                </a:lnTo>
                <a:cubicBezTo>
                  <a:pt x="5451" y="2757"/>
                  <a:pt x="5199" y="3986"/>
                  <a:pt x="5640" y="4994"/>
                </a:cubicBezTo>
                <a:lnTo>
                  <a:pt x="5325" y="5309"/>
                </a:lnTo>
                <a:cubicBezTo>
                  <a:pt x="4994" y="5170"/>
                  <a:pt x="4634" y="5100"/>
                  <a:pt x="4270" y="5100"/>
                </a:cubicBezTo>
                <a:cubicBezTo>
                  <a:pt x="3562" y="5100"/>
                  <a:pt x="2842" y="5366"/>
                  <a:pt x="2301" y="5908"/>
                </a:cubicBezTo>
                <a:lnTo>
                  <a:pt x="1103" y="7105"/>
                </a:lnTo>
                <a:cubicBezTo>
                  <a:pt x="1" y="8144"/>
                  <a:pt x="1" y="9940"/>
                  <a:pt x="1103" y="11043"/>
                </a:cubicBezTo>
                <a:cubicBezTo>
                  <a:pt x="1655" y="11594"/>
                  <a:pt x="2364" y="11870"/>
                  <a:pt x="3072" y="11870"/>
                </a:cubicBezTo>
                <a:cubicBezTo>
                  <a:pt x="3781" y="11870"/>
                  <a:pt x="4490" y="11594"/>
                  <a:pt x="5041" y="11043"/>
                </a:cubicBezTo>
                <a:lnTo>
                  <a:pt x="6239" y="9846"/>
                </a:lnTo>
                <a:cubicBezTo>
                  <a:pt x="7026" y="9058"/>
                  <a:pt x="7247" y="7829"/>
                  <a:pt x="6806" y="6821"/>
                </a:cubicBezTo>
                <a:lnTo>
                  <a:pt x="7121" y="6506"/>
                </a:lnTo>
                <a:cubicBezTo>
                  <a:pt x="7473" y="6656"/>
                  <a:pt x="7840" y="6729"/>
                  <a:pt x="8204" y="6729"/>
                </a:cubicBezTo>
                <a:cubicBezTo>
                  <a:pt x="8914" y="6729"/>
                  <a:pt x="9614" y="6449"/>
                  <a:pt x="10177" y="5908"/>
                </a:cubicBezTo>
                <a:lnTo>
                  <a:pt x="11342" y="4742"/>
                </a:lnTo>
                <a:cubicBezTo>
                  <a:pt x="12445" y="3639"/>
                  <a:pt x="12445" y="1907"/>
                  <a:pt x="11342" y="804"/>
                </a:cubicBezTo>
                <a:cubicBezTo>
                  <a:pt x="10791" y="268"/>
                  <a:pt x="10082" y="0"/>
                  <a:pt x="937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3" name="Google Shape;9458;p73">
            <a:extLst>
              <a:ext uri="{FF2B5EF4-FFF2-40B4-BE49-F238E27FC236}">
                <a16:creationId xmlns:a16="http://schemas.microsoft.com/office/drawing/2014/main" id="{F9587AE9-2EF7-3CAB-4C1F-9029FE87875C}"/>
              </a:ext>
            </a:extLst>
          </p:cNvPr>
          <p:cNvSpPr/>
          <p:nvPr/>
        </p:nvSpPr>
        <p:spPr>
          <a:xfrm>
            <a:off x="5154488" y="5615245"/>
            <a:ext cx="537421" cy="346909"/>
          </a:xfrm>
          <a:custGeom>
            <a:avLst/>
            <a:gdLst/>
            <a:ahLst/>
            <a:cxnLst/>
            <a:rect l="l" t="t" r="r" b="b"/>
            <a:pathLst>
              <a:path w="11910" h="7688" extrusionOk="0">
                <a:moveTo>
                  <a:pt x="5923" y="0"/>
                </a:moveTo>
                <a:cubicBezTo>
                  <a:pt x="5325" y="0"/>
                  <a:pt x="4821" y="347"/>
                  <a:pt x="4631" y="914"/>
                </a:cubicBezTo>
                <a:cubicBezTo>
                  <a:pt x="4505" y="1166"/>
                  <a:pt x="4505" y="1449"/>
                  <a:pt x="4568" y="1764"/>
                </a:cubicBezTo>
                <a:cubicBezTo>
                  <a:pt x="4884" y="1922"/>
                  <a:pt x="5199" y="2016"/>
                  <a:pt x="5577" y="2048"/>
                </a:cubicBezTo>
                <a:lnTo>
                  <a:pt x="5577" y="2741"/>
                </a:lnTo>
                <a:lnTo>
                  <a:pt x="2458" y="2741"/>
                </a:lnTo>
                <a:cubicBezTo>
                  <a:pt x="1859" y="2741"/>
                  <a:pt x="1418" y="3214"/>
                  <a:pt x="1418" y="3781"/>
                </a:cubicBezTo>
                <a:lnTo>
                  <a:pt x="1418" y="4190"/>
                </a:lnTo>
                <a:cubicBezTo>
                  <a:pt x="630" y="4316"/>
                  <a:pt x="0" y="5041"/>
                  <a:pt x="0" y="5891"/>
                </a:cubicBezTo>
                <a:cubicBezTo>
                  <a:pt x="0" y="6837"/>
                  <a:pt x="788" y="7687"/>
                  <a:pt x="1765" y="7687"/>
                </a:cubicBezTo>
                <a:cubicBezTo>
                  <a:pt x="2710" y="7687"/>
                  <a:pt x="3497" y="6900"/>
                  <a:pt x="3497" y="5891"/>
                </a:cubicBezTo>
                <a:cubicBezTo>
                  <a:pt x="3497" y="5072"/>
                  <a:pt x="2930" y="4316"/>
                  <a:pt x="2143" y="4190"/>
                </a:cubicBezTo>
                <a:lnTo>
                  <a:pt x="2143" y="3781"/>
                </a:lnTo>
                <a:cubicBezTo>
                  <a:pt x="2143" y="3592"/>
                  <a:pt x="2300" y="3434"/>
                  <a:pt x="2489" y="3434"/>
                </a:cubicBezTo>
                <a:lnTo>
                  <a:pt x="5608" y="3434"/>
                </a:lnTo>
                <a:lnTo>
                  <a:pt x="5608" y="4127"/>
                </a:lnTo>
                <a:cubicBezTo>
                  <a:pt x="4821" y="4285"/>
                  <a:pt x="4222" y="5009"/>
                  <a:pt x="4222" y="5860"/>
                </a:cubicBezTo>
                <a:cubicBezTo>
                  <a:pt x="4222" y="6805"/>
                  <a:pt x="5010" y="7656"/>
                  <a:pt x="5955" y="7656"/>
                </a:cubicBezTo>
                <a:cubicBezTo>
                  <a:pt x="6900" y="7656"/>
                  <a:pt x="7687" y="6868"/>
                  <a:pt x="7687" y="5860"/>
                </a:cubicBezTo>
                <a:cubicBezTo>
                  <a:pt x="7687" y="5041"/>
                  <a:pt x="7089" y="4285"/>
                  <a:pt x="6301" y="4127"/>
                </a:cubicBezTo>
                <a:lnTo>
                  <a:pt x="6301" y="3434"/>
                </a:lnTo>
                <a:lnTo>
                  <a:pt x="9452" y="3434"/>
                </a:lnTo>
                <a:cubicBezTo>
                  <a:pt x="9641" y="3434"/>
                  <a:pt x="9798" y="3592"/>
                  <a:pt x="9798" y="3781"/>
                </a:cubicBezTo>
                <a:lnTo>
                  <a:pt x="9798" y="4190"/>
                </a:lnTo>
                <a:cubicBezTo>
                  <a:pt x="9011" y="4316"/>
                  <a:pt x="8444" y="5041"/>
                  <a:pt x="8444" y="5891"/>
                </a:cubicBezTo>
                <a:cubicBezTo>
                  <a:pt x="8444" y="6837"/>
                  <a:pt x="9231" y="7687"/>
                  <a:pt x="10176" y="7687"/>
                </a:cubicBezTo>
                <a:cubicBezTo>
                  <a:pt x="11121" y="7687"/>
                  <a:pt x="11909" y="6900"/>
                  <a:pt x="11909" y="5891"/>
                </a:cubicBezTo>
                <a:cubicBezTo>
                  <a:pt x="11783" y="5135"/>
                  <a:pt x="11185" y="4379"/>
                  <a:pt x="10397" y="4222"/>
                </a:cubicBezTo>
                <a:lnTo>
                  <a:pt x="10397" y="3812"/>
                </a:lnTo>
                <a:cubicBezTo>
                  <a:pt x="10397" y="3245"/>
                  <a:pt x="9924" y="2804"/>
                  <a:pt x="9389" y="2804"/>
                </a:cubicBezTo>
                <a:lnTo>
                  <a:pt x="6238" y="2804"/>
                </a:lnTo>
                <a:lnTo>
                  <a:pt x="6238" y="2079"/>
                </a:lnTo>
                <a:cubicBezTo>
                  <a:pt x="6585" y="2048"/>
                  <a:pt x="6900" y="1922"/>
                  <a:pt x="7215" y="1827"/>
                </a:cubicBezTo>
                <a:cubicBezTo>
                  <a:pt x="7341" y="1418"/>
                  <a:pt x="7246" y="977"/>
                  <a:pt x="7057" y="630"/>
                </a:cubicBezTo>
                <a:cubicBezTo>
                  <a:pt x="6774" y="221"/>
                  <a:pt x="6396" y="0"/>
                  <a:pt x="59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4" name="Google Shape;9459;p73">
            <a:extLst>
              <a:ext uri="{FF2B5EF4-FFF2-40B4-BE49-F238E27FC236}">
                <a16:creationId xmlns:a16="http://schemas.microsoft.com/office/drawing/2014/main" id="{CA390D66-C8A0-02CE-CA89-5A6204628487}"/>
              </a:ext>
            </a:extLst>
          </p:cNvPr>
          <p:cNvSpPr/>
          <p:nvPr/>
        </p:nvSpPr>
        <p:spPr>
          <a:xfrm>
            <a:off x="5389039" y="5522834"/>
            <a:ext cx="64031" cy="63985"/>
          </a:xfrm>
          <a:custGeom>
            <a:avLst/>
            <a:gdLst/>
            <a:ahLst/>
            <a:cxnLst/>
            <a:rect l="l" t="t" r="r" b="b"/>
            <a:pathLst>
              <a:path w="1419" h="1418" extrusionOk="0">
                <a:moveTo>
                  <a:pt x="725" y="0"/>
                </a:moveTo>
                <a:cubicBezTo>
                  <a:pt x="284" y="0"/>
                  <a:pt x="1" y="315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5" name="Google Shape;9460;p73">
            <a:extLst>
              <a:ext uri="{FF2B5EF4-FFF2-40B4-BE49-F238E27FC236}">
                <a16:creationId xmlns:a16="http://schemas.microsoft.com/office/drawing/2014/main" id="{529CD3B8-31DB-043E-20ED-E003DE05013D}"/>
              </a:ext>
            </a:extLst>
          </p:cNvPr>
          <p:cNvSpPr/>
          <p:nvPr/>
        </p:nvSpPr>
        <p:spPr>
          <a:xfrm>
            <a:off x="5281013" y="5428978"/>
            <a:ext cx="280083" cy="244569"/>
          </a:xfrm>
          <a:custGeom>
            <a:avLst/>
            <a:gdLst/>
            <a:ahLst/>
            <a:cxnLst/>
            <a:rect l="l" t="t" r="r" b="b"/>
            <a:pathLst>
              <a:path w="6207" h="5420" extrusionOk="0">
                <a:moveTo>
                  <a:pt x="3119" y="1"/>
                </a:moveTo>
                <a:cubicBezTo>
                  <a:pt x="1386" y="1"/>
                  <a:pt x="0" y="1387"/>
                  <a:pt x="0" y="3120"/>
                </a:cubicBezTo>
                <a:cubicBezTo>
                  <a:pt x="0" y="4002"/>
                  <a:pt x="410" y="4853"/>
                  <a:pt x="1071" y="5420"/>
                </a:cubicBezTo>
                <a:cubicBezTo>
                  <a:pt x="1071" y="5231"/>
                  <a:pt x="1103" y="5042"/>
                  <a:pt x="1197" y="4853"/>
                </a:cubicBezTo>
                <a:cubicBezTo>
                  <a:pt x="1323" y="4380"/>
                  <a:pt x="1701" y="3971"/>
                  <a:pt x="2111" y="3750"/>
                </a:cubicBezTo>
                <a:cubicBezTo>
                  <a:pt x="1890" y="3498"/>
                  <a:pt x="1733" y="3151"/>
                  <a:pt x="1733" y="2805"/>
                </a:cubicBezTo>
                <a:cubicBezTo>
                  <a:pt x="1733" y="2049"/>
                  <a:pt x="2363" y="1419"/>
                  <a:pt x="3119" y="1419"/>
                </a:cubicBezTo>
                <a:cubicBezTo>
                  <a:pt x="3844" y="1419"/>
                  <a:pt x="4474" y="2049"/>
                  <a:pt x="4474" y="2805"/>
                </a:cubicBezTo>
                <a:cubicBezTo>
                  <a:pt x="4474" y="3151"/>
                  <a:pt x="4348" y="3498"/>
                  <a:pt x="4096" y="3750"/>
                </a:cubicBezTo>
                <a:cubicBezTo>
                  <a:pt x="4379" y="3876"/>
                  <a:pt x="4600" y="4097"/>
                  <a:pt x="4789" y="4380"/>
                </a:cubicBezTo>
                <a:cubicBezTo>
                  <a:pt x="5009" y="4695"/>
                  <a:pt x="5135" y="5042"/>
                  <a:pt x="5167" y="5420"/>
                </a:cubicBezTo>
                <a:cubicBezTo>
                  <a:pt x="5797" y="4853"/>
                  <a:pt x="6207" y="4065"/>
                  <a:pt x="6207" y="3120"/>
                </a:cubicBezTo>
                <a:cubicBezTo>
                  <a:pt x="6207" y="1387"/>
                  <a:pt x="4852" y="1"/>
                  <a:pt x="31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7" name="Google Shape;9462;p73">
            <a:extLst>
              <a:ext uri="{FF2B5EF4-FFF2-40B4-BE49-F238E27FC236}">
                <a16:creationId xmlns:a16="http://schemas.microsoft.com/office/drawing/2014/main" id="{45AE13DA-3125-A528-F8F4-ED5A7F15B4F0}"/>
              </a:ext>
            </a:extLst>
          </p:cNvPr>
          <p:cNvSpPr/>
          <p:nvPr/>
        </p:nvSpPr>
        <p:spPr>
          <a:xfrm>
            <a:off x="8689372" y="4232462"/>
            <a:ext cx="220383" cy="179185"/>
          </a:xfrm>
          <a:custGeom>
            <a:avLst/>
            <a:gdLst/>
            <a:ahLst/>
            <a:cxnLst/>
            <a:rect l="l" t="t" r="r" b="b"/>
            <a:pathLst>
              <a:path w="4884" h="3971" extrusionOk="0">
                <a:moveTo>
                  <a:pt x="2426" y="1"/>
                </a:moveTo>
                <a:cubicBezTo>
                  <a:pt x="1103" y="1"/>
                  <a:pt x="0" y="1104"/>
                  <a:pt x="0" y="2427"/>
                </a:cubicBezTo>
                <a:cubicBezTo>
                  <a:pt x="0" y="3025"/>
                  <a:pt x="190" y="3530"/>
                  <a:pt x="536" y="3971"/>
                </a:cubicBezTo>
                <a:cubicBezTo>
                  <a:pt x="820" y="3624"/>
                  <a:pt x="1103" y="3309"/>
                  <a:pt x="1481" y="3057"/>
                </a:cubicBezTo>
                <a:cubicBezTo>
                  <a:pt x="1261" y="2805"/>
                  <a:pt x="1103" y="2458"/>
                  <a:pt x="1103" y="2112"/>
                </a:cubicBezTo>
                <a:cubicBezTo>
                  <a:pt x="1103" y="1356"/>
                  <a:pt x="1733" y="726"/>
                  <a:pt x="2489" y="726"/>
                </a:cubicBezTo>
                <a:cubicBezTo>
                  <a:pt x="3214" y="726"/>
                  <a:pt x="3844" y="1356"/>
                  <a:pt x="3844" y="2112"/>
                </a:cubicBezTo>
                <a:cubicBezTo>
                  <a:pt x="3844" y="2458"/>
                  <a:pt x="3687" y="2805"/>
                  <a:pt x="3466" y="3057"/>
                </a:cubicBezTo>
                <a:cubicBezTo>
                  <a:pt x="3844" y="3246"/>
                  <a:pt x="4128" y="3561"/>
                  <a:pt x="4317" y="3971"/>
                </a:cubicBezTo>
                <a:cubicBezTo>
                  <a:pt x="4695" y="3530"/>
                  <a:pt x="4884" y="3025"/>
                  <a:pt x="4884" y="2427"/>
                </a:cubicBezTo>
                <a:cubicBezTo>
                  <a:pt x="4884" y="1104"/>
                  <a:pt x="3781" y="1"/>
                  <a:pt x="242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8" name="Google Shape;9463;p73">
            <a:extLst>
              <a:ext uri="{FF2B5EF4-FFF2-40B4-BE49-F238E27FC236}">
                <a16:creationId xmlns:a16="http://schemas.microsoft.com/office/drawing/2014/main" id="{51AA95A0-9A8E-498E-7522-F6079F741AD6}"/>
              </a:ext>
            </a:extLst>
          </p:cNvPr>
          <p:cNvSpPr/>
          <p:nvPr/>
        </p:nvSpPr>
        <p:spPr>
          <a:xfrm>
            <a:off x="8768971" y="4296446"/>
            <a:ext cx="64031" cy="6403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6" y="1"/>
                  <a:pt x="1" y="316"/>
                  <a:pt x="1" y="694"/>
                </a:cubicBezTo>
                <a:cubicBezTo>
                  <a:pt x="1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9" name="Google Shape;9464;p73">
            <a:extLst>
              <a:ext uri="{FF2B5EF4-FFF2-40B4-BE49-F238E27FC236}">
                <a16:creationId xmlns:a16="http://schemas.microsoft.com/office/drawing/2014/main" id="{8DE49BFC-13AD-9FCA-F836-5DFF08083E21}"/>
              </a:ext>
            </a:extLst>
          </p:cNvPr>
          <p:cNvSpPr/>
          <p:nvPr/>
        </p:nvSpPr>
        <p:spPr>
          <a:xfrm>
            <a:off x="8567133" y="4106656"/>
            <a:ext cx="467748" cy="471315"/>
          </a:xfrm>
          <a:custGeom>
            <a:avLst/>
            <a:gdLst/>
            <a:ahLst/>
            <a:cxnLst/>
            <a:rect l="l" t="t" r="r" b="b"/>
            <a:pathLst>
              <a:path w="10366" h="10445" extrusionOk="0">
                <a:moveTo>
                  <a:pt x="5198" y="2159"/>
                </a:moveTo>
                <a:cubicBezTo>
                  <a:pt x="6931" y="2159"/>
                  <a:pt x="8286" y="3514"/>
                  <a:pt x="8286" y="5246"/>
                </a:cubicBezTo>
                <a:cubicBezTo>
                  <a:pt x="8286" y="6916"/>
                  <a:pt x="6931" y="8365"/>
                  <a:pt x="5198" y="8365"/>
                </a:cubicBezTo>
                <a:cubicBezTo>
                  <a:pt x="3340" y="8365"/>
                  <a:pt x="2079" y="6822"/>
                  <a:pt x="2079" y="5246"/>
                </a:cubicBezTo>
                <a:cubicBezTo>
                  <a:pt x="2079" y="3514"/>
                  <a:pt x="3497" y="2159"/>
                  <a:pt x="5198" y="2159"/>
                </a:cubicBezTo>
                <a:close/>
                <a:moveTo>
                  <a:pt x="5167" y="1"/>
                </a:moveTo>
                <a:cubicBezTo>
                  <a:pt x="5088" y="1"/>
                  <a:pt x="5009" y="17"/>
                  <a:pt x="4946" y="48"/>
                </a:cubicBezTo>
                <a:lnTo>
                  <a:pt x="4001" y="836"/>
                </a:lnTo>
                <a:lnTo>
                  <a:pt x="2773" y="678"/>
                </a:lnTo>
                <a:cubicBezTo>
                  <a:pt x="2756" y="675"/>
                  <a:pt x="2739" y="673"/>
                  <a:pt x="2723" y="673"/>
                </a:cubicBezTo>
                <a:cubicBezTo>
                  <a:pt x="2583" y="673"/>
                  <a:pt x="2454" y="786"/>
                  <a:pt x="2426" y="899"/>
                </a:cubicBezTo>
                <a:lnTo>
                  <a:pt x="1953" y="2033"/>
                </a:lnTo>
                <a:lnTo>
                  <a:pt x="819" y="2505"/>
                </a:lnTo>
                <a:cubicBezTo>
                  <a:pt x="662" y="2568"/>
                  <a:pt x="567" y="2694"/>
                  <a:pt x="630" y="2852"/>
                </a:cubicBezTo>
                <a:lnTo>
                  <a:pt x="788" y="4081"/>
                </a:lnTo>
                <a:lnTo>
                  <a:pt x="32" y="5026"/>
                </a:lnTo>
                <a:cubicBezTo>
                  <a:pt x="0" y="5183"/>
                  <a:pt x="0" y="5341"/>
                  <a:pt x="63" y="5467"/>
                </a:cubicBezTo>
                <a:lnTo>
                  <a:pt x="819" y="6381"/>
                </a:lnTo>
                <a:lnTo>
                  <a:pt x="662" y="7609"/>
                </a:lnTo>
                <a:cubicBezTo>
                  <a:pt x="630" y="7767"/>
                  <a:pt x="725" y="7924"/>
                  <a:pt x="851" y="7956"/>
                </a:cubicBezTo>
                <a:lnTo>
                  <a:pt x="1985" y="8428"/>
                </a:lnTo>
                <a:lnTo>
                  <a:pt x="2457" y="9594"/>
                </a:lnTo>
                <a:cubicBezTo>
                  <a:pt x="2536" y="9725"/>
                  <a:pt x="2637" y="9791"/>
                  <a:pt x="2741" y="9791"/>
                </a:cubicBezTo>
                <a:cubicBezTo>
                  <a:pt x="2762" y="9791"/>
                  <a:pt x="2783" y="9788"/>
                  <a:pt x="2804" y="9783"/>
                </a:cubicBezTo>
                <a:lnTo>
                  <a:pt x="4033" y="9626"/>
                </a:lnTo>
                <a:lnTo>
                  <a:pt x="4978" y="10382"/>
                </a:lnTo>
                <a:cubicBezTo>
                  <a:pt x="5072" y="10413"/>
                  <a:pt x="5104" y="10445"/>
                  <a:pt x="5167" y="10445"/>
                </a:cubicBezTo>
                <a:cubicBezTo>
                  <a:pt x="5261" y="10445"/>
                  <a:pt x="5324" y="10413"/>
                  <a:pt x="5387" y="10382"/>
                </a:cubicBezTo>
                <a:lnTo>
                  <a:pt x="6333" y="9626"/>
                </a:lnTo>
                <a:lnTo>
                  <a:pt x="7530" y="9783"/>
                </a:lnTo>
                <a:cubicBezTo>
                  <a:pt x="7687" y="9783"/>
                  <a:pt x="7876" y="9689"/>
                  <a:pt x="7908" y="9594"/>
                </a:cubicBezTo>
                <a:lnTo>
                  <a:pt x="8380" y="8428"/>
                </a:lnTo>
                <a:lnTo>
                  <a:pt x="9515" y="7956"/>
                </a:lnTo>
                <a:cubicBezTo>
                  <a:pt x="9672" y="7893"/>
                  <a:pt x="9735" y="7767"/>
                  <a:pt x="9704" y="7609"/>
                </a:cubicBezTo>
                <a:lnTo>
                  <a:pt x="9546" y="6381"/>
                </a:lnTo>
                <a:lnTo>
                  <a:pt x="10302" y="5467"/>
                </a:lnTo>
                <a:cubicBezTo>
                  <a:pt x="10365" y="5341"/>
                  <a:pt x="10365" y="5120"/>
                  <a:pt x="10302" y="5026"/>
                </a:cubicBezTo>
                <a:lnTo>
                  <a:pt x="9546" y="4081"/>
                </a:lnTo>
                <a:lnTo>
                  <a:pt x="9704" y="2852"/>
                </a:lnTo>
                <a:cubicBezTo>
                  <a:pt x="9735" y="2694"/>
                  <a:pt x="9641" y="2537"/>
                  <a:pt x="9515" y="2505"/>
                </a:cubicBezTo>
                <a:lnTo>
                  <a:pt x="8380" y="2033"/>
                </a:lnTo>
                <a:lnTo>
                  <a:pt x="7908" y="899"/>
                </a:lnTo>
                <a:cubicBezTo>
                  <a:pt x="7826" y="762"/>
                  <a:pt x="7719" y="672"/>
                  <a:pt x="7589" y="672"/>
                </a:cubicBezTo>
                <a:cubicBezTo>
                  <a:pt x="7570" y="672"/>
                  <a:pt x="7550" y="674"/>
                  <a:pt x="7530" y="678"/>
                </a:cubicBezTo>
                <a:lnTo>
                  <a:pt x="6333" y="836"/>
                </a:lnTo>
                <a:lnTo>
                  <a:pt x="5387" y="48"/>
                </a:lnTo>
                <a:cubicBezTo>
                  <a:pt x="5324" y="17"/>
                  <a:pt x="5246" y="1"/>
                  <a:pt x="516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0" name="Google Shape;9465;p73">
            <a:extLst>
              <a:ext uri="{FF2B5EF4-FFF2-40B4-BE49-F238E27FC236}">
                <a16:creationId xmlns:a16="http://schemas.microsoft.com/office/drawing/2014/main" id="{09A9FBCA-3924-F2CB-0B88-B07A4F498D52}"/>
              </a:ext>
            </a:extLst>
          </p:cNvPr>
          <p:cNvSpPr/>
          <p:nvPr/>
        </p:nvSpPr>
        <p:spPr>
          <a:xfrm>
            <a:off x="8740543" y="4390302"/>
            <a:ext cx="120885" cy="62587"/>
          </a:xfrm>
          <a:custGeom>
            <a:avLst/>
            <a:gdLst/>
            <a:ahLst/>
            <a:cxnLst/>
            <a:rect l="l" t="t" r="r" b="b"/>
            <a:pathLst>
              <a:path w="2679" h="1387" extrusionOk="0">
                <a:moveTo>
                  <a:pt x="1355" y="0"/>
                </a:moveTo>
                <a:cubicBezTo>
                  <a:pt x="725" y="0"/>
                  <a:pt x="190" y="441"/>
                  <a:pt x="1" y="977"/>
                </a:cubicBezTo>
                <a:cubicBezTo>
                  <a:pt x="410" y="1229"/>
                  <a:pt x="820" y="1386"/>
                  <a:pt x="1355" y="1386"/>
                </a:cubicBezTo>
                <a:cubicBezTo>
                  <a:pt x="1859" y="1386"/>
                  <a:pt x="2301" y="1229"/>
                  <a:pt x="2679" y="977"/>
                </a:cubicBezTo>
                <a:cubicBezTo>
                  <a:pt x="2521" y="410"/>
                  <a:pt x="1985" y="0"/>
                  <a:pt x="13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1" name="Google Shape;9466;p73">
            <a:extLst>
              <a:ext uri="{FF2B5EF4-FFF2-40B4-BE49-F238E27FC236}">
                <a16:creationId xmlns:a16="http://schemas.microsoft.com/office/drawing/2014/main" id="{DBB64C61-FA69-EA37-230E-CEBEF2D854E4}"/>
              </a:ext>
            </a:extLst>
          </p:cNvPr>
          <p:cNvSpPr/>
          <p:nvPr/>
        </p:nvSpPr>
        <p:spPr>
          <a:xfrm>
            <a:off x="8896942" y="4482668"/>
            <a:ext cx="172055" cy="156984"/>
          </a:xfrm>
          <a:custGeom>
            <a:avLst/>
            <a:gdLst/>
            <a:ahLst/>
            <a:cxnLst/>
            <a:rect l="l" t="t" r="r" b="b"/>
            <a:pathLst>
              <a:path w="3812" h="3479" extrusionOk="0">
                <a:moveTo>
                  <a:pt x="2867" y="1"/>
                </a:moveTo>
                <a:cubicBezTo>
                  <a:pt x="2741" y="127"/>
                  <a:pt x="2647" y="221"/>
                  <a:pt x="2489" y="284"/>
                </a:cubicBezTo>
                <a:lnTo>
                  <a:pt x="1607" y="631"/>
                </a:lnTo>
                <a:lnTo>
                  <a:pt x="1260" y="1482"/>
                </a:lnTo>
                <a:cubicBezTo>
                  <a:pt x="1103" y="1891"/>
                  <a:pt x="693" y="2112"/>
                  <a:pt x="284" y="2112"/>
                </a:cubicBezTo>
                <a:lnTo>
                  <a:pt x="158" y="2112"/>
                </a:lnTo>
                <a:lnTo>
                  <a:pt x="0" y="2080"/>
                </a:lnTo>
                <a:lnTo>
                  <a:pt x="1166" y="3372"/>
                </a:lnTo>
                <a:cubicBezTo>
                  <a:pt x="1237" y="3443"/>
                  <a:pt x="1343" y="3478"/>
                  <a:pt x="1445" y="3478"/>
                </a:cubicBezTo>
                <a:cubicBezTo>
                  <a:pt x="1479" y="3478"/>
                  <a:pt x="1512" y="3474"/>
                  <a:pt x="1544" y="3466"/>
                </a:cubicBezTo>
                <a:cubicBezTo>
                  <a:pt x="1638" y="3403"/>
                  <a:pt x="1764" y="3340"/>
                  <a:pt x="1764" y="3183"/>
                </a:cubicBezTo>
                <a:lnTo>
                  <a:pt x="2080" y="1639"/>
                </a:lnTo>
                <a:lnTo>
                  <a:pt x="3497" y="1324"/>
                </a:lnTo>
                <a:cubicBezTo>
                  <a:pt x="3532" y="1338"/>
                  <a:pt x="3563" y="1344"/>
                  <a:pt x="3592" y="1344"/>
                </a:cubicBezTo>
                <a:cubicBezTo>
                  <a:pt x="3693" y="1344"/>
                  <a:pt x="3756" y="1265"/>
                  <a:pt x="3781" y="1167"/>
                </a:cubicBezTo>
                <a:cubicBezTo>
                  <a:pt x="3812" y="1072"/>
                  <a:pt x="3781" y="946"/>
                  <a:pt x="3686" y="820"/>
                </a:cubicBezTo>
                <a:lnTo>
                  <a:pt x="286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82" name="Google Shape;9467;p73">
            <a:extLst>
              <a:ext uri="{FF2B5EF4-FFF2-40B4-BE49-F238E27FC236}">
                <a16:creationId xmlns:a16="http://schemas.microsoft.com/office/drawing/2014/main" id="{C4A52417-D7B0-E198-C7EB-FB5E1AA4CC37}"/>
              </a:ext>
            </a:extLst>
          </p:cNvPr>
          <p:cNvSpPr/>
          <p:nvPr/>
        </p:nvSpPr>
        <p:spPr>
          <a:xfrm>
            <a:off x="8534420" y="4485511"/>
            <a:ext cx="172055" cy="157616"/>
          </a:xfrm>
          <a:custGeom>
            <a:avLst/>
            <a:gdLst/>
            <a:ahLst/>
            <a:cxnLst/>
            <a:rect l="l" t="t" r="r" b="b"/>
            <a:pathLst>
              <a:path w="3812" h="3492" extrusionOk="0">
                <a:moveTo>
                  <a:pt x="946" y="1"/>
                </a:moveTo>
                <a:lnTo>
                  <a:pt x="126" y="851"/>
                </a:lnTo>
                <a:cubicBezTo>
                  <a:pt x="0" y="851"/>
                  <a:pt x="0" y="1009"/>
                  <a:pt x="32" y="1104"/>
                </a:cubicBezTo>
                <a:cubicBezTo>
                  <a:pt x="95" y="1230"/>
                  <a:pt x="158" y="1324"/>
                  <a:pt x="315" y="1356"/>
                </a:cubicBezTo>
                <a:lnTo>
                  <a:pt x="1733" y="1671"/>
                </a:lnTo>
                <a:lnTo>
                  <a:pt x="2048" y="3214"/>
                </a:lnTo>
                <a:cubicBezTo>
                  <a:pt x="2080" y="3309"/>
                  <a:pt x="2174" y="3435"/>
                  <a:pt x="2300" y="3466"/>
                </a:cubicBezTo>
                <a:cubicBezTo>
                  <a:pt x="2328" y="3485"/>
                  <a:pt x="2361" y="3492"/>
                  <a:pt x="2396" y="3492"/>
                </a:cubicBezTo>
                <a:cubicBezTo>
                  <a:pt x="2482" y="3492"/>
                  <a:pt x="2580" y="3448"/>
                  <a:pt x="2647" y="3403"/>
                </a:cubicBezTo>
                <a:lnTo>
                  <a:pt x="3813" y="2112"/>
                </a:lnTo>
                <a:lnTo>
                  <a:pt x="3813" y="2112"/>
                </a:lnTo>
                <a:lnTo>
                  <a:pt x="3624" y="2143"/>
                </a:lnTo>
                <a:lnTo>
                  <a:pt x="3561" y="2143"/>
                </a:lnTo>
                <a:cubicBezTo>
                  <a:pt x="3119" y="2143"/>
                  <a:pt x="2773" y="1891"/>
                  <a:pt x="2552" y="1513"/>
                </a:cubicBezTo>
                <a:lnTo>
                  <a:pt x="2206" y="631"/>
                </a:lnTo>
                <a:lnTo>
                  <a:pt x="1355" y="284"/>
                </a:lnTo>
                <a:cubicBezTo>
                  <a:pt x="1198" y="221"/>
                  <a:pt x="1072" y="127"/>
                  <a:pt x="94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0" name="Google Shape;9469;p73">
            <a:extLst>
              <a:ext uri="{FF2B5EF4-FFF2-40B4-BE49-F238E27FC236}">
                <a16:creationId xmlns:a16="http://schemas.microsoft.com/office/drawing/2014/main" id="{30AED5C4-304B-E000-FD90-958F5D8405E4}"/>
              </a:ext>
            </a:extLst>
          </p:cNvPr>
          <p:cNvSpPr/>
          <p:nvPr/>
        </p:nvSpPr>
        <p:spPr>
          <a:xfrm>
            <a:off x="8675160" y="5031327"/>
            <a:ext cx="251653" cy="251655"/>
          </a:xfrm>
          <a:custGeom>
            <a:avLst/>
            <a:gdLst/>
            <a:ahLst/>
            <a:cxnLst/>
            <a:rect l="l" t="t" r="r" b="b"/>
            <a:pathLst>
              <a:path w="5577" h="5577" extrusionOk="0">
                <a:moveTo>
                  <a:pt x="2804" y="0"/>
                </a:moveTo>
                <a:cubicBezTo>
                  <a:pt x="1607" y="0"/>
                  <a:pt x="1450" y="725"/>
                  <a:pt x="1009" y="3308"/>
                </a:cubicBezTo>
                <a:cubicBezTo>
                  <a:pt x="946" y="3749"/>
                  <a:pt x="851" y="4285"/>
                  <a:pt x="757" y="4883"/>
                </a:cubicBezTo>
                <a:lnTo>
                  <a:pt x="347" y="4883"/>
                </a:lnTo>
                <a:cubicBezTo>
                  <a:pt x="158" y="4883"/>
                  <a:pt x="0" y="5041"/>
                  <a:pt x="0" y="5230"/>
                </a:cubicBezTo>
                <a:cubicBezTo>
                  <a:pt x="0" y="5419"/>
                  <a:pt x="158" y="5576"/>
                  <a:pt x="347" y="5576"/>
                </a:cubicBezTo>
                <a:lnTo>
                  <a:pt x="5230" y="5576"/>
                </a:lnTo>
                <a:cubicBezTo>
                  <a:pt x="5419" y="5545"/>
                  <a:pt x="5577" y="5387"/>
                  <a:pt x="5577" y="5198"/>
                </a:cubicBezTo>
                <a:cubicBezTo>
                  <a:pt x="5577" y="5009"/>
                  <a:pt x="5419" y="4852"/>
                  <a:pt x="5230" y="4852"/>
                </a:cubicBezTo>
                <a:lnTo>
                  <a:pt x="4852" y="4852"/>
                </a:lnTo>
                <a:cubicBezTo>
                  <a:pt x="4726" y="4253"/>
                  <a:pt x="4632" y="3749"/>
                  <a:pt x="4569" y="3277"/>
                </a:cubicBezTo>
                <a:cubicBezTo>
                  <a:pt x="4128" y="756"/>
                  <a:pt x="3970" y="0"/>
                  <a:pt x="28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1" name="Google Shape;9470;p73">
            <a:extLst>
              <a:ext uri="{FF2B5EF4-FFF2-40B4-BE49-F238E27FC236}">
                <a16:creationId xmlns:a16="http://schemas.microsoft.com/office/drawing/2014/main" id="{1F442EDD-3AF5-74A3-4A81-2CDC1290CF1C}"/>
              </a:ext>
            </a:extLst>
          </p:cNvPr>
          <p:cNvSpPr/>
          <p:nvPr/>
        </p:nvSpPr>
        <p:spPr>
          <a:xfrm>
            <a:off x="8911155" y="4812388"/>
            <a:ext cx="125127" cy="125127"/>
          </a:xfrm>
          <a:custGeom>
            <a:avLst/>
            <a:gdLst/>
            <a:ahLst/>
            <a:cxnLst/>
            <a:rect l="l" t="t" r="r" b="b"/>
            <a:pathLst>
              <a:path w="2773" h="2773" extrusionOk="0">
                <a:moveTo>
                  <a:pt x="1386" y="0"/>
                </a:moveTo>
                <a:cubicBezTo>
                  <a:pt x="630" y="0"/>
                  <a:pt x="0" y="630"/>
                  <a:pt x="0" y="1387"/>
                </a:cubicBezTo>
                <a:cubicBezTo>
                  <a:pt x="0" y="2111"/>
                  <a:pt x="630" y="2773"/>
                  <a:pt x="1386" y="2773"/>
                </a:cubicBezTo>
                <a:cubicBezTo>
                  <a:pt x="2143" y="2773"/>
                  <a:pt x="2773" y="2111"/>
                  <a:pt x="2773" y="1387"/>
                </a:cubicBezTo>
                <a:cubicBezTo>
                  <a:pt x="2773" y="630"/>
                  <a:pt x="2143" y="0"/>
                  <a:pt x="138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2" name="Google Shape;9471;p73">
            <a:extLst>
              <a:ext uri="{FF2B5EF4-FFF2-40B4-BE49-F238E27FC236}">
                <a16:creationId xmlns:a16="http://schemas.microsoft.com/office/drawing/2014/main" id="{1A0413D6-36AB-A693-B6B9-16DA81CACA76}"/>
              </a:ext>
            </a:extLst>
          </p:cNvPr>
          <p:cNvSpPr/>
          <p:nvPr/>
        </p:nvSpPr>
        <p:spPr>
          <a:xfrm>
            <a:off x="8567134" y="4812388"/>
            <a:ext cx="123683" cy="125127"/>
          </a:xfrm>
          <a:custGeom>
            <a:avLst/>
            <a:gdLst/>
            <a:ahLst/>
            <a:cxnLst/>
            <a:rect l="l" t="t" r="r" b="b"/>
            <a:pathLst>
              <a:path w="2741" h="2773" extrusionOk="0">
                <a:moveTo>
                  <a:pt x="1355" y="0"/>
                </a:moveTo>
                <a:cubicBezTo>
                  <a:pt x="599" y="0"/>
                  <a:pt x="0" y="630"/>
                  <a:pt x="0" y="1387"/>
                </a:cubicBezTo>
                <a:cubicBezTo>
                  <a:pt x="0" y="2143"/>
                  <a:pt x="599" y="2773"/>
                  <a:pt x="1355" y="2773"/>
                </a:cubicBezTo>
                <a:cubicBezTo>
                  <a:pt x="2111" y="2773"/>
                  <a:pt x="2741" y="2143"/>
                  <a:pt x="2741" y="1387"/>
                </a:cubicBezTo>
                <a:cubicBezTo>
                  <a:pt x="2741" y="630"/>
                  <a:pt x="2111" y="0"/>
                  <a:pt x="13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3" name="Google Shape;9472;p73">
            <a:extLst>
              <a:ext uri="{FF2B5EF4-FFF2-40B4-BE49-F238E27FC236}">
                <a16:creationId xmlns:a16="http://schemas.microsoft.com/office/drawing/2014/main" id="{51CBA7DE-EB2B-8668-3ABC-E4F1041D95D6}"/>
              </a:ext>
            </a:extLst>
          </p:cNvPr>
          <p:cNvSpPr/>
          <p:nvPr/>
        </p:nvSpPr>
        <p:spPr>
          <a:xfrm>
            <a:off x="8534419" y="4937470"/>
            <a:ext cx="189112" cy="93903"/>
          </a:xfrm>
          <a:custGeom>
            <a:avLst/>
            <a:gdLst/>
            <a:ahLst/>
            <a:cxnLst/>
            <a:rect l="l" t="t" r="r" b="b"/>
            <a:pathLst>
              <a:path w="4191" h="2081" extrusionOk="0">
                <a:moveTo>
                  <a:pt x="568" y="1"/>
                </a:moveTo>
                <a:cubicBezTo>
                  <a:pt x="252" y="347"/>
                  <a:pt x="0" y="851"/>
                  <a:pt x="0" y="1356"/>
                </a:cubicBezTo>
                <a:lnTo>
                  <a:pt x="0" y="1734"/>
                </a:lnTo>
                <a:cubicBezTo>
                  <a:pt x="0" y="1923"/>
                  <a:pt x="158" y="2080"/>
                  <a:pt x="347" y="2080"/>
                </a:cubicBezTo>
                <a:lnTo>
                  <a:pt x="3813" y="2080"/>
                </a:lnTo>
                <a:cubicBezTo>
                  <a:pt x="4033" y="2080"/>
                  <a:pt x="4191" y="1923"/>
                  <a:pt x="4191" y="1734"/>
                </a:cubicBezTo>
                <a:lnTo>
                  <a:pt x="4191" y="1356"/>
                </a:lnTo>
                <a:cubicBezTo>
                  <a:pt x="4191" y="820"/>
                  <a:pt x="3970" y="347"/>
                  <a:pt x="3624" y="1"/>
                </a:cubicBezTo>
                <a:cubicBezTo>
                  <a:pt x="3245" y="410"/>
                  <a:pt x="2678" y="694"/>
                  <a:pt x="2080" y="694"/>
                </a:cubicBezTo>
                <a:cubicBezTo>
                  <a:pt x="1513" y="694"/>
                  <a:pt x="946" y="410"/>
                  <a:pt x="56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4" name="Google Shape;9473;p73">
            <a:extLst>
              <a:ext uri="{FF2B5EF4-FFF2-40B4-BE49-F238E27FC236}">
                <a16:creationId xmlns:a16="http://schemas.microsoft.com/office/drawing/2014/main" id="{49E89E9F-DC9C-F319-6EF8-B9A29EEE40FE}"/>
              </a:ext>
            </a:extLst>
          </p:cNvPr>
          <p:cNvSpPr/>
          <p:nvPr/>
        </p:nvSpPr>
        <p:spPr>
          <a:xfrm>
            <a:off x="8881283" y="4937470"/>
            <a:ext cx="187713" cy="93903"/>
          </a:xfrm>
          <a:custGeom>
            <a:avLst/>
            <a:gdLst/>
            <a:ahLst/>
            <a:cxnLst/>
            <a:rect l="l" t="t" r="r" b="b"/>
            <a:pathLst>
              <a:path w="4160" h="2081" extrusionOk="0">
                <a:moveTo>
                  <a:pt x="536" y="1"/>
                </a:moveTo>
                <a:cubicBezTo>
                  <a:pt x="221" y="347"/>
                  <a:pt x="1" y="851"/>
                  <a:pt x="1" y="1356"/>
                </a:cubicBezTo>
                <a:lnTo>
                  <a:pt x="1" y="1702"/>
                </a:lnTo>
                <a:cubicBezTo>
                  <a:pt x="1" y="1923"/>
                  <a:pt x="158" y="2080"/>
                  <a:pt x="347" y="2080"/>
                </a:cubicBezTo>
                <a:lnTo>
                  <a:pt x="3813" y="2080"/>
                </a:lnTo>
                <a:cubicBezTo>
                  <a:pt x="4002" y="2080"/>
                  <a:pt x="4159" y="1923"/>
                  <a:pt x="4159" y="1702"/>
                </a:cubicBezTo>
                <a:lnTo>
                  <a:pt x="4159" y="1356"/>
                </a:lnTo>
                <a:cubicBezTo>
                  <a:pt x="4159" y="820"/>
                  <a:pt x="3970" y="347"/>
                  <a:pt x="3624" y="1"/>
                </a:cubicBezTo>
                <a:cubicBezTo>
                  <a:pt x="3214" y="410"/>
                  <a:pt x="2679" y="694"/>
                  <a:pt x="2080" y="694"/>
                </a:cubicBezTo>
                <a:cubicBezTo>
                  <a:pt x="1450" y="694"/>
                  <a:pt x="946" y="410"/>
                  <a:pt x="53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5" name="Google Shape;9474;p73">
            <a:extLst>
              <a:ext uri="{FF2B5EF4-FFF2-40B4-BE49-F238E27FC236}">
                <a16:creationId xmlns:a16="http://schemas.microsoft.com/office/drawing/2014/main" id="{0BB66363-3805-0593-C79E-F2CAF5449669}"/>
              </a:ext>
            </a:extLst>
          </p:cNvPr>
          <p:cNvSpPr/>
          <p:nvPr/>
        </p:nvSpPr>
        <p:spPr>
          <a:xfrm>
            <a:off x="8888411" y="5062597"/>
            <a:ext cx="180584" cy="95301"/>
          </a:xfrm>
          <a:custGeom>
            <a:avLst/>
            <a:gdLst/>
            <a:ahLst/>
            <a:cxnLst/>
            <a:rect l="l" t="t" r="r" b="b"/>
            <a:pathLst>
              <a:path w="4002" h="2112" extrusionOk="0">
                <a:moveTo>
                  <a:pt x="0" y="0"/>
                </a:moveTo>
                <a:cubicBezTo>
                  <a:pt x="189" y="567"/>
                  <a:pt x="315" y="1229"/>
                  <a:pt x="473" y="2111"/>
                </a:cubicBezTo>
                <a:lnTo>
                  <a:pt x="3655" y="2111"/>
                </a:lnTo>
                <a:cubicBezTo>
                  <a:pt x="3844" y="2111"/>
                  <a:pt x="4001" y="1954"/>
                  <a:pt x="4001" y="1733"/>
                </a:cubicBezTo>
                <a:lnTo>
                  <a:pt x="4001" y="378"/>
                </a:lnTo>
                <a:cubicBezTo>
                  <a:pt x="3970" y="158"/>
                  <a:pt x="3844" y="0"/>
                  <a:pt x="36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76" name="Google Shape;9475;p73">
            <a:extLst>
              <a:ext uri="{FF2B5EF4-FFF2-40B4-BE49-F238E27FC236}">
                <a16:creationId xmlns:a16="http://schemas.microsoft.com/office/drawing/2014/main" id="{62E6901D-9FD4-8ACD-349A-E4BFE68FCCCF}"/>
              </a:ext>
            </a:extLst>
          </p:cNvPr>
          <p:cNvSpPr/>
          <p:nvPr/>
        </p:nvSpPr>
        <p:spPr>
          <a:xfrm>
            <a:off x="8534420" y="5062598"/>
            <a:ext cx="182027" cy="93857"/>
          </a:xfrm>
          <a:custGeom>
            <a:avLst/>
            <a:gdLst/>
            <a:ahLst/>
            <a:cxnLst/>
            <a:rect l="l" t="t" r="r" b="b"/>
            <a:pathLst>
              <a:path w="4034" h="2080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54"/>
                  <a:pt x="158" y="2080"/>
                  <a:pt x="347" y="2080"/>
                </a:cubicBezTo>
                <a:lnTo>
                  <a:pt x="3561" y="2080"/>
                </a:lnTo>
                <a:cubicBezTo>
                  <a:pt x="3718" y="1229"/>
                  <a:pt x="3813" y="567"/>
                  <a:pt x="40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7" name="Google Shape;9477;p73">
            <a:extLst>
              <a:ext uri="{FF2B5EF4-FFF2-40B4-BE49-F238E27FC236}">
                <a16:creationId xmlns:a16="http://schemas.microsoft.com/office/drawing/2014/main" id="{B45CF9A4-CAAC-CAFF-02C1-9421884B2EB2}"/>
              </a:ext>
            </a:extLst>
          </p:cNvPr>
          <p:cNvSpPr/>
          <p:nvPr/>
        </p:nvSpPr>
        <p:spPr>
          <a:xfrm>
            <a:off x="8830114" y="5572560"/>
            <a:ext cx="120887" cy="189157"/>
          </a:xfrm>
          <a:custGeom>
            <a:avLst/>
            <a:gdLst/>
            <a:ahLst/>
            <a:cxnLst/>
            <a:rect l="l" t="t" r="r" b="b"/>
            <a:pathLst>
              <a:path w="2679" h="4192" extrusionOk="0">
                <a:moveTo>
                  <a:pt x="0" y="1"/>
                </a:moveTo>
                <a:lnTo>
                  <a:pt x="505" y="3467"/>
                </a:lnTo>
                <a:lnTo>
                  <a:pt x="1103" y="4065"/>
                </a:lnTo>
                <a:cubicBezTo>
                  <a:pt x="1166" y="4128"/>
                  <a:pt x="1261" y="4191"/>
                  <a:pt x="1324" y="4191"/>
                </a:cubicBezTo>
                <a:lnTo>
                  <a:pt x="2300" y="4191"/>
                </a:lnTo>
                <a:cubicBezTo>
                  <a:pt x="2521" y="4191"/>
                  <a:pt x="2678" y="4034"/>
                  <a:pt x="2678" y="3813"/>
                </a:cubicBezTo>
                <a:lnTo>
                  <a:pt x="2678" y="2805"/>
                </a:lnTo>
                <a:cubicBezTo>
                  <a:pt x="2678" y="2710"/>
                  <a:pt x="2615" y="2616"/>
                  <a:pt x="2552" y="2553"/>
                </a:cubicBezTo>
                <a:lnTo>
                  <a:pt x="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8" name="Google Shape;9478;p73">
            <a:extLst>
              <a:ext uri="{FF2B5EF4-FFF2-40B4-BE49-F238E27FC236}">
                <a16:creationId xmlns:a16="http://schemas.microsoft.com/office/drawing/2014/main" id="{AC29E84C-546F-3C69-AAE2-FE9C164B9649}"/>
              </a:ext>
            </a:extLst>
          </p:cNvPr>
          <p:cNvSpPr/>
          <p:nvPr/>
        </p:nvSpPr>
        <p:spPr>
          <a:xfrm>
            <a:off x="8668031" y="5428976"/>
            <a:ext cx="159287" cy="93903"/>
          </a:xfrm>
          <a:custGeom>
            <a:avLst/>
            <a:gdLst/>
            <a:ahLst/>
            <a:cxnLst/>
            <a:rect l="l" t="t" r="r" b="b"/>
            <a:pathLst>
              <a:path w="3530" h="2081" extrusionOk="0">
                <a:moveTo>
                  <a:pt x="347" y="1"/>
                </a:moveTo>
                <a:cubicBezTo>
                  <a:pt x="221" y="1"/>
                  <a:pt x="158" y="33"/>
                  <a:pt x="64" y="159"/>
                </a:cubicBezTo>
                <a:cubicBezTo>
                  <a:pt x="1" y="222"/>
                  <a:pt x="1" y="348"/>
                  <a:pt x="32" y="474"/>
                </a:cubicBezTo>
                <a:lnTo>
                  <a:pt x="568" y="2080"/>
                </a:lnTo>
                <a:lnTo>
                  <a:pt x="2931" y="2080"/>
                </a:lnTo>
                <a:lnTo>
                  <a:pt x="3498" y="474"/>
                </a:lnTo>
                <a:cubicBezTo>
                  <a:pt x="3529" y="348"/>
                  <a:pt x="3498" y="222"/>
                  <a:pt x="3466" y="159"/>
                </a:cubicBezTo>
                <a:cubicBezTo>
                  <a:pt x="3340" y="64"/>
                  <a:pt x="3214" y="1"/>
                  <a:pt x="312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9" name="Google Shape;9479;p73">
            <a:extLst>
              <a:ext uri="{FF2B5EF4-FFF2-40B4-BE49-F238E27FC236}">
                <a16:creationId xmlns:a16="http://schemas.microsoft.com/office/drawing/2014/main" id="{A96661B4-10B8-B374-9B4E-F0EC16FEE8D5}"/>
              </a:ext>
            </a:extLst>
          </p:cNvPr>
          <p:cNvSpPr/>
          <p:nvPr/>
        </p:nvSpPr>
        <p:spPr>
          <a:xfrm>
            <a:off x="8652417" y="5554104"/>
            <a:ext cx="187715" cy="408051"/>
          </a:xfrm>
          <a:custGeom>
            <a:avLst/>
            <a:gdLst/>
            <a:ahLst/>
            <a:cxnLst/>
            <a:rect l="l" t="t" r="r" b="b"/>
            <a:pathLst>
              <a:path w="4160" h="9043" extrusionOk="0">
                <a:moveTo>
                  <a:pt x="977" y="0"/>
                </a:moveTo>
                <a:lnTo>
                  <a:pt x="0" y="6553"/>
                </a:lnTo>
                <a:cubicBezTo>
                  <a:pt x="0" y="6648"/>
                  <a:pt x="0" y="6742"/>
                  <a:pt x="63" y="6837"/>
                </a:cubicBezTo>
                <a:lnTo>
                  <a:pt x="1796" y="8916"/>
                </a:lnTo>
                <a:cubicBezTo>
                  <a:pt x="1859" y="9011"/>
                  <a:pt x="1954" y="9042"/>
                  <a:pt x="2080" y="9042"/>
                </a:cubicBezTo>
                <a:cubicBezTo>
                  <a:pt x="2174" y="9042"/>
                  <a:pt x="2269" y="9011"/>
                  <a:pt x="2332" y="8916"/>
                </a:cubicBezTo>
                <a:lnTo>
                  <a:pt x="4065" y="6837"/>
                </a:lnTo>
                <a:cubicBezTo>
                  <a:pt x="4159" y="6742"/>
                  <a:pt x="4159" y="6679"/>
                  <a:pt x="4159" y="6553"/>
                </a:cubicBezTo>
                <a:lnTo>
                  <a:pt x="318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1" name="Google Shape;9481;p73">
            <a:extLst>
              <a:ext uri="{FF2B5EF4-FFF2-40B4-BE49-F238E27FC236}">
                <a16:creationId xmlns:a16="http://schemas.microsoft.com/office/drawing/2014/main" id="{F18757A4-73BB-26DF-B67A-1FB8C97A2E5B}"/>
              </a:ext>
            </a:extLst>
          </p:cNvPr>
          <p:cNvSpPr/>
          <p:nvPr/>
        </p:nvSpPr>
        <p:spPr>
          <a:xfrm>
            <a:off x="10656987" y="5839849"/>
            <a:ext cx="32760" cy="32715"/>
          </a:xfrm>
          <a:custGeom>
            <a:avLst/>
            <a:gdLst/>
            <a:ahLst/>
            <a:cxnLst/>
            <a:rect l="l" t="t" r="r" b="b"/>
            <a:pathLst>
              <a:path w="726" h="725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67"/>
                  <a:pt x="158" y="725"/>
                  <a:pt x="379" y="725"/>
                </a:cubicBezTo>
                <a:cubicBezTo>
                  <a:pt x="568" y="725"/>
                  <a:pt x="725" y="567"/>
                  <a:pt x="725" y="347"/>
                </a:cubicBez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2" name="Google Shape;9482;p73">
            <a:extLst>
              <a:ext uri="{FF2B5EF4-FFF2-40B4-BE49-F238E27FC236}">
                <a16:creationId xmlns:a16="http://schemas.microsoft.com/office/drawing/2014/main" id="{35AFD882-FDA8-ED84-5606-C72309C296F2}"/>
              </a:ext>
            </a:extLst>
          </p:cNvPr>
          <p:cNvSpPr/>
          <p:nvPr/>
        </p:nvSpPr>
        <p:spPr>
          <a:xfrm>
            <a:off x="10563175" y="5492985"/>
            <a:ext cx="410895" cy="469149"/>
          </a:xfrm>
          <a:custGeom>
            <a:avLst/>
            <a:gdLst/>
            <a:ahLst/>
            <a:cxnLst/>
            <a:rect l="l" t="t" r="r" b="b"/>
            <a:pathLst>
              <a:path w="9106" h="10397" extrusionOk="0">
                <a:moveTo>
                  <a:pt x="3115" y="2135"/>
                </a:moveTo>
                <a:cubicBezTo>
                  <a:pt x="3206" y="2135"/>
                  <a:pt x="3293" y="2158"/>
                  <a:pt x="3340" y="2205"/>
                </a:cubicBezTo>
                <a:cubicBezTo>
                  <a:pt x="3466" y="2331"/>
                  <a:pt x="3466" y="2583"/>
                  <a:pt x="3340" y="2678"/>
                </a:cubicBezTo>
                <a:lnTo>
                  <a:pt x="2930" y="3119"/>
                </a:lnTo>
                <a:lnTo>
                  <a:pt x="3340" y="3560"/>
                </a:lnTo>
                <a:cubicBezTo>
                  <a:pt x="3466" y="3686"/>
                  <a:pt x="3466" y="3907"/>
                  <a:pt x="3340" y="4033"/>
                </a:cubicBezTo>
                <a:cubicBezTo>
                  <a:pt x="3293" y="4096"/>
                  <a:pt x="3206" y="4127"/>
                  <a:pt x="3115" y="4127"/>
                </a:cubicBezTo>
                <a:cubicBezTo>
                  <a:pt x="3025" y="4127"/>
                  <a:pt x="2930" y="4096"/>
                  <a:pt x="2867" y="4033"/>
                </a:cubicBezTo>
                <a:lnTo>
                  <a:pt x="2458" y="3592"/>
                </a:lnTo>
                <a:lnTo>
                  <a:pt x="2017" y="4033"/>
                </a:lnTo>
                <a:cubicBezTo>
                  <a:pt x="1954" y="4096"/>
                  <a:pt x="1867" y="4127"/>
                  <a:pt x="1780" y="4127"/>
                </a:cubicBezTo>
                <a:cubicBezTo>
                  <a:pt x="1694" y="4127"/>
                  <a:pt x="1607" y="4096"/>
                  <a:pt x="1544" y="4033"/>
                </a:cubicBezTo>
                <a:cubicBezTo>
                  <a:pt x="1418" y="3907"/>
                  <a:pt x="1418" y="3686"/>
                  <a:pt x="1544" y="3560"/>
                </a:cubicBezTo>
                <a:lnTo>
                  <a:pt x="1985" y="3119"/>
                </a:lnTo>
                <a:lnTo>
                  <a:pt x="1544" y="2678"/>
                </a:lnTo>
                <a:cubicBezTo>
                  <a:pt x="1418" y="2583"/>
                  <a:pt x="1418" y="2331"/>
                  <a:pt x="1544" y="2205"/>
                </a:cubicBezTo>
                <a:cubicBezTo>
                  <a:pt x="1591" y="2158"/>
                  <a:pt x="1678" y="2135"/>
                  <a:pt x="1769" y="2135"/>
                </a:cubicBezTo>
                <a:cubicBezTo>
                  <a:pt x="1859" y="2135"/>
                  <a:pt x="1954" y="2158"/>
                  <a:pt x="2017" y="2205"/>
                </a:cubicBezTo>
                <a:lnTo>
                  <a:pt x="2458" y="2646"/>
                </a:lnTo>
                <a:lnTo>
                  <a:pt x="2867" y="2205"/>
                </a:lnTo>
                <a:cubicBezTo>
                  <a:pt x="2930" y="2158"/>
                  <a:pt x="3025" y="2135"/>
                  <a:pt x="3115" y="2135"/>
                </a:cubicBezTo>
                <a:close/>
                <a:moveTo>
                  <a:pt x="6727" y="2079"/>
                </a:moveTo>
                <a:cubicBezTo>
                  <a:pt x="6813" y="2079"/>
                  <a:pt x="6900" y="2111"/>
                  <a:pt x="6963" y="2174"/>
                </a:cubicBezTo>
                <a:lnTo>
                  <a:pt x="7688" y="2898"/>
                </a:lnTo>
                <a:cubicBezTo>
                  <a:pt x="7719" y="2993"/>
                  <a:pt x="7719" y="3245"/>
                  <a:pt x="7593" y="3371"/>
                </a:cubicBezTo>
                <a:cubicBezTo>
                  <a:pt x="7546" y="3418"/>
                  <a:pt x="7459" y="3442"/>
                  <a:pt x="7369" y="3442"/>
                </a:cubicBezTo>
                <a:cubicBezTo>
                  <a:pt x="7278" y="3442"/>
                  <a:pt x="7183" y="3418"/>
                  <a:pt x="7120" y="3371"/>
                </a:cubicBezTo>
                <a:lnTo>
                  <a:pt x="7026" y="3245"/>
                </a:lnTo>
                <a:lnTo>
                  <a:pt x="7026" y="4505"/>
                </a:lnTo>
                <a:cubicBezTo>
                  <a:pt x="7026" y="5104"/>
                  <a:pt x="6553" y="5513"/>
                  <a:pt x="5986" y="5513"/>
                </a:cubicBezTo>
                <a:lnTo>
                  <a:pt x="3151" y="5513"/>
                </a:lnTo>
                <a:cubicBezTo>
                  <a:pt x="2962" y="5513"/>
                  <a:pt x="2804" y="5671"/>
                  <a:pt x="2804" y="5891"/>
                </a:cubicBezTo>
                <a:lnTo>
                  <a:pt x="2804" y="7026"/>
                </a:lnTo>
                <a:cubicBezTo>
                  <a:pt x="3182" y="7183"/>
                  <a:pt x="3497" y="7530"/>
                  <a:pt x="3497" y="8002"/>
                </a:cubicBezTo>
                <a:cubicBezTo>
                  <a:pt x="3497" y="8601"/>
                  <a:pt x="3025" y="9042"/>
                  <a:pt x="2489" y="9042"/>
                </a:cubicBezTo>
                <a:cubicBezTo>
                  <a:pt x="1922" y="9042"/>
                  <a:pt x="1450" y="8569"/>
                  <a:pt x="1450" y="8002"/>
                </a:cubicBezTo>
                <a:cubicBezTo>
                  <a:pt x="1450" y="7561"/>
                  <a:pt x="1733" y="7183"/>
                  <a:pt x="2174" y="7026"/>
                </a:cubicBezTo>
                <a:lnTo>
                  <a:pt x="2174" y="5891"/>
                </a:lnTo>
                <a:cubicBezTo>
                  <a:pt x="2174" y="5293"/>
                  <a:pt x="2647" y="4852"/>
                  <a:pt x="3182" y="4852"/>
                </a:cubicBezTo>
                <a:lnTo>
                  <a:pt x="6018" y="4852"/>
                </a:lnTo>
                <a:cubicBezTo>
                  <a:pt x="6207" y="4852"/>
                  <a:pt x="6364" y="4694"/>
                  <a:pt x="6364" y="4505"/>
                </a:cubicBezTo>
                <a:lnTo>
                  <a:pt x="6364" y="3245"/>
                </a:lnTo>
                <a:lnTo>
                  <a:pt x="6270" y="3371"/>
                </a:lnTo>
                <a:cubicBezTo>
                  <a:pt x="6207" y="3418"/>
                  <a:pt x="6120" y="3442"/>
                  <a:pt x="6034" y="3442"/>
                </a:cubicBezTo>
                <a:cubicBezTo>
                  <a:pt x="5947" y="3442"/>
                  <a:pt x="5860" y="3418"/>
                  <a:pt x="5797" y="3371"/>
                </a:cubicBezTo>
                <a:cubicBezTo>
                  <a:pt x="5671" y="3245"/>
                  <a:pt x="5671" y="2993"/>
                  <a:pt x="5797" y="2898"/>
                </a:cubicBezTo>
                <a:lnTo>
                  <a:pt x="6490" y="2174"/>
                </a:lnTo>
                <a:cubicBezTo>
                  <a:pt x="6553" y="2111"/>
                  <a:pt x="6640" y="2079"/>
                  <a:pt x="6727" y="2079"/>
                </a:cubicBezTo>
                <a:close/>
                <a:moveTo>
                  <a:pt x="7369" y="7057"/>
                </a:moveTo>
                <a:cubicBezTo>
                  <a:pt x="7459" y="7057"/>
                  <a:pt x="7546" y="7089"/>
                  <a:pt x="7593" y="7152"/>
                </a:cubicBezTo>
                <a:cubicBezTo>
                  <a:pt x="7719" y="7246"/>
                  <a:pt x="7719" y="7498"/>
                  <a:pt x="7593" y="7624"/>
                </a:cubicBezTo>
                <a:lnTo>
                  <a:pt x="7183" y="8034"/>
                </a:lnTo>
                <a:lnTo>
                  <a:pt x="7593" y="8475"/>
                </a:lnTo>
                <a:cubicBezTo>
                  <a:pt x="7719" y="8601"/>
                  <a:pt x="7719" y="8821"/>
                  <a:pt x="7593" y="8947"/>
                </a:cubicBezTo>
                <a:cubicBezTo>
                  <a:pt x="7546" y="9010"/>
                  <a:pt x="7459" y="9042"/>
                  <a:pt x="7369" y="9042"/>
                </a:cubicBezTo>
                <a:cubicBezTo>
                  <a:pt x="7278" y="9042"/>
                  <a:pt x="7183" y="9010"/>
                  <a:pt x="7120" y="8947"/>
                </a:cubicBezTo>
                <a:lnTo>
                  <a:pt x="6711" y="8506"/>
                </a:lnTo>
                <a:lnTo>
                  <a:pt x="6270" y="8947"/>
                </a:lnTo>
                <a:cubicBezTo>
                  <a:pt x="6207" y="9010"/>
                  <a:pt x="6120" y="9042"/>
                  <a:pt x="6034" y="9042"/>
                </a:cubicBezTo>
                <a:cubicBezTo>
                  <a:pt x="5947" y="9042"/>
                  <a:pt x="5860" y="9010"/>
                  <a:pt x="5797" y="8947"/>
                </a:cubicBezTo>
                <a:cubicBezTo>
                  <a:pt x="5671" y="8821"/>
                  <a:pt x="5671" y="8601"/>
                  <a:pt x="5797" y="8475"/>
                </a:cubicBezTo>
                <a:lnTo>
                  <a:pt x="6207" y="8034"/>
                </a:lnTo>
                <a:lnTo>
                  <a:pt x="5797" y="7624"/>
                </a:lnTo>
                <a:cubicBezTo>
                  <a:pt x="5671" y="7498"/>
                  <a:pt x="5671" y="7246"/>
                  <a:pt x="5797" y="7152"/>
                </a:cubicBezTo>
                <a:cubicBezTo>
                  <a:pt x="5845" y="7089"/>
                  <a:pt x="5931" y="7057"/>
                  <a:pt x="6022" y="7057"/>
                </a:cubicBezTo>
                <a:cubicBezTo>
                  <a:pt x="6112" y="7057"/>
                  <a:pt x="6207" y="7089"/>
                  <a:pt x="6270" y="7152"/>
                </a:cubicBezTo>
                <a:lnTo>
                  <a:pt x="6711" y="7561"/>
                </a:lnTo>
                <a:lnTo>
                  <a:pt x="7120" y="7152"/>
                </a:lnTo>
                <a:cubicBezTo>
                  <a:pt x="7183" y="7089"/>
                  <a:pt x="7278" y="7057"/>
                  <a:pt x="7369" y="7057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9388"/>
                </a:lnTo>
                <a:cubicBezTo>
                  <a:pt x="0" y="9987"/>
                  <a:pt x="473" y="10397"/>
                  <a:pt x="1040" y="10397"/>
                </a:cubicBezTo>
                <a:lnTo>
                  <a:pt x="8003" y="10397"/>
                </a:lnTo>
                <a:cubicBezTo>
                  <a:pt x="8601" y="10397"/>
                  <a:pt x="9011" y="9924"/>
                  <a:pt x="9011" y="9388"/>
                </a:cubicBezTo>
                <a:lnTo>
                  <a:pt x="9011" y="1040"/>
                </a:lnTo>
                <a:cubicBezTo>
                  <a:pt x="9105" y="473"/>
                  <a:pt x="8633" y="0"/>
                  <a:pt x="8034" y="0"/>
                </a:cubicBezTo>
                <a:lnTo>
                  <a:pt x="7341" y="0"/>
                </a:lnTo>
                <a:cubicBezTo>
                  <a:pt x="7341" y="756"/>
                  <a:pt x="6711" y="1386"/>
                  <a:pt x="5955" y="1386"/>
                </a:cubicBezTo>
                <a:lnTo>
                  <a:pt x="3119" y="1386"/>
                </a:lnTo>
                <a:cubicBezTo>
                  <a:pt x="2363" y="1386"/>
                  <a:pt x="1733" y="756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3" name="Google Shape;9483;p73">
            <a:extLst>
              <a:ext uri="{FF2B5EF4-FFF2-40B4-BE49-F238E27FC236}">
                <a16:creationId xmlns:a16="http://schemas.microsoft.com/office/drawing/2014/main" id="{EB9919A6-24C0-DE41-F7B6-C713BE5F7154}"/>
              </a:ext>
            </a:extLst>
          </p:cNvPr>
          <p:cNvSpPr/>
          <p:nvPr/>
        </p:nvSpPr>
        <p:spPr>
          <a:xfrm>
            <a:off x="10671201" y="5428999"/>
            <a:ext cx="191955" cy="96700"/>
          </a:xfrm>
          <a:custGeom>
            <a:avLst/>
            <a:gdLst/>
            <a:ahLst/>
            <a:cxnLst/>
            <a:rect l="l" t="t" r="r" b="b"/>
            <a:pathLst>
              <a:path w="4254" h="2143" extrusionOk="0">
                <a:moveTo>
                  <a:pt x="2143" y="0"/>
                </a:moveTo>
                <a:cubicBezTo>
                  <a:pt x="1860" y="0"/>
                  <a:pt x="1576" y="221"/>
                  <a:pt x="1450" y="473"/>
                </a:cubicBezTo>
                <a:lnTo>
                  <a:pt x="1387" y="725"/>
                </a:lnTo>
                <a:lnTo>
                  <a:pt x="725" y="725"/>
                </a:lnTo>
                <a:cubicBezTo>
                  <a:pt x="316" y="725"/>
                  <a:pt x="1" y="1040"/>
                  <a:pt x="1" y="1418"/>
                </a:cubicBezTo>
                <a:cubicBezTo>
                  <a:pt x="1" y="1828"/>
                  <a:pt x="316" y="2143"/>
                  <a:pt x="725" y="2143"/>
                </a:cubicBezTo>
                <a:lnTo>
                  <a:pt x="3561" y="2143"/>
                </a:lnTo>
                <a:cubicBezTo>
                  <a:pt x="3939" y="2143"/>
                  <a:pt x="4254" y="1828"/>
                  <a:pt x="4254" y="1418"/>
                </a:cubicBezTo>
                <a:cubicBezTo>
                  <a:pt x="4254" y="1040"/>
                  <a:pt x="3939" y="725"/>
                  <a:pt x="3561" y="725"/>
                </a:cubicBezTo>
                <a:lnTo>
                  <a:pt x="2868" y="725"/>
                </a:lnTo>
                <a:lnTo>
                  <a:pt x="2805" y="473"/>
                </a:lnTo>
                <a:cubicBezTo>
                  <a:pt x="2710" y="221"/>
                  <a:pt x="2458" y="0"/>
                  <a:pt x="2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4" name="Google Shape;9484;p73">
            <a:extLst>
              <a:ext uri="{FF2B5EF4-FFF2-40B4-BE49-F238E27FC236}">
                <a16:creationId xmlns:a16="http://schemas.microsoft.com/office/drawing/2014/main" id="{32E06B40-1A32-75D4-FB93-66AE0D31C9EB}"/>
              </a:ext>
            </a:extLst>
          </p:cNvPr>
          <p:cNvSpPr/>
          <p:nvPr/>
        </p:nvSpPr>
        <p:spPr>
          <a:xfrm>
            <a:off x="11002454" y="5649337"/>
            <a:ext cx="93857" cy="190556"/>
          </a:xfrm>
          <a:custGeom>
            <a:avLst/>
            <a:gdLst/>
            <a:ahLst/>
            <a:cxnLst/>
            <a:rect l="l" t="t" r="r" b="b"/>
            <a:pathLst>
              <a:path w="2080" h="4223" extrusionOk="0">
                <a:moveTo>
                  <a:pt x="0" y="1"/>
                </a:moveTo>
                <a:lnTo>
                  <a:pt x="0" y="4222"/>
                </a:lnTo>
                <a:lnTo>
                  <a:pt x="32" y="4222"/>
                </a:lnTo>
                <a:cubicBezTo>
                  <a:pt x="315" y="4002"/>
                  <a:pt x="662" y="3876"/>
                  <a:pt x="1072" y="3876"/>
                </a:cubicBezTo>
                <a:cubicBezTo>
                  <a:pt x="1450" y="3876"/>
                  <a:pt x="1796" y="4002"/>
                  <a:pt x="2080" y="4222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5" name="Google Shape;9485;p73">
            <a:extLst>
              <a:ext uri="{FF2B5EF4-FFF2-40B4-BE49-F238E27FC236}">
                <a16:creationId xmlns:a16="http://schemas.microsoft.com/office/drawing/2014/main" id="{17F999CA-6F10-003C-FC21-B473EC9507A7}"/>
              </a:ext>
            </a:extLst>
          </p:cNvPr>
          <p:cNvSpPr/>
          <p:nvPr/>
        </p:nvSpPr>
        <p:spPr>
          <a:xfrm>
            <a:off x="11005295" y="5555525"/>
            <a:ext cx="93857" cy="62587"/>
          </a:xfrm>
          <a:custGeom>
            <a:avLst/>
            <a:gdLst/>
            <a:ahLst/>
            <a:cxnLst/>
            <a:rect l="l" t="t" r="r" b="b"/>
            <a:pathLst>
              <a:path w="2080" h="1387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386"/>
                </a:lnTo>
                <a:lnTo>
                  <a:pt x="2080" y="1386"/>
                </a:lnTo>
                <a:lnTo>
                  <a:pt x="2080" y="1040"/>
                </a:lnTo>
                <a:cubicBezTo>
                  <a:pt x="2048" y="473"/>
                  <a:pt x="1576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6" name="Google Shape;9486;p73">
            <a:extLst>
              <a:ext uri="{FF2B5EF4-FFF2-40B4-BE49-F238E27FC236}">
                <a16:creationId xmlns:a16="http://schemas.microsoft.com/office/drawing/2014/main" id="{A1D1308B-25E5-6EA9-F403-4EE8C3F29E89}"/>
              </a:ext>
            </a:extLst>
          </p:cNvPr>
          <p:cNvSpPr/>
          <p:nvPr/>
        </p:nvSpPr>
        <p:spPr>
          <a:xfrm>
            <a:off x="11012379" y="5855461"/>
            <a:ext cx="78244" cy="78244"/>
          </a:xfrm>
          <a:custGeom>
            <a:avLst/>
            <a:gdLst/>
            <a:ahLst/>
            <a:cxnLst/>
            <a:rect l="l" t="t" r="r" b="b"/>
            <a:pathLst>
              <a:path w="1733" h="1733" extrusionOk="0">
                <a:moveTo>
                  <a:pt x="883" y="1"/>
                </a:moveTo>
                <a:cubicBezTo>
                  <a:pt x="537" y="1"/>
                  <a:pt x="190" y="221"/>
                  <a:pt x="1" y="442"/>
                </a:cubicBezTo>
                <a:lnTo>
                  <a:pt x="568" y="1545"/>
                </a:lnTo>
                <a:cubicBezTo>
                  <a:pt x="600" y="1671"/>
                  <a:pt x="757" y="1734"/>
                  <a:pt x="883" y="1734"/>
                </a:cubicBezTo>
                <a:cubicBezTo>
                  <a:pt x="978" y="1734"/>
                  <a:pt x="1104" y="1671"/>
                  <a:pt x="1198" y="1545"/>
                </a:cubicBezTo>
                <a:lnTo>
                  <a:pt x="1734" y="442"/>
                </a:lnTo>
                <a:cubicBezTo>
                  <a:pt x="1545" y="158"/>
                  <a:pt x="1230" y="1"/>
                  <a:pt x="88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8" name="Google Shape;9488;p73">
            <a:extLst>
              <a:ext uri="{FF2B5EF4-FFF2-40B4-BE49-F238E27FC236}">
                <a16:creationId xmlns:a16="http://schemas.microsoft.com/office/drawing/2014/main" id="{188B963B-7280-3504-21B4-54EC4EBDFC35}"/>
              </a:ext>
            </a:extLst>
          </p:cNvPr>
          <p:cNvSpPr/>
          <p:nvPr/>
        </p:nvSpPr>
        <p:spPr>
          <a:xfrm>
            <a:off x="2469946" y="4284578"/>
            <a:ext cx="501863" cy="356883"/>
          </a:xfrm>
          <a:custGeom>
            <a:avLst/>
            <a:gdLst/>
            <a:ahLst/>
            <a:cxnLst/>
            <a:rect l="l" t="t" r="r" b="b"/>
            <a:pathLst>
              <a:path w="11122" h="7909" extrusionOk="0">
                <a:moveTo>
                  <a:pt x="10535" y="0"/>
                </a:moveTo>
                <a:cubicBezTo>
                  <a:pt x="10489" y="0"/>
                  <a:pt x="10442" y="10"/>
                  <a:pt x="10397" y="33"/>
                </a:cubicBezTo>
                <a:cubicBezTo>
                  <a:pt x="10208" y="64"/>
                  <a:pt x="10114" y="253"/>
                  <a:pt x="10177" y="474"/>
                </a:cubicBezTo>
                <a:cubicBezTo>
                  <a:pt x="10334" y="978"/>
                  <a:pt x="10429" y="1482"/>
                  <a:pt x="10429" y="1986"/>
                </a:cubicBezTo>
                <a:cubicBezTo>
                  <a:pt x="10429" y="4885"/>
                  <a:pt x="8066" y="7247"/>
                  <a:pt x="5199" y="7247"/>
                </a:cubicBezTo>
                <a:cubicBezTo>
                  <a:pt x="3561" y="7247"/>
                  <a:pt x="2017" y="6397"/>
                  <a:pt x="1072" y="5137"/>
                </a:cubicBezTo>
                <a:lnTo>
                  <a:pt x="1733" y="5137"/>
                </a:lnTo>
                <a:cubicBezTo>
                  <a:pt x="1922" y="5137"/>
                  <a:pt x="2080" y="4979"/>
                  <a:pt x="2080" y="4790"/>
                </a:cubicBezTo>
                <a:cubicBezTo>
                  <a:pt x="2080" y="4601"/>
                  <a:pt x="1922" y="4443"/>
                  <a:pt x="1733" y="4443"/>
                </a:cubicBezTo>
                <a:lnTo>
                  <a:pt x="347" y="4443"/>
                </a:lnTo>
                <a:cubicBezTo>
                  <a:pt x="158" y="4443"/>
                  <a:pt x="1" y="4601"/>
                  <a:pt x="1" y="4790"/>
                </a:cubicBezTo>
                <a:lnTo>
                  <a:pt x="1" y="6176"/>
                </a:lnTo>
                <a:cubicBezTo>
                  <a:pt x="1" y="6365"/>
                  <a:pt x="158" y="6523"/>
                  <a:pt x="347" y="6523"/>
                </a:cubicBezTo>
                <a:cubicBezTo>
                  <a:pt x="536" y="6523"/>
                  <a:pt x="694" y="6365"/>
                  <a:pt x="694" y="6176"/>
                </a:cubicBezTo>
                <a:lnTo>
                  <a:pt x="694" y="5767"/>
                </a:lnTo>
                <a:cubicBezTo>
                  <a:pt x="1796" y="7090"/>
                  <a:pt x="3466" y="7909"/>
                  <a:pt x="5199" y="7909"/>
                </a:cubicBezTo>
                <a:cubicBezTo>
                  <a:pt x="8412" y="7909"/>
                  <a:pt x="11122" y="5231"/>
                  <a:pt x="11122" y="1986"/>
                </a:cubicBezTo>
                <a:cubicBezTo>
                  <a:pt x="11122" y="1419"/>
                  <a:pt x="10996" y="820"/>
                  <a:pt x="10838" y="222"/>
                </a:cubicBezTo>
                <a:cubicBezTo>
                  <a:pt x="10814" y="102"/>
                  <a:pt x="10681" y="0"/>
                  <a:pt x="105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9" name="Google Shape;9489;p73">
            <a:extLst>
              <a:ext uri="{FF2B5EF4-FFF2-40B4-BE49-F238E27FC236}">
                <a16:creationId xmlns:a16="http://schemas.microsoft.com/office/drawing/2014/main" id="{CA25D299-F606-D74E-987D-6ACC119A84DE}"/>
              </a:ext>
            </a:extLst>
          </p:cNvPr>
          <p:cNvSpPr/>
          <p:nvPr/>
        </p:nvSpPr>
        <p:spPr>
          <a:xfrm>
            <a:off x="2440118" y="4108327"/>
            <a:ext cx="500419" cy="357199"/>
          </a:xfrm>
          <a:custGeom>
            <a:avLst/>
            <a:gdLst/>
            <a:ahLst/>
            <a:cxnLst/>
            <a:rect l="l" t="t" r="r" b="b"/>
            <a:pathLst>
              <a:path w="11090" h="7916" extrusionOk="0">
                <a:moveTo>
                  <a:pt x="5891" y="1"/>
                </a:moveTo>
                <a:cubicBezTo>
                  <a:pt x="2678" y="1"/>
                  <a:pt x="0" y="2679"/>
                  <a:pt x="0" y="5892"/>
                </a:cubicBezTo>
                <a:cubicBezTo>
                  <a:pt x="0" y="6491"/>
                  <a:pt x="126" y="7089"/>
                  <a:pt x="284" y="7656"/>
                </a:cubicBezTo>
                <a:cubicBezTo>
                  <a:pt x="310" y="7842"/>
                  <a:pt x="448" y="7916"/>
                  <a:pt x="604" y="7916"/>
                </a:cubicBezTo>
                <a:cubicBezTo>
                  <a:pt x="633" y="7916"/>
                  <a:pt x="663" y="7913"/>
                  <a:pt x="693" y="7908"/>
                </a:cubicBezTo>
                <a:cubicBezTo>
                  <a:pt x="882" y="7877"/>
                  <a:pt x="977" y="7656"/>
                  <a:pt x="945" y="7467"/>
                </a:cubicBezTo>
                <a:cubicBezTo>
                  <a:pt x="788" y="6963"/>
                  <a:pt x="662" y="6459"/>
                  <a:pt x="662" y="5892"/>
                </a:cubicBezTo>
                <a:cubicBezTo>
                  <a:pt x="662" y="3025"/>
                  <a:pt x="3025" y="662"/>
                  <a:pt x="5891" y="662"/>
                </a:cubicBezTo>
                <a:cubicBezTo>
                  <a:pt x="7561" y="662"/>
                  <a:pt x="9105" y="1481"/>
                  <a:pt x="10050" y="2742"/>
                </a:cubicBezTo>
                <a:lnTo>
                  <a:pt x="9357" y="2742"/>
                </a:lnTo>
                <a:cubicBezTo>
                  <a:pt x="9168" y="2742"/>
                  <a:pt x="9010" y="2899"/>
                  <a:pt x="9010" y="3088"/>
                </a:cubicBezTo>
                <a:cubicBezTo>
                  <a:pt x="9010" y="3309"/>
                  <a:pt x="9168" y="3466"/>
                  <a:pt x="9357" y="3466"/>
                </a:cubicBezTo>
                <a:lnTo>
                  <a:pt x="10743" y="3466"/>
                </a:lnTo>
                <a:cubicBezTo>
                  <a:pt x="10932" y="3466"/>
                  <a:pt x="11090" y="3309"/>
                  <a:pt x="11090" y="3088"/>
                </a:cubicBezTo>
                <a:lnTo>
                  <a:pt x="11090" y="1733"/>
                </a:lnTo>
                <a:cubicBezTo>
                  <a:pt x="11090" y="1513"/>
                  <a:pt x="10932" y="1355"/>
                  <a:pt x="10743" y="1355"/>
                </a:cubicBezTo>
                <a:cubicBezTo>
                  <a:pt x="10554" y="1355"/>
                  <a:pt x="10397" y="1513"/>
                  <a:pt x="10397" y="1733"/>
                </a:cubicBezTo>
                <a:lnTo>
                  <a:pt x="10397" y="2111"/>
                </a:lnTo>
                <a:cubicBezTo>
                  <a:pt x="9294" y="820"/>
                  <a:pt x="7624" y="1"/>
                  <a:pt x="58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60" name="Google Shape;9490;p73">
            <a:extLst>
              <a:ext uri="{FF2B5EF4-FFF2-40B4-BE49-F238E27FC236}">
                <a16:creationId xmlns:a16="http://schemas.microsoft.com/office/drawing/2014/main" id="{0BC741D5-21A9-FF6E-382E-4B2F19226BA7}"/>
              </a:ext>
            </a:extLst>
          </p:cNvPr>
          <p:cNvSpPr/>
          <p:nvPr/>
        </p:nvSpPr>
        <p:spPr>
          <a:xfrm>
            <a:off x="2535327" y="4203583"/>
            <a:ext cx="341268" cy="341224"/>
          </a:xfrm>
          <a:custGeom>
            <a:avLst/>
            <a:gdLst/>
            <a:ahLst/>
            <a:cxnLst/>
            <a:rect l="l" t="t" r="r" b="b"/>
            <a:pathLst>
              <a:path w="7563" h="7562" extrusionOk="0">
                <a:moveTo>
                  <a:pt x="3750" y="2048"/>
                </a:moveTo>
                <a:cubicBezTo>
                  <a:pt x="3939" y="2048"/>
                  <a:pt x="4097" y="2206"/>
                  <a:pt x="4097" y="2426"/>
                </a:cubicBezTo>
                <a:lnTo>
                  <a:pt x="4097" y="3435"/>
                </a:lnTo>
                <a:lnTo>
                  <a:pt x="4475" y="3435"/>
                </a:lnTo>
                <a:cubicBezTo>
                  <a:pt x="4664" y="3435"/>
                  <a:pt x="4821" y="3592"/>
                  <a:pt x="4821" y="3781"/>
                </a:cubicBezTo>
                <a:cubicBezTo>
                  <a:pt x="4821" y="4002"/>
                  <a:pt x="4664" y="4159"/>
                  <a:pt x="4475" y="4159"/>
                </a:cubicBezTo>
                <a:lnTo>
                  <a:pt x="3750" y="4159"/>
                </a:lnTo>
                <a:cubicBezTo>
                  <a:pt x="3561" y="4159"/>
                  <a:pt x="3403" y="4002"/>
                  <a:pt x="3403" y="3781"/>
                </a:cubicBezTo>
                <a:lnTo>
                  <a:pt x="3403" y="2426"/>
                </a:lnTo>
                <a:cubicBezTo>
                  <a:pt x="3403" y="2206"/>
                  <a:pt x="3561" y="2048"/>
                  <a:pt x="3750" y="2048"/>
                </a:cubicBezTo>
                <a:close/>
                <a:moveTo>
                  <a:pt x="3435" y="0"/>
                </a:moveTo>
                <a:cubicBezTo>
                  <a:pt x="2647" y="95"/>
                  <a:pt x="1923" y="410"/>
                  <a:pt x="1356" y="883"/>
                </a:cubicBezTo>
                <a:lnTo>
                  <a:pt x="2049" y="1576"/>
                </a:lnTo>
                <a:cubicBezTo>
                  <a:pt x="2175" y="1702"/>
                  <a:pt x="2175" y="1954"/>
                  <a:pt x="2049" y="2048"/>
                </a:cubicBezTo>
                <a:cubicBezTo>
                  <a:pt x="1986" y="2111"/>
                  <a:pt x="1899" y="2143"/>
                  <a:pt x="1812" y="2143"/>
                </a:cubicBezTo>
                <a:cubicBezTo>
                  <a:pt x="1726" y="2143"/>
                  <a:pt x="1639" y="2111"/>
                  <a:pt x="1576" y="2048"/>
                </a:cubicBezTo>
                <a:lnTo>
                  <a:pt x="883" y="1355"/>
                </a:lnTo>
                <a:cubicBezTo>
                  <a:pt x="410" y="1922"/>
                  <a:pt x="95" y="2647"/>
                  <a:pt x="1" y="3435"/>
                </a:cubicBezTo>
                <a:lnTo>
                  <a:pt x="1041" y="3435"/>
                </a:lnTo>
                <a:cubicBezTo>
                  <a:pt x="1230" y="3435"/>
                  <a:pt x="1387" y="3592"/>
                  <a:pt x="1387" y="3781"/>
                </a:cubicBezTo>
                <a:cubicBezTo>
                  <a:pt x="1387" y="3970"/>
                  <a:pt x="1230" y="4128"/>
                  <a:pt x="1041" y="4128"/>
                </a:cubicBezTo>
                <a:lnTo>
                  <a:pt x="1" y="4128"/>
                </a:lnTo>
                <a:cubicBezTo>
                  <a:pt x="95" y="4915"/>
                  <a:pt x="410" y="5640"/>
                  <a:pt x="883" y="6238"/>
                </a:cubicBezTo>
                <a:lnTo>
                  <a:pt x="1576" y="5514"/>
                </a:lnTo>
                <a:cubicBezTo>
                  <a:pt x="1639" y="5451"/>
                  <a:pt x="1734" y="5419"/>
                  <a:pt x="1824" y="5419"/>
                </a:cubicBezTo>
                <a:cubicBezTo>
                  <a:pt x="1915" y="5419"/>
                  <a:pt x="2001" y="5451"/>
                  <a:pt x="2049" y="5514"/>
                </a:cubicBezTo>
                <a:cubicBezTo>
                  <a:pt x="2175" y="5640"/>
                  <a:pt x="2175" y="5860"/>
                  <a:pt x="2049" y="5986"/>
                </a:cubicBezTo>
                <a:lnTo>
                  <a:pt x="1356" y="6711"/>
                </a:lnTo>
                <a:cubicBezTo>
                  <a:pt x="1923" y="7184"/>
                  <a:pt x="2647" y="7499"/>
                  <a:pt x="3435" y="7562"/>
                </a:cubicBezTo>
                <a:lnTo>
                  <a:pt x="3435" y="6553"/>
                </a:lnTo>
                <a:cubicBezTo>
                  <a:pt x="3435" y="6333"/>
                  <a:pt x="3592" y="6175"/>
                  <a:pt x="3781" y="6175"/>
                </a:cubicBezTo>
                <a:cubicBezTo>
                  <a:pt x="4002" y="6175"/>
                  <a:pt x="4160" y="6333"/>
                  <a:pt x="4160" y="6553"/>
                </a:cubicBezTo>
                <a:lnTo>
                  <a:pt x="4160" y="7562"/>
                </a:lnTo>
                <a:cubicBezTo>
                  <a:pt x="4947" y="7499"/>
                  <a:pt x="5640" y="7184"/>
                  <a:pt x="6239" y="6711"/>
                </a:cubicBezTo>
                <a:lnTo>
                  <a:pt x="5514" y="5986"/>
                </a:lnTo>
                <a:cubicBezTo>
                  <a:pt x="5420" y="5860"/>
                  <a:pt x="5420" y="5640"/>
                  <a:pt x="5514" y="5514"/>
                </a:cubicBezTo>
                <a:cubicBezTo>
                  <a:pt x="5577" y="5451"/>
                  <a:pt x="5672" y="5419"/>
                  <a:pt x="5762" y="5419"/>
                </a:cubicBezTo>
                <a:cubicBezTo>
                  <a:pt x="5853" y="5419"/>
                  <a:pt x="5940" y="5451"/>
                  <a:pt x="5987" y="5514"/>
                </a:cubicBezTo>
                <a:lnTo>
                  <a:pt x="6711" y="6238"/>
                </a:lnTo>
                <a:cubicBezTo>
                  <a:pt x="7184" y="5640"/>
                  <a:pt x="7499" y="4915"/>
                  <a:pt x="7562" y="4128"/>
                </a:cubicBezTo>
                <a:lnTo>
                  <a:pt x="6554" y="4128"/>
                </a:lnTo>
                <a:cubicBezTo>
                  <a:pt x="6365" y="4128"/>
                  <a:pt x="6207" y="3970"/>
                  <a:pt x="6207" y="3781"/>
                </a:cubicBezTo>
                <a:cubicBezTo>
                  <a:pt x="6207" y="3592"/>
                  <a:pt x="6365" y="3435"/>
                  <a:pt x="6554" y="3435"/>
                </a:cubicBezTo>
                <a:lnTo>
                  <a:pt x="7562" y="3435"/>
                </a:lnTo>
                <a:cubicBezTo>
                  <a:pt x="7499" y="2647"/>
                  <a:pt x="7184" y="1922"/>
                  <a:pt x="6711" y="1355"/>
                </a:cubicBezTo>
                <a:lnTo>
                  <a:pt x="5987" y="2048"/>
                </a:lnTo>
                <a:cubicBezTo>
                  <a:pt x="5940" y="2111"/>
                  <a:pt x="5853" y="2143"/>
                  <a:pt x="5762" y="2143"/>
                </a:cubicBezTo>
                <a:cubicBezTo>
                  <a:pt x="5672" y="2143"/>
                  <a:pt x="5577" y="2111"/>
                  <a:pt x="5514" y="2048"/>
                </a:cubicBezTo>
                <a:cubicBezTo>
                  <a:pt x="5420" y="1922"/>
                  <a:pt x="5420" y="1702"/>
                  <a:pt x="5514" y="1576"/>
                </a:cubicBezTo>
                <a:lnTo>
                  <a:pt x="6239" y="883"/>
                </a:lnTo>
                <a:cubicBezTo>
                  <a:pt x="5640" y="410"/>
                  <a:pt x="4947" y="95"/>
                  <a:pt x="4160" y="0"/>
                </a:cubicBezTo>
                <a:lnTo>
                  <a:pt x="4160" y="1040"/>
                </a:lnTo>
                <a:cubicBezTo>
                  <a:pt x="4160" y="1229"/>
                  <a:pt x="4002" y="1387"/>
                  <a:pt x="3781" y="1387"/>
                </a:cubicBezTo>
                <a:cubicBezTo>
                  <a:pt x="3592" y="1387"/>
                  <a:pt x="3435" y="1229"/>
                  <a:pt x="3435" y="1040"/>
                </a:cubicBezTo>
                <a:lnTo>
                  <a:pt x="343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5" name="Google Shape;9492;p73">
            <a:extLst>
              <a:ext uri="{FF2B5EF4-FFF2-40B4-BE49-F238E27FC236}">
                <a16:creationId xmlns:a16="http://schemas.microsoft.com/office/drawing/2014/main" id="{56F6236A-442B-04E7-3C11-287BC31C0E33}"/>
              </a:ext>
            </a:extLst>
          </p:cNvPr>
          <p:cNvSpPr/>
          <p:nvPr/>
        </p:nvSpPr>
        <p:spPr>
          <a:xfrm>
            <a:off x="2719432" y="5123742"/>
            <a:ext cx="32760" cy="63985"/>
          </a:xfrm>
          <a:custGeom>
            <a:avLst/>
            <a:gdLst/>
            <a:ahLst/>
            <a:cxnLst/>
            <a:rect l="l" t="t" r="r" b="b"/>
            <a:pathLst>
              <a:path w="726" h="1418" extrusionOk="0">
                <a:moveTo>
                  <a:pt x="1" y="0"/>
                </a:moveTo>
                <a:lnTo>
                  <a:pt x="1" y="1418"/>
                </a:lnTo>
                <a:lnTo>
                  <a:pt x="379" y="1418"/>
                </a:lnTo>
                <a:cubicBezTo>
                  <a:pt x="568" y="1418"/>
                  <a:pt x="725" y="1260"/>
                  <a:pt x="725" y="1040"/>
                </a:cubicBezTo>
                <a:lnTo>
                  <a:pt x="725" y="347"/>
                </a:ln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6" name="Google Shape;9493;p73">
            <a:extLst>
              <a:ext uri="{FF2B5EF4-FFF2-40B4-BE49-F238E27FC236}">
                <a16:creationId xmlns:a16="http://schemas.microsoft.com/office/drawing/2014/main" id="{4B8ABF5A-D8BA-C809-CD1D-524F1E01E4BE}"/>
              </a:ext>
            </a:extLst>
          </p:cNvPr>
          <p:cNvSpPr/>
          <p:nvPr/>
        </p:nvSpPr>
        <p:spPr>
          <a:xfrm>
            <a:off x="2656892" y="5028486"/>
            <a:ext cx="32715" cy="63985"/>
          </a:xfrm>
          <a:custGeom>
            <a:avLst/>
            <a:gdLst/>
            <a:ahLst/>
            <a:cxnLst/>
            <a:rect l="l" t="t" r="r" b="b"/>
            <a:pathLst>
              <a:path w="725" h="1418" extrusionOk="0">
                <a:moveTo>
                  <a:pt x="378" y="0"/>
                </a:moveTo>
                <a:cubicBezTo>
                  <a:pt x="189" y="0"/>
                  <a:pt x="0" y="158"/>
                  <a:pt x="0" y="378"/>
                </a:cubicBezTo>
                <a:lnTo>
                  <a:pt x="0" y="1071"/>
                </a:lnTo>
                <a:cubicBezTo>
                  <a:pt x="0" y="1260"/>
                  <a:pt x="189" y="1418"/>
                  <a:pt x="378" y="1418"/>
                </a:cubicBezTo>
                <a:lnTo>
                  <a:pt x="725" y="1418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7" name="Google Shape;9494;p73">
            <a:extLst>
              <a:ext uri="{FF2B5EF4-FFF2-40B4-BE49-F238E27FC236}">
                <a16:creationId xmlns:a16="http://schemas.microsoft.com/office/drawing/2014/main" id="{86DBDDDF-766C-6BC0-EB6F-6578E6467900}"/>
              </a:ext>
            </a:extLst>
          </p:cNvPr>
          <p:cNvSpPr/>
          <p:nvPr/>
        </p:nvSpPr>
        <p:spPr>
          <a:xfrm>
            <a:off x="2462141" y="4781118"/>
            <a:ext cx="487649" cy="533135"/>
          </a:xfrm>
          <a:custGeom>
            <a:avLst/>
            <a:gdLst/>
            <a:ahLst/>
            <a:cxnLst/>
            <a:rect l="l" t="t" r="r" b="b"/>
            <a:pathLst>
              <a:path w="10807" h="11815" extrusionOk="0">
                <a:moveTo>
                  <a:pt x="6459" y="662"/>
                </a:moveTo>
                <a:cubicBezTo>
                  <a:pt x="6868" y="662"/>
                  <a:pt x="7183" y="977"/>
                  <a:pt x="7183" y="1355"/>
                </a:cubicBezTo>
                <a:cubicBezTo>
                  <a:pt x="7183" y="1765"/>
                  <a:pt x="6868" y="2080"/>
                  <a:pt x="6459" y="2080"/>
                </a:cubicBezTo>
                <a:lnTo>
                  <a:pt x="6459" y="1702"/>
                </a:lnTo>
                <a:cubicBezTo>
                  <a:pt x="6459" y="1513"/>
                  <a:pt x="6301" y="1355"/>
                  <a:pt x="6112" y="1355"/>
                </a:cubicBezTo>
                <a:lnTo>
                  <a:pt x="4726" y="1355"/>
                </a:lnTo>
                <a:cubicBezTo>
                  <a:pt x="4537" y="1355"/>
                  <a:pt x="4379" y="1513"/>
                  <a:pt x="4379" y="1702"/>
                </a:cubicBezTo>
                <a:lnTo>
                  <a:pt x="4379" y="2080"/>
                </a:lnTo>
                <a:cubicBezTo>
                  <a:pt x="3970" y="2017"/>
                  <a:pt x="3655" y="1702"/>
                  <a:pt x="3655" y="1355"/>
                </a:cubicBezTo>
                <a:cubicBezTo>
                  <a:pt x="3655" y="977"/>
                  <a:pt x="3970" y="662"/>
                  <a:pt x="4379" y="662"/>
                </a:cubicBezTo>
                <a:close/>
                <a:moveTo>
                  <a:pt x="5387" y="4128"/>
                </a:moveTo>
                <a:cubicBezTo>
                  <a:pt x="5608" y="4128"/>
                  <a:pt x="5766" y="4285"/>
                  <a:pt x="5766" y="4474"/>
                </a:cubicBezTo>
                <a:lnTo>
                  <a:pt x="5766" y="4821"/>
                </a:lnTo>
                <a:lnTo>
                  <a:pt x="6112" y="4821"/>
                </a:lnTo>
                <a:cubicBezTo>
                  <a:pt x="6711" y="4821"/>
                  <a:pt x="7120" y="5293"/>
                  <a:pt x="7120" y="5860"/>
                </a:cubicBezTo>
                <a:cubicBezTo>
                  <a:pt x="7120" y="6049"/>
                  <a:pt x="6963" y="6207"/>
                  <a:pt x="6774" y="6207"/>
                </a:cubicBezTo>
                <a:cubicBezTo>
                  <a:pt x="6585" y="6207"/>
                  <a:pt x="6427" y="6049"/>
                  <a:pt x="6427" y="5860"/>
                </a:cubicBezTo>
                <a:cubicBezTo>
                  <a:pt x="6427" y="5640"/>
                  <a:pt x="6270" y="5482"/>
                  <a:pt x="6081" y="5482"/>
                </a:cubicBezTo>
                <a:lnTo>
                  <a:pt x="5703" y="5482"/>
                </a:lnTo>
                <a:lnTo>
                  <a:pt x="5703" y="6868"/>
                </a:lnTo>
                <a:lnTo>
                  <a:pt x="6081" y="6868"/>
                </a:lnTo>
                <a:cubicBezTo>
                  <a:pt x="6648" y="6868"/>
                  <a:pt x="7089" y="7341"/>
                  <a:pt x="7089" y="7908"/>
                </a:cubicBezTo>
                <a:lnTo>
                  <a:pt x="7089" y="8601"/>
                </a:lnTo>
                <a:cubicBezTo>
                  <a:pt x="7089" y="9200"/>
                  <a:pt x="6616" y="9641"/>
                  <a:pt x="6081" y="9641"/>
                </a:cubicBezTo>
                <a:lnTo>
                  <a:pt x="5703" y="9641"/>
                </a:lnTo>
                <a:lnTo>
                  <a:pt x="5703" y="9987"/>
                </a:lnTo>
                <a:cubicBezTo>
                  <a:pt x="5703" y="10176"/>
                  <a:pt x="5545" y="10334"/>
                  <a:pt x="5356" y="10334"/>
                </a:cubicBezTo>
                <a:cubicBezTo>
                  <a:pt x="5167" y="10334"/>
                  <a:pt x="5009" y="10176"/>
                  <a:pt x="5009" y="9987"/>
                </a:cubicBezTo>
                <a:lnTo>
                  <a:pt x="5009" y="9704"/>
                </a:lnTo>
                <a:lnTo>
                  <a:pt x="4631" y="9704"/>
                </a:lnTo>
                <a:cubicBezTo>
                  <a:pt x="4064" y="9704"/>
                  <a:pt x="3623" y="9231"/>
                  <a:pt x="3623" y="8664"/>
                </a:cubicBezTo>
                <a:cubicBezTo>
                  <a:pt x="3623" y="8475"/>
                  <a:pt x="3781" y="8318"/>
                  <a:pt x="3970" y="8318"/>
                </a:cubicBezTo>
                <a:cubicBezTo>
                  <a:pt x="4159" y="8318"/>
                  <a:pt x="4316" y="8475"/>
                  <a:pt x="4316" y="8664"/>
                </a:cubicBezTo>
                <a:cubicBezTo>
                  <a:pt x="4316" y="8885"/>
                  <a:pt x="4505" y="9042"/>
                  <a:pt x="4694" y="9042"/>
                </a:cubicBezTo>
                <a:lnTo>
                  <a:pt x="5041" y="9042"/>
                </a:lnTo>
                <a:lnTo>
                  <a:pt x="5041" y="7625"/>
                </a:lnTo>
                <a:lnTo>
                  <a:pt x="4694" y="7625"/>
                </a:lnTo>
                <a:lnTo>
                  <a:pt x="4694" y="7593"/>
                </a:lnTo>
                <a:cubicBezTo>
                  <a:pt x="4096" y="7593"/>
                  <a:pt x="3655" y="7120"/>
                  <a:pt x="3655" y="6553"/>
                </a:cubicBezTo>
                <a:lnTo>
                  <a:pt x="3655" y="5860"/>
                </a:lnTo>
                <a:cubicBezTo>
                  <a:pt x="3655" y="5262"/>
                  <a:pt x="4127" y="4821"/>
                  <a:pt x="4694" y="4821"/>
                </a:cubicBezTo>
                <a:lnTo>
                  <a:pt x="5041" y="4821"/>
                </a:lnTo>
                <a:lnTo>
                  <a:pt x="5041" y="4474"/>
                </a:lnTo>
                <a:cubicBezTo>
                  <a:pt x="5041" y="4285"/>
                  <a:pt x="5198" y="4128"/>
                  <a:pt x="5387" y="4128"/>
                </a:cubicBezTo>
                <a:close/>
                <a:moveTo>
                  <a:pt x="4379" y="0"/>
                </a:moveTo>
                <a:cubicBezTo>
                  <a:pt x="3623" y="0"/>
                  <a:pt x="2993" y="662"/>
                  <a:pt x="2993" y="1387"/>
                </a:cubicBezTo>
                <a:cubicBezTo>
                  <a:pt x="2993" y="2143"/>
                  <a:pt x="3623" y="2773"/>
                  <a:pt x="4379" y="2773"/>
                </a:cubicBezTo>
                <a:lnTo>
                  <a:pt x="4379" y="2899"/>
                </a:lnTo>
                <a:cubicBezTo>
                  <a:pt x="3781" y="3025"/>
                  <a:pt x="3277" y="3277"/>
                  <a:pt x="2804" y="3592"/>
                </a:cubicBezTo>
                <a:lnTo>
                  <a:pt x="2332" y="3056"/>
                </a:lnTo>
                <a:lnTo>
                  <a:pt x="2584" y="2804"/>
                </a:lnTo>
                <a:cubicBezTo>
                  <a:pt x="2710" y="2710"/>
                  <a:pt x="2710" y="2458"/>
                  <a:pt x="2615" y="2332"/>
                </a:cubicBezTo>
                <a:lnTo>
                  <a:pt x="1701" y="1292"/>
                </a:lnTo>
                <a:cubicBezTo>
                  <a:pt x="1630" y="1203"/>
                  <a:pt x="1529" y="1165"/>
                  <a:pt x="1432" y="1165"/>
                </a:cubicBezTo>
                <a:cubicBezTo>
                  <a:pt x="1357" y="1165"/>
                  <a:pt x="1284" y="1188"/>
                  <a:pt x="1229" y="1229"/>
                </a:cubicBezTo>
                <a:lnTo>
                  <a:pt x="158" y="2143"/>
                </a:lnTo>
                <a:cubicBezTo>
                  <a:pt x="0" y="2269"/>
                  <a:pt x="0" y="2489"/>
                  <a:pt x="126" y="2615"/>
                </a:cubicBezTo>
                <a:lnTo>
                  <a:pt x="1040" y="3686"/>
                </a:lnTo>
                <a:cubicBezTo>
                  <a:pt x="1090" y="3770"/>
                  <a:pt x="1183" y="3809"/>
                  <a:pt x="1279" y="3809"/>
                </a:cubicBezTo>
                <a:cubicBezTo>
                  <a:pt x="1365" y="3809"/>
                  <a:pt x="1453" y="3777"/>
                  <a:pt x="1512" y="3718"/>
                </a:cubicBezTo>
                <a:lnTo>
                  <a:pt x="1764" y="3497"/>
                </a:lnTo>
                <a:lnTo>
                  <a:pt x="2237" y="4033"/>
                </a:lnTo>
                <a:cubicBezTo>
                  <a:pt x="1418" y="4852"/>
                  <a:pt x="914" y="5986"/>
                  <a:pt x="914" y="7247"/>
                </a:cubicBezTo>
                <a:cubicBezTo>
                  <a:pt x="914" y="9735"/>
                  <a:pt x="2930" y="11815"/>
                  <a:pt x="5387" y="11815"/>
                </a:cubicBezTo>
                <a:cubicBezTo>
                  <a:pt x="7876" y="11815"/>
                  <a:pt x="9893" y="9798"/>
                  <a:pt x="9893" y="7247"/>
                </a:cubicBezTo>
                <a:cubicBezTo>
                  <a:pt x="9893" y="5986"/>
                  <a:pt x="9389" y="4852"/>
                  <a:pt x="8538" y="4033"/>
                </a:cubicBezTo>
                <a:lnTo>
                  <a:pt x="9011" y="3497"/>
                </a:lnTo>
                <a:lnTo>
                  <a:pt x="9294" y="3718"/>
                </a:lnTo>
                <a:cubicBezTo>
                  <a:pt x="9368" y="3777"/>
                  <a:pt x="9450" y="3809"/>
                  <a:pt x="9528" y="3809"/>
                </a:cubicBezTo>
                <a:cubicBezTo>
                  <a:pt x="9616" y="3809"/>
                  <a:pt x="9700" y="3770"/>
                  <a:pt x="9767" y="3686"/>
                </a:cubicBezTo>
                <a:lnTo>
                  <a:pt x="10680" y="2615"/>
                </a:lnTo>
                <a:cubicBezTo>
                  <a:pt x="10806" y="2458"/>
                  <a:pt x="10806" y="2269"/>
                  <a:pt x="10649" y="2143"/>
                </a:cubicBezTo>
                <a:lnTo>
                  <a:pt x="9578" y="1229"/>
                </a:lnTo>
                <a:cubicBezTo>
                  <a:pt x="9509" y="1188"/>
                  <a:pt x="9434" y="1165"/>
                  <a:pt x="9361" y="1165"/>
                </a:cubicBezTo>
                <a:cubicBezTo>
                  <a:pt x="9267" y="1165"/>
                  <a:pt x="9176" y="1203"/>
                  <a:pt x="9105" y="1292"/>
                </a:cubicBezTo>
                <a:lnTo>
                  <a:pt x="8191" y="2332"/>
                </a:lnTo>
                <a:cubicBezTo>
                  <a:pt x="8065" y="2489"/>
                  <a:pt x="8065" y="2710"/>
                  <a:pt x="8223" y="2804"/>
                </a:cubicBezTo>
                <a:lnTo>
                  <a:pt x="8506" y="3056"/>
                </a:lnTo>
                <a:lnTo>
                  <a:pt x="8034" y="3592"/>
                </a:lnTo>
                <a:cubicBezTo>
                  <a:pt x="7561" y="3245"/>
                  <a:pt x="7057" y="3025"/>
                  <a:pt x="6459" y="2899"/>
                </a:cubicBezTo>
                <a:lnTo>
                  <a:pt x="6459" y="2773"/>
                </a:lnTo>
                <a:cubicBezTo>
                  <a:pt x="7215" y="2773"/>
                  <a:pt x="7845" y="2143"/>
                  <a:pt x="7845" y="1387"/>
                </a:cubicBezTo>
                <a:cubicBezTo>
                  <a:pt x="7845" y="662"/>
                  <a:pt x="7215" y="0"/>
                  <a:pt x="645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2" name="Google Shape;9496;p73">
            <a:extLst>
              <a:ext uri="{FF2B5EF4-FFF2-40B4-BE49-F238E27FC236}">
                <a16:creationId xmlns:a16="http://schemas.microsoft.com/office/drawing/2014/main" id="{CEAACB19-DE58-7C68-9927-88CCF95D9E19}"/>
              </a:ext>
            </a:extLst>
          </p:cNvPr>
          <p:cNvSpPr/>
          <p:nvPr/>
        </p:nvSpPr>
        <p:spPr>
          <a:xfrm>
            <a:off x="2661878" y="5428998"/>
            <a:ext cx="92459" cy="92459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08" y="1"/>
                </a:moveTo>
                <a:cubicBezTo>
                  <a:pt x="441" y="1"/>
                  <a:pt x="0" y="442"/>
                  <a:pt x="0" y="1009"/>
                </a:cubicBezTo>
                <a:cubicBezTo>
                  <a:pt x="0" y="1576"/>
                  <a:pt x="441" y="2048"/>
                  <a:pt x="1008" y="2048"/>
                </a:cubicBezTo>
                <a:cubicBezTo>
                  <a:pt x="1576" y="2048"/>
                  <a:pt x="2048" y="1576"/>
                  <a:pt x="2048" y="1009"/>
                </a:cubicBezTo>
                <a:cubicBezTo>
                  <a:pt x="2048" y="442"/>
                  <a:pt x="1576" y="1"/>
                  <a:pt x="100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3" name="Google Shape;9497;p73">
            <a:extLst>
              <a:ext uri="{FF2B5EF4-FFF2-40B4-BE49-F238E27FC236}">
                <a16:creationId xmlns:a16="http://schemas.microsoft.com/office/drawing/2014/main" id="{3C0A4A4B-51DB-CB3E-592E-2352A299B90F}"/>
              </a:ext>
            </a:extLst>
          </p:cNvPr>
          <p:cNvSpPr/>
          <p:nvPr/>
        </p:nvSpPr>
        <p:spPr>
          <a:xfrm>
            <a:off x="2437253" y="5626594"/>
            <a:ext cx="537421" cy="335539"/>
          </a:xfrm>
          <a:custGeom>
            <a:avLst/>
            <a:gdLst/>
            <a:ahLst/>
            <a:cxnLst/>
            <a:rect l="l" t="t" r="r" b="b"/>
            <a:pathLst>
              <a:path w="11910" h="7436" extrusionOk="0">
                <a:moveTo>
                  <a:pt x="3498" y="1"/>
                </a:moveTo>
                <a:cubicBezTo>
                  <a:pt x="2174" y="316"/>
                  <a:pt x="1418" y="820"/>
                  <a:pt x="1418" y="1482"/>
                </a:cubicBezTo>
                <a:cubicBezTo>
                  <a:pt x="1418" y="2112"/>
                  <a:pt x="2080" y="2553"/>
                  <a:pt x="3088" y="2868"/>
                </a:cubicBezTo>
                <a:lnTo>
                  <a:pt x="1891" y="5357"/>
                </a:lnTo>
                <a:lnTo>
                  <a:pt x="1765" y="5357"/>
                </a:lnTo>
                <a:cubicBezTo>
                  <a:pt x="788" y="5357"/>
                  <a:pt x="1" y="5766"/>
                  <a:pt x="1" y="6365"/>
                </a:cubicBezTo>
                <a:cubicBezTo>
                  <a:pt x="1" y="6963"/>
                  <a:pt x="757" y="7404"/>
                  <a:pt x="1765" y="7404"/>
                </a:cubicBezTo>
                <a:cubicBezTo>
                  <a:pt x="2804" y="7404"/>
                  <a:pt x="3498" y="6963"/>
                  <a:pt x="3498" y="6365"/>
                </a:cubicBezTo>
                <a:cubicBezTo>
                  <a:pt x="3498" y="5987"/>
                  <a:pt x="3151" y="5609"/>
                  <a:pt x="2615" y="5451"/>
                </a:cubicBezTo>
                <a:lnTo>
                  <a:pt x="3781" y="3025"/>
                </a:lnTo>
                <a:cubicBezTo>
                  <a:pt x="4348" y="3151"/>
                  <a:pt x="4978" y="3183"/>
                  <a:pt x="5608" y="3214"/>
                </a:cubicBezTo>
                <a:lnTo>
                  <a:pt x="5608" y="5388"/>
                </a:lnTo>
                <a:cubicBezTo>
                  <a:pt x="4758" y="5451"/>
                  <a:pt x="4222" y="5892"/>
                  <a:pt x="4222" y="6396"/>
                </a:cubicBezTo>
                <a:cubicBezTo>
                  <a:pt x="4222" y="6995"/>
                  <a:pt x="4978" y="7436"/>
                  <a:pt x="5955" y="7436"/>
                </a:cubicBezTo>
                <a:cubicBezTo>
                  <a:pt x="6932" y="7436"/>
                  <a:pt x="7688" y="6995"/>
                  <a:pt x="7688" y="6396"/>
                </a:cubicBezTo>
                <a:cubicBezTo>
                  <a:pt x="7688" y="5892"/>
                  <a:pt x="7089" y="5451"/>
                  <a:pt x="6302" y="5388"/>
                </a:cubicBezTo>
                <a:lnTo>
                  <a:pt x="6302" y="3214"/>
                </a:lnTo>
                <a:cubicBezTo>
                  <a:pt x="6932" y="3214"/>
                  <a:pt x="7562" y="3151"/>
                  <a:pt x="8129" y="3025"/>
                </a:cubicBezTo>
                <a:lnTo>
                  <a:pt x="9295" y="5451"/>
                </a:lnTo>
                <a:cubicBezTo>
                  <a:pt x="8759" y="5609"/>
                  <a:pt x="8381" y="5987"/>
                  <a:pt x="8381" y="6365"/>
                </a:cubicBezTo>
                <a:cubicBezTo>
                  <a:pt x="8381" y="6963"/>
                  <a:pt x="9137" y="7404"/>
                  <a:pt x="10114" y="7404"/>
                </a:cubicBezTo>
                <a:cubicBezTo>
                  <a:pt x="11122" y="7404"/>
                  <a:pt x="11909" y="6963"/>
                  <a:pt x="11909" y="6365"/>
                </a:cubicBezTo>
                <a:cubicBezTo>
                  <a:pt x="11909" y="5766"/>
                  <a:pt x="11122" y="5357"/>
                  <a:pt x="10145" y="5357"/>
                </a:cubicBezTo>
                <a:lnTo>
                  <a:pt x="10019" y="5357"/>
                </a:lnTo>
                <a:lnTo>
                  <a:pt x="8822" y="2868"/>
                </a:lnTo>
                <a:cubicBezTo>
                  <a:pt x="9830" y="2584"/>
                  <a:pt x="10492" y="2112"/>
                  <a:pt x="10492" y="1482"/>
                </a:cubicBezTo>
                <a:cubicBezTo>
                  <a:pt x="10492" y="820"/>
                  <a:pt x="9736" y="316"/>
                  <a:pt x="8381" y="1"/>
                </a:cubicBezTo>
                <a:lnTo>
                  <a:pt x="8381" y="64"/>
                </a:lnTo>
                <a:lnTo>
                  <a:pt x="8381" y="1450"/>
                </a:lnTo>
                <a:cubicBezTo>
                  <a:pt x="8381" y="1639"/>
                  <a:pt x="8223" y="1797"/>
                  <a:pt x="8034" y="1797"/>
                </a:cubicBezTo>
                <a:lnTo>
                  <a:pt x="3876" y="1797"/>
                </a:lnTo>
                <a:cubicBezTo>
                  <a:pt x="3655" y="1797"/>
                  <a:pt x="3498" y="1639"/>
                  <a:pt x="3498" y="1450"/>
                </a:cubicBezTo>
                <a:lnTo>
                  <a:pt x="3498" y="64"/>
                </a:lnTo>
                <a:lnTo>
                  <a:pt x="349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4" name="Google Shape;9498;p73">
            <a:extLst>
              <a:ext uri="{FF2B5EF4-FFF2-40B4-BE49-F238E27FC236}">
                <a16:creationId xmlns:a16="http://schemas.microsoft.com/office/drawing/2014/main" id="{246D4DA9-E81E-9646-0E23-6A9A9EE34837}"/>
              </a:ext>
            </a:extLst>
          </p:cNvPr>
          <p:cNvSpPr/>
          <p:nvPr/>
        </p:nvSpPr>
        <p:spPr>
          <a:xfrm>
            <a:off x="2629164" y="5552683"/>
            <a:ext cx="156443" cy="125127"/>
          </a:xfrm>
          <a:custGeom>
            <a:avLst/>
            <a:gdLst/>
            <a:ahLst/>
            <a:cxnLst/>
            <a:rect l="l" t="t" r="r" b="b"/>
            <a:pathLst>
              <a:path w="3467" h="2773" extrusionOk="0">
                <a:moveTo>
                  <a:pt x="1733" y="1"/>
                </a:moveTo>
                <a:cubicBezTo>
                  <a:pt x="788" y="1"/>
                  <a:pt x="1" y="757"/>
                  <a:pt x="1" y="1733"/>
                </a:cubicBezTo>
                <a:lnTo>
                  <a:pt x="1" y="2773"/>
                </a:lnTo>
                <a:lnTo>
                  <a:pt x="3466" y="2773"/>
                </a:lnTo>
                <a:lnTo>
                  <a:pt x="3466" y="1733"/>
                </a:lnTo>
                <a:cubicBezTo>
                  <a:pt x="3466" y="788"/>
                  <a:pt x="2679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4" name="Google Shape;9500;p73">
            <a:extLst>
              <a:ext uri="{FF2B5EF4-FFF2-40B4-BE49-F238E27FC236}">
                <a16:creationId xmlns:a16="http://schemas.microsoft.com/office/drawing/2014/main" id="{1EFCE7F8-D69A-0ADB-3F2E-FF58B9BA0824}"/>
              </a:ext>
            </a:extLst>
          </p:cNvPr>
          <p:cNvSpPr/>
          <p:nvPr/>
        </p:nvSpPr>
        <p:spPr>
          <a:xfrm>
            <a:off x="6038510" y="4310885"/>
            <a:ext cx="125172" cy="123728"/>
          </a:xfrm>
          <a:custGeom>
            <a:avLst/>
            <a:gdLst/>
            <a:ahLst/>
            <a:cxnLst/>
            <a:rect l="l" t="t" r="r" b="b"/>
            <a:pathLst>
              <a:path w="2774" h="2742" extrusionOk="0">
                <a:moveTo>
                  <a:pt x="1387" y="1"/>
                </a:moveTo>
                <a:cubicBezTo>
                  <a:pt x="631" y="1"/>
                  <a:pt x="1" y="631"/>
                  <a:pt x="1" y="1355"/>
                </a:cubicBezTo>
                <a:cubicBezTo>
                  <a:pt x="1" y="2112"/>
                  <a:pt x="631" y="2742"/>
                  <a:pt x="1387" y="2742"/>
                </a:cubicBezTo>
                <a:cubicBezTo>
                  <a:pt x="2143" y="2742"/>
                  <a:pt x="2773" y="2112"/>
                  <a:pt x="2773" y="1355"/>
                </a:cubicBezTo>
                <a:cubicBezTo>
                  <a:pt x="2773" y="631"/>
                  <a:pt x="2143" y="1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5" name="Google Shape;9501;p73">
            <a:extLst>
              <a:ext uri="{FF2B5EF4-FFF2-40B4-BE49-F238E27FC236}">
                <a16:creationId xmlns:a16="http://schemas.microsoft.com/office/drawing/2014/main" id="{95034B89-A99B-43A4-BEB6-D57198F1B37E}"/>
              </a:ext>
            </a:extLst>
          </p:cNvPr>
          <p:cNvSpPr/>
          <p:nvPr/>
        </p:nvSpPr>
        <p:spPr>
          <a:xfrm>
            <a:off x="5896372" y="4107606"/>
            <a:ext cx="156397" cy="156443"/>
          </a:xfrm>
          <a:custGeom>
            <a:avLst/>
            <a:gdLst/>
            <a:ahLst/>
            <a:cxnLst/>
            <a:rect l="l" t="t" r="r" b="b"/>
            <a:pathLst>
              <a:path w="3466" h="3467" extrusionOk="0"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cubicBezTo>
                  <a:pt x="0" y="2678"/>
                  <a:pt x="788" y="3466"/>
                  <a:pt x="1733" y="3466"/>
                </a:cubicBezTo>
                <a:cubicBezTo>
                  <a:pt x="2741" y="3466"/>
                  <a:pt x="3466" y="2678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6" name="Google Shape;9502;p73">
            <a:extLst>
              <a:ext uri="{FF2B5EF4-FFF2-40B4-BE49-F238E27FC236}">
                <a16:creationId xmlns:a16="http://schemas.microsoft.com/office/drawing/2014/main" id="{C56C94CA-C04E-0EF5-186C-451560B611E5}"/>
              </a:ext>
            </a:extLst>
          </p:cNvPr>
          <p:cNvSpPr/>
          <p:nvPr/>
        </p:nvSpPr>
        <p:spPr>
          <a:xfrm>
            <a:off x="6147980" y="4107606"/>
            <a:ext cx="156443" cy="156443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1733" y="1"/>
                </a:moveTo>
                <a:cubicBezTo>
                  <a:pt x="788" y="1"/>
                  <a:pt x="1" y="788"/>
                  <a:pt x="1" y="1733"/>
                </a:cubicBezTo>
                <a:cubicBezTo>
                  <a:pt x="1" y="2678"/>
                  <a:pt x="788" y="3466"/>
                  <a:pt x="1733" y="3466"/>
                </a:cubicBezTo>
                <a:cubicBezTo>
                  <a:pt x="2679" y="3466"/>
                  <a:pt x="3466" y="2678"/>
                  <a:pt x="3466" y="1733"/>
                </a:cubicBezTo>
                <a:cubicBezTo>
                  <a:pt x="3466" y="788"/>
                  <a:pt x="2679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7" name="Google Shape;9503;p73">
            <a:extLst>
              <a:ext uri="{FF2B5EF4-FFF2-40B4-BE49-F238E27FC236}">
                <a16:creationId xmlns:a16="http://schemas.microsoft.com/office/drawing/2014/main" id="{D3DA5839-D122-5414-1B25-05DAF74D5802}"/>
              </a:ext>
            </a:extLst>
          </p:cNvPr>
          <p:cNvSpPr/>
          <p:nvPr/>
        </p:nvSpPr>
        <p:spPr>
          <a:xfrm>
            <a:off x="6061254" y="4458757"/>
            <a:ext cx="75401" cy="45529"/>
          </a:xfrm>
          <a:custGeom>
            <a:avLst/>
            <a:gdLst/>
            <a:ahLst/>
            <a:cxnLst/>
            <a:rect l="l" t="t" r="r" b="b"/>
            <a:pathLst>
              <a:path w="1670" h="1009" extrusionOk="0">
                <a:moveTo>
                  <a:pt x="1" y="0"/>
                </a:moveTo>
                <a:lnTo>
                  <a:pt x="851" y="1008"/>
                </a:lnTo>
                <a:lnTo>
                  <a:pt x="1671" y="0"/>
                </a:lnTo>
                <a:lnTo>
                  <a:pt x="1671" y="0"/>
                </a:lnTo>
                <a:cubicBezTo>
                  <a:pt x="1450" y="126"/>
                  <a:pt x="1167" y="158"/>
                  <a:pt x="851" y="158"/>
                </a:cubicBezTo>
                <a:cubicBezTo>
                  <a:pt x="568" y="158"/>
                  <a:pt x="284" y="95"/>
                  <a:pt x="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8" name="Google Shape;9504;p73">
            <a:extLst>
              <a:ext uri="{FF2B5EF4-FFF2-40B4-BE49-F238E27FC236}">
                <a16:creationId xmlns:a16="http://schemas.microsoft.com/office/drawing/2014/main" id="{4D28FE53-F847-C562-4505-13445A089357}"/>
              </a:ext>
            </a:extLst>
          </p:cNvPr>
          <p:cNvSpPr/>
          <p:nvPr/>
        </p:nvSpPr>
        <p:spPr>
          <a:xfrm>
            <a:off x="5960312" y="4448782"/>
            <a:ext cx="126571" cy="191955"/>
          </a:xfrm>
          <a:custGeom>
            <a:avLst/>
            <a:gdLst/>
            <a:ahLst/>
            <a:cxnLst/>
            <a:rect l="l" t="t" r="r" b="b"/>
            <a:pathLst>
              <a:path w="2805" h="4254" extrusionOk="0">
                <a:moveTo>
                  <a:pt x="1261" y="1"/>
                </a:moveTo>
                <a:cubicBezTo>
                  <a:pt x="474" y="599"/>
                  <a:pt x="1" y="1513"/>
                  <a:pt x="1" y="2490"/>
                </a:cubicBezTo>
                <a:lnTo>
                  <a:pt x="1" y="3907"/>
                </a:lnTo>
                <a:cubicBezTo>
                  <a:pt x="1" y="4096"/>
                  <a:pt x="158" y="4254"/>
                  <a:pt x="379" y="4254"/>
                </a:cubicBezTo>
                <a:lnTo>
                  <a:pt x="2805" y="4254"/>
                </a:lnTo>
                <a:lnTo>
                  <a:pt x="2805" y="1891"/>
                </a:lnTo>
                <a:lnTo>
                  <a:pt x="126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9" name="Google Shape;9505;p73">
            <a:extLst>
              <a:ext uri="{FF2B5EF4-FFF2-40B4-BE49-F238E27FC236}">
                <a16:creationId xmlns:a16="http://schemas.microsoft.com/office/drawing/2014/main" id="{9D3A09D9-46E8-DA63-0408-D04F8CAD5A4B}"/>
              </a:ext>
            </a:extLst>
          </p:cNvPr>
          <p:cNvSpPr/>
          <p:nvPr/>
        </p:nvSpPr>
        <p:spPr>
          <a:xfrm>
            <a:off x="6116709" y="4450226"/>
            <a:ext cx="126571" cy="191955"/>
          </a:xfrm>
          <a:custGeom>
            <a:avLst/>
            <a:gdLst/>
            <a:ahLst/>
            <a:cxnLst/>
            <a:rect l="l" t="t" r="r" b="b"/>
            <a:pathLst>
              <a:path w="2805" h="4254" extrusionOk="0">
                <a:moveTo>
                  <a:pt x="1544" y="0"/>
                </a:moveTo>
                <a:lnTo>
                  <a:pt x="1" y="1890"/>
                </a:lnTo>
                <a:lnTo>
                  <a:pt x="1" y="4253"/>
                </a:lnTo>
                <a:lnTo>
                  <a:pt x="2458" y="4253"/>
                </a:lnTo>
                <a:cubicBezTo>
                  <a:pt x="2647" y="4253"/>
                  <a:pt x="2804" y="4096"/>
                  <a:pt x="2804" y="3907"/>
                </a:cubicBezTo>
                <a:lnTo>
                  <a:pt x="2804" y="2489"/>
                </a:lnTo>
                <a:cubicBezTo>
                  <a:pt x="2773" y="1481"/>
                  <a:pt x="2300" y="567"/>
                  <a:pt x="15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0" name="Google Shape;9506;p73">
            <a:extLst>
              <a:ext uri="{FF2B5EF4-FFF2-40B4-BE49-F238E27FC236}">
                <a16:creationId xmlns:a16="http://schemas.microsoft.com/office/drawing/2014/main" id="{3D475410-79D7-4144-06CA-CDC14C2786A1}"/>
              </a:ext>
            </a:extLst>
          </p:cNvPr>
          <p:cNvSpPr/>
          <p:nvPr/>
        </p:nvSpPr>
        <p:spPr>
          <a:xfrm>
            <a:off x="6120994" y="4258317"/>
            <a:ext cx="248811" cy="196196"/>
          </a:xfrm>
          <a:custGeom>
            <a:avLst/>
            <a:gdLst/>
            <a:ahLst/>
            <a:cxnLst/>
            <a:rect l="l" t="t" r="r" b="b"/>
            <a:pathLst>
              <a:path w="5514" h="4348" extrusionOk="0">
                <a:moveTo>
                  <a:pt x="3686" y="1512"/>
                </a:moveTo>
                <a:cubicBezTo>
                  <a:pt x="3907" y="1512"/>
                  <a:pt x="4064" y="1670"/>
                  <a:pt x="4064" y="1859"/>
                </a:cubicBezTo>
                <a:cubicBezTo>
                  <a:pt x="4064" y="2048"/>
                  <a:pt x="3907" y="2205"/>
                  <a:pt x="3686" y="2205"/>
                </a:cubicBezTo>
                <a:lnTo>
                  <a:pt x="2993" y="2205"/>
                </a:lnTo>
                <a:cubicBezTo>
                  <a:pt x="2804" y="2205"/>
                  <a:pt x="2646" y="2048"/>
                  <a:pt x="2646" y="1859"/>
                </a:cubicBezTo>
                <a:cubicBezTo>
                  <a:pt x="2646" y="1670"/>
                  <a:pt x="2804" y="1512"/>
                  <a:pt x="2993" y="1512"/>
                </a:cubicBezTo>
                <a:close/>
                <a:moveTo>
                  <a:pt x="4127" y="0"/>
                </a:moveTo>
                <a:cubicBezTo>
                  <a:pt x="3686" y="536"/>
                  <a:pt x="3056" y="851"/>
                  <a:pt x="2331" y="851"/>
                </a:cubicBezTo>
                <a:cubicBezTo>
                  <a:pt x="1607" y="851"/>
                  <a:pt x="977" y="504"/>
                  <a:pt x="536" y="63"/>
                </a:cubicBezTo>
                <a:cubicBezTo>
                  <a:pt x="347" y="221"/>
                  <a:pt x="158" y="378"/>
                  <a:pt x="0" y="567"/>
                </a:cubicBezTo>
                <a:cubicBezTo>
                  <a:pt x="945" y="756"/>
                  <a:pt x="1638" y="1575"/>
                  <a:pt x="1638" y="2615"/>
                </a:cubicBezTo>
                <a:cubicBezTo>
                  <a:pt x="1638" y="2930"/>
                  <a:pt x="1575" y="3214"/>
                  <a:pt x="1449" y="3466"/>
                </a:cubicBezTo>
                <a:cubicBezTo>
                  <a:pt x="1859" y="3718"/>
                  <a:pt x="2205" y="4001"/>
                  <a:pt x="2520" y="4348"/>
                </a:cubicBezTo>
                <a:lnTo>
                  <a:pt x="5167" y="4348"/>
                </a:lnTo>
                <a:cubicBezTo>
                  <a:pt x="5356" y="4348"/>
                  <a:pt x="5513" y="4190"/>
                  <a:pt x="5513" y="4001"/>
                </a:cubicBezTo>
                <a:lnTo>
                  <a:pt x="5513" y="2615"/>
                </a:lnTo>
                <a:cubicBezTo>
                  <a:pt x="5482" y="1512"/>
                  <a:pt x="4915" y="567"/>
                  <a:pt x="41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51" name="Google Shape;9507;p73">
            <a:extLst>
              <a:ext uri="{FF2B5EF4-FFF2-40B4-BE49-F238E27FC236}">
                <a16:creationId xmlns:a16="http://schemas.microsoft.com/office/drawing/2014/main" id="{1947A62D-83F0-DC73-72C9-58A09F785C54}"/>
              </a:ext>
            </a:extLst>
          </p:cNvPr>
          <p:cNvSpPr/>
          <p:nvPr/>
        </p:nvSpPr>
        <p:spPr>
          <a:xfrm>
            <a:off x="5835231" y="4256874"/>
            <a:ext cx="245967" cy="196241"/>
          </a:xfrm>
          <a:custGeom>
            <a:avLst/>
            <a:gdLst/>
            <a:ahLst/>
            <a:cxnLst/>
            <a:rect l="l" t="t" r="r" b="b"/>
            <a:pathLst>
              <a:path w="5451" h="4349" extrusionOk="0">
                <a:moveTo>
                  <a:pt x="2426" y="1544"/>
                </a:moveTo>
                <a:cubicBezTo>
                  <a:pt x="2615" y="1544"/>
                  <a:pt x="2773" y="1702"/>
                  <a:pt x="2773" y="1891"/>
                </a:cubicBezTo>
                <a:cubicBezTo>
                  <a:pt x="2773" y="2080"/>
                  <a:pt x="2615" y="2237"/>
                  <a:pt x="2426" y="2237"/>
                </a:cubicBezTo>
                <a:lnTo>
                  <a:pt x="1733" y="2237"/>
                </a:lnTo>
                <a:cubicBezTo>
                  <a:pt x="1513" y="2237"/>
                  <a:pt x="1355" y="2080"/>
                  <a:pt x="1355" y="1891"/>
                </a:cubicBezTo>
                <a:cubicBezTo>
                  <a:pt x="1355" y="1702"/>
                  <a:pt x="1513" y="1544"/>
                  <a:pt x="1733" y="1544"/>
                </a:cubicBezTo>
                <a:close/>
                <a:moveTo>
                  <a:pt x="1324" y="1"/>
                </a:moveTo>
                <a:cubicBezTo>
                  <a:pt x="536" y="568"/>
                  <a:pt x="1" y="1513"/>
                  <a:pt x="1" y="2552"/>
                </a:cubicBezTo>
                <a:lnTo>
                  <a:pt x="1" y="3939"/>
                </a:lnTo>
                <a:cubicBezTo>
                  <a:pt x="1" y="4191"/>
                  <a:pt x="95" y="4348"/>
                  <a:pt x="316" y="4348"/>
                </a:cubicBezTo>
                <a:lnTo>
                  <a:pt x="2930" y="4348"/>
                </a:lnTo>
                <a:cubicBezTo>
                  <a:pt x="3214" y="3970"/>
                  <a:pt x="3561" y="3655"/>
                  <a:pt x="4002" y="3466"/>
                </a:cubicBezTo>
                <a:cubicBezTo>
                  <a:pt x="3876" y="3183"/>
                  <a:pt x="3813" y="2930"/>
                  <a:pt x="3813" y="2615"/>
                </a:cubicBezTo>
                <a:cubicBezTo>
                  <a:pt x="3813" y="1607"/>
                  <a:pt x="4506" y="757"/>
                  <a:pt x="5451" y="568"/>
                </a:cubicBezTo>
                <a:cubicBezTo>
                  <a:pt x="5293" y="347"/>
                  <a:pt x="5104" y="190"/>
                  <a:pt x="4915" y="32"/>
                </a:cubicBezTo>
                <a:cubicBezTo>
                  <a:pt x="4474" y="505"/>
                  <a:pt x="3844" y="820"/>
                  <a:pt x="3151" y="820"/>
                </a:cubicBezTo>
                <a:cubicBezTo>
                  <a:pt x="2426" y="820"/>
                  <a:pt x="1796" y="505"/>
                  <a:pt x="132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6" name="Google Shape;9509;p73">
            <a:extLst>
              <a:ext uri="{FF2B5EF4-FFF2-40B4-BE49-F238E27FC236}">
                <a16:creationId xmlns:a16="http://schemas.microsoft.com/office/drawing/2014/main" id="{8083CE4F-71CE-B7A2-A7A9-373F192A9934}"/>
              </a:ext>
            </a:extLst>
          </p:cNvPr>
          <p:cNvSpPr/>
          <p:nvPr/>
        </p:nvSpPr>
        <p:spPr>
          <a:xfrm>
            <a:off x="6073344" y="5021376"/>
            <a:ext cx="32760" cy="29872"/>
          </a:xfrm>
          <a:custGeom>
            <a:avLst/>
            <a:gdLst/>
            <a:ahLst/>
            <a:cxnLst/>
            <a:rect l="l" t="t" r="r" b="b"/>
            <a:pathLst>
              <a:path w="726" h="662" extrusionOk="0">
                <a:moveTo>
                  <a:pt x="375" y="0"/>
                </a:moveTo>
                <a:cubicBezTo>
                  <a:pt x="292" y="0"/>
                  <a:pt x="206" y="32"/>
                  <a:pt x="127" y="95"/>
                </a:cubicBezTo>
                <a:cubicBezTo>
                  <a:pt x="1" y="221"/>
                  <a:pt x="1" y="441"/>
                  <a:pt x="127" y="567"/>
                </a:cubicBezTo>
                <a:cubicBezTo>
                  <a:pt x="190" y="630"/>
                  <a:pt x="277" y="662"/>
                  <a:pt x="363" y="662"/>
                </a:cubicBezTo>
                <a:cubicBezTo>
                  <a:pt x="450" y="662"/>
                  <a:pt x="536" y="630"/>
                  <a:pt x="599" y="567"/>
                </a:cubicBezTo>
                <a:cubicBezTo>
                  <a:pt x="725" y="441"/>
                  <a:pt x="725" y="221"/>
                  <a:pt x="599" y="95"/>
                </a:cubicBezTo>
                <a:cubicBezTo>
                  <a:pt x="536" y="32"/>
                  <a:pt x="458" y="0"/>
                  <a:pt x="37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7" name="Google Shape;9510;p73">
            <a:extLst>
              <a:ext uri="{FF2B5EF4-FFF2-40B4-BE49-F238E27FC236}">
                <a16:creationId xmlns:a16="http://schemas.microsoft.com/office/drawing/2014/main" id="{A748A67F-9CD4-DA08-CC8B-9424CF0163A4}"/>
              </a:ext>
            </a:extLst>
          </p:cNvPr>
          <p:cNvSpPr/>
          <p:nvPr/>
        </p:nvSpPr>
        <p:spPr>
          <a:xfrm>
            <a:off x="6003719" y="4958430"/>
            <a:ext cx="170612" cy="156443"/>
          </a:xfrm>
          <a:custGeom>
            <a:avLst/>
            <a:gdLst/>
            <a:ahLst/>
            <a:cxnLst/>
            <a:rect l="l" t="t" r="r" b="b"/>
            <a:pathLst>
              <a:path w="3781" h="3467" extrusionOk="0">
                <a:moveTo>
                  <a:pt x="1922" y="710"/>
                </a:moveTo>
                <a:cubicBezTo>
                  <a:pt x="2190" y="710"/>
                  <a:pt x="2458" y="812"/>
                  <a:pt x="2647" y="1017"/>
                </a:cubicBezTo>
                <a:cubicBezTo>
                  <a:pt x="3088" y="1395"/>
                  <a:pt x="3088" y="2088"/>
                  <a:pt x="2647" y="2466"/>
                </a:cubicBezTo>
                <a:cubicBezTo>
                  <a:pt x="2458" y="2671"/>
                  <a:pt x="2190" y="2773"/>
                  <a:pt x="1922" y="2773"/>
                </a:cubicBezTo>
                <a:cubicBezTo>
                  <a:pt x="1654" y="2773"/>
                  <a:pt x="1386" y="2671"/>
                  <a:pt x="1197" y="2466"/>
                </a:cubicBezTo>
                <a:cubicBezTo>
                  <a:pt x="788" y="2088"/>
                  <a:pt x="788" y="1395"/>
                  <a:pt x="1197" y="1017"/>
                </a:cubicBezTo>
                <a:cubicBezTo>
                  <a:pt x="1386" y="812"/>
                  <a:pt x="1654" y="710"/>
                  <a:pt x="1922" y="710"/>
                </a:cubicBezTo>
                <a:close/>
                <a:moveTo>
                  <a:pt x="1930" y="1"/>
                </a:moveTo>
                <a:cubicBezTo>
                  <a:pt x="1489" y="1"/>
                  <a:pt x="1040" y="182"/>
                  <a:pt x="693" y="544"/>
                </a:cubicBezTo>
                <a:cubicBezTo>
                  <a:pt x="0" y="1206"/>
                  <a:pt x="0" y="2309"/>
                  <a:pt x="693" y="2970"/>
                </a:cubicBezTo>
                <a:cubicBezTo>
                  <a:pt x="1024" y="3301"/>
                  <a:pt x="1473" y="3466"/>
                  <a:pt x="1918" y="3466"/>
                </a:cubicBezTo>
                <a:cubicBezTo>
                  <a:pt x="2363" y="3466"/>
                  <a:pt x="2804" y="3301"/>
                  <a:pt x="3119" y="2970"/>
                </a:cubicBezTo>
                <a:cubicBezTo>
                  <a:pt x="3781" y="2309"/>
                  <a:pt x="3781" y="1206"/>
                  <a:pt x="3119" y="544"/>
                </a:cubicBezTo>
                <a:cubicBezTo>
                  <a:pt x="2804" y="182"/>
                  <a:pt x="2371" y="1"/>
                  <a:pt x="193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8" name="Google Shape;9511;p73">
            <a:extLst>
              <a:ext uri="{FF2B5EF4-FFF2-40B4-BE49-F238E27FC236}">
                <a16:creationId xmlns:a16="http://schemas.microsoft.com/office/drawing/2014/main" id="{139BDEDD-549C-5021-6711-61B80FC1B9CF}"/>
              </a:ext>
            </a:extLst>
          </p:cNvPr>
          <p:cNvSpPr/>
          <p:nvPr/>
        </p:nvSpPr>
        <p:spPr>
          <a:xfrm>
            <a:off x="6155831" y="4799597"/>
            <a:ext cx="213255" cy="214697"/>
          </a:xfrm>
          <a:custGeom>
            <a:avLst/>
            <a:gdLst/>
            <a:ahLst/>
            <a:cxnLst/>
            <a:rect l="l" t="t" r="r" b="b"/>
            <a:pathLst>
              <a:path w="4726" h="4758" extrusionOk="0">
                <a:moveTo>
                  <a:pt x="3533" y="0"/>
                </a:moveTo>
                <a:cubicBezTo>
                  <a:pt x="3442" y="0"/>
                  <a:pt x="3355" y="32"/>
                  <a:pt x="3308" y="95"/>
                </a:cubicBezTo>
                <a:lnTo>
                  <a:pt x="0" y="3308"/>
                </a:lnTo>
                <a:cubicBezTo>
                  <a:pt x="410" y="3623"/>
                  <a:pt x="788" y="4127"/>
                  <a:pt x="1953" y="4758"/>
                </a:cubicBezTo>
                <a:lnTo>
                  <a:pt x="4600" y="2678"/>
                </a:lnTo>
                <a:cubicBezTo>
                  <a:pt x="4663" y="2615"/>
                  <a:pt x="4726" y="2521"/>
                  <a:pt x="4726" y="2395"/>
                </a:cubicBezTo>
                <a:cubicBezTo>
                  <a:pt x="4726" y="1544"/>
                  <a:pt x="4348" y="693"/>
                  <a:pt x="3781" y="95"/>
                </a:cubicBezTo>
                <a:cubicBezTo>
                  <a:pt x="3718" y="32"/>
                  <a:pt x="3623" y="0"/>
                  <a:pt x="35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9" name="Google Shape;9512;p73">
            <a:extLst>
              <a:ext uri="{FF2B5EF4-FFF2-40B4-BE49-F238E27FC236}">
                <a16:creationId xmlns:a16="http://schemas.microsoft.com/office/drawing/2014/main" id="{472998A4-80DF-1EAA-DC8A-84B3FE32FF31}"/>
              </a:ext>
            </a:extLst>
          </p:cNvPr>
          <p:cNvSpPr/>
          <p:nvPr/>
        </p:nvSpPr>
        <p:spPr>
          <a:xfrm>
            <a:off x="6077631" y="5112345"/>
            <a:ext cx="186271" cy="184827"/>
          </a:xfrm>
          <a:custGeom>
            <a:avLst/>
            <a:gdLst/>
            <a:ahLst/>
            <a:cxnLst/>
            <a:rect l="l" t="t" r="r" b="b"/>
            <a:pathLst>
              <a:path w="4128" h="4096" extrusionOk="0">
                <a:moveTo>
                  <a:pt x="2048" y="0"/>
                </a:moveTo>
                <a:cubicBezTo>
                  <a:pt x="1985" y="32"/>
                  <a:pt x="1985" y="63"/>
                  <a:pt x="1954" y="126"/>
                </a:cubicBezTo>
                <a:cubicBezTo>
                  <a:pt x="1506" y="546"/>
                  <a:pt x="859" y="767"/>
                  <a:pt x="235" y="767"/>
                </a:cubicBezTo>
                <a:cubicBezTo>
                  <a:pt x="156" y="767"/>
                  <a:pt x="78" y="764"/>
                  <a:pt x="0" y="756"/>
                </a:cubicBezTo>
                <a:lnTo>
                  <a:pt x="0" y="756"/>
                </a:lnTo>
                <a:cubicBezTo>
                  <a:pt x="567" y="1670"/>
                  <a:pt x="1355" y="3749"/>
                  <a:pt x="1418" y="3875"/>
                </a:cubicBezTo>
                <a:cubicBezTo>
                  <a:pt x="1450" y="4001"/>
                  <a:pt x="1607" y="4096"/>
                  <a:pt x="1733" y="4096"/>
                </a:cubicBezTo>
                <a:cubicBezTo>
                  <a:pt x="1891" y="4096"/>
                  <a:pt x="1985" y="4033"/>
                  <a:pt x="2048" y="3875"/>
                </a:cubicBezTo>
                <a:lnTo>
                  <a:pt x="2426" y="2647"/>
                </a:lnTo>
                <a:lnTo>
                  <a:pt x="3182" y="2647"/>
                </a:lnTo>
                <a:cubicBezTo>
                  <a:pt x="4128" y="2647"/>
                  <a:pt x="2710" y="630"/>
                  <a:pt x="20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0" name="Google Shape;9513;p73">
            <a:extLst>
              <a:ext uri="{FF2B5EF4-FFF2-40B4-BE49-F238E27FC236}">
                <a16:creationId xmlns:a16="http://schemas.microsoft.com/office/drawing/2014/main" id="{C9222BD2-F00E-A289-CE27-C26E33CEB581}"/>
              </a:ext>
            </a:extLst>
          </p:cNvPr>
          <p:cNvSpPr/>
          <p:nvPr/>
        </p:nvSpPr>
        <p:spPr>
          <a:xfrm>
            <a:off x="6187101" y="5025618"/>
            <a:ext cx="162084" cy="160731"/>
          </a:xfrm>
          <a:custGeom>
            <a:avLst/>
            <a:gdLst/>
            <a:ahLst/>
            <a:cxnLst/>
            <a:rect l="l" t="t" r="r" b="b"/>
            <a:pathLst>
              <a:path w="3592" h="3562" extrusionOk="0">
                <a:moveTo>
                  <a:pt x="252" y="1"/>
                </a:moveTo>
                <a:cubicBezTo>
                  <a:pt x="284" y="410"/>
                  <a:pt x="189" y="883"/>
                  <a:pt x="0" y="1292"/>
                </a:cubicBezTo>
                <a:cubicBezTo>
                  <a:pt x="630" y="1922"/>
                  <a:pt x="1134" y="2615"/>
                  <a:pt x="1544" y="3466"/>
                </a:cubicBezTo>
                <a:cubicBezTo>
                  <a:pt x="1565" y="3530"/>
                  <a:pt x="1634" y="3562"/>
                  <a:pt x="1715" y="3562"/>
                </a:cubicBezTo>
                <a:cubicBezTo>
                  <a:pt x="1874" y="3562"/>
                  <a:pt x="2080" y="3443"/>
                  <a:pt x="2080" y="3214"/>
                </a:cubicBezTo>
                <a:lnTo>
                  <a:pt x="2080" y="2458"/>
                </a:lnTo>
                <a:lnTo>
                  <a:pt x="3308" y="2080"/>
                </a:lnTo>
                <a:cubicBezTo>
                  <a:pt x="3497" y="1985"/>
                  <a:pt x="3592" y="1891"/>
                  <a:pt x="3592" y="1733"/>
                </a:cubicBezTo>
                <a:cubicBezTo>
                  <a:pt x="3592" y="1576"/>
                  <a:pt x="3497" y="1450"/>
                  <a:pt x="3340" y="1418"/>
                </a:cubicBezTo>
                <a:cubicBezTo>
                  <a:pt x="3182" y="1355"/>
                  <a:pt x="1134" y="568"/>
                  <a:pt x="25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1" name="Google Shape;9514;p73">
            <a:extLst>
              <a:ext uri="{FF2B5EF4-FFF2-40B4-BE49-F238E27FC236}">
                <a16:creationId xmlns:a16="http://schemas.microsoft.com/office/drawing/2014/main" id="{AFC8E916-ED41-AE85-2066-9F4A98DA55AA}"/>
              </a:ext>
            </a:extLst>
          </p:cNvPr>
          <p:cNvSpPr/>
          <p:nvPr/>
        </p:nvSpPr>
        <p:spPr>
          <a:xfrm>
            <a:off x="5850163" y="5099530"/>
            <a:ext cx="217540" cy="213299"/>
          </a:xfrm>
          <a:custGeom>
            <a:avLst/>
            <a:gdLst/>
            <a:ahLst/>
            <a:cxnLst/>
            <a:rect l="l" t="t" r="r" b="b"/>
            <a:pathLst>
              <a:path w="4821" h="4727" extrusionOk="0">
                <a:moveTo>
                  <a:pt x="3372" y="1"/>
                </a:moveTo>
                <a:lnTo>
                  <a:pt x="95" y="3277"/>
                </a:lnTo>
                <a:cubicBezTo>
                  <a:pt x="1" y="3435"/>
                  <a:pt x="1" y="3687"/>
                  <a:pt x="158" y="3781"/>
                </a:cubicBezTo>
                <a:cubicBezTo>
                  <a:pt x="788" y="4411"/>
                  <a:pt x="1607" y="4727"/>
                  <a:pt x="2458" y="4727"/>
                </a:cubicBezTo>
                <a:cubicBezTo>
                  <a:pt x="2584" y="4727"/>
                  <a:pt x="2679" y="4695"/>
                  <a:pt x="2742" y="4632"/>
                </a:cubicBezTo>
                <a:lnTo>
                  <a:pt x="4821" y="1986"/>
                </a:lnTo>
                <a:cubicBezTo>
                  <a:pt x="4254" y="851"/>
                  <a:pt x="3718" y="442"/>
                  <a:pt x="33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2" name="Google Shape;9515;p73">
            <a:extLst>
              <a:ext uri="{FF2B5EF4-FFF2-40B4-BE49-F238E27FC236}">
                <a16:creationId xmlns:a16="http://schemas.microsoft.com/office/drawing/2014/main" id="{835C1DED-D3F6-DDE0-9267-39E3269584BF}"/>
              </a:ext>
            </a:extLst>
          </p:cNvPr>
          <p:cNvSpPr/>
          <p:nvPr/>
        </p:nvSpPr>
        <p:spPr>
          <a:xfrm>
            <a:off x="6077630" y="4782538"/>
            <a:ext cx="187715" cy="152156"/>
          </a:xfrm>
          <a:custGeom>
            <a:avLst/>
            <a:gdLst/>
            <a:ahLst/>
            <a:cxnLst/>
            <a:rect l="l" t="t" r="r" b="b"/>
            <a:pathLst>
              <a:path w="4160" h="3372" extrusionOk="0">
                <a:moveTo>
                  <a:pt x="2836" y="0"/>
                </a:moveTo>
                <a:cubicBezTo>
                  <a:pt x="2678" y="0"/>
                  <a:pt x="2584" y="32"/>
                  <a:pt x="2521" y="95"/>
                </a:cubicBezTo>
                <a:lnTo>
                  <a:pt x="0" y="3245"/>
                </a:lnTo>
                <a:cubicBezTo>
                  <a:pt x="90" y="3238"/>
                  <a:pt x="181" y="3234"/>
                  <a:pt x="272" y="3234"/>
                </a:cubicBezTo>
                <a:cubicBezTo>
                  <a:pt x="568" y="3234"/>
                  <a:pt x="870" y="3275"/>
                  <a:pt x="1135" y="3371"/>
                </a:cubicBezTo>
                <a:cubicBezTo>
                  <a:pt x="1324" y="3119"/>
                  <a:pt x="3939" y="567"/>
                  <a:pt x="4159" y="347"/>
                </a:cubicBezTo>
                <a:cubicBezTo>
                  <a:pt x="3718" y="158"/>
                  <a:pt x="3308" y="0"/>
                  <a:pt x="28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43" name="Google Shape;9516;p73">
            <a:extLst>
              <a:ext uri="{FF2B5EF4-FFF2-40B4-BE49-F238E27FC236}">
                <a16:creationId xmlns:a16="http://schemas.microsoft.com/office/drawing/2014/main" id="{40358B70-5688-C4AE-55AE-937674CCD30A}"/>
              </a:ext>
            </a:extLst>
          </p:cNvPr>
          <p:cNvSpPr/>
          <p:nvPr/>
        </p:nvSpPr>
        <p:spPr>
          <a:xfrm>
            <a:off x="5835950" y="5017091"/>
            <a:ext cx="152156" cy="193399"/>
          </a:xfrm>
          <a:custGeom>
            <a:avLst/>
            <a:gdLst/>
            <a:ahLst/>
            <a:cxnLst/>
            <a:rect l="l" t="t" r="r" b="b"/>
            <a:pathLst>
              <a:path w="3372" h="4286" extrusionOk="0">
                <a:moveTo>
                  <a:pt x="3246" y="1"/>
                </a:moveTo>
                <a:lnTo>
                  <a:pt x="95" y="2552"/>
                </a:lnTo>
                <a:cubicBezTo>
                  <a:pt x="32" y="2615"/>
                  <a:pt x="1" y="2710"/>
                  <a:pt x="1" y="2836"/>
                </a:cubicBezTo>
                <a:cubicBezTo>
                  <a:pt x="1" y="3340"/>
                  <a:pt x="95" y="3844"/>
                  <a:pt x="347" y="4285"/>
                </a:cubicBezTo>
                <a:lnTo>
                  <a:pt x="3372" y="1261"/>
                </a:lnTo>
                <a:cubicBezTo>
                  <a:pt x="3214" y="851"/>
                  <a:pt x="3183" y="410"/>
                  <a:pt x="324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3" name="Google Shape;9518;p73">
            <a:extLst>
              <a:ext uri="{FF2B5EF4-FFF2-40B4-BE49-F238E27FC236}">
                <a16:creationId xmlns:a16="http://schemas.microsoft.com/office/drawing/2014/main" id="{245B20C4-B8B0-AAC6-3CA6-9A617FFD9A7F}"/>
              </a:ext>
            </a:extLst>
          </p:cNvPr>
          <p:cNvSpPr/>
          <p:nvPr/>
        </p:nvSpPr>
        <p:spPr>
          <a:xfrm>
            <a:off x="6130247" y="5574005"/>
            <a:ext cx="238839" cy="280081"/>
          </a:xfrm>
          <a:custGeom>
            <a:avLst/>
            <a:gdLst/>
            <a:ahLst/>
            <a:cxnLst/>
            <a:rect l="l" t="t" r="r" b="b"/>
            <a:pathLst>
              <a:path w="5293" h="6207" extrusionOk="0">
                <a:moveTo>
                  <a:pt x="4663" y="0"/>
                </a:moveTo>
                <a:lnTo>
                  <a:pt x="0" y="2773"/>
                </a:lnTo>
                <a:lnTo>
                  <a:pt x="4127" y="6207"/>
                </a:lnTo>
                <a:cubicBezTo>
                  <a:pt x="4852" y="5199"/>
                  <a:pt x="5293" y="4033"/>
                  <a:pt x="5293" y="2678"/>
                </a:cubicBezTo>
                <a:cubicBezTo>
                  <a:pt x="5293" y="1733"/>
                  <a:pt x="5041" y="851"/>
                  <a:pt x="46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4" name="Google Shape;9519;p73">
            <a:extLst>
              <a:ext uri="{FF2B5EF4-FFF2-40B4-BE49-F238E27FC236}">
                <a16:creationId xmlns:a16="http://schemas.microsoft.com/office/drawing/2014/main" id="{7A21C24D-7766-F94A-BF20-D4854AC46889}"/>
              </a:ext>
            </a:extLst>
          </p:cNvPr>
          <p:cNvSpPr/>
          <p:nvPr/>
        </p:nvSpPr>
        <p:spPr>
          <a:xfrm>
            <a:off x="6117431" y="5428978"/>
            <a:ext cx="206169" cy="240327"/>
          </a:xfrm>
          <a:custGeom>
            <a:avLst/>
            <a:gdLst/>
            <a:ahLst/>
            <a:cxnLst/>
            <a:rect l="l" t="t" r="r" b="b"/>
            <a:pathLst>
              <a:path w="4569" h="5326" extrusionOk="0">
                <a:moveTo>
                  <a:pt x="1" y="1"/>
                </a:moveTo>
                <a:lnTo>
                  <a:pt x="1" y="5325"/>
                </a:lnTo>
                <a:lnTo>
                  <a:pt x="4569" y="2679"/>
                </a:lnTo>
                <a:cubicBezTo>
                  <a:pt x="3561" y="1167"/>
                  <a:pt x="1891" y="127"/>
                  <a:pt x="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5" name="Google Shape;9520;p73">
            <a:extLst>
              <a:ext uri="{FF2B5EF4-FFF2-40B4-BE49-F238E27FC236}">
                <a16:creationId xmlns:a16="http://schemas.microsoft.com/office/drawing/2014/main" id="{08BFE43C-9027-A027-6E08-535FE2EEBA04}"/>
              </a:ext>
            </a:extLst>
          </p:cNvPr>
          <p:cNvSpPr/>
          <p:nvPr/>
        </p:nvSpPr>
        <p:spPr>
          <a:xfrm>
            <a:off x="5835951" y="5428976"/>
            <a:ext cx="462065" cy="533179"/>
          </a:xfrm>
          <a:custGeom>
            <a:avLst/>
            <a:gdLst/>
            <a:ahLst/>
            <a:cxnLst/>
            <a:rect l="l" t="t" r="r" b="b"/>
            <a:pathLst>
              <a:path w="10240" h="11816" extrusionOk="0">
                <a:moveTo>
                  <a:pt x="5577" y="1"/>
                </a:moveTo>
                <a:cubicBezTo>
                  <a:pt x="2521" y="190"/>
                  <a:pt x="1" y="2805"/>
                  <a:pt x="1" y="5892"/>
                </a:cubicBezTo>
                <a:cubicBezTo>
                  <a:pt x="1" y="9137"/>
                  <a:pt x="2678" y="11815"/>
                  <a:pt x="5923" y="11815"/>
                </a:cubicBezTo>
                <a:cubicBezTo>
                  <a:pt x="7625" y="11815"/>
                  <a:pt x="9168" y="11059"/>
                  <a:pt x="10240" y="9925"/>
                </a:cubicBezTo>
                <a:lnTo>
                  <a:pt x="5703" y="6176"/>
                </a:lnTo>
                <a:cubicBezTo>
                  <a:pt x="5608" y="6144"/>
                  <a:pt x="5577" y="5987"/>
                  <a:pt x="5577" y="5892"/>
                </a:cubicBezTo>
                <a:lnTo>
                  <a:pt x="557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5" name="Google Shape;9522;p73">
            <a:extLst>
              <a:ext uri="{FF2B5EF4-FFF2-40B4-BE49-F238E27FC236}">
                <a16:creationId xmlns:a16="http://schemas.microsoft.com/office/drawing/2014/main" id="{13E03172-3452-3B6E-D9F1-F81D13994F54}"/>
              </a:ext>
            </a:extLst>
          </p:cNvPr>
          <p:cNvSpPr/>
          <p:nvPr/>
        </p:nvSpPr>
        <p:spPr>
          <a:xfrm>
            <a:off x="9481726" y="4108712"/>
            <a:ext cx="31316" cy="79643"/>
          </a:xfrm>
          <a:custGeom>
            <a:avLst/>
            <a:gdLst/>
            <a:ahLst/>
            <a:cxnLst/>
            <a:rect l="l" t="t" r="r" b="b"/>
            <a:pathLst>
              <a:path w="694" h="1765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418"/>
                </a:lnTo>
                <a:cubicBezTo>
                  <a:pt x="0" y="1607"/>
                  <a:pt x="158" y="1765"/>
                  <a:pt x="347" y="1765"/>
                </a:cubicBezTo>
                <a:cubicBezTo>
                  <a:pt x="536" y="1765"/>
                  <a:pt x="693" y="1607"/>
                  <a:pt x="693" y="1418"/>
                </a:cubicBezTo>
                <a:lnTo>
                  <a:pt x="693" y="347"/>
                </a:ln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6" name="Google Shape;9523;p73">
            <a:extLst>
              <a:ext uri="{FF2B5EF4-FFF2-40B4-BE49-F238E27FC236}">
                <a16:creationId xmlns:a16="http://schemas.microsoft.com/office/drawing/2014/main" id="{4BB611A6-832E-8FC7-2C6B-23AF11D9B769}"/>
              </a:ext>
            </a:extLst>
          </p:cNvPr>
          <p:cNvSpPr/>
          <p:nvPr/>
        </p:nvSpPr>
        <p:spPr>
          <a:xfrm>
            <a:off x="9576982" y="4142463"/>
            <a:ext cx="63985" cy="61548"/>
          </a:xfrm>
          <a:custGeom>
            <a:avLst/>
            <a:gdLst/>
            <a:ahLst/>
            <a:cxnLst/>
            <a:rect l="l" t="t" r="r" b="b"/>
            <a:pathLst>
              <a:path w="1418" h="1364" extrusionOk="0">
                <a:moveTo>
                  <a:pt x="1071" y="1"/>
                </a:moveTo>
                <a:cubicBezTo>
                  <a:pt x="977" y="1"/>
                  <a:pt x="882" y="24"/>
                  <a:pt x="819" y="72"/>
                </a:cubicBezTo>
                <a:lnTo>
                  <a:pt x="126" y="796"/>
                </a:lnTo>
                <a:cubicBezTo>
                  <a:pt x="0" y="922"/>
                  <a:pt x="0" y="1143"/>
                  <a:pt x="126" y="1269"/>
                </a:cubicBezTo>
                <a:cubicBezTo>
                  <a:pt x="189" y="1332"/>
                  <a:pt x="268" y="1363"/>
                  <a:pt x="350" y="1363"/>
                </a:cubicBezTo>
                <a:cubicBezTo>
                  <a:pt x="433" y="1363"/>
                  <a:pt x="520" y="1332"/>
                  <a:pt x="599" y="1269"/>
                </a:cubicBezTo>
                <a:lnTo>
                  <a:pt x="1323" y="544"/>
                </a:lnTo>
                <a:cubicBezTo>
                  <a:pt x="1418" y="418"/>
                  <a:pt x="1418" y="198"/>
                  <a:pt x="1323" y="72"/>
                </a:cubicBezTo>
                <a:cubicBezTo>
                  <a:pt x="1260" y="24"/>
                  <a:pt x="1166" y="1"/>
                  <a:pt x="107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7" name="Google Shape;9524;p73">
            <a:extLst>
              <a:ext uri="{FF2B5EF4-FFF2-40B4-BE49-F238E27FC236}">
                <a16:creationId xmlns:a16="http://schemas.microsoft.com/office/drawing/2014/main" id="{D4EA4139-9EBE-8E9C-F3CC-32E2A40A08EE}"/>
              </a:ext>
            </a:extLst>
          </p:cNvPr>
          <p:cNvSpPr/>
          <p:nvPr/>
        </p:nvSpPr>
        <p:spPr>
          <a:xfrm>
            <a:off x="9669350" y="4329048"/>
            <a:ext cx="64031" cy="3276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79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5"/>
                  <a:pt x="379" y="725"/>
                </a:cubicBezTo>
                <a:lnTo>
                  <a:pt x="1072" y="725"/>
                </a:lnTo>
                <a:cubicBezTo>
                  <a:pt x="1261" y="725"/>
                  <a:pt x="1419" y="568"/>
                  <a:pt x="1419" y="347"/>
                </a:cubicBezTo>
                <a:cubicBezTo>
                  <a:pt x="1419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8" name="Google Shape;9525;p73">
            <a:extLst>
              <a:ext uri="{FF2B5EF4-FFF2-40B4-BE49-F238E27FC236}">
                <a16:creationId xmlns:a16="http://schemas.microsoft.com/office/drawing/2014/main" id="{0DE24874-1ABD-1249-3DED-60EE527D1142}"/>
              </a:ext>
            </a:extLst>
          </p:cNvPr>
          <p:cNvSpPr/>
          <p:nvPr/>
        </p:nvSpPr>
        <p:spPr>
          <a:xfrm>
            <a:off x="9232915" y="4329049"/>
            <a:ext cx="64031" cy="31316"/>
          </a:xfrm>
          <a:custGeom>
            <a:avLst/>
            <a:gdLst/>
            <a:ahLst/>
            <a:cxnLst/>
            <a:rect l="l" t="t" r="r" b="b"/>
            <a:pathLst>
              <a:path w="1419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694"/>
                  <a:pt x="347" y="694"/>
                </a:cubicBezTo>
                <a:lnTo>
                  <a:pt x="1072" y="694"/>
                </a:lnTo>
                <a:cubicBezTo>
                  <a:pt x="1261" y="694"/>
                  <a:pt x="1419" y="568"/>
                  <a:pt x="1419" y="347"/>
                </a:cubicBezTo>
                <a:cubicBezTo>
                  <a:pt x="1419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9" name="Google Shape;9526;p73">
            <a:extLst>
              <a:ext uri="{FF2B5EF4-FFF2-40B4-BE49-F238E27FC236}">
                <a16:creationId xmlns:a16="http://schemas.microsoft.com/office/drawing/2014/main" id="{A7B5A519-A666-44D7-A64C-04A528FE992D}"/>
              </a:ext>
            </a:extLst>
          </p:cNvPr>
          <p:cNvSpPr/>
          <p:nvPr/>
        </p:nvSpPr>
        <p:spPr>
          <a:xfrm>
            <a:off x="9356599" y="4142463"/>
            <a:ext cx="64031" cy="61548"/>
          </a:xfrm>
          <a:custGeom>
            <a:avLst/>
            <a:gdLst/>
            <a:ahLst/>
            <a:cxnLst/>
            <a:rect l="l" t="t" r="r" b="b"/>
            <a:pathLst>
              <a:path w="1419" h="1364" extrusionOk="0">
                <a:moveTo>
                  <a:pt x="363" y="1"/>
                </a:moveTo>
                <a:cubicBezTo>
                  <a:pt x="276" y="1"/>
                  <a:pt x="190" y="24"/>
                  <a:pt x="127" y="72"/>
                </a:cubicBezTo>
                <a:cubicBezTo>
                  <a:pt x="1" y="198"/>
                  <a:pt x="1" y="450"/>
                  <a:pt x="127" y="544"/>
                </a:cubicBezTo>
                <a:lnTo>
                  <a:pt x="820" y="1269"/>
                </a:lnTo>
                <a:cubicBezTo>
                  <a:pt x="883" y="1332"/>
                  <a:pt x="977" y="1363"/>
                  <a:pt x="1072" y="1363"/>
                </a:cubicBezTo>
                <a:cubicBezTo>
                  <a:pt x="1166" y="1363"/>
                  <a:pt x="1261" y="1332"/>
                  <a:pt x="1324" y="1269"/>
                </a:cubicBezTo>
                <a:cubicBezTo>
                  <a:pt x="1418" y="1143"/>
                  <a:pt x="1418" y="922"/>
                  <a:pt x="1324" y="796"/>
                </a:cubicBezTo>
                <a:lnTo>
                  <a:pt x="599" y="72"/>
                </a:lnTo>
                <a:cubicBezTo>
                  <a:pt x="536" y="24"/>
                  <a:pt x="450" y="1"/>
                  <a:pt x="36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0" name="Google Shape;9527;p73">
            <a:extLst>
              <a:ext uri="{FF2B5EF4-FFF2-40B4-BE49-F238E27FC236}">
                <a16:creationId xmlns:a16="http://schemas.microsoft.com/office/drawing/2014/main" id="{891A4136-CE52-8BDD-C248-DAD9CEF66B8E}"/>
              </a:ext>
            </a:extLst>
          </p:cNvPr>
          <p:cNvSpPr/>
          <p:nvPr/>
        </p:nvSpPr>
        <p:spPr>
          <a:xfrm>
            <a:off x="9261345" y="4203697"/>
            <a:ext cx="66873" cy="46883"/>
          </a:xfrm>
          <a:custGeom>
            <a:avLst/>
            <a:gdLst/>
            <a:ahLst/>
            <a:cxnLst/>
            <a:rect l="l" t="t" r="r" b="b"/>
            <a:pathLst>
              <a:path w="1482" h="1039" extrusionOk="0">
                <a:moveTo>
                  <a:pt x="396" y="0"/>
                </a:moveTo>
                <a:cubicBezTo>
                  <a:pt x="267" y="0"/>
                  <a:pt x="132" y="81"/>
                  <a:pt x="64" y="195"/>
                </a:cubicBezTo>
                <a:cubicBezTo>
                  <a:pt x="1" y="353"/>
                  <a:pt x="64" y="573"/>
                  <a:pt x="221" y="668"/>
                </a:cubicBezTo>
                <a:lnTo>
                  <a:pt x="946" y="1015"/>
                </a:lnTo>
                <a:cubicBezTo>
                  <a:pt x="987" y="1031"/>
                  <a:pt x="1032" y="1039"/>
                  <a:pt x="1077" y="1039"/>
                </a:cubicBezTo>
                <a:cubicBezTo>
                  <a:pt x="1209" y="1039"/>
                  <a:pt x="1349" y="974"/>
                  <a:pt x="1419" y="857"/>
                </a:cubicBezTo>
                <a:cubicBezTo>
                  <a:pt x="1482" y="699"/>
                  <a:pt x="1419" y="447"/>
                  <a:pt x="1261" y="384"/>
                </a:cubicBezTo>
                <a:lnTo>
                  <a:pt x="536" y="38"/>
                </a:lnTo>
                <a:cubicBezTo>
                  <a:pt x="493" y="12"/>
                  <a:pt x="445" y="0"/>
                  <a:pt x="39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1" name="Google Shape;9528;p73">
            <a:extLst>
              <a:ext uri="{FF2B5EF4-FFF2-40B4-BE49-F238E27FC236}">
                <a16:creationId xmlns:a16="http://schemas.microsoft.com/office/drawing/2014/main" id="{046D1EE7-66DE-40B7-BDAF-566A386D35B0}"/>
              </a:ext>
            </a:extLst>
          </p:cNvPr>
          <p:cNvSpPr/>
          <p:nvPr/>
        </p:nvSpPr>
        <p:spPr>
          <a:xfrm>
            <a:off x="9636679" y="4204237"/>
            <a:ext cx="66828" cy="48372"/>
          </a:xfrm>
          <a:custGeom>
            <a:avLst/>
            <a:gdLst/>
            <a:ahLst/>
            <a:cxnLst/>
            <a:rect l="l" t="t" r="r" b="b"/>
            <a:pathLst>
              <a:path w="1481" h="1072" extrusionOk="0">
                <a:moveTo>
                  <a:pt x="1110" y="0"/>
                </a:moveTo>
                <a:cubicBezTo>
                  <a:pt x="1049" y="0"/>
                  <a:pt x="983" y="18"/>
                  <a:pt x="914" y="57"/>
                </a:cubicBezTo>
                <a:lnTo>
                  <a:pt x="221" y="404"/>
                </a:lnTo>
                <a:cubicBezTo>
                  <a:pt x="63" y="498"/>
                  <a:pt x="0" y="687"/>
                  <a:pt x="63" y="877"/>
                </a:cubicBezTo>
                <a:cubicBezTo>
                  <a:pt x="132" y="991"/>
                  <a:pt x="250" y="1072"/>
                  <a:pt x="382" y="1072"/>
                </a:cubicBezTo>
                <a:cubicBezTo>
                  <a:pt x="432" y="1072"/>
                  <a:pt x="484" y="1060"/>
                  <a:pt x="536" y="1034"/>
                </a:cubicBezTo>
                <a:lnTo>
                  <a:pt x="1260" y="687"/>
                </a:lnTo>
                <a:cubicBezTo>
                  <a:pt x="1418" y="593"/>
                  <a:pt x="1481" y="404"/>
                  <a:pt x="1418" y="215"/>
                </a:cubicBezTo>
                <a:cubicBezTo>
                  <a:pt x="1353" y="85"/>
                  <a:pt x="1244" y="0"/>
                  <a:pt x="11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32" name="Google Shape;9529;p73">
            <a:extLst>
              <a:ext uri="{FF2B5EF4-FFF2-40B4-BE49-F238E27FC236}">
                <a16:creationId xmlns:a16="http://schemas.microsoft.com/office/drawing/2014/main" id="{A292191D-D2EF-746B-6BBA-F3BF4C83A1D2}"/>
              </a:ext>
            </a:extLst>
          </p:cNvPr>
          <p:cNvSpPr/>
          <p:nvPr/>
        </p:nvSpPr>
        <p:spPr>
          <a:xfrm>
            <a:off x="9318243" y="4201126"/>
            <a:ext cx="319880" cy="439953"/>
          </a:xfrm>
          <a:custGeom>
            <a:avLst/>
            <a:gdLst/>
            <a:ahLst/>
            <a:cxnLst/>
            <a:rect l="l" t="t" r="r" b="b"/>
            <a:pathLst>
              <a:path w="7089" h="9750" extrusionOk="0">
                <a:moveTo>
                  <a:pt x="3529" y="0"/>
                </a:moveTo>
                <a:cubicBezTo>
                  <a:pt x="3151" y="0"/>
                  <a:pt x="2836" y="315"/>
                  <a:pt x="2836" y="725"/>
                </a:cubicBezTo>
                <a:lnTo>
                  <a:pt x="2836" y="1418"/>
                </a:lnTo>
                <a:cubicBezTo>
                  <a:pt x="2836" y="1040"/>
                  <a:pt x="2520" y="725"/>
                  <a:pt x="2111" y="725"/>
                </a:cubicBezTo>
                <a:cubicBezTo>
                  <a:pt x="1733" y="725"/>
                  <a:pt x="1418" y="1040"/>
                  <a:pt x="1418" y="1418"/>
                </a:cubicBezTo>
                <a:lnTo>
                  <a:pt x="1418" y="2143"/>
                </a:lnTo>
                <a:cubicBezTo>
                  <a:pt x="1544" y="2143"/>
                  <a:pt x="1638" y="2080"/>
                  <a:pt x="1764" y="2080"/>
                </a:cubicBezTo>
                <a:lnTo>
                  <a:pt x="3497" y="2080"/>
                </a:lnTo>
                <a:cubicBezTo>
                  <a:pt x="4253" y="2080"/>
                  <a:pt x="4883" y="2710"/>
                  <a:pt x="4883" y="3466"/>
                </a:cubicBezTo>
                <a:cubicBezTo>
                  <a:pt x="4883" y="4096"/>
                  <a:pt x="4474" y="4600"/>
                  <a:pt x="3907" y="4758"/>
                </a:cubicBezTo>
                <a:cubicBezTo>
                  <a:pt x="4064" y="5073"/>
                  <a:pt x="4159" y="5482"/>
                  <a:pt x="4159" y="5860"/>
                </a:cubicBezTo>
                <a:cubicBezTo>
                  <a:pt x="4159" y="6081"/>
                  <a:pt x="4001" y="6238"/>
                  <a:pt x="3812" y="6238"/>
                </a:cubicBezTo>
                <a:cubicBezTo>
                  <a:pt x="3623" y="6238"/>
                  <a:pt x="3466" y="6081"/>
                  <a:pt x="3466" y="5860"/>
                </a:cubicBezTo>
                <a:cubicBezTo>
                  <a:pt x="3466" y="4915"/>
                  <a:pt x="2678" y="4128"/>
                  <a:pt x="1733" y="4128"/>
                </a:cubicBezTo>
                <a:lnTo>
                  <a:pt x="3466" y="4128"/>
                </a:lnTo>
                <a:cubicBezTo>
                  <a:pt x="3844" y="4128"/>
                  <a:pt x="4159" y="3812"/>
                  <a:pt x="4159" y="3434"/>
                </a:cubicBezTo>
                <a:cubicBezTo>
                  <a:pt x="4159" y="3025"/>
                  <a:pt x="3844" y="2710"/>
                  <a:pt x="3466" y="2710"/>
                </a:cubicBezTo>
                <a:lnTo>
                  <a:pt x="1733" y="2710"/>
                </a:lnTo>
                <a:cubicBezTo>
                  <a:pt x="788" y="2710"/>
                  <a:pt x="0" y="3497"/>
                  <a:pt x="0" y="4443"/>
                </a:cubicBezTo>
                <a:lnTo>
                  <a:pt x="0" y="5167"/>
                </a:lnTo>
                <a:cubicBezTo>
                  <a:pt x="0" y="6112"/>
                  <a:pt x="536" y="6963"/>
                  <a:pt x="1386" y="7372"/>
                </a:cubicBezTo>
                <a:lnTo>
                  <a:pt x="1386" y="8318"/>
                </a:lnTo>
                <a:cubicBezTo>
                  <a:pt x="977" y="8318"/>
                  <a:pt x="662" y="8633"/>
                  <a:pt x="662" y="9011"/>
                </a:cubicBezTo>
                <a:lnTo>
                  <a:pt x="662" y="9389"/>
                </a:lnTo>
                <a:cubicBezTo>
                  <a:pt x="662" y="9578"/>
                  <a:pt x="819" y="9735"/>
                  <a:pt x="1008" y="9735"/>
                </a:cubicBezTo>
                <a:lnTo>
                  <a:pt x="5860" y="9735"/>
                </a:lnTo>
                <a:cubicBezTo>
                  <a:pt x="5923" y="9745"/>
                  <a:pt x="5979" y="9749"/>
                  <a:pt x="6029" y="9749"/>
                </a:cubicBezTo>
                <a:cubicBezTo>
                  <a:pt x="6305" y="9749"/>
                  <a:pt x="6396" y="9612"/>
                  <a:pt x="6396" y="9452"/>
                </a:cubicBezTo>
                <a:lnTo>
                  <a:pt x="6396" y="9105"/>
                </a:lnTo>
                <a:cubicBezTo>
                  <a:pt x="6396" y="8696"/>
                  <a:pt x="6112" y="8381"/>
                  <a:pt x="5702" y="8381"/>
                </a:cubicBezTo>
                <a:lnTo>
                  <a:pt x="5702" y="7436"/>
                </a:lnTo>
                <a:cubicBezTo>
                  <a:pt x="6522" y="7057"/>
                  <a:pt x="7089" y="6175"/>
                  <a:pt x="7089" y="5230"/>
                </a:cubicBezTo>
                <a:lnTo>
                  <a:pt x="7089" y="2143"/>
                </a:lnTo>
                <a:cubicBezTo>
                  <a:pt x="7089" y="1733"/>
                  <a:pt x="6774" y="1418"/>
                  <a:pt x="6364" y="1418"/>
                </a:cubicBezTo>
                <a:cubicBezTo>
                  <a:pt x="5986" y="1418"/>
                  <a:pt x="5671" y="1733"/>
                  <a:pt x="5671" y="2143"/>
                </a:cubicBezTo>
                <a:lnTo>
                  <a:pt x="5671" y="1418"/>
                </a:lnTo>
                <a:cubicBezTo>
                  <a:pt x="5671" y="1040"/>
                  <a:pt x="5356" y="725"/>
                  <a:pt x="4946" y="725"/>
                </a:cubicBezTo>
                <a:cubicBezTo>
                  <a:pt x="4568" y="725"/>
                  <a:pt x="4253" y="1040"/>
                  <a:pt x="4253" y="1418"/>
                </a:cubicBezTo>
                <a:lnTo>
                  <a:pt x="4253" y="725"/>
                </a:lnTo>
                <a:cubicBezTo>
                  <a:pt x="4253" y="315"/>
                  <a:pt x="3938" y="0"/>
                  <a:pt x="35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7" name="Google Shape;9531;p73">
            <a:extLst>
              <a:ext uri="{FF2B5EF4-FFF2-40B4-BE49-F238E27FC236}">
                <a16:creationId xmlns:a16="http://schemas.microsoft.com/office/drawing/2014/main" id="{79DDDCCA-0BD2-951F-C66C-36650FC038AB}"/>
              </a:ext>
            </a:extLst>
          </p:cNvPr>
          <p:cNvSpPr/>
          <p:nvPr/>
        </p:nvSpPr>
        <p:spPr>
          <a:xfrm>
            <a:off x="9215138" y="4968043"/>
            <a:ext cx="64031" cy="345511"/>
          </a:xfrm>
          <a:custGeom>
            <a:avLst/>
            <a:gdLst/>
            <a:ahLst/>
            <a:cxnLst/>
            <a:rect l="l" t="t" r="r" b="b"/>
            <a:pathLst>
              <a:path w="1419" h="7657" extrusionOk="0">
                <a:moveTo>
                  <a:pt x="410" y="0"/>
                </a:moveTo>
                <a:cubicBezTo>
                  <a:pt x="221" y="0"/>
                  <a:pt x="64" y="158"/>
                  <a:pt x="64" y="347"/>
                </a:cubicBezTo>
                <a:cubicBezTo>
                  <a:pt x="1" y="2867"/>
                  <a:pt x="1" y="4789"/>
                  <a:pt x="1" y="7310"/>
                </a:cubicBezTo>
                <a:cubicBezTo>
                  <a:pt x="1" y="7530"/>
                  <a:pt x="158" y="7656"/>
                  <a:pt x="379" y="7656"/>
                </a:cubicBezTo>
                <a:cubicBezTo>
                  <a:pt x="568" y="7656"/>
                  <a:pt x="725" y="7530"/>
                  <a:pt x="725" y="7310"/>
                </a:cubicBezTo>
                <a:lnTo>
                  <a:pt x="725" y="1355"/>
                </a:lnTo>
                <a:lnTo>
                  <a:pt x="1418" y="1355"/>
                </a:lnTo>
                <a:lnTo>
                  <a:pt x="141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8" name="Google Shape;9532;p73">
            <a:extLst>
              <a:ext uri="{FF2B5EF4-FFF2-40B4-BE49-F238E27FC236}">
                <a16:creationId xmlns:a16="http://schemas.microsoft.com/office/drawing/2014/main" id="{683AFB9F-E6E2-C5B5-6341-3244DD8114FE}"/>
              </a:ext>
            </a:extLst>
          </p:cNvPr>
          <p:cNvSpPr/>
          <p:nvPr/>
        </p:nvSpPr>
        <p:spPr>
          <a:xfrm>
            <a:off x="9276280" y="5094569"/>
            <a:ext cx="221827" cy="221827"/>
          </a:xfrm>
          <a:custGeom>
            <a:avLst/>
            <a:gdLst/>
            <a:ahLst/>
            <a:cxnLst/>
            <a:rect l="l" t="t" r="r" b="b"/>
            <a:pathLst>
              <a:path w="4916" h="4916" extrusionOk="0">
                <a:moveTo>
                  <a:pt x="2080" y="0"/>
                </a:moveTo>
                <a:lnTo>
                  <a:pt x="2080" y="693"/>
                </a:lnTo>
                <a:lnTo>
                  <a:pt x="1733" y="693"/>
                </a:lnTo>
                <a:cubicBezTo>
                  <a:pt x="788" y="693"/>
                  <a:pt x="0" y="1481"/>
                  <a:pt x="0" y="2458"/>
                </a:cubicBezTo>
                <a:cubicBezTo>
                  <a:pt x="0" y="2678"/>
                  <a:pt x="158" y="2836"/>
                  <a:pt x="347" y="2836"/>
                </a:cubicBezTo>
                <a:lnTo>
                  <a:pt x="2080" y="2836"/>
                </a:lnTo>
                <a:lnTo>
                  <a:pt x="2080" y="3529"/>
                </a:lnTo>
                <a:lnTo>
                  <a:pt x="1072" y="3529"/>
                </a:lnTo>
                <a:cubicBezTo>
                  <a:pt x="473" y="3529"/>
                  <a:pt x="32" y="4001"/>
                  <a:pt x="32" y="4569"/>
                </a:cubicBezTo>
                <a:cubicBezTo>
                  <a:pt x="32" y="4758"/>
                  <a:pt x="189" y="4915"/>
                  <a:pt x="410" y="4915"/>
                </a:cubicBezTo>
                <a:cubicBezTo>
                  <a:pt x="599" y="4915"/>
                  <a:pt x="757" y="4758"/>
                  <a:pt x="757" y="4569"/>
                </a:cubicBezTo>
                <a:cubicBezTo>
                  <a:pt x="757" y="4348"/>
                  <a:pt x="914" y="4190"/>
                  <a:pt x="1103" y="4190"/>
                </a:cubicBezTo>
                <a:lnTo>
                  <a:pt x="2143" y="4190"/>
                </a:lnTo>
                <a:lnTo>
                  <a:pt x="2143" y="4569"/>
                </a:lnTo>
                <a:cubicBezTo>
                  <a:pt x="2143" y="4758"/>
                  <a:pt x="2300" y="4915"/>
                  <a:pt x="2489" y="4915"/>
                </a:cubicBezTo>
                <a:cubicBezTo>
                  <a:pt x="2678" y="4915"/>
                  <a:pt x="2836" y="4758"/>
                  <a:pt x="2836" y="4569"/>
                </a:cubicBezTo>
                <a:lnTo>
                  <a:pt x="2836" y="4190"/>
                </a:lnTo>
                <a:lnTo>
                  <a:pt x="3876" y="4190"/>
                </a:lnTo>
                <a:cubicBezTo>
                  <a:pt x="4065" y="4190"/>
                  <a:pt x="4222" y="4348"/>
                  <a:pt x="4222" y="4569"/>
                </a:cubicBezTo>
                <a:cubicBezTo>
                  <a:pt x="4222" y="4758"/>
                  <a:pt x="4380" y="4915"/>
                  <a:pt x="4569" y="4915"/>
                </a:cubicBezTo>
                <a:cubicBezTo>
                  <a:pt x="4758" y="4915"/>
                  <a:pt x="4915" y="4758"/>
                  <a:pt x="4915" y="4569"/>
                </a:cubicBezTo>
                <a:cubicBezTo>
                  <a:pt x="4915" y="3970"/>
                  <a:pt x="4443" y="3529"/>
                  <a:pt x="3907" y="3529"/>
                </a:cubicBezTo>
                <a:lnTo>
                  <a:pt x="2867" y="3529"/>
                </a:lnTo>
                <a:lnTo>
                  <a:pt x="2867" y="2836"/>
                </a:lnTo>
                <a:lnTo>
                  <a:pt x="4537" y="2836"/>
                </a:lnTo>
                <a:lnTo>
                  <a:pt x="4537" y="2773"/>
                </a:lnTo>
                <a:cubicBezTo>
                  <a:pt x="4726" y="2773"/>
                  <a:pt x="4884" y="2615"/>
                  <a:pt x="4884" y="2426"/>
                </a:cubicBezTo>
                <a:cubicBezTo>
                  <a:pt x="4884" y="1481"/>
                  <a:pt x="4096" y="662"/>
                  <a:pt x="3151" y="662"/>
                </a:cubicBezTo>
                <a:lnTo>
                  <a:pt x="2804" y="662"/>
                </a:lnTo>
                <a:lnTo>
                  <a:pt x="280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9" name="Google Shape;9533;p73">
            <a:extLst>
              <a:ext uri="{FF2B5EF4-FFF2-40B4-BE49-F238E27FC236}">
                <a16:creationId xmlns:a16="http://schemas.microsoft.com/office/drawing/2014/main" id="{307F6590-A876-A42E-7DAB-E2B5E73EA83D}"/>
              </a:ext>
            </a:extLst>
          </p:cNvPr>
          <p:cNvSpPr/>
          <p:nvPr/>
        </p:nvSpPr>
        <p:spPr>
          <a:xfrm>
            <a:off x="9526491" y="4778975"/>
            <a:ext cx="190511" cy="63985"/>
          </a:xfrm>
          <a:custGeom>
            <a:avLst/>
            <a:gdLst/>
            <a:ahLst/>
            <a:cxnLst/>
            <a:rect l="l" t="t" r="r" b="b"/>
            <a:pathLst>
              <a:path w="4222" h="1418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cubicBezTo>
                  <a:pt x="63" y="1103"/>
                  <a:pt x="378" y="1418"/>
                  <a:pt x="725" y="1418"/>
                </a:cubicBezTo>
                <a:lnTo>
                  <a:pt x="3875" y="1418"/>
                </a:lnTo>
                <a:cubicBezTo>
                  <a:pt x="4064" y="1418"/>
                  <a:pt x="4222" y="1260"/>
                  <a:pt x="4222" y="1071"/>
                </a:cubicBezTo>
                <a:lnTo>
                  <a:pt x="4222" y="378"/>
                </a:lnTo>
                <a:cubicBezTo>
                  <a:pt x="4222" y="158"/>
                  <a:pt x="4064" y="0"/>
                  <a:pt x="387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0" name="Google Shape;9534;p73">
            <a:extLst>
              <a:ext uri="{FF2B5EF4-FFF2-40B4-BE49-F238E27FC236}">
                <a16:creationId xmlns:a16="http://schemas.microsoft.com/office/drawing/2014/main" id="{FC0243E7-5ADC-BCEE-216F-9CE24EA3A142}"/>
              </a:ext>
            </a:extLst>
          </p:cNvPr>
          <p:cNvSpPr/>
          <p:nvPr/>
        </p:nvSpPr>
        <p:spPr>
          <a:xfrm>
            <a:off x="9559159" y="4875630"/>
            <a:ext cx="189157" cy="64031"/>
          </a:xfrm>
          <a:custGeom>
            <a:avLst/>
            <a:gdLst/>
            <a:ahLst/>
            <a:cxnLst/>
            <a:rect l="l" t="t" r="r" b="b"/>
            <a:pathLst>
              <a:path w="4192" h="1419" extrusionOk="0">
                <a:moveTo>
                  <a:pt x="694" y="1"/>
                </a:moveTo>
                <a:cubicBezTo>
                  <a:pt x="316" y="1"/>
                  <a:pt x="1" y="316"/>
                  <a:pt x="1" y="694"/>
                </a:cubicBezTo>
                <a:cubicBezTo>
                  <a:pt x="1" y="1103"/>
                  <a:pt x="316" y="1418"/>
                  <a:pt x="694" y="1418"/>
                </a:cubicBezTo>
                <a:lnTo>
                  <a:pt x="3845" y="1418"/>
                </a:lnTo>
                <a:cubicBezTo>
                  <a:pt x="4065" y="1418"/>
                  <a:pt x="4191" y="1261"/>
                  <a:pt x="4191" y="1072"/>
                </a:cubicBezTo>
                <a:lnTo>
                  <a:pt x="4191" y="347"/>
                </a:lnTo>
                <a:cubicBezTo>
                  <a:pt x="4191" y="158"/>
                  <a:pt x="4065" y="1"/>
                  <a:pt x="384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1" name="Google Shape;9535;p73">
            <a:extLst>
              <a:ext uri="{FF2B5EF4-FFF2-40B4-BE49-F238E27FC236}">
                <a16:creationId xmlns:a16="http://schemas.microsoft.com/office/drawing/2014/main" id="{E44038AB-FB96-6096-EF34-4D5580766552}"/>
              </a:ext>
            </a:extLst>
          </p:cNvPr>
          <p:cNvSpPr/>
          <p:nvPr/>
        </p:nvSpPr>
        <p:spPr>
          <a:xfrm>
            <a:off x="9529332" y="5061854"/>
            <a:ext cx="220383" cy="64031"/>
          </a:xfrm>
          <a:custGeom>
            <a:avLst/>
            <a:gdLst/>
            <a:ahLst/>
            <a:cxnLst/>
            <a:rect l="l" t="t" r="r" b="b"/>
            <a:pathLst>
              <a:path w="4884" h="1419" extrusionOk="0">
                <a:moveTo>
                  <a:pt x="0" y="1"/>
                </a:moveTo>
                <a:lnTo>
                  <a:pt x="0" y="1418"/>
                </a:lnTo>
                <a:lnTo>
                  <a:pt x="4884" y="1418"/>
                </a:lnTo>
                <a:lnTo>
                  <a:pt x="4884" y="1"/>
                </a:lnTo>
                <a:lnTo>
                  <a:pt x="2773" y="1"/>
                </a:lnTo>
                <a:lnTo>
                  <a:pt x="2773" y="347"/>
                </a:lnTo>
                <a:cubicBezTo>
                  <a:pt x="2773" y="568"/>
                  <a:pt x="2615" y="725"/>
                  <a:pt x="2426" y="725"/>
                </a:cubicBezTo>
                <a:cubicBezTo>
                  <a:pt x="2237" y="725"/>
                  <a:pt x="2080" y="568"/>
                  <a:pt x="2080" y="347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2" name="Google Shape;9536;p73">
            <a:extLst>
              <a:ext uri="{FF2B5EF4-FFF2-40B4-BE49-F238E27FC236}">
                <a16:creationId xmlns:a16="http://schemas.microsoft.com/office/drawing/2014/main" id="{3FC784F6-E6D0-2EC4-6836-3F90D4390C0C}"/>
              </a:ext>
            </a:extLst>
          </p:cNvPr>
          <p:cNvSpPr/>
          <p:nvPr/>
        </p:nvSpPr>
        <p:spPr>
          <a:xfrm>
            <a:off x="9496618" y="4968042"/>
            <a:ext cx="253097" cy="61187"/>
          </a:xfrm>
          <a:custGeom>
            <a:avLst/>
            <a:gdLst/>
            <a:ahLst/>
            <a:cxnLst/>
            <a:rect l="l" t="t" r="r" b="b"/>
            <a:pathLst>
              <a:path w="5609" h="1356" extrusionOk="0">
                <a:moveTo>
                  <a:pt x="1" y="0"/>
                </a:moveTo>
                <a:lnTo>
                  <a:pt x="1" y="1355"/>
                </a:lnTo>
                <a:lnTo>
                  <a:pt x="5609" y="1355"/>
                </a:lnTo>
                <a:lnTo>
                  <a:pt x="5609" y="347"/>
                </a:lnTo>
                <a:cubicBezTo>
                  <a:pt x="5577" y="158"/>
                  <a:pt x="5451" y="0"/>
                  <a:pt x="523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3" name="Google Shape;9537;p73">
            <a:extLst>
              <a:ext uri="{FF2B5EF4-FFF2-40B4-BE49-F238E27FC236}">
                <a16:creationId xmlns:a16="http://schemas.microsoft.com/office/drawing/2014/main" id="{A8017DEC-5346-7DC1-F957-85031C2ED4BE}"/>
              </a:ext>
            </a:extLst>
          </p:cNvPr>
          <p:cNvSpPr/>
          <p:nvPr/>
        </p:nvSpPr>
        <p:spPr>
          <a:xfrm>
            <a:off x="9529332" y="5158553"/>
            <a:ext cx="221827" cy="157843"/>
          </a:xfrm>
          <a:custGeom>
            <a:avLst/>
            <a:gdLst/>
            <a:ahLst/>
            <a:cxnLst/>
            <a:rect l="l" t="t" r="r" b="b"/>
            <a:pathLst>
              <a:path w="4916" h="3498" extrusionOk="0">
                <a:moveTo>
                  <a:pt x="0" y="0"/>
                </a:moveTo>
                <a:lnTo>
                  <a:pt x="0" y="3151"/>
                </a:lnTo>
                <a:cubicBezTo>
                  <a:pt x="0" y="3340"/>
                  <a:pt x="158" y="3497"/>
                  <a:pt x="347" y="3497"/>
                </a:cubicBezTo>
                <a:cubicBezTo>
                  <a:pt x="536" y="3497"/>
                  <a:pt x="693" y="3340"/>
                  <a:pt x="693" y="3151"/>
                </a:cubicBezTo>
                <a:lnTo>
                  <a:pt x="693" y="1418"/>
                </a:lnTo>
                <a:lnTo>
                  <a:pt x="4190" y="1418"/>
                </a:lnTo>
                <a:lnTo>
                  <a:pt x="4190" y="3151"/>
                </a:lnTo>
                <a:cubicBezTo>
                  <a:pt x="4190" y="3340"/>
                  <a:pt x="4348" y="3497"/>
                  <a:pt x="4569" y="3497"/>
                </a:cubicBezTo>
                <a:cubicBezTo>
                  <a:pt x="4758" y="3497"/>
                  <a:pt x="4915" y="3340"/>
                  <a:pt x="4915" y="3151"/>
                </a:cubicBezTo>
                <a:lnTo>
                  <a:pt x="4915" y="0"/>
                </a:lnTo>
                <a:lnTo>
                  <a:pt x="2773" y="0"/>
                </a:lnTo>
                <a:lnTo>
                  <a:pt x="2773" y="347"/>
                </a:lnTo>
                <a:cubicBezTo>
                  <a:pt x="2773" y="536"/>
                  <a:pt x="2615" y="693"/>
                  <a:pt x="2426" y="693"/>
                </a:cubicBezTo>
                <a:cubicBezTo>
                  <a:pt x="2237" y="693"/>
                  <a:pt x="2080" y="536"/>
                  <a:pt x="2080" y="347"/>
                </a:cubicBezTo>
                <a:lnTo>
                  <a:pt x="208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24" name="Google Shape;9538;p73">
            <a:extLst>
              <a:ext uri="{FF2B5EF4-FFF2-40B4-BE49-F238E27FC236}">
                <a16:creationId xmlns:a16="http://schemas.microsoft.com/office/drawing/2014/main" id="{199C7B13-1CDF-666B-6381-313652018B31}"/>
              </a:ext>
            </a:extLst>
          </p:cNvPr>
          <p:cNvSpPr/>
          <p:nvPr/>
        </p:nvSpPr>
        <p:spPr>
          <a:xfrm>
            <a:off x="9310394" y="4874231"/>
            <a:ext cx="156443" cy="187669"/>
          </a:xfrm>
          <a:custGeom>
            <a:avLst/>
            <a:gdLst/>
            <a:ahLst/>
            <a:cxnLst/>
            <a:rect l="l" t="t" r="r" b="b"/>
            <a:pathLst>
              <a:path w="3467" h="4159" extrusionOk="0">
                <a:moveTo>
                  <a:pt x="1733" y="0"/>
                </a:moveTo>
                <a:cubicBezTo>
                  <a:pt x="788" y="0"/>
                  <a:pt x="1" y="788"/>
                  <a:pt x="1" y="1733"/>
                </a:cubicBezTo>
                <a:lnTo>
                  <a:pt x="1" y="3812"/>
                </a:lnTo>
                <a:cubicBezTo>
                  <a:pt x="1" y="4001"/>
                  <a:pt x="158" y="4159"/>
                  <a:pt x="347" y="4159"/>
                </a:cubicBezTo>
                <a:lnTo>
                  <a:pt x="3120" y="4159"/>
                </a:lnTo>
                <a:cubicBezTo>
                  <a:pt x="3309" y="4159"/>
                  <a:pt x="3466" y="4001"/>
                  <a:pt x="3466" y="3812"/>
                </a:cubicBezTo>
                <a:lnTo>
                  <a:pt x="3466" y="1733"/>
                </a:ln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3" name="Google Shape;9540;p73">
            <a:extLst>
              <a:ext uri="{FF2B5EF4-FFF2-40B4-BE49-F238E27FC236}">
                <a16:creationId xmlns:a16="http://schemas.microsoft.com/office/drawing/2014/main" id="{DEDB40BC-499E-F380-B525-2E2731F66CCD}"/>
              </a:ext>
            </a:extLst>
          </p:cNvPr>
          <p:cNvSpPr/>
          <p:nvPr/>
        </p:nvSpPr>
        <p:spPr>
          <a:xfrm>
            <a:off x="9221543" y="5522811"/>
            <a:ext cx="523207" cy="160685"/>
          </a:xfrm>
          <a:custGeom>
            <a:avLst/>
            <a:gdLst/>
            <a:ahLst/>
            <a:cxnLst/>
            <a:rect l="l" t="t" r="r" b="b"/>
            <a:pathLst>
              <a:path w="11595" h="3560" extrusionOk="0">
                <a:moveTo>
                  <a:pt x="5798" y="1"/>
                </a:moveTo>
                <a:cubicBezTo>
                  <a:pt x="2773" y="1"/>
                  <a:pt x="316" y="3120"/>
                  <a:pt x="1" y="3561"/>
                </a:cubicBezTo>
                <a:cubicBezTo>
                  <a:pt x="1229" y="2679"/>
                  <a:pt x="3561" y="1734"/>
                  <a:pt x="5798" y="1734"/>
                </a:cubicBezTo>
                <a:cubicBezTo>
                  <a:pt x="7751" y="1734"/>
                  <a:pt x="10051" y="2490"/>
                  <a:pt x="11595" y="3561"/>
                </a:cubicBezTo>
                <a:cubicBezTo>
                  <a:pt x="11280" y="3120"/>
                  <a:pt x="8822" y="1"/>
                  <a:pt x="579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4" name="Google Shape;9541;p73">
            <a:extLst>
              <a:ext uri="{FF2B5EF4-FFF2-40B4-BE49-F238E27FC236}">
                <a16:creationId xmlns:a16="http://schemas.microsoft.com/office/drawing/2014/main" id="{1615E4CE-4A3A-AF9F-C623-C3B58684FE7E}"/>
              </a:ext>
            </a:extLst>
          </p:cNvPr>
          <p:cNvSpPr/>
          <p:nvPr/>
        </p:nvSpPr>
        <p:spPr>
          <a:xfrm>
            <a:off x="9467511" y="5677763"/>
            <a:ext cx="31316" cy="32760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68"/>
                  <a:pt x="158" y="725"/>
                  <a:pt x="347" y="725"/>
                </a:cubicBezTo>
                <a:cubicBezTo>
                  <a:pt x="536" y="725"/>
                  <a:pt x="693" y="568"/>
                  <a:pt x="693" y="347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5" name="Google Shape;9542;p73">
            <a:extLst>
              <a:ext uri="{FF2B5EF4-FFF2-40B4-BE49-F238E27FC236}">
                <a16:creationId xmlns:a16="http://schemas.microsoft.com/office/drawing/2014/main" id="{8BFD6588-B36E-8C08-CFE4-F7606C5F70AE}"/>
              </a:ext>
            </a:extLst>
          </p:cNvPr>
          <p:cNvSpPr/>
          <p:nvPr/>
        </p:nvSpPr>
        <p:spPr>
          <a:xfrm>
            <a:off x="9404926" y="5633726"/>
            <a:ext cx="156443" cy="140785"/>
          </a:xfrm>
          <a:custGeom>
            <a:avLst/>
            <a:gdLst/>
            <a:ahLst/>
            <a:cxnLst/>
            <a:rect l="l" t="t" r="r" b="b"/>
            <a:pathLst>
              <a:path w="3467" h="3120" extrusionOk="0">
                <a:moveTo>
                  <a:pt x="1734" y="315"/>
                </a:moveTo>
                <a:cubicBezTo>
                  <a:pt x="2332" y="315"/>
                  <a:pt x="2773" y="788"/>
                  <a:pt x="2773" y="1323"/>
                </a:cubicBezTo>
                <a:cubicBezTo>
                  <a:pt x="2773" y="1922"/>
                  <a:pt x="2269" y="2363"/>
                  <a:pt x="1734" y="2363"/>
                </a:cubicBezTo>
                <a:cubicBezTo>
                  <a:pt x="1135" y="2363"/>
                  <a:pt x="694" y="1890"/>
                  <a:pt x="694" y="1323"/>
                </a:cubicBezTo>
                <a:cubicBezTo>
                  <a:pt x="663" y="788"/>
                  <a:pt x="1135" y="315"/>
                  <a:pt x="1734" y="315"/>
                </a:cubicBezTo>
                <a:close/>
                <a:moveTo>
                  <a:pt x="1734" y="0"/>
                </a:moveTo>
                <a:cubicBezTo>
                  <a:pt x="1324" y="0"/>
                  <a:pt x="978" y="32"/>
                  <a:pt x="599" y="63"/>
                </a:cubicBezTo>
                <a:cubicBezTo>
                  <a:pt x="190" y="378"/>
                  <a:pt x="1" y="851"/>
                  <a:pt x="1" y="1386"/>
                </a:cubicBezTo>
                <a:cubicBezTo>
                  <a:pt x="1" y="2332"/>
                  <a:pt x="789" y="3119"/>
                  <a:pt x="1734" y="3119"/>
                </a:cubicBezTo>
                <a:cubicBezTo>
                  <a:pt x="2679" y="3119"/>
                  <a:pt x="3466" y="2332"/>
                  <a:pt x="3466" y="1386"/>
                </a:cubicBezTo>
                <a:cubicBezTo>
                  <a:pt x="3466" y="851"/>
                  <a:pt x="3214" y="378"/>
                  <a:pt x="2868" y="63"/>
                </a:cubicBezTo>
                <a:cubicBezTo>
                  <a:pt x="2521" y="32"/>
                  <a:pt x="2112" y="0"/>
                  <a:pt x="17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6" name="Google Shape;9543;p73">
            <a:extLst>
              <a:ext uri="{FF2B5EF4-FFF2-40B4-BE49-F238E27FC236}">
                <a16:creationId xmlns:a16="http://schemas.microsoft.com/office/drawing/2014/main" id="{171B06FA-1180-93EB-F256-995C1137C6A5}"/>
              </a:ext>
            </a:extLst>
          </p:cNvPr>
          <p:cNvSpPr/>
          <p:nvPr/>
        </p:nvSpPr>
        <p:spPr>
          <a:xfrm>
            <a:off x="9228671" y="5646494"/>
            <a:ext cx="508992" cy="221827"/>
          </a:xfrm>
          <a:custGeom>
            <a:avLst/>
            <a:gdLst/>
            <a:ahLst/>
            <a:cxnLst/>
            <a:rect l="l" t="t" r="r" b="b"/>
            <a:pathLst>
              <a:path w="11280" h="4916" extrusionOk="0">
                <a:moveTo>
                  <a:pt x="3466" y="1"/>
                </a:moveTo>
                <a:lnTo>
                  <a:pt x="3466" y="1"/>
                </a:lnTo>
                <a:cubicBezTo>
                  <a:pt x="2332" y="253"/>
                  <a:pt x="1103" y="820"/>
                  <a:pt x="0" y="1576"/>
                </a:cubicBezTo>
                <a:cubicBezTo>
                  <a:pt x="693" y="2395"/>
                  <a:pt x="2899" y="4915"/>
                  <a:pt x="5640" y="4915"/>
                </a:cubicBezTo>
                <a:cubicBezTo>
                  <a:pt x="8349" y="4884"/>
                  <a:pt x="10617" y="2395"/>
                  <a:pt x="11279" y="1576"/>
                </a:cubicBezTo>
                <a:cubicBezTo>
                  <a:pt x="10176" y="820"/>
                  <a:pt x="8948" y="253"/>
                  <a:pt x="7814" y="1"/>
                </a:cubicBezTo>
                <a:lnTo>
                  <a:pt x="7814" y="1"/>
                </a:lnTo>
                <a:cubicBezTo>
                  <a:pt x="7971" y="347"/>
                  <a:pt x="8097" y="694"/>
                  <a:pt x="8097" y="1103"/>
                </a:cubicBezTo>
                <a:cubicBezTo>
                  <a:pt x="8097" y="2427"/>
                  <a:pt x="6994" y="3529"/>
                  <a:pt x="5640" y="3529"/>
                </a:cubicBezTo>
                <a:cubicBezTo>
                  <a:pt x="4316" y="3529"/>
                  <a:pt x="3214" y="2427"/>
                  <a:pt x="3214" y="1103"/>
                </a:cubicBezTo>
                <a:cubicBezTo>
                  <a:pt x="3214" y="694"/>
                  <a:pt x="3277" y="347"/>
                  <a:pt x="346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9545;p73">
            <a:extLst>
              <a:ext uri="{FF2B5EF4-FFF2-40B4-BE49-F238E27FC236}">
                <a16:creationId xmlns:a16="http://schemas.microsoft.com/office/drawing/2014/main" id="{443585FA-A48A-5D69-BFBE-392916F06051}"/>
              </a:ext>
            </a:extLst>
          </p:cNvPr>
          <p:cNvSpPr/>
          <p:nvPr/>
        </p:nvSpPr>
        <p:spPr>
          <a:xfrm>
            <a:off x="11505133" y="4126397"/>
            <a:ext cx="31316" cy="78244"/>
          </a:xfrm>
          <a:custGeom>
            <a:avLst/>
            <a:gdLst/>
            <a:ahLst/>
            <a:cxnLst/>
            <a:rect l="l" t="t" r="r" b="b"/>
            <a:pathLst>
              <a:path w="694" h="1733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355"/>
                </a:lnTo>
                <a:cubicBezTo>
                  <a:pt x="0" y="1576"/>
                  <a:pt x="158" y="1733"/>
                  <a:pt x="347" y="1733"/>
                </a:cubicBezTo>
                <a:cubicBezTo>
                  <a:pt x="536" y="1733"/>
                  <a:pt x="693" y="1576"/>
                  <a:pt x="693" y="1355"/>
                </a:cubicBezTo>
                <a:lnTo>
                  <a:pt x="693" y="347"/>
                </a:ln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9546;p73">
            <a:extLst>
              <a:ext uri="{FF2B5EF4-FFF2-40B4-BE49-F238E27FC236}">
                <a16:creationId xmlns:a16="http://schemas.microsoft.com/office/drawing/2014/main" id="{4B29CE22-B595-39F2-8826-FC89B625EA46}"/>
              </a:ext>
            </a:extLst>
          </p:cNvPr>
          <p:cNvSpPr/>
          <p:nvPr/>
        </p:nvSpPr>
        <p:spPr>
          <a:xfrm>
            <a:off x="11380007" y="4187856"/>
            <a:ext cx="64031" cy="62631"/>
          </a:xfrm>
          <a:custGeom>
            <a:avLst/>
            <a:gdLst/>
            <a:ahLst/>
            <a:cxnLst/>
            <a:rect l="l" t="t" r="r" b="b"/>
            <a:pathLst>
              <a:path w="1419" h="1388" extrusionOk="0">
                <a:moveTo>
                  <a:pt x="363" y="1"/>
                </a:moveTo>
                <a:cubicBezTo>
                  <a:pt x="276" y="1"/>
                  <a:pt x="190" y="40"/>
                  <a:pt x="127" y="119"/>
                </a:cubicBezTo>
                <a:cubicBezTo>
                  <a:pt x="1" y="245"/>
                  <a:pt x="1" y="466"/>
                  <a:pt x="127" y="592"/>
                </a:cubicBezTo>
                <a:lnTo>
                  <a:pt x="820" y="1316"/>
                </a:lnTo>
                <a:cubicBezTo>
                  <a:pt x="883" y="1364"/>
                  <a:pt x="969" y="1387"/>
                  <a:pt x="1056" y="1387"/>
                </a:cubicBezTo>
                <a:cubicBezTo>
                  <a:pt x="1143" y="1387"/>
                  <a:pt x="1229" y="1364"/>
                  <a:pt x="1292" y="1316"/>
                </a:cubicBezTo>
                <a:cubicBezTo>
                  <a:pt x="1418" y="1190"/>
                  <a:pt x="1418" y="938"/>
                  <a:pt x="1292" y="844"/>
                </a:cubicBezTo>
                <a:lnTo>
                  <a:pt x="599" y="119"/>
                </a:lnTo>
                <a:cubicBezTo>
                  <a:pt x="536" y="40"/>
                  <a:pt x="450" y="1"/>
                  <a:pt x="36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9547;p73">
            <a:extLst>
              <a:ext uri="{FF2B5EF4-FFF2-40B4-BE49-F238E27FC236}">
                <a16:creationId xmlns:a16="http://schemas.microsoft.com/office/drawing/2014/main" id="{4EEA8BE2-1D2F-9435-435D-509F7328B9E4}"/>
              </a:ext>
            </a:extLst>
          </p:cNvPr>
          <p:cNvSpPr/>
          <p:nvPr/>
        </p:nvSpPr>
        <p:spPr>
          <a:xfrm>
            <a:off x="11597502" y="4188397"/>
            <a:ext cx="64031" cy="62091"/>
          </a:xfrm>
          <a:custGeom>
            <a:avLst/>
            <a:gdLst/>
            <a:ahLst/>
            <a:cxnLst/>
            <a:rect l="l" t="t" r="r" b="b"/>
            <a:pathLst>
              <a:path w="1419" h="1376" extrusionOk="0">
                <a:moveTo>
                  <a:pt x="1054" y="0"/>
                </a:moveTo>
                <a:cubicBezTo>
                  <a:pt x="976" y="0"/>
                  <a:pt x="894" y="33"/>
                  <a:pt x="820" y="107"/>
                </a:cubicBezTo>
                <a:lnTo>
                  <a:pt x="95" y="832"/>
                </a:lnTo>
                <a:cubicBezTo>
                  <a:pt x="1" y="926"/>
                  <a:pt x="1" y="1178"/>
                  <a:pt x="95" y="1304"/>
                </a:cubicBezTo>
                <a:cubicBezTo>
                  <a:pt x="158" y="1352"/>
                  <a:pt x="253" y="1375"/>
                  <a:pt x="344" y="1375"/>
                </a:cubicBezTo>
                <a:cubicBezTo>
                  <a:pt x="434" y="1375"/>
                  <a:pt x="521" y="1352"/>
                  <a:pt x="568" y="1304"/>
                </a:cubicBezTo>
                <a:lnTo>
                  <a:pt x="1293" y="580"/>
                </a:lnTo>
                <a:cubicBezTo>
                  <a:pt x="1419" y="454"/>
                  <a:pt x="1419" y="233"/>
                  <a:pt x="1293" y="107"/>
                </a:cubicBezTo>
                <a:cubicBezTo>
                  <a:pt x="1226" y="41"/>
                  <a:pt x="1142" y="0"/>
                  <a:pt x="10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9548;p73">
            <a:extLst>
              <a:ext uri="{FF2B5EF4-FFF2-40B4-BE49-F238E27FC236}">
                <a16:creationId xmlns:a16="http://schemas.microsoft.com/office/drawing/2014/main" id="{C7584F65-2127-4A33-701A-37D8DB12F376}"/>
              </a:ext>
            </a:extLst>
          </p:cNvPr>
          <p:cNvSpPr/>
          <p:nvPr/>
        </p:nvSpPr>
        <p:spPr>
          <a:xfrm>
            <a:off x="11725471" y="4343891"/>
            <a:ext cx="64031" cy="218984"/>
          </a:xfrm>
          <a:custGeom>
            <a:avLst/>
            <a:gdLst/>
            <a:ahLst/>
            <a:cxnLst/>
            <a:rect l="l" t="t" r="r" b="b"/>
            <a:pathLst>
              <a:path w="1419" h="4853" extrusionOk="0">
                <a:moveTo>
                  <a:pt x="0" y="1"/>
                </a:moveTo>
                <a:lnTo>
                  <a:pt x="0" y="4852"/>
                </a:lnTo>
                <a:lnTo>
                  <a:pt x="1040" y="4852"/>
                </a:lnTo>
                <a:cubicBezTo>
                  <a:pt x="1261" y="4852"/>
                  <a:pt x="1418" y="4695"/>
                  <a:pt x="1418" y="4506"/>
                </a:cubicBezTo>
                <a:lnTo>
                  <a:pt x="1418" y="316"/>
                </a:lnTo>
                <a:cubicBezTo>
                  <a:pt x="1355" y="158"/>
                  <a:pt x="1198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9549;p73">
            <a:extLst>
              <a:ext uri="{FF2B5EF4-FFF2-40B4-BE49-F238E27FC236}">
                <a16:creationId xmlns:a16="http://schemas.microsoft.com/office/drawing/2014/main" id="{E09FC7D0-0FF7-1F2E-A886-0CB59DFEB71C}"/>
              </a:ext>
            </a:extLst>
          </p:cNvPr>
          <p:cNvSpPr/>
          <p:nvPr/>
        </p:nvSpPr>
        <p:spPr>
          <a:xfrm>
            <a:off x="11253480" y="4345156"/>
            <a:ext cx="64031" cy="219119"/>
          </a:xfrm>
          <a:custGeom>
            <a:avLst/>
            <a:gdLst/>
            <a:ahLst/>
            <a:cxnLst/>
            <a:rect l="l" t="t" r="r" b="b"/>
            <a:pathLst>
              <a:path w="1419" h="4856" extrusionOk="0">
                <a:moveTo>
                  <a:pt x="323" y="0"/>
                </a:moveTo>
                <a:cubicBezTo>
                  <a:pt x="132" y="0"/>
                  <a:pt x="1" y="149"/>
                  <a:pt x="1" y="351"/>
                </a:cubicBezTo>
                <a:lnTo>
                  <a:pt x="1" y="4509"/>
                </a:lnTo>
                <a:cubicBezTo>
                  <a:pt x="1" y="4698"/>
                  <a:pt x="158" y="4856"/>
                  <a:pt x="379" y="4856"/>
                </a:cubicBezTo>
                <a:lnTo>
                  <a:pt x="1418" y="4856"/>
                </a:lnTo>
                <a:lnTo>
                  <a:pt x="1418" y="4"/>
                </a:lnTo>
                <a:lnTo>
                  <a:pt x="379" y="4"/>
                </a:lnTo>
                <a:cubicBezTo>
                  <a:pt x="360" y="1"/>
                  <a:pt x="341" y="0"/>
                  <a:pt x="3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9550;p73">
            <a:extLst>
              <a:ext uri="{FF2B5EF4-FFF2-40B4-BE49-F238E27FC236}">
                <a16:creationId xmlns:a16="http://schemas.microsoft.com/office/drawing/2014/main" id="{62B37208-C2EA-B595-D9A1-3BF0638095A9}"/>
              </a:ext>
            </a:extLst>
          </p:cNvPr>
          <p:cNvSpPr/>
          <p:nvPr/>
        </p:nvSpPr>
        <p:spPr>
          <a:xfrm>
            <a:off x="11432622" y="4360950"/>
            <a:ext cx="258783" cy="187713"/>
          </a:xfrm>
          <a:custGeom>
            <a:avLst/>
            <a:gdLst/>
            <a:ahLst/>
            <a:cxnLst/>
            <a:rect l="l" t="t" r="r" b="b"/>
            <a:pathLst>
              <a:path w="5735" h="4160" extrusionOk="0">
                <a:moveTo>
                  <a:pt x="1639" y="1"/>
                </a:moveTo>
                <a:cubicBezTo>
                  <a:pt x="1450" y="1"/>
                  <a:pt x="1198" y="158"/>
                  <a:pt x="1072" y="379"/>
                </a:cubicBezTo>
                <a:lnTo>
                  <a:pt x="0" y="2490"/>
                </a:lnTo>
                <a:cubicBezTo>
                  <a:pt x="158" y="2584"/>
                  <a:pt x="378" y="2616"/>
                  <a:pt x="567" y="2616"/>
                </a:cubicBezTo>
                <a:cubicBezTo>
                  <a:pt x="1072" y="2616"/>
                  <a:pt x="1544" y="2364"/>
                  <a:pt x="1796" y="1891"/>
                </a:cubicBezTo>
                <a:lnTo>
                  <a:pt x="2017" y="1418"/>
                </a:lnTo>
                <a:lnTo>
                  <a:pt x="2710" y="1418"/>
                </a:lnTo>
                <a:cubicBezTo>
                  <a:pt x="2899" y="1418"/>
                  <a:pt x="3056" y="1481"/>
                  <a:pt x="3182" y="1607"/>
                </a:cubicBezTo>
                <a:lnTo>
                  <a:pt x="5734" y="4159"/>
                </a:lnTo>
                <a:lnTo>
                  <a:pt x="573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9551;p73">
            <a:extLst>
              <a:ext uri="{FF2B5EF4-FFF2-40B4-BE49-F238E27FC236}">
                <a16:creationId xmlns:a16="http://schemas.microsoft.com/office/drawing/2014/main" id="{87C7A11C-C6B0-A47E-CB12-A93A2DE51302}"/>
              </a:ext>
            </a:extLst>
          </p:cNvPr>
          <p:cNvSpPr/>
          <p:nvPr/>
        </p:nvSpPr>
        <p:spPr>
          <a:xfrm>
            <a:off x="11345893" y="4282750"/>
            <a:ext cx="317083" cy="340636"/>
          </a:xfrm>
          <a:custGeom>
            <a:avLst/>
            <a:gdLst/>
            <a:ahLst/>
            <a:cxnLst/>
            <a:rect l="l" t="t" r="r" b="b"/>
            <a:pathLst>
              <a:path w="7027" h="7549" extrusionOk="0">
                <a:moveTo>
                  <a:pt x="2206" y="1"/>
                </a:moveTo>
                <a:cubicBezTo>
                  <a:pt x="1828" y="1"/>
                  <a:pt x="1481" y="221"/>
                  <a:pt x="1261" y="568"/>
                </a:cubicBezTo>
                <a:lnTo>
                  <a:pt x="946" y="1198"/>
                </a:lnTo>
                <a:cubicBezTo>
                  <a:pt x="914" y="1324"/>
                  <a:pt x="757" y="1419"/>
                  <a:pt x="631" y="1419"/>
                </a:cubicBezTo>
                <a:lnTo>
                  <a:pt x="1" y="1419"/>
                </a:lnTo>
                <a:lnTo>
                  <a:pt x="1" y="6239"/>
                </a:lnTo>
                <a:lnTo>
                  <a:pt x="1576" y="6239"/>
                </a:lnTo>
                <a:lnTo>
                  <a:pt x="2584" y="7247"/>
                </a:lnTo>
                <a:cubicBezTo>
                  <a:pt x="2768" y="7431"/>
                  <a:pt x="3054" y="7548"/>
                  <a:pt x="3330" y="7548"/>
                </a:cubicBezTo>
                <a:cubicBezTo>
                  <a:pt x="3431" y="7548"/>
                  <a:pt x="3531" y="7533"/>
                  <a:pt x="3624" y="7499"/>
                </a:cubicBezTo>
                <a:lnTo>
                  <a:pt x="6585" y="6554"/>
                </a:lnTo>
                <a:cubicBezTo>
                  <a:pt x="6743" y="6522"/>
                  <a:pt x="6900" y="6396"/>
                  <a:pt x="7026" y="6302"/>
                </a:cubicBezTo>
                <a:lnTo>
                  <a:pt x="4537" y="3813"/>
                </a:lnTo>
                <a:lnTo>
                  <a:pt x="4380" y="3813"/>
                </a:lnTo>
                <a:lnTo>
                  <a:pt x="4348" y="3844"/>
                </a:lnTo>
                <a:cubicBezTo>
                  <a:pt x="4033" y="4506"/>
                  <a:pt x="3340" y="4947"/>
                  <a:pt x="2647" y="5042"/>
                </a:cubicBezTo>
                <a:cubicBezTo>
                  <a:pt x="2601" y="5044"/>
                  <a:pt x="2556" y="5046"/>
                  <a:pt x="2511" y="5046"/>
                </a:cubicBezTo>
                <a:cubicBezTo>
                  <a:pt x="2046" y="5046"/>
                  <a:pt x="1698" y="4899"/>
                  <a:pt x="1324" y="4727"/>
                </a:cubicBezTo>
                <a:cubicBezTo>
                  <a:pt x="1103" y="4632"/>
                  <a:pt x="1040" y="4412"/>
                  <a:pt x="1166" y="4254"/>
                </a:cubicBezTo>
                <a:lnTo>
                  <a:pt x="2363" y="1797"/>
                </a:lnTo>
                <a:cubicBezTo>
                  <a:pt x="2615" y="1324"/>
                  <a:pt x="3088" y="1041"/>
                  <a:pt x="3592" y="1041"/>
                </a:cubicBezTo>
                <a:lnTo>
                  <a:pt x="5104" y="1041"/>
                </a:lnTo>
                <a:cubicBezTo>
                  <a:pt x="5167" y="852"/>
                  <a:pt x="5262" y="631"/>
                  <a:pt x="5262" y="347"/>
                </a:cubicBezTo>
                <a:cubicBezTo>
                  <a:pt x="5262" y="158"/>
                  <a:pt x="5104" y="1"/>
                  <a:pt x="488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9553;p73">
            <a:extLst>
              <a:ext uri="{FF2B5EF4-FFF2-40B4-BE49-F238E27FC236}">
                <a16:creationId xmlns:a16="http://schemas.microsoft.com/office/drawing/2014/main" id="{6BAB4491-6FFA-C849-9A2A-63D0879D4078}"/>
              </a:ext>
            </a:extLst>
          </p:cNvPr>
          <p:cNvSpPr/>
          <p:nvPr/>
        </p:nvSpPr>
        <p:spPr>
          <a:xfrm>
            <a:off x="3160733" y="4107606"/>
            <a:ext cx="156443" cy="156443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1733" y="1"/>
                </a:moveTo>
                <a:cubicBezTo>
                  <a:pt x="788" y="1"/>
                  <a:pt x="1" y="788"/>
                  <a:pt x="1" y="1733"/>
                </a:cubicBezTo>
                <a:cubicBezTo>
                  <a:pt x="1" y="2679"/>
                  <a:pt x="788" y="3466"/>
                  <a:pt x="1733" y="3466"/>
                </a:cubicBezTo>
                <a:cubicBezTo>
                  <a:pt x="2678" y="3466"/>
                  <a:pt x="3466" y="2679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9554;p73">
            <a:extLst>
              <a:ext uri="{FF2B5EF4-FFF2-40B4-BE49-F238E27FC236}">
                <a16:creationId xmlns:a16="http://schemas.microsoft.com/office/drawing/2014/main" id="{D7F7C935-4E15-F196-A5BB-3AE9C9337418}"/>
              </a:ext>
            </a:extLst>
          </p:cNvPr>
          <p:cNvSpPr/>
          <p:nvPr/>
        </p:nvSpPr>
        <p:spPr>
          <a:xfrm>
            <a:off x="3366858" y="4171591"/>
            <a:ext cx="187713" cy="122645"/>
          </a:xfrm>
          <a:custGeom>
            <a:avLst/>
            <a:gdLst/>
            <a:ahLst/>
            <a:cxnLst/>
            <a:rect l="l" t="t" r="r" b="b"/>
            <a:pathLst>
              <a:path w="4160" h="2718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95" y="662"/>
                  <a:pt x="316" y="662"/>
                </a:cubicBezTo>
                <a:lnTo>
                  <a:pt x="2395" y="662"/>
                </a:lnTo>
                <a:cubicBezTo>
                  <a:pt x="2584" y="662"/>
                  <a:pt x="2742" y="820"/>
                  <a:pt x="2742" y="1009"/>
                </a:cubicBezTo>
                <a:lnTo>
                  <a:pt x="2742" y="1576"/>
                </a:lnTo>
                <a:lnTo>
                  <a:pt x="2616" y="1450"/>
                </a:lnTo>
                <a:cubicBezTo>
                  <a:pt x="2568" y="1387"/>
                  <a:pt x="2482" y="1355"/>
                  <a:pt x="2391" y="1355"/>
                </a:cubicBezTo>
                <a:cubicBezTo>
                  <a:pt x="2301" y="1355"/>
                  <a:pt x="2206" y="1387"/>
                  <a:pt x="2143" y="1450"/>
                </a:cubicBezTo>
                <a:cubicBezTo>
                  <a:pt x="2049" y="1576"/>
                  <a:pt x="2049" y="1796"/>
                  <a:pt x="2143" y="1922"/>
                </a:cubicBezTo>
                <a:lnTo>
                  <a:pt x="2868" y="2647"/>
                </a:lnTo>
                <a:cubicBezTo>
                  <a:pt x="2931" y="2694"/>
                  <a:pt x="3017" y="2718"/>
                  <a:pt x="3104" y="2718"/>
                </a:cubicBezTo>
                <a:cubicBezTo>
                  <a:pt x="3191" y="2718"/>
                  <a:pt x="3277" y="2694"/>
                  <a:pt x="3340" y="2647"/>
                </a:cubicBezTo>
                <a:lnTo>
                  <a:pt x="4033" y="1922"/>
                </a:lnTo>
                <a:cubicBezTo>
                  <a:pt x="4159" y="1796"/>
                  <a:pt x="4159" y="1576"/>
                  <a:pt x="4033" y="1450"/>
                </a:cubicBezTo>
                <a:cubicBezTo>
                  <a:pt x="3986" y="1387"/>
                  <a:pt x="3899" y="1355"/>
                  <a:pt x="3809" y="1355"/>
                </a:cubicBezTo>
                <a:cubicBezTo>
                  <a:pt x="3718" y="1355"/>
                  <a:pt x="3624" y="1387"/>
                  <a:pt x="3561" y="1450"/>
                </a:cubicBezTo>
                <a:lnTo>
                  <a:pt x="3466" y="1576"/>
                </a:lnTo>
                <a:lnTo>
                  <a:pt x="3466" y="1009"/>
                </a:lnTo>
                <a:cubicBezTo>
                  <a:pt x="3466" y="441"/>
                  <a:pt x="2994" y="0"/>
                  <a:pt x="24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9555;p73">
            <a:extLst>
              <a:ext uri="{FF2B5EF4-FFF2-40B4-BE49-F238E27FC236}">
                <a16:creationId xmlns:a16="http://schemas.microsoft.com/office/drawing/2014/main" id="{71AAD04A-5D49-7AC7-C720-80C5973249E2}"/>
              </a:ext>
            </a:extLst>
          </p:cNvPr>
          <p:cNvSpPr/>
          <p:nvPr/>
        </p:nvSpPr>
        <p:spPr>
          <a:xfrm>
            <a:off x="3172104" y="4450858"/>
            <a:ext cx="191955" cy="124676"/>
          </a:xfrm>
          <a:custGeom>
            <a:avLst/>
            <a:gdLst/>
            <a:ahLst/>
            <a:cxnLst/>
            <a:rect l="l" t="t" r="r" b="b"/>
            <a:pathLst>
              <a:path w="4254" h="2763" extrusionOk="0">
                <a:moveTo>
                  <a:pt x="1095" y="0"/>
                </a:moveTo>
                <a:cubicBezTo>
                  <a:pt x="1002" y="0"/>
                  <a:pt x="904" y="28"/>
                  <a:pt x="820" y="112"/>
                </a:cubicBezTo>
                <a:lnTo>
                  <a:pt x="127" y="805"/>
                </a:lnTo>
                <a:cubicBezTo>
                  <a:pt x="1" y="931"/>
                  <a:pt x="1" y="1184"/>
                  <a:pt x="127" y="1278"/>
                </a:cubicBezTo>
                <a:cubicBezTo>
                  <a:pt x="190" y="1341"/>
                  <a:pt x="276" y="1373"/>
                  <a:pt x="363" y="1373"/>
                </a:cubicBezTo>
                <a:cubicBezTo>
                  <a:pt x="449" y="1373"/>
                  <a:pt x="536" y="1341"/>
                  <a:pt x="599" y="1278"/>
                </a:cubicBezTo>
                <a:lnTo>
                  <a:pt x="725" y="1184"/>
                </a:lnTo>
                <a:lnTo>
                  <a:pt x="725" y="1719"/>
                </a:lnTo>
                <a:cubicBezTo>
                  <a:pt x="725" y="2318"/>
                  <a:pt x="1198" y="2759"/>
                  <a:pt x="1733" y="2759"/>
                </a:cubicBezTo>
                <a:lnTo>
                  <a:pt x="3813" y="2759"/>
                </a:lnTo>
                <a:cubicBezTo>
                  <a:pt x="3837" y="2761"/>
                  <a:pt x="3861" y="2763"/>
                  <a:pt x="3883" y="2763"/>
                </a:cubicBezTo>
                <a:cubicBezTo>
                  <a:pt x="4122" y="2763"/>
                  <a:pt x="4254" y="2616"/>
                  <a:pt x="4254" y="2444"/>
                </a:cubicBezTo>
                <a:cubicBezTo>
                  <a:pt x="4254" y="2223"/>
                  <a:pt x="4096" y="2066"/>
                  <a:pt x="3907" y="2066"/>
                </a:cubicBezTo>
                <a:lnTo>
                  <a:pt x="1828" y="2066"/>
                </a:lnTo>
                <a:cubicBezTo>
                  <a:pt x="1639" y="2066"/>
                  <a:pt x="1481" y="1908"/>
                  <a:pt x="1481" y="1719"/>
                </a:cubicBezTo>
                <a:lnTo>
                  <a:pt x="1481" y="1184"/>
                </a:lnTo>
                <a:lnTo>
                  <a:pt x="1576" y="1278"/>
                </a:lnTo>
                <a:cubicBezTo>
                  <a:pt x="1639" y="1341"/>
                  <a:pt x="1733" y="1373"/>
                  <a:pt x="1824" y="1373"/>
                </a:cubicBezTo>
                <a:cubicBezTo>
                  <a:pt x="1914" y="1373"/>
                  <a:pt x="2001" y="1341"/>
                  <a:pt x="2048" y="1278"/>
                </a:cubicBezTo>
                <a:cubicBezTo>
                  <a:pt x="2174" y="1184"/>
                  <a:pt x="2174" y="931"/>
                  <a:pt x="2048" y="805"/>
                </a:cubicBezTo>
                <a:lnTo>
                  <a:pt x="1355" y="112"/>
                </a:lnTo>
                <a:cubicBezTo>
                  <a:pt x="1292" y="81"/>
                  <a:pt x="1261" y="81"/>
                  <a:pt x="1229" y="18"/>
                </a:cubicBezTo>
                <a:cubicBezTo>
                  <a:pt x="1187" y="7"/>
                  <a:pt x="1142" y="0"/>
                  <a:pt x="10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9556;p73">
            <a:extLst>
              <a:ext uri="{FF2B5EF4-FFF2-40B4-BE49-F238E27FC236}">
                <a16:creationId xmlns:a16="http://schemas.microsoft.com/office/drawing/2014/main" id="{705C5DA9-57CB-7438-06CB-7F6F25C9F8B3}"/>
              </a:ext>
            </a:extLst>
          </p:cNvPr>
          <p:cNvSpPr/>
          <p:nvPr/>
        </p:nvSpPr>
        <p:spPr>
          <a:xfrm>
            <a:off x="3442211" y="4326544"/>
            <a:ext cx="160684" cy="154999"/>
          </a:xfrm>
          <a:custGeom>
            <a:avLst/>
            <a:gdLst/>
            <a:ahLst/>
            <a:cxnLst/>
            <a:rect l="l" t="t" r="r" b="b"/>
            <a:pathLst>
              <a:path w="3560" h="3435" extrusionOk="0">
                <a:moveTo>
                  <a:pt x="1796" y="0"/>
                </a:moveTo>
                <a:cubicBezTo>
                  <a:pt x="788" y="0"/>
                  <a:pt x="0" y="788"/>
                  <a:pt x="0" y="1733"/>
                </a:cubicBezTo>
                <a:cubicBezTo>
                  <a:pt x="0" y="2647"/>
                  <a:pt x="788" y="3434"/>
                  <a:pt x="1796" y="3434"/>
                </a:cubicBezTo>
                <a:cubicBezTo>
                  <a:pt x="2741" y="3434"/>
                  <a:pt x="3561" y="2647"/>
                  <a:pt x="3561" y="1733"/>
                </a:cubicBezTo>
                <a:cubicBezTo>
                  <a:pt x="3561" y="788"/>
                  <a:pt x="2773" y="0"/>
                  <a:pt x="179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9557;p73">
            <a:extLst>
              <a:ext uri="{FF2B5EF4-FFF2-40B4-BE49-F238E27FC236}">
                <a16:creationId xmlns:a16="http://schemas.microsoft.com/office/drawing/2014/main" id="{511B9B3F-D012-85DD-8BA2-C76E50786426}"/>
              </a:ext>
            </a:extLst>
          </p:cNvPr>
          <p:cNvSpPr/>
          <p:nvPr/>
        </p:nvSpPr>
        <p:spPr>
          <a:xfrm>
            <a:off x="3113804" y="4261159"/>
            <a:ext cx="250255" cy="159240"/>
          </a:xfrm>
          <a:custGeom>
            <a:avLst/>
            <a:gdLst/>
            <a:ahLst/>
            <a:cxnLst/>
            <a:rect l="l" t="t" r="r" b="b"/>
            <a:pathLst>
              <a:path w="5546" h="3529" extrusionOk="0">
                <a:moveTo>
                  <a:pt x="1072" y="0"/>
                </a:moveTo>
                <a:cubicBezTo>
                  <a:pt x="442" y="536"/>
                  <a:pt x="32" y="1292"/>
                  <a:pt x="32" y="2143"/>
                </a:cubicBezTo>
                <a:lnTo>
                  <a:pt x="32" y="3182"/>
                </a:lnTo>
                <a:cubicBezTo>
                  <a:pt x="1" y="3371"/>
                  <a:pt x="158" y="3529"/>
                  <a:pt x="347" y="3529"/>
                </a:cubicBezTo>
                <a:lnTo>
                  <a:pt x="5199" y="3529"/>
                </a:lnTo>
                <a:cubicBezTo>
                  <a:pt x="5388" y="3529"/>
                  <a:pt x="5546" y="3371"/>
                  <a:pt x="5546" y="3182"/>
                </a:cubicBezTo>
                <a:lnTo>
                  <a:pt x="5546" y="2143"/>
                </a:lnTo>
                <a:cubicBezTo>
                  <a:pt x="5546" y="1292"/>
                  <a:pt x="5168" y="536"/>
                  <a:pt x="4538" y="0"/>
                </a:cubicBezTo>
                <a:cubicBezTo>
                  <a:pt x="4096" y="473"/>
                  <a:pt x="3466" y="756"/>
                  <a:pt x="2805" y="756"/>
                </a:cubicBezTo>
                <a:cubicBezTo>
                  <a:pt x="2143" y="756"/>
                  <a:pt x="1513" y="504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9558;p73">
            <a:extLst>
              <a:ext uri="{FF2B5EF4-FFF2-40B4-BE49-F238E27FC236}">
                <a16:creationId xmlns:a16="http://schemas.microsoft.com/office/drawing/2014/main" id="{E676B30D-7A2B-9F17-F856-E8454C05B741}"/>
              </a:ext>
            </a:extLst>
          </p:cNvPr>
          <p:cNvSpPr/>
          <p:nvPr/>
        </p:nvSpPr>
        <p:spPr>
          <a:xfrm>
            <a:off x="3395285" y="4480052"/>
            <a:ext cx="253097" cy="162128"/>
          </a:xfrm>
          <a:custGeom>
            <a:avLst/>
            <a:gdLst/>
            <a:ahLst/>
            <a:cxnLst/>
            <a:rect l="l" t="t" r="r" b="b"/>
            <a:pathLst>
              <a:path w="5609" h="3593" extrusionOk="0">
                <a:moveTo>
                  <a:pt x="1009" y="1"/>
                </a:moveTo>
                <a:cubicBezTo>
                  <a:pt x="379" y="537"/>
                  <a:pt x="1" y="1261"/>
                  <a:pt x="1" y="2143"/>
                </a:cubicBezTo>
                <a:lnTo>
                  <a:pt x="1" y="3246"/>
                </a:lnTo>
                <a:cubicBezTo>
                  <a:pt x="1" y="3435"/>
                  <a:pt x="158" y="3592"/>
                  <a:pt x="347" y="3592"/>
                </a:cubicBezTo>
                <a:lnTo>
                  <a:pt x="5262" y="3592"/>
                </a:lnTo>
                <a:cubicBezTo>
                  <a:pt x="5451" y="3592"/>
                  <a:pt x="5609" y="3435"/>
                  <a:pt x="5609" y="3246"/>
                </a:cubicBezTo>
                <a:lnTo>
                  <a:pt x="5609" y="2143"/>
                </a:lnTo>
                <a:cubicBezTo>
                  <a:pt x="5577" y="1261"/>
                  <a:pt x="5199" y="537"/>
                  <a:pt x="4569" y="1"/>
                </a:cubicBezTo>
                <a:cubicBezTo>
                  <a:pt x="4128" y="474"/>
                  <a:pt x="3498" y="757"/>
                  <a:pt x="2773" y="757"/>
                </a:cubicBezTo>
                <a:cubicBezTo>
                  <a:pt x="2080" y="757"/>
                  <a:pt x="1450" y="474"/>
                  <a:pt x="10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9560;p73">
            <a:extLst>
              <a:ext uri="{FF2B5EF4-FFF2-40B4-BE49-F238E27FC236}">
                <a16:creationId xmlns:a16="http://schemas.microsoft.com/office/drawing/2014/main" id="{296DDAC8-89DC-93C2-45E2-8EFBBE39E364}"/>
              </a:ext>
            </a:extLst>
          </p:cNvPr>
          <p:cNvSpPr/>
          <p:nvPr/>
        </p:nvSpPr>
        <p:spPr>
          <a:xfrm>
            <a:off x="3400970" y="4968944"/>
            <a:ext cx="125172" cy="61187"/>
          </a:xfrm>
          <a:custGeom>
            <a:avLst/>
            <a:gdLst/>
            <a:ahLst/>
            <a:cxnLst/>
            <a:rect l="l" t="t" r="r" b="b"/>
            <a:pathLst>
              <a:path w="2774" h="1356" extrusionOk="0">
                <a:moveTo>
                  <a:pt x="1387" y="1"/>
                </a:moveTo>
                <a:cubicBezTo>
                  <a:pt x="631" y="1"/>
                  <a:pt x="1" y="631"/>
                  <a:pt x="1" y="1355"/>
                </a:cubicBezTo>
                <a:lnTo>
                  <a:pt x="2773" y="1355"/>
                </a:lnTo>
                <a:cubicBezTo>
                  <a:pt x="2773" y="599"/>
                  <a:pt x="2143" y="1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9561;p73">
            <a:extLst>
              <a:ext uri="{FF2B5EF4-FFF2-40B4-BE49-F238E27FC236}">
                <a16:creationId xmlns:a16="http://schemas.microsoft.com/office/drawing/2014/main" id="{85566A50-6DDB-2B30-FE59-A0D17D75AE42}"/>
              </a:ext>
            </a:extLst>
          </p:cNvPr>
          <p:cNvSpPr/>
          <p:nvPr/>
        </p:nvSpPr>
        <p:spPr>
          <a:xfrm>
            <a:off x="3430843" y="4873688"/>
            <a:ext cx="64031" cy="6403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9562;p73">
            <a:extLst>
              <a:ext uri="{FF2B5EF4-FFF2-40B4-BE49-F238E27FC236}">
                <a16:creationId xmlns:a16="http://schemas.microsoft.com/office/drawing/2014/main" id="{24447BB0-3638-A00A-66EC-083EB0FCB661}"/>
              </a:ext>
            </a:extLst>
          </p:cNvPr>
          <p:cNvSpPr/>
          <p:nvPr/>
        </p:nvSpPr>
        <p:spPr>
          <a:xfrm>
            <a:off x="3274443" y="4781275"/>
            <a:ext cx="376780" cy="376780"/>
          </a:xfrm>
          <a:custGeom>
            <a:avLst/>
            <a:gdLst/>
            <a:ahLst/>
            <a:cxnLst/>
            <a:rect l="l" t="t" r="r" b="b"/>
            <a:pathLst>
              <a:path w="8350" h="8350" extrusionOk="0">
                <a:moveTo>
                  <a:pt x="4128" y="1387"/>
                </a:moveTo>
                <a:cubicBezTo>
                  <a:pt x="4884" y="1387"/>
                  <a:pt x="5514" y="2017"/>
                  <a:pt x="5514" y="2773"/>
                </a:cubicBezTo>
                <a:cubicBezTo>
                  <a:pt x="5514" y="3120"/>
                  <a:pt x="5357" y="3466"/>
                  <a:pt x="5136" y="3718"/>
                </a:cubicBezTo>
                <a:cubicBezTo>
                  <a:pt x="5766" y="4065"/>
                  <a:pt x="6176" y="4727"/>
                  <a:pt x="6176" y="5514"/>
                </a:cubicBezTo>
                <a:lnTo>
                  <a:pt x="6176" y="5892"/>
                </a:lnTo>
                <a:lnTo>
                  <a:pt x="6270" y="5892"/>
                </a:lnTo>
                <a:cubicBezTo>
                  <a:pt x="6270" y="6081"/>
                  <a:pt x="6113" y="6239"/>
                  <a:pt x="5924" y="6239"/>
                </a:cubicBezTo>
                <a:lnTo>
                  <a:pt x="2458" y="6239"/>
                </a:lnTo>
                <a:cubicBezTo>
                  <a:pt x="2238" y="6239"/>
                  <a:pt x="2080" y="6081"/>
                  <a:pt x="2080" y="5892"/>
                </a:cubicBezTo>
                <a:lnTo>
                  <a:pt x="2080" y="5514"/>
                </a:lnTo>
                <a:cubicBezTo>
                  <a:pt x="2080" y="4727"/>
                  <a:pt x="2521" y="4065"/>
                  <a:pt x="3151" y="3718"/>
                </a:cubicBezTo>
                <a:cubicBezTo>
                  <a:pt x="2931" y="3466"/>
                  <a:pt x="2773" y="3120"/>
                  <a:pt x="2773" y="2773"/>
                </a:cubicBezTo>
                <a:cubicBezTo>
                  <a:pt x="2773" y="2017"/>
                  <a:pt x="3403" y="1387"/>
                  <a:pt x="4128" y="1387"/>
                </a:cubicBezTo>
                <a:close/>
                <a:moveTo>
                  <a:pt x="4191" y="1"/>
                </a:moveTo>
                <a:cubicBezTo>
                  <a:pt x="1891" y="1"/>
                  <a:pt x="1" y="1860"/>
                  <a:pt x="1" y="4191"/>
                </a:cubicBezTo>
                <a:cubicBezTo>
                  <a:pt x="1" y="6522"/>
                  <a:pt x="1860" y="8350"/>
                  <a:pt x="4191" y="8350"/>
                </a:cubicBezTo>
                <a:cubicBezTo>
                  <a:pt x="6459" y="8350"/>
                  <a:pt x="8350" y="6522"/>
                  <a:pt x="8350" y="4191"/>
                </a:cubicBezTo>
                <a:cubicBezTo>
                  <a:pt x="8350" y="1860"/>
                  <a:pt x="6459" y="1"/>
                  <a:pt x="41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9563;p73">
            <a:extLst>
              <a:ext uri="{FF2B5EF4-FFF2-40B4-BE49-F238E27FC236}">
                <a16:creationId xmlns:a16="http://schemas.microsoft.com/office/drawing/2014/main" id="{FE3B14A2-EB36-48BB-3E8E-34C09227AE2C}"/>
              </a:ext>
            </a:extLst>
          </p:cNvPr>
          <p:cNvSpPr/>
          <p:nvPr/>
        </p:nvSpPr>
        <p:spPr>
          <a:xfrm>
            <a:off x="3241777" y="5058513"/>
            <a:ext cx="132257" cy="130812"/>
          </a:xfrm>
          <a:custGeom>
            <a:avLst/>
            <a:gdLst/>
            <a:ahLst/>
            <a:cxnLst/>
            <a:rect l="l" t="t" r="r" b="b"/>
            <a:pathLst>
              <a:path w="2931" h="2899" extrusionOk="0">
                <a:moveTo>
                  <a:pt x="504" y="0"/>
                </a:moveTo>
                <a:lnTo>
                  <a:pt x="378" y="126"/>
                </a:lnTo>
                <a:cubicBezTo>
                  <a:pt x="0" y="536"/>
                  <a:pt x="0" y="1198"/>
                  <a:pt x="378" y="1576"/>
                </a:cubicBezTo>
                <a:lnTo>
                  <a:pt x="1355" y="2584"/>
                </a:lnTo>
                <a:cubicBezTo>
                  <a:pt x="1576" y="2773"/>
                  <a:pt x="1828" y="2899"/>
                  <a:pt x="2111" y="2899"/>
                </a:cubicBezTo>
                <a:cubicBezTo>
                  <a:pt x="2395" y="2899"/>
                  <a:pt x="2678" y="2773"/>
                  <a:pt x="2867" y="2584"/>
                </a:cubicBezTo>
                <a:lnTo>
                  <a:pt x="2930" y="2458"/>
                </a:lnTo>
                <a:cubicBezTo>
                  <a:pt x="1828" y="1985"/>
                  <a:pt x="977" y="1071"/>
                  <a:pt x="5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9564;p73">
            <a:extLst>
              <a:ext uri="{FF2B5EF4-FFF2-40B4-BE49-F238E27FC236}">
                <a16:creationId xmlns:a16="http://schemas.microsoft.com/office/drawing/2014/main" id="{99AA6D80-8EE4-8495-010E-5939BE3EB389}"/>
              </a:ext>
            </a:extLst>
          </p:cNvPr>
          <p:cNvSpPr/>
          <p:nvPr/>
        </p:nvSpPr>
        <p:spPr>
          <a:xfrm>
            <a:off x="3110961" y="5139555"/>
            <a:ext cx="180584" cy="174537"/>
          </a:xfrm>
          <a:custGeom>
            <a:avLst/>
            <a:gdLst/>
            <a:ahLst/>
            <a:cxnLst/>
            <a:rect l="l" t="t" r="r" b="b"/>
            <a:pathLst>
              <a:path w="4002" h="3867" extrusionOk="0">
                <a:moveTo>
                  <a:pt x="2521" y="0"/>
                </a:moveTo>
                <a:lnTo>
                  <a:pt x="410" y="2111"/>
                </a:lnTo>
                <a:cubicBezTo>
                  <a:pt x="1" y="2520"/>
                  <a:pt x="1" y="3182"/>
                  <a:pt x="410" y="3560"/>
                </a:cubicBezTo>
                <a:cubicBezTo>
                  <a:pt x="599" y="3765"/>
                  <a:pt x="867" y="3867"/>
                  <a:pt x="1135" y="3867"/>
                </a:cubicBezTo>
                <a:cubicBezTo>
                  <a:pt x="1403" y="3867"/>
                  <a:pt x="1671" y="3765"/>
                  <a:pt x="1860" y="3560"/>
                </a:cubicBezTo>
                <a:lnTo>
                  <a:pt x="4002" y="1449"/>
                </a:lnTo>
                <a:cubicBezTo>
                  <a:pt x="3907" y="1418"/>
                  <a:pt x="3844" y="1323"/>
                  <a:pt x="3750" y="1260"/>
                </a:cubicBezTo>
                <a:lnTo>
                  <a:pt x="2773" y="252"/>
                </a:lnTo>
                <a:cubicBezTo>
                  <a:pt x="2679" y="189"/>
                  <a:pt x="2616" y="95"/>
                  <a:pt x="252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9566;p73">
            <a:extLst>
              <a:ext uri="{FF2B5EF4-FFF2-40B4-BE49-F238E27FC236}">
                <a16:creationId xmlns:a16="http://schemas.microsoft.com/office/drawing/2014/main" id="{811A51D0-968F-0C11-4FCD-345CE564CE9D}"/>
              </a:ext>
            </a:extLst>
          </p:cNvPr>
          <p:cNvSpPr/>
          <p:nvPr/>
        </p:nvSpPr>
        <p:spPr>
          <a:xfrm>
            <a:off x="3176389" y="5616622"/>
            <a:ext cx="159240" cy="156443"/>
          </a:xfrm>
          <a:custGeom>
            <a:avLst/>
            <a:gdLst/>
            <a:ahLst/>
            <a:cxnLst/>
            <a:rect l="l" t="t" r="r" b="b"/>
            <a:pathLst>
              <a:path w="3529" h="3467" extrusionOk="0">
                <a:moveTo>
                  <a:pt x="1764" y="1"/>
                </a:moveTo>
                <a:cubicBezTo>
                  <a:pt x="819" y="1"/>
                  <a:pt x="0" y="788"/>
                  <a:pt x="0" y="1734"/>
                </a:cubicBezTo>
                <a:cubicBezTo>
                  <a:pt x="0" y="2679"/>
                  <a:pt x="819" y="3466"/>
                  <a:pt x="1764" y="3466"/>
                </a:cubicBezTo>
                <a:cubicBezTo>
                  <a:pt x="2709" y="3466"/>
                  <a:pt x="3529" y="2679"/>
                  <a:pt x="3529" y="1734"/>
                </a:cubicBezTo>
                <a:cubicBezTo>
                  <a:pt x="3529" y="788"/>
                  <a:pt x="2741" y="1"/>
                  <a:pt x="176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9567;p73">
            <a:extLst>
              <a:ext uri="{FF2B5EF4-FFF2-40B4-BE49-F238E27FC236}">
                <a16:creationId xmlns:a16="http://schemas.microsoft.com/office/drawing/2014/main" id="{16DF386D-918A-A125-9E28-983D82E63836}"/>
              </a:ext>
            </a:extLst>
          </p:cNvPr>
          <p:cNvSpPr/>
          <p:nvPr/>
        </p:nvSpPr>
        <p:spPr>
          <a:xfrm>
            <a:off x="3364015" y="5429000"/>
            <a:ext cx="284367" cy="281525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1733"/>
                </a:moveTo>
                <a:cubicBezTo>
                  <a:pt x="3372" y="1733"/>
                  <a:pt x="3529" y="1890"/>
                  <a:pt x="3529" y="2079"/>
                </a:cubicBezTo>
                <a:cubicBezTo>
                  <a:pt x="3529" y="2268"/>
                  <a:pt x="3372" y="2426"/>
                  <a:pt x="3151" y="2426"/>
                </a:cubicBezTo>
                <a:cubicBezTo>
                  <a:pt x="2962" y="2426"/>
                  <a:pt x="2805" y="2268"/>
                  <a:pt x="2805" y="2079"/>
                </a:cubicBezTo>
                <a:cubicBezTo>
                  <a:pt x="2805" y="1890"/>
                  <a:pt x="2962" y="1733"/>
                  <a:pt x="3151" y="1733"/>
                </a:cubicBezTo>
                <a:close/>
                <a:moveTo>
                  <a:pt x="3151" y="2773"/>
                </a:moveTo>
                <a:cubicBezTo>
                  <a:pt x="3372" y="2773"/>
                  <a:pt x="3529" y="2930"/>
                  <a:pt x="3529" y="3151"/>
                </a:cubicBezTo>
                <a:lnTo>
                  <a:pt x="3529" y="4505"/>
                </a:lnTo>
                <a:cubicBezTo>
                  <a:pt x="3529" y="4726"/>
                  <a:pt x="3372" y="4883"/>
                  <a:pt x="3151" y="4883"/>
                </a:cubicBezTo>
                <a:cubicBezTo>
                  <a:pt x="2962" y="4883"/>
                  <a:pt x="2805" y="4726"/>
                  <a:pt x="2805" y="4505"/>
                </a:cubicBezTo>
                <a:lnTo>
                  <a:pt x="2805" y="3151"/>
                </a:lnTo>
                <a:cubicBezTo>
                  <a:pt x="2805" y="2930"/>
                  <a:pt x="2962" y="2773"/>
                  <a:pt x="3151" y="2773"/>
                </a:cubicBezTo>
                <a:close/>
                <a:moveTo>
                  <a:pt x="3151" y="0"/>
                </a:moveTo>
                <a:cubicBezTo>
                  <a:pt x="1418" y="0"/>
                  <a:pt x="64" y="1418"/>
                  <a:pt x="64" y="3088"/>
                </a:cubicBezTo>
                <a:cubicBezTo>
                  <a:pt x="64" y="3655"/>
                  <a:pt x="158" y="4159"/>
                  <a:pt x="442" y="4631"/>
                </a:cubicBezTo>
                <a:lnTo>
                  <a:pt x="64" y="5765"/>
                </a:lnTo>
                <a:cubicBezTo>
                  <a:pt x="1" y="5892"/>
                  <a:pt x="64" y="6018"/>
                  <a:pt x="127" y="6112"/>
                </a:cubicBezTo>
                <a:cubicBezTo>
                  <a:pt x="190" y="6207"/>
                  <a:pt x="379" y="6238"/>
                  <a:pt x="473" y="6238"/>
                </a:cubicBezTo>
                <a:lnTo>
                  <a:pt x="1796" y="5923"/>
                </a:lnTo>
                <a:cubicBezTo>
                  <a:pt x="2206" y="6175"/>
                  <a:pt x="2679" y="6238"/>
                  <a:pt x="3214" y="6238"/>
                </a:cubicBezTo>
                <a:cubicBezTo>
                  <a:pt x="4947" y="6238"/>
                  <a:pt x="6302" y="4820"/>
                  <a:pt x="6302" y="3119"/>
                </a:cubicBezTo>
                <a:cubicBezTo>
                  <a:pt x="6270" y="1418"/>
                  <a:pt x="4884" y="0"/>
                  <a:pt x="31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9568;p73">
            <a:extLst>
              <a:ext uri="{FF2B5EF4-FFF2-40B4-BE49-F238E27FC236}">
                <a16:creationId xmlns:a16="http://schemas.microsoft.com/office/drawing/2014/main" id="{4ECB14D9-A914-55D4-4949-4794349741E0}"/>
              </a:ext>
            </a:extLst>
          </p:cNvPr>
          <p:cNvSpPr/>
          <p:nvPr/>
        </p:nvSpPr>
        <p:spPr>
          <a:xfrm>
            <a:off x="3113806" y="5765890"/>
            <a:ext cx="284367" cy="196243"/>
          </a:xfrm>
          <a:custGeom>
            <a:avLst/>
            <a:gdLst/>
            <a:ahLst/>
            <a:cxnLst/>
            <a:rect l="l" t="t" r="r" b="b"/>
            <a:pathLst>
              <a:path w="6302" h="4349" extrusionOk="0">
                <a:moveTo>
                  <a:pt x="1356" y="1"/>
                </a:moveTo>
                <a:cubicBezTo>
                  <a:pt x="568" y="568"/>
                  <a:pt x="1" y="1513"/>
                  <a:pt x="1" y="2553"/>
                </a:cubicBezTo>
                <a:lnTo>
                  <a:pt x="1" y="3970"/>
                </a:lnTo>
                <a:cubicBezTo>
                  <a:pt x="1" y="4222"/>
                  <a:pt x="158" y="4348"/>
                  <a:pt x="347" y="4348"/>
                </a:cubicBezTo>
                <a:lnTo>
                  <a:pt x="5955" y="4348"/>
                </a:lnTo>
                <a:cubicBezTo>
                  <a:pt x="6144" y="4348"/>
                  <a:pt x="6302" y="4191"/>
                  <a:pt x="6302" y="3970"/>
                </a:cubicBezTo>
                <a:lnTo>
                  <a:pt x="6302" y="2553"/>
                </a:lnTo>
                <a:cubicBezTo>
                  <a:pt x="6302" y="1513"/>
                  <a:pt x="5798" y="599"/>
                  <a:pt x="4947" y="1"/>
                </a:cubicBezTo>
                <a:cubicBezTo>
                  <a:pt x="4538" y="505"/>
                  <a:pt x="3844" y="820"/>
                  <a:pt x="3151" y="820"/>
                </a:cubicBezTo>
                <a:cubicBezTo>
                  <a:pt x="2427" y="820"/>
                  <a:pt x="1765" y="505"/>
                  <a:pt x="135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9570;p73">
            <a:extLst>
              <a:ext uri="{FF2B5EF4-FFF2-40B4-BE49-F238E27FC236}">
                <a16:creationId xmlns:a16="http://schemas.microsoft.com/office/drawing/2014/main" id="{3E4C58BD-FEBC-4473-6616-9E79987ACEBC}"/>
              </a:ext>
            </a:extLst>
          </p:cNvPr>
          <p:cNvSpPr/>
          <p:nvPr/>
        </p:nvSpPr>
        <p:spPr>
          <a:xfrm>
            <a:off x="6956019" y="4344324"/>
            <a:ext cx="79688" cy="32715"/>
          </a:xfrm>
          <a:custGeom>
            <a:avLst/>
            <a:gdLst/>
            <a:ahLst/>
            <a:cxnLst/>
            <a:rect l="l" t="t" r="r" b="b"/>
            <a:pathLst>
              <a:path w="1766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419" y="725"/>
                </a:lnTo>
                <a:cubicBezTo>
                  <a:pt x="1608" y="725"/>
                  <a:pt x="1765" y="567"/>
                  <a:pt x="1765" y="378"/>
                </a:cubicBezTo>
                <a:cubicBezTo>
                  <a:pt x="1734" y="158"/>
                  <a:pt x="1608" y="0"/>
                  <a:pt x="14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9571;p73">
            <a:extLst>
              <a:ext uri="{FF2B5EF4-FFF2-40B4-BE49-F238E27FC236}">
                <a16:creationId xmlns:a16="http://schemas.microsoft.com/office/drawing/2014/main" id="{BB3C3642-D3AE-D16C-EE15-C65545817EE6}"/>
              </a:ext>
            </a:extLst>
          </p:cNvPr>
          <p:cNvSpPr/>
          <p:nvPr/>
        </p:nvSpPr>
        <p:spPr>
          <a:xfrm>
            <a:off x="6937566" y="4408308"/>
            <a:ext cx="66873" cy="61143"/>
          </a:xfrm>
          <a:custGeom>
            <a:avLst/>
            <a:gdLst/>
            <a:ahLst/>
            <a:cxnLst/>
            <a:rect l="l" t="t" r="r" b="b"/>
            <a:pathLst>
              <a:path w="1482" h="1355" extrusionOk="0">
                <a:moveTo>
                  <a:pt x="394" y="0"/>
                </a:moveTo>
                <a:cubicBezTo>
                  <a:pt x="308" y="0"/>
                  <a:pt x="221" y="32"/>
                  <a:pt x="158" y="95"/>
                </a:cubicBezTo>
                <a:cubicBezTo>
                  <a:pt x="0" y="221"/>
                  <a:pt x="0" y="410"/>
                  <a:pt x="158" y="567"/>
                </a:cubicBezTo>
                <a:lnTo>
                  <a:pt x="882" y="1260"/>
                </a:lnTo>
                <a:cubicBezTo>
                  <a:pt x="945" y="1323"/>
                  <a:pt x="1032" y="1355"/>
                  <a:pt x="1119" y="1355"/>
                </a:cubicBezTo>
                <a:cubicBezTo>
                  <a:pt x="1205" y="1355"/>
                  <a:pt x="1292" y="1323"/>
                  <a:pt x="1355" y="1260"/>
                </a:cubicBezTo>
                <a:cubicBezTo>
                  <a:pt x="1481" y="1134"/>
                  <a:pt x="1481" y="914"/>
                  <a:pt x="1355" y="788"/>
                </a:cubicBezTo>
                <a:lnTo>
                  <a:pt x="630" y="95"/>
                </a:lnTo>
                <a:cubicBezTo>
                  <a:pt x="567" y="32"/>
                  <a:pt x="481" y="0"/>
                  <a:pt x="3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9572;p73">
            <a:extLst>
              <a:ext uri="{FF2B5EF4-FFF2-40B4-BE49-F238E27FC236}">
                <a16:creationId xmlns:a16="http://schemas.microsoft.com/office/drawing/2014/main" id="{A8178FF0-DC1B-3088-4B6C-A0C6053E0525}"/>
              </a:ext>
            </a:extLst>
          </p:cNvPr>
          <p:cNvSpPr/>
          <p:nvPr/>
        </p:nvSpPr>
        <p:spPr>
          <a:xfrm>
            <a:off x="6940407" y="4250467"/>
            <a:ext cx="64031" cy="62271"/>
          </a:xfrm>
          <a:custGeom>
            <a:avLst/>
            <a:gdLst/>
            <a:ahLst/>
            <a:cxnLst/>
            <a:rect l="l" t="t" r="r" b="b"/>
            <a:pathLst>
              <a:path w="1419" h="1380" extrusionOk="0">
                <a:moveTo>
                  <a:pt x="1056" y="1"/>
                </a:moveTo>
                <a:cubicBezTo>
                  <a:pt x="969" y="1"/>
                  <a:pt x="882" y="32"/>
                  <a:pt x="819" y="96"/>
                </a:cubicBezTo>
                <a:lnTo>
                  <a:pt x="95" y="789"/>
                </a:lnTo>
                <a:cubicBezTo>
                  <a:pt x="0" y="915"/>
                  <a:pt x="0" y="1135"/>
                  <a:pt x="95" y="1261"/>
                </a:cubicBezTo>
                <a:cubicBezTo>
                  <a:pt x="158" y="1340"/>
                  <a:pt x="252" y="1379"/>
                  <a:pt x="343" y="1379"/>
                </a:cubicBezTo>
                <a:cubicBezTo>
                  <a:pt x="434" y="1379"/>
                  <a:pt x="520" y="1340"/>
                  <a:pt x="567" y="1261"/>
                </a:cubicBezTo>
                <a:lnTo>
                  <a:pt x="1292" y="568"/>
                </a:lnTo>
                <a:cubicBezTo>
                  <a:pt x="1418" y="442"/>
                  <a:pt x="1418" y="190"/>
                  <a:pt x="1292" y="96"/>
                </a:cubicBezTo>
                <a:cubicBezTo>
                  <a:pt x="1229" y="32"/>
                  <a:pt x="1142" y="1"/>
                  <a:pt x="105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9573;p73">
            <a:extLst>
              <a:ext uri="{FF2B5EF4-FFF2-40B4-BE49-F238E27FC236}">
                <a16:creationId xmlns:a16="http://schemas.microsoft.com/office/drawing/2014/main" id="{AE27B9DF-5657-3E0E-377F-FE8B06883FBE}"/>
              </a:ext>
            </a:extLst>
          </p:cNvPr>
          <p:cNvSpPr/>
          <p:nvPr/>
        </p:nvSpPr>
        <p:spPr>
          <a:xfrm>
            <a:off x="6501132" y="4250467"/>
            <a:ext cx="190511" cy="189159"/>
          </a:xfrm>
          <a:custGeom>
            <a:avLst/>
            <a:gdLst/>
            <a:ahLst/>
            <a:cxnLst/>
            <a:rect l="l" t="t" r="r" b="b"/>
            <a:pathLst>
              <a:path w="4222" h="4192" extrusionOk="0">
                <a:moveTo>
                  <a:pt x="2489" y="1"/>
                </a:moveTo>
                <a:cubicBezTo>
                  <a:pt x="2048" y="1"/>
                  <a:pt x="1639" y="285"/>
                  <a:pt x="1481" y="726"/>
                </a:cubicBezTo>
                <a:lnTo>
                  <a:pt x="1418" y="726"/>
                </a:lnTo>
                <a:cubicBezTo>
                  <a:pt x="662" y="726"/>
                  <a:pt x="0" y="1356"/>
                  <a:pt x="0" y="2080"/>
                </a:cubicBezTo>
                <a:cubicBezTo>
                  <a:pt x="0" y="2836"/>
                  <a:pt x="630" y="3467"/>
                  <a:pt x="1418" y="3467"/>
                </a:cubicBezTo>
                <a:lnTo>
                  <a:pt x="1481" y="3467"/>
                </a:lnTo>
                <a:cubicBezTo>
                  <a:pt x="1639" y="3845"/>
                  <a:pt x="2017" y="4191"/>
                  <a:pt x="2489" y="4191"/>
                </a:cubicBezTo>
                <a:lnTo>
                  <a:pt x="4222" y="4191"/>
                </a:lnTo>
                <a:lnTo>
                  <a:pt x="422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9574;p73">
            <a:extLst>
              <a:ext uri="{FF2B5EF4-FFF2-40B4-BE49-F238E27FC236}">
                <a16:creationId xmlns:a16="http://schemas.microsoft.com/office/drawing/2014/main" id="{6943572C-15ED-9CE9-93FC-4256A02BBC9E}"/>
              </a:ext>
            </a:extLst>
          </p:cNvPr>
          <p:cNvSpPr/>
          <p:nvPr/>
        </p:nvSpPr>
        <p:spPr>
          <a:xfrm>
            <a:off x="6843754" y="4156655"/>
            <a:ext cx="63985" cy="376783"/>
          </a:xfrm>
          <a:custGeom>
            <a:avLst/>
            <a:gdLst/>
            <a:ahLst/>
            <a:cxnLst/>
            <a:rect l="l" t="t" r="r" b="b"/>
            <a:pathLst>
              <a:path w="1418" h="8350" extrusionOk="0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lnTo>
                  <a:pt x="0" y="7625"/>
                </a:lnTo>
                <a:cubicBezTo>
                  <a:pt x="0" y="8034"/>
                  <a:pt x="315" y="8349"/>
                  <a:pt x="725" y="8349"/>
                </a:cubicBezTo>
                <a:cubicBezTo>
                  <a:pt x="1134" y="8286"/>
                  <a:pt x="1418" y="8003"/>
                  <a:pt x="1418" y="7625"/>
                </a:cubicBezTo>
                <a:lnTo>
                  <a:pt x="1418" y="694"/>
                </a:ln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9575;p73">
            <a:extLst>
              <a:ext uri="{FF2B5EF4-FFF2-40B4-BE49-F238E27FC236}">
                <a16:creationId xmlns:a16="http://schemas.microsoft.com/office/drawing/2014/main" id="{AEEBA4FA-7974-532A-230D-D2FD5DAA4577}"/>
              </a:ext>
            </a:extLst>
          </p:cNvPr>
          <p:cNvSpPr/>
          <p:nvPr/>
        </p:nvSpPr>
        <p:spPr>
          <a:xfrm>
            <a:off x="6594942" y="4468005"/>
            <a:ext cx="92459" cy="125128"/>
          </a:xfrm>
          <a:custGeom>
            <a:avLst/>
            <a:gdLst/>
            <a:ahLst/>
            <a:cxnLst/>
            <a:rect l="l" t="t" r="r" b="b"/>
            <a:pathLst>
              <a:path w="2049" h="2773" extrusionOk="0">
                <a:moveTo>
                  <a:pt x="1" y="0"/>
                </a:moveTo>
                <a:lnTo>
                  <a:pt x="1" y="1764"/>
                </a:lnTo>
                <a:cubicBezTo>
                  <a:pt x="1" y="2363"/>
                  <a:pt x="473" y="2773"/>
                  <a:pt x="1040" y="2773"/>
                </a:cubicBezTo>
                <a:cubicBezTo>
                  <a:pt x="1607" y="2773"/>
                  <a:pt x="2048" y="2300"/>
                  <a:pt x="2048" y="1764"/>
                </a:cubicBezTo>
                <a:lnTo>
                  <a:pt x="2048" y="32"/>
                </a:lnTo>
                <a:lnTo>
                  <a:pt x="316" y="32"/>
                </a:lnTo>
                <a:cubicBezTo>
                  <a:pt x="253" y="32"/>
                  <a:pt x="127" y="32"/>
                  <a:pt x="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9576;p73">
            <a:extLst>
              <a:ext uri="{FF2B5EF4-FFF2-40B4-BE49-F238E27FC236}">
                <a16:creationId xmlns:a16="http://schemas.microsoft.com/office/drawing/2014/main" id="{E58CC368-7167-DA3B-EDEE-3BEB70A4C99D}"/>
              </a:ext>
            </a:extLst>
          </p:cNvPr>
          <p:cNvSpPr/>
          <p:nvPr/>
        </p:nvSpPr>
        <p:spPr>
          <a:xfrm>
            <a:off x="6721470" y="4195054"/>
            <a:ext cx="93857" cy="295740"/>
          </a:xfrm>
          <a:custGeom>
            <a:avLst/>
            <a:gdLst/>
            <a:ahLst/>
            <a:cxnLst/>
            <a:rect l="l" t="t" r="r" b="b"/>
            <a:pathLst>
              <a:path w="2080" h="6554" extrusionOk="0">
                <a:moveTo>
                  <a:pt x="2080" y="0"/>
                </a:moveTo>
                <a:lnTo>
                  <a:pt x="1765" y="315"/>
                </a:lnTo>
                <a:cubicBezTo>
                  <a:pt x="1292" y="788"/>
                  <a:pt x="662" y="1071"/>
                  <a:pt x="1" y="1166"/>
                </a:cubicBezTo>
                <a:lnTo>
                  <a:pt x="1" y="5419"/>
                </a:lnTo>
                <a:cubicBezTo>
                  <a:pt x="662" y="5482"/>
                  <a:pt x="1292" y="5766"/>
                  <a:pt x="1765" y="6238"/>
                </a:cubicBezTo>
                <a:lnTo>
                  <a:pt x="2080" y="6553"/>
                </a:lnTo>
                <a:lnTo>
                  <a:pt x="208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9578;p73">
            <a:extLst>
              <a:ext uri="{FF2B5EF4-FFF2-40B4-BE49-F238E27FC236}">
                <a16:creationId xmlns:a16="http://schemas.microsoft.com/office/drawing/2014/main" id="{88BD9088-5B1A-99B0-D3BE-5B54FA1C39F3}"/>
              </a:ext>
            </a:extLst>
          </p:cNvPr>
          <p:cNvSpPr/>
          <p:nvPr/>
        </p:nvSpPr>
        <p:spPr>
          <a:xfrm>
            <a:off x="6816002" y="5094544"/>
            <a:ext cx="220428" cy="220427"/>
          </a:xfrm>
          <a:custGeom>
            <a:avLst/>
            <a:gdLst/>
            <a:ahLst/>
            <a:cxnLst/>
            <a:rect l="l" t="t" r="r" b="b"/>
            <a:pathLst>
              <a:path w="4885" h="4885" extrusionOk="0">
                <a:moveTo>
                  <a:pt x="2395" y="1324"/>
                </a:moveTo>
                <a:cubicBezTo>
                  <a:pt x="2616" y="1324"/>
                  <a:pt x="2773" y="1482"/>
                  <a:pt x="2773" y="1702"/>
                </a:cubicBezTo>
                <a:lnTo>
                  <a:pt x="2773" y="2049"/>
                </a:lnTo>
                <a:lnTo>
                  <a:pt x="3120" y="2049"/>
                </a:lnTo>
                <a:cubicBezTo>
                  <a:pt x="3309" y="2049"/>
                  <a:pt x="3466" y="2206"/>
                  <a:pt x="3466" y="2395"/>
                </a:cubicBezTo>
                <a:cubicBezTo>
                  <a:pt x="3466" y="2584"/>
                  <a:pt x="3309" y="2742"/>
                  <a:pt x="3120" y="2742"/>
                </a:cubicBezTo>
                <a:lnTo>
                  <a:pt x="2395" y="2742"/>
                </a:lnTo>
                <a:cubicBezTo>
                  <a:pt x="2206" y="2742"/>
                  <a:pt x="2049" y="2584"/>
                  <a:pt x="2049" y="2395"/>
                </a:cubicBezTo>
                <a:lnTo>
                  <a:pt x="2049" y="1702"/>
                </a:lnTo>
                <a:cubicBezTo>
                  <a:pt x="2049" y="1482"/>
                  <a:pt x="2206" y="1324"/>
                  <a:pt x="2395" y="1324"/>
                </a:cubicBezTo>
                <a:close/>
                <a:moveTo>
                  <a:pt x="2458" y="1"/>
                </a:moveTo>
                <a:cubicBezTo>
                  <a:pt x="1104" y="1"/>
                  <a:pt x="1" y="1103"/>
                  <a:pt x="1" y="2427"/>
                </a:cubicBezTo>
                <a:cubicBezTo>
                  <a:pt x="1" y="3781"/>
                  <a:pt x="1104" y="4884"/>
                  <a:pt x="2458" y="4884"/>
                </a:cubicBezTo>
                <a:cubicBezTo>
                  <a:pt x="3782" y="4884"/>
                  <a:pt x="4884" y="3781"/>
                  <a:pt x="4884" y="2427"/>
                </a:cubicBezTo>
                <a:cubicBezTo>
                  <a:pt x="4853" y="1072"/>
                  <a:pt x="3782" y="1"/>
                  <a:pt x="245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9579;p73">
            <a:extLst>
              <a:ext uri="{FF2B5EF4-FFF2-40B4-BE49-F238E27FC236}">
                <a16:creationId xmlns:a16="http://schemas.microsoft.com/office/drawing/2014/main" id="{065F41B2-E587-3EEC-8DA5-08811D0F272E}"/>
              </a:ext>
            </a:extLst>
          </p:cNvPr>
          <p:cNvSpPr/>
          <p:nvPr/>
        </p:nvSpPr>
        <p:spPr>
          <a:xfrm>
            <a:off x="6501852" y="4938190"/>
            <a:ext cx="470592" cy="312795"/>
          </a:xfrm>
          <a:custGeom>
            <a:avLst/>
            <a:gdLst/>
            <a:ahLst/>
            <a:cxnLst/>
            <a:rect l="l" t="t" r="r" b="b"/>
            <a:pathLst>
              <a:path w="10429" h="6932" extrusionOk="0">
                <a:moveTo>
                  <a:pt x="2426" y="662"/>
                </a:moveTo>
                <a:cubicBezTo>
                  <a:pt x="2647" y="662"/>
                  <a:pt x="2804" y="819"/>
                  <a:pt x="2804" y="1008"/>
                </a:cubicBezTo>
                <a:cubicBezTo>
                  <a:pt x="2804" y="1197"/>
                  <a:pt x="2647" y="1355"/>
                  <a:pt x="2426" y="1355"/>
                </a:cubicBezTo>
                <a:lnTo>
                  <a:pt x="1733" y="1355"/>
                </a:lnTo>
                <a:cubicBezTo>
                  <a:pt x="1544" y="1355"/>
                  <a:pt x="1387" y="1197"/>
                  <a:pt x="1387" y="1008"/>
                </a:cubicBezTo>
                <a:cubicBezTo>
                  <a:pt x="1387" y="819"/>
                  <a:pt x="1544" y="662"/>
                  <a:pt x="1733" y="662"/>
                </a:cubicBezTo>
                <a:close/>
                <a:moveTo>
                  <a:pt x="4537" y="662"/>
                </a:moveTo>
                <a:cubicBezTo>
                  <a:pt x="4726" y="662"/>
                  <a:pt x="4884" y="819"/>
                  <a:pt x="4884" y="1008"/>
                </a:cubicBezTo>
                <a:cubicBezTo>
                  <a:pt x="4884" y="1197"/>
                  <a:pt x="4695" y="1355"/>
                  <a:pt x="4537" y="1355"/>
                </a:cubicBezTo>
                <a:lnTo>
                  <a:pt x="3812" y="1355"/>
                </a:lnTo>
                <a:cubicBezTo>
                  <a:pt x="3623" y="1355"/>
                  <a:pt x="3466" y="1197"/>
                  <a:pt x="3466" y="1008"/>
                </a:cubicBezTo>
                <a:cubicBezTo>
                  <a:pt x="3466" y="819"/>
                  <a:pt x="3623" y="662"/>
                  <a:pt x="3812" y="662"/>
                </a:cubicBezTo>
                <a:close/>
                <a:moveTo>
                  <a:pt x="6648" y="662"/>
                </a:moveTo>
                <a:cubicBezTo>
                  <a:pt x="6837" y="662"/>
                  <a:pt x="6994" y="819"/>
                  <a:pt x="6994" y="1008"/>
                </a:cubicBezTo>
                <a:cubicBezTo>
                  <a:pt x="6994" y="1197"/>
                  <a:pt x="6837" y="1355"/>
                  <a:pt x="6648" y="1355"/>
                </a:cubicBezTo>
                <a:lnTo>
                  <a:pt x="5955" y="1355"/>
                </a:lnTo>
                <a:cubicBezTo>
                  <a:pt x="5734" y="1355"/>
                  <a:pt x="5577" y="1197"/>
                  <a:pt x="5577" y="1008"/>
                </a:cubicBezTo>
                <a:cubicBezTo>
                  <a:pt x="5577" y="819"/>
                  <a:pt x="5734" y="662"/>
                  <a:pt x="5955" y="662"/>
                </a:cubicBezTo>
                <a:close/>
                <a:moveTo>
                  <a:pt x="8727" y="662"/>
                </a:moveTo>
                <a:cubicBezTo>
                  <a:pt x="8948" y="662"/>
                  <a:pt x="9105" y="819"/>
                  <a:pt x="9105" y="1008"/>
                </a:cubicBezTo>
                <a:cubicBezTo>
                  <a:pt x="9105" y="1197"/>
                  <a:pt x="8948" y="1355"/>
                  <a:pt x="8727" y="1355"/>
                </a:cubicBezTo>
                <a:lnTo>
                  <a:pt x="8034" y="1355"/>
                </a:lnTo>
                <a:cubicBezTo>
                  <a:pt x="7845" y="1355"/>
                  <a:pt x="7688" y="1197"/>
                  <a:pt x="7688" y="1008"/>
                </a:cubicBezTo>
                <a:cubicBezTo>
                  <a:pt x="7688" y="819"/>
                  <a:pt x="7845" y="662"/>
                  <a:pt x="8034" y="662"/>
                </a:cubicBezTo>
                <a:close/>
                <a:moveTo>
                  <a:pt x="2426" y="2080"/>
                </a:moveTo>
                <a:cubicBezTo>
                  <a:pt x="2647" y="2080"/>
                  <a:pt x="2804" y="2237"/>
                  <a:pt x="2804" y="2426"/>
                </a:cubicBezTo>
                <a:cubicBezTo>
                  <a:pt x="2804" y="2647"/>
                  <a:pt x="2647" y="2773"/>
                  <a:pt x="2426" y="2773"/>
                </a:cubicBezTo>
                <a:lnTo>
                  <a:pt x="1733" y="2773"/>
                </a:lnTo>
                <a:cubicBezTo>
                  <a:pt x="1544" y="2773"/>
                  <a:pt x="1387" y="2647"/>
                  <a:pt x="1387" y="2426"/>
                </a:cubicBezTo>
                <a:cubicBezTo>
                  <a:pt x="1387" y="2206"/>
                  <a:pt x="1544" y="2080"/>
                  <a:pt x="1733" y="2080"/>
                </a:cubicBezTo>
                <a:close/>
                <a:moveTo>
                  <a:pt x="4537" y="2080"/>
                </a:moveTo>
                <a:cubicBezTo>
                  <a:pt x="4726" y="2080"/>
                  <a:pt x="4884" y="2237"/>
                  <a:pt x="4884" y="2426"/>
                </a:cubicBezTo>
                <a:cubicBezTo>
                  <a:pt x="4884" y="2647"/>
                  <a:pt x="4695" y="2773"/>
                  <a:pt x="4537" y="2773"/>
                </a:cubicBezTo>
                <a:lnTo>
                  <a:pt x="3812" y="2773"/>
                </a:lnTo>
                <a:cubicBezTo>
                  <a:pt x="3623" y="2773"/>
                  <a:pt x="3466" y="2647"/>
                  <a:pt x="3466" y="2426"/>
                </a:cubicBezTo>
                <a:cubicBezTo>
                  <a:pt x="3466" y="2206"/>
                  <a:pt x="3623" y="2080"/>
                  <a:pt x="3812" y="2080"/>
                </a:cubicBezTo>
                <a:close/>
                <a:moveTo>
                  <a:pt x="6648" y="2080"/>
                </a:moveTo>
                <a:cubicBezTo>
                  <a:pt x="6837" y="2080"/>
                  <a:pt x="6994" y="2237"/>
                  <a:pt x="6994" y="2426"/>
                </a:cubicBezTo>
                <a:cubicBezTo>
                  <a:pt x="6994" y="2647"/>
                  <a:pt x="6837" y="2773"/>
                  <a:pt x="6648" y="2773"/>
                </a:cubicBezTo>
                <a:lnTo>
                  <a:pt x="5955" y="2773"/>
                </a:lnTo>
                <a:cubicBezTo>
                  <a:pt x="5734" y="2773"/>
                  <a:pt x="5577" y="2647"/>
                  <a:pt x="5577" y="2426"/>
                </a:cubicBezTo>
                <a:cubicBezTo>
                  <a:pt x="5577" y="2206"/>
                  <a:pt x="5734" y="2080"/>
                  <a:pt x="5955" y="2080"/>
                </a:cubicBezTo>
                <a:close/>
                <a:moveTo>
                  <a:pt x="8727" y="2080"/>
                </a:moveTo>
                <a:cubicBezTo>
                  <a:pt x="8948" y="2080"/>
                  <a:pt x="9105" y="2237"/>
                  <a:pt x="9105" y="2426"/>
                </a:cubicBezTo>
                <a:cubicBezTo>
                  <a:pt x="9105" y="2647"/>
                  <a:pt x="8948" y="2773"/>
                  <a:pt x="8727" y="2773"/>
                </a:cubicBezTo>
                <a:lnTo>
                  <a:pt x="8034" y="2773"/>
                </a:lnTo>
                <a:cubicBezTo>
                  <a:pt x="7845" y="2773"/>
                  <a:pt x="7688" y="2647"/>
                  <a:pt x="7688" y="2426"/>
                </a:cubicBezTo>
                <a:cubicBezTo>
                  <a:pt x="7688" y="2206"/>
                  <a:pt x="7845" y="2080"/>
                  <a:pt x="8034" y="2080"/>
                </a:cubicBezTo>
                <a:close/>
                <a:moveTo>
                  <a:pt x="2426" y="3466"/>
                </a:moveTo>
                <a:cubicBezTo>
                  <a:pt x="2647" y="3466"/>
                  <a:pt x="2804" y="3623"/>
                  <a:pt x="2804" y="3812"/>
                </a:cubicBezTo>
                <a:cubicBezTo>
                  <a:pt x="2804" y="4001"/>
                  <a:pt x="2647" y="4159"/>
                  <a:pt x="2426" y="4159"/>
                </a:cubicBezTo>
                <a:lnTo>
                  <a:pt x="1733" y="4159"/>
                </a:lnTo>
                <a:cubicBezTo>
                  <a:pt x="1544" y="4159"/>
                  <a:pt x="1387" y="4001"/>
                  <a:pt x="1387" y="3812"/>
                </a:cubicBezTo>
                <a:cubicBezTo>
                  <a:pt x="1387" y="3623"/>
                  <a:pt x="1544" y="3466"/>
                  <a:pt x="1733" y="3466"/>
                </a:cubicBezTo>
                <a:close/>
                <a:moveTo>
                  <a:pt x="4537" y="3466"/>
                </a:moveTo>
                <a:cubicBezTo>
                  <a:pt x="4726" y="3466"/>
                  <a:pt x="4884" y="3623"/>
                  <a:pt x="4884" y="3812"/>
                </a:cubicBezTo>
                <a:cubicBezTo>
                  <a:pt x="4884" y="4001"/>
                  <a:pt x="4695" y="4159"/>
                  <a:pt x="4537" y="4159"/>
                </a:cubicBezTo>
                <a:lnTo>
                  <a:pt x="3812" y="4159"/>
                </a:lnTo>
                <a:cubicBezTo>
                  <a:pt x="3623" y="4159"/>
                  <a:pt x="3466" y="4001"/>
                  <a:pt x="3466" y="3812"/>
                </a:cubicBezTo>
                <a:cubicBezTo>
                  <a:pt x="3466" y="3623"/>
                  <a:pt x="3623" y="3466"/>
                  <a:pt x="3812" y="3466"/>
                </a:cubicBezTo>
                <a:close/>
                <a:moveTo>
                  <a:pt x="6648" y="3466"/>
                </a:moveTo>
                <a:cubicBezTo>
                  <a:pt x="6837" y="3466"/>
                  <a:pt x="6994" y="3623"/>
                  <a:pt x="6994" y="3812"/>
                </a:cubicBezTo>
                <a:cubicBezTo>
                  <a:pt x="6994" y="4001"/>
                  <a:pt x="6837" y="4159"/>
                  <a:pt x="6648" y="4159"/>
                </a:cubicBezTo>
                <a:lnTo>
                  <a:pt x="5955" y="4159"/>
                </a:lnTo>
                <a:cubicBezTo>
                  <a:pt x="5734" y="4159"/>
                  <a:pt x="5577" y="4001"/>
                  <a:pt x="5577" y="3812"/>
                </a:cubicBezTo>
                <a:cubicBezTo>
                  <a:pt x="5577" y="3623"/>
                  <a:pt x="5734" y="3466"/>
                  <a:pt x="5955" y="3466"/>
                </a:cubicBezTo>
                <a:close/>
                <a:moveTo>
                  <a:pt x="2426" y="4852"/>
                </a:moveTo>
                <a:cubicBezTo>
                  <a:pt x="2647" y="4852"/>
                  <a:pt x="2804" y="5010"/>
                  <a:pt x="2804" y="5199"/>
                </a:cubicBezTo>
                <a:cubicBezTo>
                  <a:pt x="2804" y="5388"/>
                  <a:pt x="2647" y="5545"/>
                  <a:pt x="2426" y="5545"/>
                </a:cubicBezTo>
                <a:lnTo>
                  <a:pt x="1733" y="5545"/>
                </a:lnTo>
                <a:cubicBezTo>
                  <a:pt x="1544" y="5545"/>
                  <a:pt x="1387" y="5388"/>
                  <a:pt x="1387" y="5199"/>
                </a:cubicBezTo>
                <a:cubicBezTo>
                  <a:pt x="1387" y="5010"/>
                  <a:pt x="1544" y="4852"/>
                  <a:pt x="1733" y="4852"/>
                </a:cubicBezTo>
                <a:close/>
                <a:moveTo>
                  <a:pt x="4537" y="4852"/>
                </a:moveTo>
                <a:cubicBezTo>
                  <a:pt x="4726" y="4852"/>
                  <a:pt x="4884" y="5010"/>
                  <a:pt x="4884" y="5199"/>
                </a:cubicBezTo>
                <a:cubicBezTo>
                  <a:pt x="4884" y="5388"/>
                  <a:pt x="4695" y="5545"/>
                  <a:pt x="4537" y="5545"/>
                </a:cubicBezTo>
                <a:lnTo>
                  <a:pt x="3812" y="5545"/>
                </a:lnTo>
                <a:cubicBezTo>
                  <a:pt x="3623" y="5545"/>
                  <a:pt x="3466" y="5388"/>
                  <a:pt x="3466" y="5199"/>
                </a:cubicBezTo>
                <a:cubicBezTo>
                  <a:pt x="3466" y="5010"/>
                  <a:pt x="3623" y="4852"/>
                  <a:pt x="3812" y="4852"/>
                </a:cubicBezTo>
                <a:close/>
                <a:moveTo>
                  <a:pt x="0" y="0"/>
                </a:moveTo>
                <a:lnTo>
                  <a:pt x="0" y="5892"/>
                </a:lnTo>
                <a:cubicBezTo>
                  <a:pt x="0" y="6459"/>
                  <a:pt x="473" y="6931"/>
                  <a:pt x="1071" y="6931"/>
                </a:cubicBezTo>
                <a:lnTo>
                  <a:pt x="6490" y="6931"/>
                </a:lnTo>
                <a:cubicBezTo>
                  <a:pt x="6364" y="6616"/>
                  <a:pt x="6301" y="6270"/>
                  <a:pt x="6301" y="5892"/>
                </a:cubicBezTo>
                <a:cubicBezTo>
                  <a:pt x="6301" y="5797"/>
                  <a:pt x="6333" y="5671"/>
                  <a:pt x="6333" y="5545"/>
                </a:cubicBezTo>
                <a:lnTo>
                  <a:pt x="5955" y="5545"/>
                </a:lnTo>
                <a:cubicBezTo>
                  <a:pt x="5734" y="5545"/>
                  <a:pt x="5577" y="5388"/>
                  <a:pt x="5577" y="5199"/>
                </a:cubicBezTo>
                <a:cubicBezTo>
                  <a:pt x="5577" y="5010"/>
                  <a:pt x="5734" y="4852"/>
                  <a:pt x="5955" y="4852"/>
                </a:cubicBezTo>
                <a:lnTo>
                  <a:pt x="6490" y="4852"/>
                </a:lnTo>
                <a:cubicBezTo>
                  <a:pt x="6931" y="3623"/>
                  <a:pt x="8066" y="2741"/>
                  <a:pt x="9420" y="2741"/>
                </a:cubicBezTo>
                <a:cubicBezTo>
                  <a:pt x="9767" y="2741"/>
                  <a:pt x="10113" y="2836"/>
                  <a:pt x="10428" y="2962"/>
                </a:cubicBezTo>
                <a:lnTo>
                  <a:pt x="1042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9580;p73">
            <a:extLst>
              <a:ext uri="{FF2B5EF4-FFF2-40B4-BE49-F238E27FC236}">
                <a16:creationId xmlns:a16="http://schemas.microsoft.com/office/drawing/2014/main" id="{5A86017C-278E-2921-A57D-D829F11BB39E}"/>
              </a:ext>
            </a:extLst>
          </p:cNvPr>
          <p:cNvSpPr/>
          <p:nvPr/>
        </p:nvSpPr>
        <p:spPr>
          <a:xfrm>
            <a:off x="6500409" y="4780394"/>
            <a:ext cx="472036" cy="127971"/>
          </a:xfrm>
          <a:custGeom>
            <a:avLst/>
            <a:gdLst/>
            <a:ahLst/>
            <a:cxnLst/>
            <a:rect l="l" t="t" r="r" b="b"/>
            <a:pathLst>
              <a:path w="10461" h="2836" extrusionOk="0">
                <a:moveTo>
                  <a:pt x="1734" y="0"/>
                </a:moveTo>
                <a:cubicBezTo>
                  <a:pt x="1513" y="0"/>
                  <a:pt x="1356" y="158"/>
                  <a:pt x="1356" y="347"/>
                </a:cubicBezTo>
                <a:lnTo>
                  <a:pt x="1356" y="693"/>
                </a:lnTo>
                <a:lnTo>
                  <a:pt x="1009" y="693"/>
                </a:lnTo>
                <a:cubicBezTo>
                  <a:pt x="410" y="693"/>
                  <a:pt x="1" y="1166"/>
                  <a:pt x="1" y="1733"/>
                </a:cubicBezTo>
                <a:lnTo>
                  <a:pt x="1" y="2836"/>
                </a:lnTo>
                <a:lnTo>
                  <a:pt x="10429" y="2836"/>
                </a:lnTo>
                <a:lnTo>
                  <a:pt x="10429" y="1733"/>
                </a:lnTo>
                <a:lnTo>
                  <a:pt x="10460" y="1733"/>
                </a:lnTo>
                <a:cubicBezTo>
                  <a:pt x="10460" y="1134"/>
                  <a:pt x="9988" y="693"/>
                  <a:pt x="9421" y="693"/>
                </a:cubicBezTo>
                <a:lnTo>
                  <a:pt x="9074" y="693"/>
                </a:lnTo>
                <a:lnTo>
                  <a:pt x="9074" y="347"/>
                </a:lnTo>
                <a:cubicBezTo>
                  <a:pt x="9074" y="158"/>
                  <a:pt x="8917" y="0"/>
                  <a:pt x="8728" y="0"/>
                </a:cubicBezTo>
                <a:cubicBezTo>
                  <a:pt x="8539" y="0"/>
                  <a:pt x="8381" y="158"/>
                  <a:pt x="8381" y="347"/>
                </a:cubicBezTo>
                <a:lnTo>
                  <a:pt x="8381" y="693"/>
                </a:lnTo>
                <a:lnTo>
                  <a:pt x="6995" y="693"/>
                </a:lnTo>
                <a:lnTo>
                  <a:pt x="6995" y="347"/>
                </a:lnTo>
                <a:cubicBezTo>
                  <a:pt x="6995" y="158"/>
                  <a:pt x="6837" y="0"/>
                  <a:pt x="6648" y="0"/>
                </a:cubicBezTo>
                <a:cubicBezTo>
                  <a:pt x="6459" y="0"/>
                  <a:pt x="6302" y="158"/>
                  <a:pt x="6302" y="347"/>
                </a:cubicBezTo>
                <a:lnTo>
                  <a:pt x="6302" y="693"/>
                </a:lnTo>
                <a:lnTo>
                  <a:pt x="4159" y="693"/>
                </a:lnTo>
                <a:lnTo>
                  <a:pt x="4159" y="347"/>
                </a:lnTo>
                <a:cubicBezTo>
                  <a:pt x="4159" y="158"/>
                  <a:pt x="4002" y="0"/>
                  <a:pt x="3813" y="0"/>
                </a:cubicBezTo>
                <a:cubicBezTo>
                  <a:pt x="3624" y="0"/>
                  <a:pt x="3466" y="158"/>
                  <a:pt x="3466" y="347"/>
                </a:cubicBezTo>
                <a:lnTo>
                  <a:pt x="3466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3" y="0"/>
                  <a:pt x="17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9582;p73">
            <a:extLst>
              <a:ext uri="{FF2B5EF4-FFF2-40B4-BE49-F238E27FC236}">
                <a16:creationId xmlns:a16="http://schemas.microsoft.com/office/drawing/2014/main" id="{36034709-FA94-C90D-C605-961603C400C2}"/>
              </a:ext>
            </a:extLst>
          </p:cNvPr>
          <p:cNvSpPr/>
          <p:nvPr/>
        </p:nvSpPr>
        <p:spPr>
          <a:xfrm>
            <a:off x="6705857" y="5428277"/>
            <a:ext cx="123683" cy="123728"/>
          </a:xfrm>
          <a:custGeom>
            <a:avLst/>
            <a:gdLst/>
            <a:ahLst/>
            <a:cxnLst/>
            <a:rect l="l" t="t" r="r" b="b"/>
            <a:pathLst>
              <a:path w="2741" h="2742" extrusionOk="0">
                <a:moveTo>
                  <a:pt x="1355" y="1"/>
                </a:moveTo>
                <a:cubicBezTo>
                  <a:pt x="630" y="1"/>
                  <a:pt x="0" y="631"/>
                  <a:pt x="0" y="1387"/>
                </a:cubicBezTo>
                <a:cubicBezTo>
                  <a:pt x="0" y="2112"/>
                  <a:pt x="630" y="2742"/>
                  <a:pt x="1355" y="2742"/>
                </a:cubicBezTo>
                <a:cubicBezTo>
                  <a:pt x="2111" y="2742"/>
                  <a:pt x="2741" y="2112"/>
                  <a:pt x="2741" y="1387"/>
                </a:cubicBezTo>
                <a:cubicBezTo>
                  <a:pt x="2741" y="631"/>
                  <a:pt x="2142" y="1"/>
                  <a:pt x="13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9583;p73">
            <a:extLst>
              <a:ext uri="{FF2B5EF4-FFF2-40B4-BE49-F238E27FC236}">
                <a16:creationId xmlns:a16="http://schemas.microsoft.com/office/drawing/2014/main" id="{B849CD26-A3F2-59A2-29D6-10965078384C}"/>
              </a:ext>
            </a:extLst>
          </p:cNvPr>
          <p:cNvSpPr/>
          <p:nvPr/>
        </p:nvSpPr>
        <p:spPr>
          <a:xfrm>
            <a:off x="6657484" y="5549119"/>
            <a:ext cx="220427" cy="129415"/>
          </a:xfrm>
          <a:custGeom>
            <a:avLst/>
            <a:gdLst/>
            <a:ahLst/>
            <a:cxnLst/>
            <a:rect l="l" t="t" r="r" b="b"/>
            <a:pathLst>
              <a:path w="4885" h="2868" extrusionOk="0">
                <a:moveTo>
                  <a:pt x="820" y="1"/>
                </a:moveTo>
                <a:cubicBezTo>
                  <a:pt x="316" y="442"/>
                  <a:pt x="1" y="1104"/>
                  <a:pt x="1" y="1797"/>
                </a:cubicBezTo>
                <a:lnTo>
                  <a:pt x="1" y="2521"/>
                </a:lnTo>
                <a:cubicBezTo>
                  <a:pt x="1" y="2710"/>
                  <a:pt x="158" y="2868"/>
                  <a:pt x="347" y="2868"/>
                </a:cubicBezTo>
                <a:lnTo>
                  <a:pt x="4506" y="2868"/>
                </a:lnTo>
                <a:cubicBezTo>
                  <a:pt x="4727" y="2868"/>
                  <a:pt x="4884" y="2710"/>
                  <a:pt x="4884" y="2521"/>
                </a:cubicBezTo>
                <a:lnTo>
                  <a:pt x="4884" y="1860"/>
                </a:lnTo>
                <a:cubicBezTo>
                  <a:pt x="4884" y="1135"/>
                  <a:pt x="4569" y="473"/>
                  <a:pt x="4034" y="32"/>
                </a:cubicBezTo>
                <a:cubicBezTo>
                  <a:pt x="3655" y="473"/>
                  <a:pt x="3120" y="788"/>
                  <a:pt x="2427" y="788"/>
                </a:cubicBezTo>
                <a:cubicBezTo>
                  <a:pt x="1797" y="788"/>
                  <a:pt x="1198" y="473"/>
                  <a:pt x="82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9584;p73">
            <a:extLst>
              <a:ext uri="{FF2B5EF4-FFF2-40B4-BE49-F238E27FC236}">
                <a16:creationId xmlns:a16="http://schemas.microsoft.com/office/drawing/2014/main" id="{47F32AEE-F7B8-78AF-D693-48FB28942085}"/>
              </a:ext>
            </a:extLst>
          </p:cNvPr>
          <p:cNvSpPr/>
          <p:nvPr/>
        </p:nvSpPr>
        <p:spPr>
          <a:xfrm>
            <a:off x="6909137" y="5772343"/>
            <a:ext cx="126571" cy="189112"/>
          </a:xfrm>
          <a:custGeom>
            <a:avLst/>
            <a:gdLst/>
            <a:ahLst/>
            <a:cxnLst/>
            <a:rect l="l" t="t" r="r" b="b"/>
            <a:pathLst>
              <a:path w="2805" h="4191" extrusionOk="0">
                <a:moveTo>
                  <a:pt x="0" y="0"/>
                </a:moveTo>
                <a:lnTo>
                  <a:pt x="0" y="4190"/>
                </a:lnTo>
                <a:lnTo>
                  <a:pt x="2458" y="4190"/>
                </a:lnTo>
                <a:cubicBezTo>
                  <a:pt x="2647" y="4190"/>
                  <a:pt x="2804" y="4033"/>
                  <a:pt x="2804" y="3844"/>
                </a:cubicBezTo>
                <a:lnTo>
                  <a:pt x="2804" y="315"/>
                </a:lnTo>
                <a:cubicBezTo>
                  <a:pt x="2773" y="158"/>
                  <a:pt x="2647" y="0"/>
                  <a:pt x="24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9585;p73">
            <a:extLst>
              <a:ext uri="{FF2B5EF4-FFF2-40B4-BE49-F238E27FC236}">
                <a16:creationId xmlns:a16="http://schemas.microsoft.com/office/drawing/2014/main" id="{83BBDD6E-5D28-B55F-1B51-1C29B4A68B39}"/>
              </a:ext>
            </a:extLst>
          </p:cNvPr>
          <p:cNvSpPr/>
          <p:nvPr/>
        </p:nvSpPr>
        <p:spPr>
          <a:xfrm>
            <a:off x="6501132" y="5834885"/>
            <a:ext cx="126571" cy="126571"/>
          </a:xfrm>
          <a:custGeom>
            <a:avLst/>
            <a:gdLst/>
            <a:ahLst/>
            <a:cxnLst/>
            <a:rect l="l" t="t" r="r" b="b"/>
            <a:pathLst>
              <a:path w="2805" h="2805" extrusionOk="0">
                <a:moveTo>
                  <a:pt x="347" y="0"/>
                </a:moveTo>
                <a:cubicBezTo>
                  <a:pt x="158" y="0"/>
                  <a:pt x="0" y="189"/>
                  <a:pt x="0" y="347"/>
                </a:cubicBezTo>
                <a:lnTo>
                  <a:pt x="0" y="2458"/>
                </a:lnTo>
                <a:cubicBezTo>
                  <a:pt x="0" y="2678"/>
                  <a:pt x="158" y="2804"/>
                  <a:pt x="347" y="2804"/>
                </a:cubicBezTo>
                <a:lnTo>
                  <a:pt x="2804" y="2804"/>
                </a:lnTo>
                <a:lnTo>
                  <a:pt x="280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9586;p73">
            <a:extLst>
              <a:ext uri="{FF2B5EF4-FFF2-40B4-BE49-F238E27FC236}">
                <a16:creationId xmlns:a16="http://schemas.microsoft.com/office/drawing/2014/main" id="{29A98DAC-BC33-CD20-02D5-B93559AEBCE8}"/>
              </a:ext>
            </a:extLst>
          </p:cNvPr>
          <p:cNvSpPr/>
          <p:nvPr/>
        </p:nvSpPr>
        <p:spPr>
          <a:xfrm>
            <a:off x="6657484" y="5711201"/>
            <a:ext cx="220427" cy="251653"/>
          </a:xfrm>
          <a:custGeom>
            <a:avLst/>
            <a:gdLst/>
            <a:ahLst/>
            <a:cxnLst/>
            <a:rect l="l" t="t" r="r" b="b"/>
            <a:pathLst>
              <a:path w="4885" h="5577" extrusionOk="0">
                <a:moveTo>
                  <a:pt x="2466" y="1377"/>
                </a:moveTo>
                <a:cubicBezTo>
                  <a:pt x="2522" y="1377"/>
                  <a:pt x="2582" y="1392"/>
                  <a:pt x="2647" y="1418"/>
                </a:cubicBezTo>
                <a:cubicBezTo>
                  <a:pt x="2742" y="1450"/>
                  <a:pt x="2836" y="1607"/>
                  <a:pt x="2836" y="1733"/>
                </a:cubicBezTo>
                <a:lnTo>
                  <a:pt x="2836" y="3497"/>
                </a:lnTo>
                <a:lnTo>
                  <a:pt x="3183" y="3497"/>
                </a:lnTo>
                <a:cubicBezTo>
                  <a:pt x="3372" y="3497"/>
                  <a:pt x="3529" y="3655"/>
                  <a:pt x="3529" y="3844"/>
                </a:cubicBezTo>
                <a:cubicBezTo>
                  <a:pt x="3529" y="4033"/>
                  <a:pt x="3340" y="4159"/>
                  <a:pt x="3151" y="4159"/>
                </a:cubicBezTo>
                <a:lnTo>
                  <a:pt x="1765" y="4159"/>
                </a:lnTo>
                <a:cubicBezTo>
                  <a:pt x="1576" y="4159"/>
                  <a:pt x="1419" y="4002"/>
                  <a:pt x="1419" y="3812"/>
                </a:cubicBezTo>
                <a:cubicBezTo>
                  <a:pt x="1419" y="3623"/>
                  <a:pt x="1576" y="3466"/>
                  <a:pt x="1765" y="3466"/>
                </a:cubicBezTo>
                <a:lnTo>
                  <a:pt x="2112" y="3466"/>
                </a:lnTo>
                <a:lnTo>
                  <a:pt x="2112" y="2552"/>
                </a:lnTo>
                <a:lnTo>
                  <a:pt x="1986" y="2678"/>
                </a:lnTo>
                <a:cubicBezTo>
                  <a:pt x="1938" y="2726"/>
                  <a:pt x="1852" y="2749"/>
                  <a:pt x="1765" y="2749"/>
                </a:cubicBezTo>
                <a:cubicBezTo>
                  <a:pt x="1679" y="2749"/>
                  <a:pt x="1592" y="2726"/>
                  <a:pt x="1545" y="2678"/>
                </a:cubicBezTo>
                <a:cubicBezTo>
                  <a:pt x="1419" y="2552"/>
                  <a:pt x="1419" y="2300"/>
                  <a:pt x="1545" y="2206"/>
                </a:cubicBezTo>
                <a:lnTo>
                  <a:pt x="2238" y="1481"/>
                </a:lnTo>
                <a:cubicBezTo>
                  <a:pt x="2312" y="1407"/>
                  <a:pt x="2385" y="1377"/>
                  <a:pt x="2466" y="1377"/>
                </a:cubicBezTo>
                <a:close/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5577"/>
                </a:lnTo>
                <a:lnTo>
                  <a:pt x="4853" y="5577"/>
                </a:lnTo>
                <a:cubicBezTo>
                  <a:pt x="4884" y="3245"/>
                  <a:pt x="4884" y="2678"/>
                  <a:pt x="4884" y="347"/>
                </a:cubicBezTo>
                <a:cubicBezTo>
                  <a:pt x="4884" y="158"/>
                  <a:pt x="4727" y="0"/>
                  <a:pt x="453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9588;p73">
            <a:extLst>
              <a:ext uri="{FF2B5EF4-FFF2-40B4-BE49-F238E27FC236}">
                <a16:creationId xmlns:a16="http://schemas.microsoft.com/office/drawing/2014/main" id="{510A5FB6-15B8-C4D9-7597-E3605992B902}"/>
              </a:ext>
            </a:extLst>
          </p:cNvPr>
          <p:cNvSpPr/>
          <p:nvPr/>
        </p:nvSpPr>
        <p:spPr>
          <a:xfrm>
            <a:off x="9883808" y="4241937"/>
            <a:ext cx="247411" cy="264469"/>
          </a:xfrm>
          <a:custGeom>
            <a:avLst/>
            <a:gdLst/>
            <a:ahLst/>
            <a:cxnLst/>
            <a:rect l="l" t="t" r="r" b="b"/>
            <a:pathLst>
              <a:path w="5483" h="5861" extrusionOk="0">
                <a:moveTo>
                  <a:pt x="2584" y="1"/>
                </a:moveTo>
                <a:lnTo>
                  <a:pt x="410" y="2206"/>
                </a:lnTo>
                <a:cubicBezTo>
                  <a:pt x="1" y="2615"/>
                  <a:pt x="1" y="3277"/>
                  <a:pt x="410" y="3655"/>
                </a:cubicBezTo>
                <a:lnTo>
                  <a:pt x="2584" y="5860"/>
                </a:lnTo>
                <a:lnTo>
                  <a:pt x="3781" y="4632"/>
                </a:lnTo>
                <a:cubicBezTo>
                  <a:pt x="3844" y="4584"/>
                  <a:pt x="3939" y="4561"/>
                  <a:pt x="4029" y="4561"/>
                </a:cubicBezTo>
                <a:cubicBezTo>
                  <a:pt x="4120" y="4561"/>
                  <a:pt x="4206" y="4584"/>
                  <a:pt x="4254" y="4632"/>
                </a:cubicBezTo>
                <a:lnTo>
                  <a:pt x="4726" y="5104"/>
                </a:lnTo>
                <a:cubicBezTo>
                  <a:pt x="4789" y="5167"/>
                  <a:pt x="4884" y="5199"/>
                  <a:pt x="4974" y="5199"/>
                </a:cubicBezTo>
                <a:cubicBezTo>
                  <a:pt x="5065" y="5199"/>
                  <a:pt x="5152" y="5167"/>
                  <a:pt x="5199" y="5104"/>
                </a:cubicBezTo>
                <a:cubicBezTo>
                  <a:pt x="5325" y="5010"/>
                  <a:pt x="5325" y="4758"/>
                  <a:pt x="5199" y="4632"/>
                </a:cubicBezTo>
                <a:lnTo>
                  <a:pt x="4726" y="4159"/>
                </a:lnTo>
                <a:cubicBezTo>
                  <a:pt x="4632" y="4065"/>
                  <a:pt x="4632" y="3813"/>
                  <a:pt x="4726" y="3687"/>
                </a:cubicBezTo>
                <a:lnTo>
                  <a:pt x="5482" y="2962"/>
                </a:lnTo>
                <a:lnTo>
                  <a:pt x="5010" y="2489"/>
                </a:lnTo>
                <a:lnTo>
                  <a:pt x="4789" y="2710"/>
                </a:lnTo>
                <a:cubicBezTo>
                  <a:pt x="4584" y="2915"/>
                  <a:pt x="4317" y="3017"/>
                  <a:pt x="4049" y="3017"/>
                </a:cubicBezTo>
                <a:cubicBezTo>
                  <a:pt x="3781" y="3017"/>
                  <a:pt x="3513" y="2915"/>
                  <a:pt x="3309" y="2710"/>
                </a:cubicBezTo>
                <a:cubicBezTo>
                  <a:pt x="2930" y="2332"/>
                  <a:pt x="2930" y="1670"/>
                  <a:pt x="3309" y="1261"/>
                </a:cubicBezTo>
                <a:lnTo>
                  <a:pt x="3561" y="1040"/>
                </a:lnTo>
                <a:lnTo>
                  <a:pt x="258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9589;p73">
            <a:extLst>
              <a:ext uri="{FF2B5EF4-FFF2-40B4-BE49-F238E27FC236}">
                <a16:creationId xmlns:a16="http://schemas.microsoft.com/office/drawing/2014/main" id="{2FD9DED7-9CCB-8150-C608-6C193F051B49}"/>
              </a:ext>
            </a:extLst>
          </p:cNvPr>
          <p:cNvSpPr/>
          <p:nvPr/>
        </p:nvSpPr>
        <p:spPr>
          <a:xfrm>
            <a:off x="10023147" y="4108327"/>
            <a:ext cx="263024" cy="241681"/>
          </a:xfrm>
          <a:custGeom>
            <a:avLst/>
            <a:gdLst/>
            <a:ahLst/>
            <a:cxnLst/>
            <a:rect l="l" t="t" r="r" b="b"/>
            <a:pathLst>
              <a:path w="5829" h="5356" extrusionOk="0">
                <a:moveTo>
                  <a:pt x="2926" y="0"/>
                </a:moveTo>
                <a:cubicBezTo>
                  <a:pt x="2662" y="0"/>
                  <a:pt x="2394" y="95"/>
                  <a:pt x="2205" y="284"/>
                </a:cubicBezTo>
                <a:lnTo>
                  <a:pt x="0" y="2457"/>
                </a:lnTo>
                <a:lnTo>
                  <a:pt x="1229" y="3686"/>
                </a:lnTo>
                <a:cubicBezTo>
                  <a:pt x="1323" y="3781"/>
                  <a:pt x="1323" y="4033"/>
                  <a:pt x="1229" y="4127"/>
                </a:cubicBezTo>
                <a:lnTo>
                  <a:pt x="725" y="4600"/>
                </a:lnTo>
                <a:cubicBezTo>
                  <a:pt x="630" y="4726"/>
                  <a:pt x="630" y="4978"/>
                  <a:pt x="725" y="5072"/>
                </a:cubicBezTo>
                <a:cubicBezTo>
                  <a:pt x="788" y="5135"/>
                  <a:pt x="882" y="5167"/>
                  <a:pt x="977" y="5167"/>
                </a:cubicBezTo>
                <a:cubicBezTo>
                  <a:pt x="1071" y="5167"/>
                  <a:pt x="1166" y="5135"/>
                  <a:pt x="1229" y="5072"/>
                </a:cubicBezTo>
                <a:lnTo>
                  <a:pt x="1701" y="4600"/>
                </a:lnTo>
                <a:cubicBezTo>
                  <a:pt x="1749" y="4553"/>
                  <a:pt x="1835" y="4529"/>
                  <a:pt x="1926" y="4529"/>
                </a:cubicBezTo>
                <a:cubicBezTo>
                  <a:pt x="2016" y="4529"/>
                  <a:pt x="2111" y="4553"/>
                  <a:pt x="2174" y="4600"/>
                </a:cubicBezTo>
                <a:lnTo>
                  <a:pt x="2898" y="5356"/>
                </a:lnTo>
                <a:lnTo>
                  <a:pt x="3371" y="4883"/>
                </a:lnTo>
                <a:lnTo>
                  <a:pt x="3151" y="4663"/>
                </a:lnTo>
                <a:cubicBezTo>
                  <a:pt x="2741" y="4253"/>
                  <a:pt x="2741" y="3592"/>
                  <a:pt x="3151" y="3214"/>
                </a:cubicBezTo>
                <a:cubicBezTo>
                  <a:pt x="3340" y="3009"/>
                  <a:pt x="3607" y="2906"/>
                  <a:pt x="3875" y="2906"/>
                </a:cubicBezTo>
                <a:cubicBezTo>
                  <a:pt x="4143" y="2906"/>
                  <a:pt x="4411" y="3009"/>
                  <a:pt x="4600" y="3214"/>
                </a:cubicBezTo>
                <a:lnTo>
                  <a:pt x="4852" y="3434"/>
                </a:lnTo>
                <a:lnTo>
                  <a:pt x="5828" y="2457"/>
                </a:lnTo>
                <a:lnTo>
                  <a:pt x="3623" y="284"/>
                </a:lnTo>
                <a:cubicBezTo>
                  <a:pt x="3450" y="95"/>
                  <a:pt x="3190" y="0"/>
                  <a:pt x="292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9590;p73">
            <a:extLst>
              <a:ext uri="{FF2B5EF4-FFF2-40B4-BE49-F238E27FC236}">
                <a16:creationId xmlns:a16="http://schemas.microsoft.com/office/drawing/2014/main" id="{E8300E5D-E115-CD11-1847-E0B79B6AB425}"/>
              </a:ext>
            </a:extLst>
          </p:cNvPr>
          <p:cNvSpPr/>
          <p:nvPr/>
        </p:nvSpPr>
        <p:spPr>
          <a:xfrm>
            <a:off x="10179502" y="4241938"/>
            <a:ext cx="247411" cy="263025"/>
          </a:xfrm>
          <a:custGeom>
            <a:avLst/>
            <a:gdLst/>
            <a:ahLst/>
            <a:cxnLst/>
            <a:rect l="l" t="t" r="r" b="b"/>
            <a:pathLst>
              <a:path w="5483" h="5829" extrusionOk="0">
                <a:moveTo>
                  <a:pt x="2899" y="1"/>
                </a:moveTo>
                <a:lnTo>
                  <a:pt x="1702" y="1229"/>
                </a:lnTo>
                <a:cubicBezTo>
                  <a:pt x="1639" y="1292"/>
                  <a:pt x="1544" y="1324"/>
                  <a:pt x="1450" y="1324"/>
                </a:cubicBezTo>
                <a:cubicBezTo>
                  <a:pt x="1355" y="1324"/>
                  <a:pt x="1261" y="1292"/>
                  <a:pt x="1198" y="1229"/>
                </a:cubicBezTo>
                <a:lnTo>
                  <a:pt x="725" y="757"/>
                </a:lnTo>
                <a:cubicBezTo>
                  <a:pt x="678" y="694"/>
                  <a:pt x="591" y="662"/>
                  <a:pt x="501" y="662"/>
                </a:cubicBezTo>
                <a:cubicBezTo>
                  <a:pt x="410" y="662"/>
                  <a:pt x="316" y="694"/>
                  <a:pt x="253" y="757"/>
                </a:cubicBezTo>
                <a:cubicBezTo>
                  <a:pt x="158" y="883"/>
                  <a:pt x="158" y="1103"/>
                  <a:pt x="253" y="1229"/>
                </a:cubicBezTo>
                <a:lnTo>
                  <a:pt x="725" y="1702"/>
                </a:lnTo>
                <a:cubicBezTo>
                  <a:pt x="851" y="1828"/>
                  <a:pt x="851" y="2048"/>
                  <a:pt x="725" y="2174"/>
                </a:cubicBezTo>
                <a:lnTo>
                  <a:pt x="1" y="2899"/>
                </a:lnTo>
                <a:lnTo>
                  <a:pt x="473" y="3372"/>
                </a:lnTo>
                <a:lnTo>
                  <a:pt x="694" y="3151"/>
                </a:lnTo>
                <a:cubicBezTo>
                  <a:pt x="898" y="2946"/>
                  <a:pt x="1166" y="2844"/>
                  <a:pt x="1434" y="2844"/>
                </a:cubicBezTo>
                <a:cubicBezTo>
                  <a:pt x="1702" y="2844"/>
                  <a:pt x="1970" y="2946"/>
                  <a:pt x="2174" y="3151"/>
                </a:cubicBezTo>
                <a:cubicBezTo>
                  <a:pt x="2552" y="3529"/>
                  <a:pt x="2552" y="4222"/>
                  <a:pt x="2174" y="4600"/>
                </a:cubicBezTo>
                <a:lnTo>
                  <a:pt x="1922" y="4852"/>
                </a:lnTo>
                <a:lnTo>
                  <a:pt x="2899" y="5829"/>
                </a:lnTo>
                <a:lnTo>
                  <a:pt x="5073" y="3655"/>
                </a:lnTo>
                <a:cubicBezTo>
                  <a:pt x="5482" y="3277"/>
                  <a:pt x="5482" y="2615"/>
                  <a:pt x="5073" y="2206"/>
                </a:cubicBezTo>
                <a:lnTo>
                  <a:pt x="289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9591;p73">
            <a:extLst>
              <a:ext uri="{FF2B5EF4-FFF2-40B4-BE49-F238E27FC236}">
                <a16:creationId xmlns:a16="http://schemas.microsoft.com/office/drawing/2014/main" id="{ACE96E76-D032-BB3A-4F61-F21BD2547E05}"/>
              </a:ext>
            </a:extLst>
          </p:cNvPr>
          <p:cNvSpPr/>
          <p:nvPr/>
        </p:nvSpPr>
        <p:spPr>
          <a:xfrm>
            <a:off x="10023149" y="4398336"/>
            <a:ext cx="265867" cy="243125"/>
          </a:xfrm>
          <a:custGeom>
            <a:avLst/>
            <a:gdLst/>
            <a:ahLst/>
            <a:cxnLst/>
            <a:rect l="l" t="t" r="r" b="b"/>
            <a:pathLst>
              <a:path w="5892" h="5388" extrusionOk="0">
                <a:moveTo>
                  <a:pt x="2993" y="0"/>
                </a:moveTo>
                <a:lnTo>
                  <a:pt x="2520" y="473"/>
                </a:lnTo>
                <a:lnTo>
                  <a:pt x="2741" y="725"/>
                </a:lnTo>
                <a:cubicBezTo>
                  <a:pt x="3151" y="1103"/>
                  <a:pt x="3151" y="1764"/>
                  <a:pt x="2741" y="2174"/>
                </a:cubicBezTo>
                <a:cubicBezTo>
                  <a:pt x="2505" y="2363"/>
                  <a:pt x="2221" y="2457"/>
                  <a:pt x="1949" y="2457"/>
                </a:cubicBezTo>
                <a:cubicBezTo>
                  <a:pt x="1678" y="2457"/>
                  <a:pt x="1418" y="2363"/>
                  <a:pt x="1229" y="2174"/>
                </a:cubicBezTo>
                <a:lnTo>
                  <a:pt x="977" y="1922"/>
                </a:lnTo>
                <a:lnTo>
                  <a:pt x="0" y="2930"/>
                </a:lnTo>
                <a:lnTo>
                  <a:pt x="2205" y="5072"/>
                </a:lnTo>
                <a:cubicBezTo>
                  <a:pt x="2394" y="5293"/>
                  <a:pt x="2678" y="5387"/>
                  <a:pt x="2930" y="5387"/>
                </a:cubicBezTo>
                <a:cubicBezTo>
                  <a:pt x="3214" y="5387"/>
                  <a:pt x="3497" y="5293"/>
                  <a:pt x="3686" y="5072"/>
                </a:cubicBezTo>
                <a:lnTo>
                  <a:pt x="5891" y="2930"/>
                </a:lnTo>
                <a:lnTo>
                  <a:pt x="4663" y="1701"/>
                </a:lnTo>
                <a:cubicBezTo>
                  <a:pt x="4568" y="1575"/>
                  <a:pt x="4568" y="1355"/>
                  <a:pt x="4663" y="1229"/>
                </a:cubicBezTo>
                <a:lnTo>
                  <a:pt x="5167" y="756"/>
                </a:lnTo>
                <a:cubicBezTo>
                  <a:pt x="5261" y="630"/>
                  <a:pt x="5261" y="410"/>
                  <a:pt x="5167" y="284"/>
                </a:cubicBezTo>
                <a:cubicBezTo>
                  <a:pt x="5104" y="221"/>
                  <a:pt x="5009" y="189"/>
                  <a:pt x="4915" y="189"/>
                </a:cubicBezTo>
                <a:cubicBezTo>
                  <a:pt x="4820" y="189"/>
                  <a:pt x="4726" y="221"/>
                  <a:pt x="4663" y="284"/>
                </a:cubicBezTo>
                <a:lnTo>
                  <a:pt x="4190" y="756"/>
                </a:lnTo>
                <a:cubicBezTo>
                  <a:pt x="4143" y="819"/>
                  <a:pt x="4056" y="851"/>
                  <a:pt x="3966" y="851"/>
                </a:cubicBezTo>
                <a:cubicBezTo>
                  <a:pt x="3875" y="851"/>
                  <a:pt x="3781" y="819"/>
                  <a:pt x="3718" y="756"/>
                </a:cubicBezTo>
                <a:lnTo>
                  <a:pt x="299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9593;p73">
            <a:extLst>
              <a:ext uri="{FF2B5EF4-FFF2-40B4-BE49-F238E27FC236}">
                <a16:creationId xmlns:a16="http://schemas.microsoft.com/office/drawing/2014/main" id="{4CAE4E65-E540-5AB4-0984-106C5470987B}"/>
              </a:ext>
            </a:extLst>
          </p:cNvPr>
          <p:cNvSpPr/>
          <p:nvPr/>
        </p:nvSpPr>
        <p:spPr>
          <a:xfrm>
            <a:off x="10186631" y="5078931"/>
            <a:ext cx="220383" cy="218984"/>
          </a:xfrm>
          <a:custGeom>
            <a:avLst/>
            <a:gdLst/>
            <a:ahLst/>
            <a:cxnLst/>
            <a:rect l="l" t="t" r="r" b="b"/>
            <a:pathLst>
              <a:path w="4884" h="4853" extrusionOk="0">
                <a:moveTo>
                  <a:pt x="2426" y="662"/>
                </a:moveTo>
                <a:cubicBezTo>
                  <a:pt x="2646" y="662"/>
                  <a:pt x="2804" y="819"/>
                  <a:pt x="2804" y="1008"/>
                </a:cubicBezTo>
                <a:cubicBezTo>
                  <a:pt x="2804" y="1197"/>
                  <a:pt x="2646" y="1355"/>
                  <a:pt x="2426" y="1355"/>
                </a:cubicBezTo>
                <a:cubicBezTo>
                  <a:pt x="2237" y="1355"/>
                  <a:pt x="2079" y="1197"/>
                  <a:pt x="2079" y="1008"/>
                </a:cubicBezTo>
                <a:cubicBezTo>
                  <a:pt x="2079" y="819"/>
                  <a:pt x="2237" y="662"/>
                  <a:pt x="2426" y="662"/>
                </a:cubicBezTo>
                <a:close/>
                <a:moveTo>
                  <a:pt x="2426" y="1670"/>
                </a:moveTo>
                <a:cubicBezTo>
                  <a:pt x="2646" y="1670"/>
                  <a:pt x="2804" y="1828"/>
                  <a:pt x="2804" y="2048"/>
                </a:cubicBezTo>
                <a:lnTo>
                  <a:pt x="2804" y="3781"/>
                </a:lnTo>
                <a:cubicBezTo>
                  <a:pt x="2804" y="3970"/>
                  <a:pt x="2646" y="4127"/>
                  <a:pt x="2426" y="4127"/>
                </a:cubicBezTo>
                <a:cubicBezTo>
                  <a:pt x="2237" y="4127"/>
                  <a:pt x="2079" y="3970"/>
                  <a:pt x="2079" y="3781"/>
                </a:cubicBezTo>
                <a:lnTo>
                  <a:pt x="2079" y="2048"/>
                </a:lnTo>
                <a:cubicBezTo>
                  <a:pt x="2079" y="1828"/>
                  <a:pt x="2237" y="1670"/>
                  <a:pt x="2426" y="1670"/>
                </a:cubicBezTo>
                <a:close/>
                <a:moveTo>
                  <a:pt x="2426" y="0"/>
                </a:moveTo>
                <a:cubicBezTo>
                  <a:pt x="1103" y="0"/>
                  <a:pt x="0" y="1103"/>
                  <a:pt x="0" y="2426"/>
                </a:cubicBezTo>
                <a:cubicBezTo>
                  <a:pt x="0" y="3749"/>
                  <a:pt x="1103" y="4852"/>
                  <a:pt x="2426" y="4852"/>
                </a:cubicBezTo>
                <a:cubicBezTo>
                  <a:pt x="3781" y="4852"/>
                  <a:pt x="4883" y="3749"/>
                  <a:pt x="4883" y="2426"/>
                </a:cubicBezTo>
                <a:cubicBezTo>
                  <a:pt x="4883" y="1040"/>
                  <a:pt x="3781" y="0"/>
                  <a:pt x="242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9594;p73">
            <a:extLst>
              <a:ext uri="{FF2B5EF4-FFF2-40B4-BE49-F238E27FC236}">
                <a16:creationId xmlns:a16="http://schemas.microsoft.com/office/drawing/2014/main" id="{1F35177B-A3FD-EACD-0A0B-FFD1F910D2F3}"/>
              </a:ext>
            </a:extLst>
          </p:cNvPr>
          <p:cNvSpPr/>
          <p:nvPr/>
        </p:nvSpPr>
        <p:spPr>
          <a:xfrm>
            <a:off x="9903707" y="4905478"/>
            <a:ext cx="64031" cy="390995"/>
          </a:xfrm>
          <a:custGeom>
            <a:avLst/>
            <a:gdLst/>
            <a:ahLst/>
            <a:cxnLst/>
            <a:rect l="l" t="t" r="r" b="b"/>
            <a:pathLst>
              <a:path w="1419" h="8665" extrusionOk="0">
                <a:moveTo>
                  <a:pt x="32" y="1"/>
                </a:moveTo>
                <a:lnTo>
                  <a:pt x="32" y="7310"/>
                </a:lnTo>
                <a:cubicBezTo>
                  <a:pt x="1" y="8034"/>
                  <a:pt x="631" y="8665"/>
                  <a:pt x="1418" y="8665"/>
                </a:cubicBezTo>
                <a:lnTo>
                  <a:pt x="1418" y="347"/>
                </a:lnTo>
                <a:lnTo>
                  <a:pt x="1072" y="347"/>
                </a:lnTo>
                <a:cubicBezTo>
                  <a:pt x="662" y="347"/>
                  <a:pt x="316" y="253"/>
                  <a:pt x="3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9595;p73">
            <a:extLst>
              <a:ext uri="{FF2B5EF4-FFF2-40B4-BE49-F238E27FC236}">
                <a16:creationId xmlns:a16="http://schemas.microsoft.com/office/drawing/2014/main" id="{EA2FB473-B487-89A8-1680-13196C332E38}"/>
              </a:ext>
            </a:extLst>
          </p:cNvPr>
          <p:cNvSpPr/>
          <p:nvPr/>
        </p:nvSpPr>
        <p:spPr>
          <a:xfrm>
            <a:off x="9997518" y="4921137"/>
            <a:ext cx="315683" cy="375337"/>
          </a:xfrm>
          <a:custGeom>
            <a:avLst/>
            <a:gdLst/>
            <a:ahLst/>
            <a:cxnLst/>
            <a:rect l="l" t="t" r="r" b="b"/>
            <a:pathLst>
              <a:path w="6996" h="8318" extrusionOk="0">
                <a:moveTo>
                  <a:pt x="5262" y="693"/>
                </a:moveTo>
                <a:cubicBezTo>
                  <a:pt x="5451" y="693"/>
                  <a:pt x="5609" y="851"/>
                  <a:pt x="5609" y="1040"/>
                </a:cubicBezTo>
                <a:cubicBezTo>
                  <a:pt x="5609" y="1229"/>
                  <a:pt x="5451" y="1386"/>
                  <a:pt x="5262" y="1386"/>
                </a:cubicBezTo>
                <a:lnTo>
                  <a:pt x="1072" y="1386"/>
                </a:lnTo>
                <a:cubicBezTo>
                  <a:pt x="883" y="1386"/>
                  <a:pt x="726" y="1229"/>
                  <a:pt x="726" y="1040"/>
                </a:cubicBezTo>
                <a:cubicBezTo>
                  <a:pt x="726" y="851"/>
                  <a:pt x="883" y="693"/>
                  <a:pt x="1072" y="693"/>
                </a:cubicBezTo>
                <a:close/>
                <a:moveTo>
                  <a:pt x="5262" y="2080"/>
                </a:moveTo>
                <a:cubicBezTo>
                  <a:pt x="5451" y="2080"/>
                  <a:pt x="5609" y="2237"/>
                  <a:pt x="5609" y="2426"/>
                </a:cubicBezTo>
                <a:cubicBezTo>
                  <a:pt x="5609" y="2615"/>
                  <a:pt x="5451" y="2773"/>
                  <a:pt x="5262" y="2773"/>
                </a:cubicBezTo>
                <a:lnTo>
                  <a:pt x="1072" y="2773"/>
                </a:lnTo>
                <a:cubicBezTo>
                  <a:pt x="883" y="2773"/>
                  <a:pt x="726" y="2615"/>
                  <a:pt x="726" y="2426"/>
                </a:cubicBezTo>
                <a:cubicBezTo>
                  <a:pt x="726" y="2237"/>
                  <a:pt x="883" y="2080"/>
                  <a:pt x="1072" y="2080"/>
                </a:cubicBezTo>
                <a:close/>
                <a:moveTo>
                  <a:pt x="1" y="0"/>
                </a:moveTo>
                <a:lnTo>
                  <a:pt x="1" y="8318"/>
                </a:lnTo>
                <a:lnTo>
                  <a:pt x="4695" y="8318"/>
                </a:lnTo>
                <a:cubicBezTo>
                  <a:pt x="4002" y="7750"/>
                  <a:pt x="3498" y="6868"/>
                  <a:pt x="3498" y="5892"/>
                </a:cubicBezTo>
                <a:cubicBezTo>
                  <a:pt x="3498" y="5766"/>
                  <a:pt x="3561" y="5640"/>
                  <a:pt x="3561" y="5545"/>
                </a:cubicBezTo>
                <a:lnTo>
                  <a:pt x="1072" y="5545"/>
                </a:lnTo>
                <a:cubicBezTo>
                  <a:pt x="883" y="5545"/>
                  <a:pt x="726" y="5388"/>
                  <a:pt x="726" y="5167"/>
                </a:cubicBezTo>
                <a:lnTo>
                  <a:pt x="726" y="3812"/>
                </a:lnTo>
                <a:cubicBezTo>
                  <a:pt x="726" y="3592"/>
                  <a:pt x="883" y="3434"/>
                  <a:pt x="1072" y="3434"/>
                </a:cubicBezTo>
                <a:lnTo>
                  <a:pt x="4695" y="3434"/>
                </a:lnTo>
                <a:cubicBezTo>
                  <a:pt x="5199" y="3056"/>
                  <a:pt x="5861" y="2773"/>
                  <a:pt x="6617" y="2773"/>
                </a:cubicBezTo>
                <a:cubicBezTo>
                  <a:pt x="6743" y="2773"/>
                  <a:pt x="6869" y="2804"/>
                  <a:pt x="6995" y="2804"/>
                </a:cubicBezTo>
                <a:lnTo>
                  <a:pt x="699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9596;p73">
            <a:extLst>
              <a:ext uri="{FF2B5EF4-FFF2-40B4-BE49-F238E27FC236}">
                <a16:creationId xmlns:a16="http://schemas.microsoft.com/office/drawing/2014/main" id="{96AB8A62-1D27-A99C-9CD9-6F5442E1EE31}"/>
              </a:ext>
            </a:extLst>
          </p:cNvPr>
          <p:cNvSpPr/>
          <p:nvPr/>
        </p:nvSpPr>
        <p:spPr>
          <a:xfrm>
            <a:off x="10061503" y="5108759"/>
            <a:ext cx="119487" cy="31316"/>
          </a:xfrm>
          <a:custGeom>
            <a:avLst/>
            <a:gdLst/>
            <a:ahLst/>
            <a:cxnLst/>
            <a:rect l="l" t="t" r="r" b="b"/>
            <a:pathLst>
              <a:path w="2648" h="694" extrusionOk="0">
                <a:moveTo>
                  <a:pt x="1" y="1"/>
                </a:moveTo>
                <a:lnTo>
                  <a:pt x="1" y="694"/>
                </a:lnTo>
                <a:lnTo>
                  <a:pt x="2301" y="694"/>
                </a:lnTo>
                <a:cubicBezTo>
                  <a:pt x="2364" y="473"/>
                  <a:pt x="2490" y="221"/>
                  <a:pt x="26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9597;p73">
            <a:extLst>
              <a:ext uri="{FF2B5EF4-FFF2-40B4-BE49-F238E27FC236}">
                <a16:creationId xmlns:a16="http://schemas.microsoft.com/office/drawing/2014/main" id="{75EF7E34-C688-B8D5-6623-DF5404E4809A}"/>
              </a:ext>
            </a:extLst>
          </p:cNvPr>
          <p:cNvSpPr/>
          <p:nvPr/>
        </p:nvSpPr>
        <p:spPr>
          <a:xfrm>
            <a:off x="9903706" y="4797452"/>
            <a:ext cx="408051" cy="92459"/>
          </a:xfrm>
          <a:custGeom>
            <a:avLst/>
            <a:gdLst/>
            <a:ahLst/>
            <a:cxnLst/>
            <a:rect l="l" t="t" r="r" b="b"/>
            <a:pathLst>
              <a:path w="9043" h="2049" extrusionOk="0">
                <a:moveTo>
                  <a:pt x="1072" y="0"/>
                </a:moveTo>
                <a:cubicBezTo>
                  <a:pt x="473" y="0"/>
                  <a:pt x="32" y="473"/>
                  <a:pt x="32" y="1040"/>
                </a:cubicBezTo>
                <a:cubicBezTo>
                  <a:pt x="1" y="1576"/>
                  <a:pt x="473" y="2048"/>
                  <a:pt x="1072" y="2048"/>
                </a:cubicBezTo>
                <a:lnTo>
                  <a:pt x="9043" y="2048"/>
                </a:lnTo>
                <a:cubicBezTo>
                  <a:pt x="8475" y="2048"/>
                  <a:pt x="8034" y="1576"/>
                  <a:pt x="8034" y="1040"/>
                </a:cubicBezTo>
                <a:cubicBezTo>
                  <a:pt x="8034" y="441"/>
                  <a:pt x="8507" y="0"/>
                  <a:pt x="90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9599;p73">
            <a:extLst>
              <a:ext uri="{FF2B5EF4-FFF2-40B4-BE49-F238E27FC236}">
                <a16:creationId xmlns:a16="http://schemas.microsoft.com/office/drawing/2014/main" id="{9F93F783-E46B-FDB7-2823-5A1E1DC9F747}"/>
              </a:ext>
            </a:extLst>
          </p:cNvPr>
          <p:cNvSpPr/>
          <p:nvPr/>
        </p:nvSpPr>
        <p:spPr>
          <a:xfrm>
            <a:off x="9920788" y="5771623"/>
            <a:ext cx="218939" cy="190511"/>
          </a:xfrm>
          <a:custGeom>
            <a:avLst/>
            <a:gdLst/>
            <a:ahLst/>
            <a:cxnLst/>
            <a:rect l="l" t="t" r="r" b="b"/>
            <a:pathLst>
              <a:path w="4852" h="4222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3875"/>
                </a:lnTo>
                <a:cubicBezTo>
                  <a:pt x="0" y="4064"/>
                  <a:pt x="158" y="4222"/>
                  <a:pt x="378" y="4222"/>
                </a:cubicBezTo>
                <a:lnTo>
                  <a:pt x="4852" y="4222"/>
                </a:lnTo>
                <a:lnTo>
                  <a:pt x="4852" y="2584"/>
                </a:lnTo>
                <a:lnTo>
                  <a:pt x="230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9600;p73">
            <a:extLst>
              <a:ext uri="{FF2B5EF4-FFF2-40B4-BE49-F238E27FC236}">
                <a16:creationId xmlns:a16="http://schemas.microsoft.com/office/drawing/2014/main" id="{A4ECF503-4C6C-A8FD-8C47-21C4822191C7}"/>
              </a:ext>
            </a:extLst>
          </p:cNvPr>
          <p:cNvSpPr/>
          <p:nvPr/>
        </p:nvSpPr>
        <p:spPr>
          <a:xfrm>
            <a:off x="10095640" y="5798606"/>
            <a:ext cx="120887" cy="61187"/>
          </a:xfrm>
          <a:custGeom>
            <a:avLst/>
            <a:gdLst/>
            <a:ahLst/>
            <a:cxnLst/>
            <a:rect l="l" t="t" r="r" b="b"/>
            <a:pathLst>
              <a:path w="2679" h="1356" extrusionOk="0">
                <a:moveTo>
                  <a:pt x="2678" y="1"/>
                </a:moveTo>
                <a:lnTo>
                  <a:pt x="2678" y="1"/>
                </a:lnTo>
                <a:cubicBezTo>
                  <a:pt x="2458" y="32"/>
                  <a:pt x="2237" y="127"/>
                  <a:pt x="1985" y="127"/>
                </a:cubicBezTo>
                <a:lnTo>
                  <a:pt x="662" y="127"/>
                </a:lnTo>
                <a:cubicBezTo>
                  <a:pt x="441" y="127"/>
                  <a:pt x="221" y="95"/>
                  <a:pt x="0" y="1"/>
                </a:cubicBezTo>
                <a:lnTo>
                  <a:pt x="0" y="1"/>
                </a:lnTo>
                <a:lnTo>
                  <a:pt x="1323" y="1355"/>
                </a:lnTo>
                <a:lnTo>
                  <a:pt x="267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9601;p73">
            <a:extLst>
              <a:ext uri="{FF2B5EF4-FFF2-40B4-BE49-F238E27FC236}">
                <a16:creationId xmlns:a16="http://schemas.microsoft.com/office/drawing/2014/main" id="{D7289E68-D560-7761-D46A-3D70374DD0B7}"/>
              </a:ext>
            </a:extLst>
          </p:cNvPr>
          <p:cNvSpPr/>
          <p:nvPr/>
        </p:nvSpPr>
        <p:spPr>
          <a:xfrm>
            <a:off x="10172395" y="5771623"/>
            <a:ext cx="217540" cy="190511"/>
          </a:xfrm>
          <a:custGeom>
            <a:avLst/>
            <a:gdLst/>
            <a:ahLst/>
            <a:cxnLst/>
            <a:rect l="l" t="t" r="r" b="b"/>
            <a:pathLst>
              <a:path w="4821" h="4222" extrusionOk="0">
                <a:moveTo>
                  <a:pt x="2426" y="2048"/>
                </a:moveTo>
                <a:cubicBezTo>
                  <a:pt x="2615" y="2048"/>
                  <a:pt x="2773" y="2205"/>
                  <a:pt x="2773" y="2426"/>
                </a:cubicBezTo>
                <a:cubicBezTo>
                  <a:pt x="2773" y="2615"/>
                  <a:pt x="2615" y="2773"/>
                  <a:pt x="2426" y="2773"/>
                </a:cubicBezTo>
                <a:lnTo>
                  <a:pt x="1733" y="2773"/>
                </a:lnTo>
                <a:cubicBezTo>
                  <a:pt x="1513" y="2773"/>
                  <a:pt x="1355" y="2615"/>
                  <a:pt x="1355" y="2426"/>
                </a:cubicBezTo>
                <a:cubicBezTo>
                  <a:pt x="1355" y="2205"/>
                  <a:pt x="1513" y="2048"/>
                  <a:pt x="1733" y="2048"/>
                </a:cubicBezTo>
                <a:close/>
                <a:moveTo>
                  <a:pt x="2552" y="0"/>
                </a:moveTo>
                <a:lnTo>
                  <a:pt x="1" y="2584"/>
                </a:lnTo>
                <a:lnTo>
                  <a:pt x="1" y="4222"/>
                </a:lnTo>
                <a:lnTo>
                  <a:pt x="4474" y="4222"/>
                </a:lnTo>
                <a:cubicBezTo>
                  <a:pt x="4663" y="4222"/>
                  <a:pt x="4821" y="4064"/>
                  <a:pt x="4821" y="3875"/>
                </a:cubicBezTo>
                <a:lnTo>
                  <a:pt x="4821" y="1733"/>
                </a:lnTo>
                <a:cubicBezTo>
                  <a:pt x="4821" y="788"/>
                  <a:pt x="4033" y="0"/>
                  <a:pt x="30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9602;p73">
            <a:extLst>
              <a:ext uri="{FF2B5EF4-FFF2-40B4-BE49-F238E27FC236}">
                <a16:creationId xmlns:a16="http://schemas.microsoft.com/office/drawing/2014/main" id="{24C18F72-9BFD-5C81-462A-0E95B3900CE2}"/>
              </a:ext>
            </a:extLst>
          </p:cNvPr>
          <p:cNvSpPr/>
          <p:nvPr/>
        </p:nvSpPr>
        <p:spPr>
          <a:xfrm>
            <a:off x="9953455" y="5429000"/>
            <a:ext cx="405208" cy="278683"/>
          </a:xfrm>
          <a:custGeom>
            <a:avLst/>
            <a:gdLst/>
            <a:ahLst/>
            <a:cxnLst/>
            <a:rect l="l" t="t" r="r" b="b"/>
            <a:pathLst>
              <a:path w="8980" h="6176" extrusionOk="0">
                <a:moveTo>
                  <a:pt x="3120" y="1"/>
                </a:moveTo>
                <a:cubicBezTo>
                  <a:pt x="1387" y="1"/>
                  <a:pt x="1" y="1418"/>
                  <a:pt x="1" y="3119"/>
                </a:cubicBezTo>
                <a:lnTo>
                  <a:pt x="1" y="4506"/>
                </a:lnTo>
                <a:cubicBezTo>
                  <a:pt x="1" y="5325"/>
                  <a:pt x="568" y="6018"/>
                  <a:pt x="1355" y="6175"/>
                </a:cubicBezTo>
                <a:lnTo>
                  <a:pt x="1355" y="2773"/>
                </a:lnTo>
                <a:lnTo>
                  <a:pt x="1009" y="2773"/>
                </a:lnTo>
                <a:cubicBezTo>
                  <a:pt x="914" y="2773"/>
                  <a:pt x="820" y="2804"/>
                  <a:pt x="694" y="2804"/>
                </a:cubicBezTo>
                <a:cubicBezTo>
                  <a:pt x="851" y="1607"/>
                  <a:pt x="1860" y="662"/>
                  <a:pt x="3120" y="662"/>
                </a:cubicBezTo>
                <a:lnTo>
                  <a:pt x="5861" y="662"/>
                </a:lnTo>
                <a:cubicBezTo>
                  <a:pt x="7089" y="662"/>
                  <a:pt x="8098" y="1607"/>
                  <a:pt x="8255" y="2804"/>
                </a:cubicBezTo>
                <a:cubicBezTo>
                  <a:pt x="8161" y="2773"/>
                  <a:pt x="8066" y="2773"/>
                  <a:pt x="7940" y="2773"/>
                </a:cubicBezTo>
                <a:lnTo>
                  <a:pt x="7593" y="2773"/>
                </a:lnTo>
                <a:lnTo>
                  <a:pt x="7593" y="6175"/>
                </a:lnTo>
                <a:cubicBezTo>
                  <a:pt x="8381" y="6018"/>
                  <a:pt x="8980" y="5325"/>
                  <a:pt x="8980" y="4506"/>
                </a:cubicBezTo>
                <a:lnTo>
                  <a:pt x="8980" y="3119"/>
                </a:lnTo>
                <a:cubicBezTo>
                  <a:pt x="8980" y="1387"/>
                  <a:pt x="7562" y="1"/>
                  <a:pt x="586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9603;p73">
            <a:extLst>
              <a:ext uri="{FF2B5EF4-FFF2-40B4-BE49-F238E27FC236}">
                <a16:creationId xmlns:a16="http://schemas.microsoft.com/office/drawing/2014/main" id="{0346BF75-722E-C4E1-5EA1-9A85BDA583B3}"/>
              </a:ext>
            </a:extLst>
          </p:cNvPr>
          <p:cNvSpPr/>
          <p:nvPr/>
        </p:nvSpPr>
        <p:spPr>
          <a:xfrm>
            <a:off x="10047315" y="5491540"/>
            <a:ext cx="125127" cy="93903"/>
          </a:xfrm>
          <a:custGeom>
            <a:avLst/>
            <a:gdLst/>
            <a:ahLst/>
            <a:cxnLst/>
            <a:rect l="l" t="t" r="r" b="b"/>
            <a:pathLst>
              <a:path w="2773" h="2081" extrusionOk="0"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lnTo>
                  <a:pt x="0" y="2080"/>
                </a:lnTo>
                <a:lnTo>
                  <a:pt x="1733" y="2080"/>
                </a:lnTo>
                <a:cubicBezTo>
                  <a:pt x="2300" y="2049"/>
                  <a:pt x="2773" y="1607"/>
                  <a:pt x="2773" y="1009"/>
                </a:cubicBezTo>
                <a:lnTo>
                  <a:pt x="277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9604;p73">
            <a:extLst>
              <a:ext uri="{FF2B5EF4-FFF2-40B4-BE49-F238E27FC236}">
                <a16:creationId xmlns:a16="http://schemas.microsoft.com/office/drawing/2014/main" id="{39940521-8013-BADD-8F97-62141EA50A9D}"/>
              </a:ext>
            </a:extLst>
          </p:cNvPr>
          <p:cNvSpPr/>
          <p:nvPr/>
        </p:nvSpPr>
        <p:spPr>
          <a:xfrm>
            <a:off x="10203666" y="5492984"/>
            <a:ext cx="62587" cy="92459"/>
          </a:xfrm>
          <a:custGeom>
            <a:avLst/>
            <a:gdLst/>
            <a:ahLst/>
            <a:cxnLst/>
            <a:rect l="l" t="t" r="r" b="b"/>
            <a:pathLst>
              <a:path w="1387" h="2049" extrusionOk="0">
                <a:moveTo>
                  <a:pt x="1" y="0"/>
                </a:moveTo>
                <a:lnTo>
                  <a:pt x="1" y="1040"/>
                </a:lnTo>
                <a:cubicBezTo>
                  <a:pt x="1" y="1607"/>
                  <a:pt x="473" y="2048"/>
                  <a:pt x="1040" y="2048"/>
                </a:cubicBezTo>
                <a:lnTo>
                  <a:pt x="1387" y="2048"/>
                </a:lnTo>
                <a:lnTo>
                  <a:pt x="1387" y="1701"/>
                </a:lnTo>
                <a:cubicBezTo>
                  <a:pt x="1387" y="882"/>
                  <a:pt x="788" y="158"/>
                  <a:pt x="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9605;p73">
            <a:extLst>
              <a:ext uri="{FF2B5EF4-FFF2-40B4-BE49-F238E27FC236}">
                <a16:creationId xmlns:a16="http://schemas.microsoft.com/office/drawing/2014/main" id="{644A4CF5-847C-2FBA-C5AD-2C4965B39F59}"/>
              </a:ext>
            </a:extLst>
          </p:cNvPr>
          <p:cNvSpPr/>
          <p:nvPr/>
        </p:nvSpPr>
        <p:spPr>
          <a:xfrm>
            <a:off x="10047314" y="5583953"/>
            <a:ext cx="218939" cy="187715"/>
          </a:xfrm>
          <a:custGeom>
            <a:avLst/>
            <a:gdLst/>
            <a:ahLst/>
            <a:cxnLst/>
            <a:rect l="l" t="t" r="r" b="b"/>
            <a:pathLst>
              <a:path w="4852" h="4160" extrusionOk="0">
                <a:moveTo>
                  <a:pt x="3119" y="1"/>
                </a:moveTo>
                <a:cubicBezTo>
                  <a:pt x="2804" y="442"/>
                  <a:pt x="2300" y="694"/>
                  <a:pt x="1733" y="694"/>
                </a:cubicBezTo>
                <a:lnTo>
                  <a:pt x="0" y="694"/>
                </a:lnTo>
                <a:lnTo>
                  <a:pt x="0" y="2426"/>
                </a:lnTo>
                <a:cubicBezTo>
                  <a:pt x="0" y="3372"/>
                  <a:pt x="788" y="4159"/>
                  <a:pt x="1733" y="4159"/>
                </a:cubicBezTo>
                <a:lnTo>
                  <a:pt x="3119" y="4159"/>
                </a:lnTo>
                <a:cubicBezTo>
                  <a:pt x="4064" y="4159"/>
                  <a:pt x="4852" y="3372"/>
                  <a:pt x="4852" y="2426"/>
                </a:cubicBezTo>
                <a:lnTo>
                  <a:pt x="4852" y="694"/>
                </a:lnTo>
                <a:lnTo>
                  <a:pt x="4505" y="694"/>
                </a:lnTo>
                <a:cubicBezTo>
                  <a:pt x="3938" y="694"/>
                  <a:pt x="3434" y="442"/>
                  <a:pt x="31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" name="Google Shape;9607;p73">
            <a:extLst>
              <a:ext uri="{FF2B5EF4-FFF2-40B4-BE49-F238E27FC236}">
                <a16:creationId xmlns:a16="http://schemas.microsoft.com/office/drawing/2014/main" id="{33CFF06D-739F-4BB0-1099-FA91D73C0B4D}"/>
              </a:ext>
            </a:extLst>
          </p:cNvPr>
          <p:cNvSpPr/>
          <p:nvPr/>
        </p:nvSpPr>
        <p:spPr>
          <a:xfrm>
            <a:off x="11441148" y="4780395"/>
            <a:ext cx="156399" cy="156397"/>
          </a:xfrm>
          <a:custGeom>
            <a:avLst/>
            <a:gdLst/>
            <a:ahLst/>
            <a:cxnLst/>
            <a:rect l="l" t="t" r="r" b="b"/>
            <a:pathLst>
              <a:path w="3466" h="3466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cubicBezTo>
                  <a:pt x="0" y="2678"/>
                  <a:pt x="788" y="3466"/>
                  <a:pt x="1733" y="3466"/>
                </a:cubicBezTo>
                <a:cubicBezTo>
                  <a:pt x="2678" y="3466"/>
                  <a:pt x="3466" y="2678"/>
                  <a:pt x="3466" y="1733"/>
                </a:cubicBez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6" name="Google Shape;9608;p73">
            <a:extLst>
              <a:ext uri="{FF2B5EF4-FFF2-40B4-BE49-F238E27FC236}">
                <a16:creationId xmlns:a16="http://schemas.microsoft.com/office/drawing/2014/main" id="{F93E5FB4-3FB0-1A63-20F8-8AA3DFDAA88C}"/>
              </a:ext>
            </a:extLst>
          </p:cNvPr>
          <p:cNvSpPr/>
          <p:nvPr/>
        </p:nvSpPr>
        <p:spPr>
          <a:xfrm>
            <a:off x="11253481" y="5093144"/>
            <a:ext cx="536021" cy="221827"/>
          </a:xfrm>
          <a:custGeom>
            <a:avLst/>
            <a:gdLst/>
            <a:ahLst/>
            <a:cxnLst/>
            <a:rect l="l" t="t" r="r" b="b"/>
            <a:pathLst>
              <a:path w="11879" h="4916" extrusionOk="0">
                <a:moveTo>
                  <a:pt x="694" y="0"/>
                </a:moveTo>
                <a:cubicBezTo>
                  <a:pt x="316" y="0"/>
                  <a:pt x="1" y="315"/>
                  <a:pt x="1" y="693"/>
                </a:cubicBezTo>
                <a:cubicBezTo>
                  <a:pt x="1" y="1103"/>
                  <a:pt x="316" y="1418"/>
                  <a:pt x="694" y="1418"/>
                </a:cubicBezTo>
                <a:lnTo>
                  <a:pt x="694" y="4569"/>
                </a:lnTo>
                <a:cubicBezTo>
                  <a:pt x="694" y="4758"/>
                  <a:pt x="851" y="4915"/>
                  <a:pt x="1040" y="4915"/>
                </a:cubicBezTo>
                <a:lnTo>
                  <a:pt x="10807" y="4915"/>
                </a:lnTo>
                <a:cubicBezTo>
                  <a:pt x="11028" y="4915"/>
                  <a:pt x="11185" y="4758"/>
                  <a:pt x="11185" y="4569"/>
                </a:cubicBezTo>
                <a:lnTo>
                  <a:pt x="11185" y="1418"/>
                </a:lnTo>
                <a:cubicBezTo>
                  <a:pt x="11563" y="1418"/>
                  <a:pt x="11878" y="1103"/>
                  <a:pt x="11878" y="693"/>
                </a:cubicBezTo>
                <a:cubicBezTo>
                  <a:pt x="11815" y="315"/>
                  <a:pt x="11500" y="0"/>
                  <a:pt x="111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7" name="Google Shape;9609;p73">
            <a:extLst>
              <a:ext uri="{FF2B5EF4-FFF2-40B4-BE49-F238E27FC236}">
                <a16:creationId xmlns:a16="http://schemas.microsoft.com/office/drawing/2014/main" id="{D0EFF28E-7B44-050C-DB70-9BEBB8651166}"/>
              </a:ext>
            </a:extLst>
          </p:cNvPr>
          <p:cNvSpPr/>
          <p:nvPr/>
        </p:nvSpPr>
        <p:spPr>
          <a:xfrm>
            <a:off x="11618845" y="4844378"/>
            <a:ext cx="135099" cy="218939"/>
          </a:xfrm>
          <a:custGeom>
            <a:avLst/>
            <a:gdLst/>
            <a:ahLst/>
            <a:cxnLst/>
            <a:rect l="l" t="t" r="r" b="b"/>
            <a:pathLst>
              <a:path w="2994" h="4852" extrusionOk="0">
                <a:moveTo>
                  <a:pt x="190" y="0"/>
                </a:moveTo>
                <a:cubicBezTo>
                  <a:pt x="190" y="126"/>
                  <a:pt x="253" y="221"/>
                  <a:pt x="253" y="347"/>
                </a:cubicBezTo>
                <a:cubicBezTo>
                  <a:pt x="253" y="693"/>
                  <a:pt x="158" y="1071"/>
                  <a:pt x="1" y="1386"/>
                </a:cubicBezTo>
                <a:cubicBezTo>
                  <a:pt x="977" y="2079"/>
                  <a:pt x="1607" y="3182"/>
                  <a:pt x="1607" y="4474"/>
                </a:cubicBezTo>
                <a:lnTo>
                  <a:pt x="1607" y="4852"/>
                </a:lnTo>
                <a:lnTo>
                  <a:pt x="2994" y="4852"/>
                </a:lnTo>
                <a:lnTo>
                  <a:pt x="2489" y="756"/>
                </a:lnTo>
                <a:cubicBezTo>
                  <a:pt x="2363" y="315"/>
                  <a:pt x="1922" y="0"/>
                  <a:pt x="145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" name="Google Shape;9610;p73">
            <a:extLst>
              <a:ext uri="{FF2B5EF4-FFF2-40B4-BE49-F238E27FC236}">
                <a16:creationId xmlns:a16="http://schemas.microsoft.com/office/drawing/2014/main" id="{DF65D899-E18B-C585-136C-F8689C9F880B}"/>
              </a:ext>
            </a:extLst>
          </p:cNvPr>
          <p:cNvSpPr/>
          <p:nvPr/>
        </p:nvSpPr>
        <p:spPr>
          <a:xfrm>
            <a:off x="11284752" y="4844378"/>
            <a:ext cx="135099" cy="218939"/>
          </a:xfrm>
          <a:custGeom>
            <a:avLst/>
            <a:gdLst/>
            <a:ahLst/>
            <a:cxnLst/>
            <a:rect l="l" t="t" r="r" b="b"/>
            <a:pathLst>
              <a:path w="2994" h="4852" extrusionOk="0">
                <a:moveTo>
                  <a:pt x="1545" y="0"/>
                </a:moveTo>
                <a:cubicBezTo>
                  <a:pt x="1072" y="0"/>
                  <a:pt x="663" y="315"/>
                  <a:pt x="505" y="788"/>
                </a:cubicBezTo>
                <a:lnTo>
                  <a:pt x="1" y="4852"/>
                </a:lnTo>
                <a:lnTo>
                  <a:pt x="1356" y="4852"/>
                </a:lnTo>
                <a:lnTo>
                  <a:pt x="1356" y="4474"/>
                </a:lnTo>
                <a:lnTo>
                  <a:pt x="1387" y="4474"/>
                </a:lnTo>
                <a:cubicBezTo>
                  <a:pt x="1387" y="3182"/>
                  <a:pt x="2017" y="2048"/>
                  <a:pt x="2994" y="1386"/>
                </a:cubicBezTo>
                <a:cubicBezTo>
                  <a:pt x="2836" y="1071"/>
                  <a:pt x="2773" y="693"/>
                  <a:pt x="2773" y="347"/>
                </a:cubicBezTo>
                <a:cubicBezTo>
                  <a:pt x="2773" y="221"/>
                  <a:pt x="2773" y="95"/>
                  <a:pt x="280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9611;p73">
            <a:extLst>
              <a:ext uri="{FF2B5EF4-FFF2-40B4-BE49-F238E27FC236}">
                <a16:creationId xmlns:a16="http://schemas.microsoft.com/office/drawing/2014/main" id="{79A0FD2F-FBC9-8524-9BEB-396279BB02E5}"/>
              </a:ext>
            </a:extLst>
          </p:cNvPr>
          <p:cNvSpPr/>
          <p:nvPr/>
        </p:nvSpPr>
        <p:spPr>
          <a:xfrm>
            <a:off x="11532119" y="4931063"/>
            <a:ext cx="128015" cy="128015"/>
          </a:xfrm>
          <a:custGeom>
            <a:avLst/>
            <a:gdLst/>
            <a:ahLst/>
            <a:cxnLst/>
            <a:rect l="l" t="t" r="r" b="b"/>
            <a:pathLst>
              <a:path w="2837" h="2837" extrusionOk="0">
                <a:moveTo>
                  <a:pt x="1482" y="1"/>
                </a:moveTo>
                <a:cubicBezTo>
                  <a:pt x="1450" y="32"/>
                  <a:pt x="1418" y="64"/>
                  <a:pt x="1324" y="127"/>
                </a:cubicBezTo>
                <a:cubicBezTo>
                  <a:pt x="1324" y="190"/>
                  <a:pt x="1292" y="253"/>
                  <a:pt x="1261" y="284"/>
                </a:cubicBezTo>
                <a:lnTo>
                  <a:pt x="1" y="1923"/>
                </a:lnTo>
                <a:lnTo>
                  <a:pt x="1" y="2836"/>
                </a:lnTo>
                <a:lnTo>
                  <a:pt x="2742" y="2836"/>
                </a:lnTo>
                <a:lnTo>
                  <a:pt x="2742" y="2553"/>
                </a:lnTo>
                <a:lnTo>
                  <a:pt x="2836" y="2553"/>
                </a:lnTo>
                <a:cubicBezTo>
                  <a:pt x="2836" y="1513"/>
                  <a:pt x="2332" y="599"/>
                  <a:pt x="148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9612;p73">
            <a:extLst>
              <a:ext uri="{FF2B5EF4-FFF2-40B4-BE49-F238E27FC236}">
                <a16:creationId xmlns:a16="http://schemas.microsoft.com/office/drawing/2014/main" id="{5EAB1A82-4970-BE9A-6A5F-A0DAF68013B9}"/>
              </a:ext>
            </a:extLst>
          </p:cNvPr>
          <p:cNvSpPr/>
          <p:nvPr/>
        </p:nvSpPr>
        <p:spPr>
          <a:xfrm>
            <a:off x="11375764" y="4932504"/>
            <a:ext cx="127971" cy="132256"/>
          </a:xfrm>
          <a:custGeom>
            <a:avLst/>
            <a:gdLst/>
            <a:ahLst/>
            <a:cxnLst/>
            <a:rect l="l" t="t" r="r" b="b"/>
            <a:pathLst>
              <a:path w="2836" h="2931" extrusionOk="0">
                <a:moveTo>
                  <a:pt x="1323" y="0"/>
                </a:moveTo>
                <a:cubicBezTo>
                  <a:pt x="536" y="567"/>
                  <a:pt x="0" y="1513"/>
                  <a:pt x="0" y="2584"/>
                </a:cubicBezTo>
                <a:lnTo>
                  <a:pt x="0" y="2930"/>
                </a:lnTo>
                <a:lnTo>
                  <a:pt x="2741" y="2930"/>
                </a:lnTo>
                <a:lnTo>
                  <a:pt x="2741" y="1922"/>
                </a:lnTo>
                <a:lnTo>
                  <a:pt x="2836" y="1922"/>
                </a:lnTo>
                <a:lnTo>
                  <a:pt x="1575" y="284"/>
                </a:lnTo>
                <a:cubicBezTo>
                  <a:pt x="1512" y="252"/>
                  <a:pt x="1512" y="158"/>
                  <a:pt x="1481" y="126"/>
                </a:cubicBezTo>
                <a:cubicBezTo>
                  <a:pt x="1449" y="95"/>
                  <a:pt x="1355" y="63"/>
                  <a:pt x="13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AD934AC7-5920-BF0F-B563-6BA06BA017F0}"/>
              </a:ext>
            </a:extLst>
          </p:cNvPr>
          <p:cNvSpPr txBox="1"/>
          <p:nvPr/>
        </p:nvSpPr>
        <p:spPr>
          <a:xfrm>
            <a:off x="0" y="39687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  <a:sym typeface="Arial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6723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extBox 471">
            <a:extLst>
              <a:ext uri="{FF2B5EF4-FFF2-40B4-BE49-F238E27FC236}">
                <a16:creationId xmlns:a16="http://schemas.microsoft.com/office/drawing/2014/main" id="{0B6B01BD-D6B0-3768-B928-0FD54A88B143}"/>
              </a:ext>
            </a:extLst>
          </p:cNvPr>
          <p:cNvSpPr txBox="1"/>
          <p:nvPr/>
        </p:nvSpPr>
        <p:spPr>
          <a:xfrm>
            <a:off x="0" y="39687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  <a:sym typeface="Arial"/>
              </a:rPr>
              <a:t>Icons</a:t>
            </a:r>
          </a:p>
        </p:txBody>
      </p:sp>
      <p:sp>
        <p:nvSpPr>
          <p:cNvPr id="658" name="Google Shape;12426;p89">
            <a:extLst>
              <a:ext uri="{FF2B5EF4-FFF2-40B4-BE49-F238E27FC236}">
                <a16:creationId xmlns:a16="http://schemas.microsoft.com/office/drawing/2014/main" id="{F7FDBB9B-A00D-6D30-85C8-4F4FA5EE2F0F}"/>
              </a:ext>
            </a:extLst>
          </p:cNvPr>
          <p:cNvSpPr/>
          <p:nvPr/>
        </p:nvSpPr>
        <p:spPr>
          <a:xfrm>
            <a:off x="420549" y="3477148"/>
            <a:ext cx="649979" cy="642992"/>
          </a:xfrm>
          <a:custGeom>
            <a:avLst/>
            <a:gdLst/>
            <a:ahLst/>
            <a:cxnLst/>
            <a:rect l="l" t="t" r="r" b="b"/>
            <a:pathLst>
              <a:path w="11816" h="11689" extrusionOk="0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14" name="Google Shape;12432;p89">
            <a:extLst>
              <a:ext uri="{FF2B5EF4-FFF2-40B4-BE49-F238E27FC236}">
                <a16:creationId xmlns:a16="http://schemas.microsoft.com/office/drawing/2014/main" id="{FD62F9D7-946D-26C4-73D3-1C3198D25746}"/>
              </a:ext>
            </a:extLst>
          </p:cNvPr>
          <p:cNvSpPr/>
          <p:nvPr/>
        </p:nvSpPr>
        <p:spPr>
          <a:xfrm>
            <a:off x="4807143" y="3739933"/>
            <a:ext cx="112712" cy="112712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08" y="663"/>
                </a:moveTo>
                <a:cubicBezTo>
                  <a:pt x="1229" y="663"/>
                  <a:pt x="1386" y="820"/>
                  <a:pt x="1386" y="1041"/>
                </a:cubicBezTo>
                <a:cubicBezTo>
                  <a:pt x="1386" y="1230"/>
                  <a:pt x="1229" y="1387"/>
                  <a:pt x="1008" y="1387"/>
                </a:cubicBezTo>
                <a:cubicBezTo>
                  <a:pt x="819" y="1387"/>
                  <a:pt x="662" y="1230"/>
                  <a:pt x="662" y="1041"/>
                </a:cubicBezTo>
                <a:cubicBezTo>
                  <a:pt x="662" y="820"/>
                  <a:pt x="819" y="663"/>
                  <a:pt x="1008" y="663"/>
                </a:cubicBezTo>
                <a:close/>
                <a:moveTo>
                  <a:pt x="1008" y="1"/>
                </a:moveTo>
                <a:cubicBezTo>
                  <a:pt x="473" y="1"/>
                  <a:pt x="0" y="473"/>
                  <a:pt x="0" y="1041"/>
                </a:cubicBezTo>
                <a:cubicBezTo>
                  <a:pt x="0" y="1576"/>
                  <a:pt x="473" y="2049"/>
                  <a:pt x="1040" y="2049"/>
                </a:cubicBezTo>
                <a:cubicBezTo>
                  <a:pt x="1575" y="2049"/>
                  <a:pt x="2048" y="1576"/>
                  <a:pt x="2048" y="1041"/>
                </a:cubicBezTo>
                <a:cubicBezTo>
                  <a:pt x="2048" y="473"/>
                  <a:pt x="1607" y="1"/>
                  <a:pt x="100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15" name="Google Shape;12433;p89">
            <a:extLst>
              <a:ext uri="{FF2B5EF4-FFF2-40B4-BE49-F238E27FC236}">
                <a16:creationId xmlns:a16="http://schemas.microsoft.com/office/drawing/2014/main" id="{4CFFE3AF-7BFE-4AFD-FB39-922957A7849A}"/>
              </a:ext>
            </a:extLst>
          </p:cNvPr>
          <p:cNvSpPr/>
          <p:nvPr/>
        </p:nvSpPr>
        <p:spPr>
          <a:xfrm>
            <a:off x="4541947" y="3478259"/>
            <a:ext cx="644752" cy="641288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3214" y="1387"/>
                </a:moveTo>
                <a:lnTo>
                  <a:pt x="4475" y="3844"/>
                </a:lnTo>
                <a:cubicBezTo>
                  <a:pt x="4223" y="4002"/>
                  <a:pt x="4034" y="4222"/>
                  <a:pt x="3876" y="4443"/>
                </a:cubicBezTo>
                <a:lnTo>
                  <a:pt x="1356" y="3214"/>
                </a:lnTo>
                <a:cubicBezTo>
                  <a:pt x="1828" y="2427"/>
                  <a:pt x="2458" y="1796"/>
                  <a:pt x="3214" y="1387"/>
                </a:cubicBezTo>
                <a:close/>
                <a:moveTo>
                  <a:pt x="5829" y="4128"/>
                </a:moveTo>
                <a:cubicBezTo>
                  <a:pt x="6775" y="4128"/>
                  <a:pt x="7531" y="4884"/>
                  <a:pt x="7531" y="5829"/>
                </a:cubicBezTo>
                <a:cubicBezTo>
                  <a:pt x="7562" y="6743"/>
                  <a:pt x="6775" y="7530"/>
                  <a:pt x="5829" y="7530"/>
                </a:cubicBezTo>
                <a:cubicBezTo>
                  <a:pt x="4884" y="7530"/>
                  <a:pt x="4160" y="6774"/>
                  <a:pt x="4160" y="5829"/>
                </a:cubicBezTo>
                <a:cubicBezTo>
                  <a:pt x="4160" y="4884"/>
                  <a:pt x="4884" y="4128"/>
                  <a:pt x="5829" y="4128"/>
                </a:cubicBezTo>
                <a:close/>
                <a:moveTo>
                  <a:pt x="5798" y="662"/>
                </a:moveTo>
                <a:cubicBezTo>
                  <a:pt x="8665" y="662"/>
                  <a:pt x="10996" y="2994"/>
                  <a:pt x="10996" y="5861"/>
                </a:cubicBezTo>
                <a:cubicBezTo>
                  <a:pt x="10996" y="6585"/>
                  <a:pt x="10839" y="7247"/>
                  <a:pt x="10618" y="7845"/>
                </a:cubicBezTo>
                <a:lnTo>
                  <a:pt x="8129" y="6585"/>
                </a:lnTo>
                <a:cubicBezTo>
                  <a:pt x="8192" y="6333"/>
                  <a:pt x="8255" y="6050"/>
                  <a:pt x="8255" y="5829"/>
                </a:cubicBezTo>
                <a:cubicBezTo>
                  <a:pt x="8255" y="4474"/>
                  <a:pt x="7184" y="3435"/>
                  <a:pt x="5829" y="3435"/>
                </a:cubicBezTo>
                <a:cubicBezTo>
                  <a:pt x="5577" y="3435"/>
                  <a:pt x="5325" y="3466"/>
                  <a:pt x="5105" y="3529"/>
                </a:cubicBezTo>
                <a:lnTo>
                  <a:pt x="3845" y="1072"/>
                </a:lnTo>
                <a:cubicBezTo>
                  <a:pt x="4412" y="820"/>
                  <a:pt x="5105" y="662"/>
                  <a:pt x="5798" y="662"/>
                </a:cubicBezTo>
                <a:close/>
                <a:moveTo>
                  <a:pt x="7814" y="7152"/>
                </a:moveTo>
                <a:lnTo>
                  <a:pt x="10303" y="8412"/>
                </a:lnTo>
                <a:cubicBezTo>
                  <a:pt x="9862" y="9200"/>
                  <a:pt x="9232" y="9830"/>
                  <a:pt x="8444" y="10271"/>
                </a:cubicBezTo>
                <a:lnTo>
                  <a:pt x="7216" y="7751"/>
                </a:lnTo>
                <a:cubicBezTo>
                  <a:pt x="7468" y="7593"/>
                  <a:pt x="7657" y="7404"/>
                  <a:pt x="7814" y="7152"/>
                </a:cubicBezTo>
                <a:close/>
                <a:moveTo>
                  <a:pt x="1072" y="3844"/>
                </a:moveTo>
                <a:lnTo>
                  <a:pt x="3593" y="5073"/>
                </a:lnTo>
                <a:cubicBezTo>
                  <a:pt x="3530" y="5325"/>
                  <a:pt x="3498" y="5546"/>
                  <a:pt x="3498" y="5829"/>
                </a:cubicBezTo>
                <a:cubicBezTo>
                  <a:pt x="3498" y="7152"/>
                  <a:pt x="4538" y="8223"/>
                  <a:pt x="5892" y="8223"/>
                </a:cubicBezTo>
                <a:cubicBezTo>
                  <a:pt x="6176" y="8223"/>
                  <a:pt x="6396" y="8192"/>
                  <a:pt x="6648" y="8097"/>
                </a:cubicBezTo>
                <a:lnTo>
                  <a:pt x="7846" y="10618"/>
                </a:lnTo>
                <a:cubicBezTo>
                  <a:pt x="7216" y="10901"/>
                  <a:pt x="6554" y="11027"/>
                  <a:pt x="5892" y="11027"/>
                </a:cubicBezTo>
                <a:cubicBezTo>
                  <a:pt x="2994" y="10996"/>
                  <a:pt x="694" y="8665"/>
                  <a:pt x="694" y="5829"/>
                </a:cubicBezTo>
                <a:cubicBezTo>
                  <a:pt x="694" y="5104"/>
                  <a:pt x="852" y="4443"/>
                  <a:pt x="1072" y="3844"/>
                </a:cubicBezTo>
                <a:close/>
                <a:moveTo>
                  <a:pt x="5798" y="1"/>
                </a:moveTo>
                <a:cubicBezTo>
                  <a:pt x="4254" y="1"/>
                  <a:pt x="2773" y="599"/>
                  <a:pt x="1702" y="1702"/>
                </a:cubicBezTo>
                <a:cubicBezTo>
                  <a:pt x="600" y="2805"/>
                  <a:pt x="1" y="4254"/>
                  <a:pt x="1" y="5798"/>
                </a:cubicBezTo>
                <a:cubicBezTo>
                  <a:pt x="1" y="8980"/>
                  <a:pt x="2647" y="11657"/>
                  <a:pt x="5892" y="11657"/>
                </a:cubicBezTo>
                <a:cubicBezTo>
                  <a:pt x="9106" y="11657"/>
                  <a:pt x="11721" y="9043"/>
                  <a:pt x="11721" y="5829"/>
                </a:cubicBezTo>
                <a:cubicBezTo>
                  <a:pt x="11658" y="2647"/>
                  <a:pt x="9043" y="1"/>
                  <a:pt x="579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6" name="Google Shape;12445;p89">
            <a:extLst>
              <a:ext uri="{FF2B5EF4-FFF2-40B4-BE49-F238E27FC236}">
                <a16:creationId xmlns:a16="http://schemas.microsoft.com/office/drawing/2014/main" id="{0D5B62C4-66A0-80F6-C2C4-CA37C3973C76}"/>
              </a:ext>
            </a:extLst>
          </p:cNvPr>
          <p:cNvSpPr/>
          <p:nvPr/>
        </p:nvSpPr>
        <p:spPr>
          <a:xfrm>
            <a:off x="8683385" y="3515530"/>
            <a:ext cx="641288" cy="566751"/>
          </a:xfrm>
          <a:custGeom>
            <a:avLst/>
            <a:gdLst/>
            <a:ahLst/>
            <a:cxnLst/>
            <a:rect l="l" t="t" r="r" b="b"/>
            <a:pathLst>
              <a:path w="11658" h="10303" extrusionOk="0">
                <a:moveTo>
                  <a:pt x="10618" y="693"/>
                </a:moveTo>
                <a:cubicBezTo>
                  <a:pt x="10807" y="693"/>
                  <a:pt x="10964" y="851"/>
                  <a:pt x="10964" y="1040"/>
                </a:cubicBezTo>
                <a:lnTo>
                  <a:pt x="10964" y="2741"/>
                </a:lnTo>
                <a:lnTo>
                  <a:pt x="662" y="2741"/>
                </a:lnTo>
                <a:lnTo>
                  <a:pt x="662" y="1040"/>
                </a:lnTo>
                <a:cubicBezTo>
                  <a:pt x="662" y="851"/>
                  <a:pt x="820" y="693"/>
                  <a:pt x="1009" y="693"/>
                </a:cubicBezTo>
                <a:close/>
                <a:moveTo>
                  <a:pt x="10996" y="3403"/>
                </a:moveTo>
                <a:lnTo>
                  <a:pt x="10996" y="9231"/>
                </a:lnTo>
                <a:cubicBezTo>
                  <a:pt x="10964" y="9420"/>
                  <a:pt x="10838" y="9578"/>
                  <a:pt x="10618" y="9578"/>
                </a:cubicBezTo>
                <a:lnTo>
                  <a:pt x="1009" y="9578"/>
                </a:lnTo>
                <a:cubicBezTo>
                  <a:pt x="820" y="9578"/>
                  <a:pt x="662" y="9420"/>
                  <a:pt x="662" y="9231"/>
                </a:cubicBezTo>
                <a:lnTo>
                  <a:pt x="662" y="3403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40"/>
                </a:cubicBezTo>
                <a:lnTo>
                  <a:pt x="1" y="9263"/>
                </a:lnTo>
                <a:cubicBezTo>
                  <a:pt x="1" y="9830"/>
                  <a:pt x="473" y="10302"/>
                  <a:pt x="1009" y="10302"/>
                </a:cubicBezTo>
                <a:lnTo>
                  <a:pt x="10618" y="10302"/>
                </a:lnTo>
                <a:cubicBezTo>
                  <a:pt x="11185" y="10302"/>
                  <a:pt x="11658" y="9830"/>
                  <a:pt x="11658" y="9263"/>
                </a:cubicBezTo>
                <a:lnTo>
                  <a:pt x="11658" y="1040"/>
                </a:lnTo>
                <a:cubicBezTo>
                  <a:pt x="11658" y="441"/>
                  <a:pt x="11217" y="0"/>
                  <a:pt x="106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7" name="Google Shape;12446;p89">
            <a:extLst>
              <a:ext uri="{FF2B5EF4-FFF2-40B4-BE49-F238E27FC236}">
                <a16:creationId xmlns:a16="http://schemas.microsoft.com/office/drawing/2014/main" id="{407D4CED-5CE8-C515-86EF-034CB5A15A4D}"/>
              </a:ext>
            </a:extLst>
          </p:cNvPr>
          <p:cNvSpPr/>
          <p:nvPr/>
        </p:nvSpPr>
        <p:spPr>
          <a:xfrm>
            <a:off x="8756161" y="3590063"/>
            <a:ext cx="39936" cy="38176"/>
          </a:xfrm>
          <a:custGeom>
            <a:avLst/>
            <a:gdLst/>
            <a:ahLst/>
            <a:cxnLst/>
            <a:rect l="l" t="t" r="r" b="b"/>
            <a:pathLst>
              <a:path w="726" h="694" extrusionOk="0">
                <a:moveTo>
                  <a:pt x="348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48" y="693"/>
                </a:cubicBezTo>
                <a:cubicBezTo>
                  <a:pt x="568" y="693"/>
                  <a:pt x="726" y="536"/>
                  <a:pt x="726" y="347"/>
                </a:cubicBezTo>
                <a:cubicBezTo>
                  <a:pt x="726" y="158"/>
                  <a:pt x="568" y="0"/>
                  <a:pt x="3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8" name="Google Shape;12447;p89">
            <a:extLst>
              <a:ext uri="{FF2B5EF4-FFF2-40B4-BE49-F238E27FC236}">
                <a16:creationId xmlns:a16="http://schemas.microsoft.com/office/drawing/2014/main" id="{619B571E-3502-9786-E43B-845355CFE1B1}"/>
              </a:ext>
            </a:extLst>
          </p:cNvPr>
          <p:cNvSpPr/>
          <p:nvPr/>
        </p:nvSpPr>
        <p:spPr>
          <a:xfrm>
            <a:off x="8832459" y="3590063"/>
            <a:ext cx="38176" cy="38176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cubicBezTo>
                  <a:pt x="536" y="693"/>
                  <a:pt x="693" y="536"/>
                  <a:pt x="693" y="347"/>
                </a:cubicBez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9" name="Google Shape;12448;p89">
            <a:extLst>
              <a:ext uri="{FF2B5EF4-FFF2-40B4-BE49-F238E27FC236}">
                <a16:creationId xmlns:a16="http://schemas.microsoft.com/office/drawing/2014/main" id="{E1AB7143-CB0F-9F2D-F6E9-5624CA0FE9E3}"/>
              </a:ext>
            </a:extLst>
          </p:cNvPr>
          <p:cNvSpPr/>
          <p:nvPr/>
        </p:nvSpPr>
        <p:spPr>
          <a:xfrm>
            <a:off x="8908699" y="3590063"/>
            <a:ext cx="38176" cy="38176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cubicBezTo>
                  <a:pt x="536" y="693"/>
                  <a:pt x="693" y="536"/>
                  <a:pt x="693" y="347"/>
                </a:cubicBez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10" name="Google Shape;12449;p89">
            <a:extLst>
              <a:ext uri="{FF2B5EF4-FFF2-40B4-BE49-F238E27FC236}">
                <a16:creationId xmlns:a16="http://schemas.microsoft.com/office/drawing/2014/main" id="{0E7CA8BB-BD31-482A-5C04-DDA7348BA3CD}"/>
              </a:ext>
            </a:extLst>
          </p:cNvPr>
          <p:cNvSpPr/>
          <p:nvPr/>
        </p:nvSpPr>
        <p:spPr>
          <a:xfrm>
            <a:off x="8981477" y="3590063"/>
            <a:ext cx="266956" cy="38176"/>
          </a:xfrm>
          <a:custGeom>
            <a:avLst/>
            <a:gdLst/>
            <a:ahLst/>
            <a:cxnLst/>
            <a:rect l="l" t="t" r="r" b="b"/>
            <a:pathLst>
              <a:path w="4853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32" y="536"/>
                  <a:pt x="190" y="693"/>
                  <a:pt x="347" y="693"/>
                </a:cubicBezTo>
                <a:lnTo>
                  <a:pt x="4506" y="693"/>
                </a:lnTo>
                <a:cubicBezTo>
                  <a:pt x="4695" y="693"/>
                  <a:pt x="4852" y="536"/>
                  <a:pt x="4852" y="347"/>
                </a:cubicBezTo>
                <a:cubicBezTo>
                  <a:pt x="4852" y="158"/>
                  <a:pt x="4695" y="0"/>
                  <a:pt x="45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11" name="Google Shape;12450;p89">
            <a:extLst>
              <a:ext uri="{FF2B5EF4-FFF2-40B4-BE49-F238E27FC236}">
                <a16:creationId xmlns:a16="http://schemas.microsoft.com/office/drawing/2014/main" id="{5755C6EA-F952-4A2D-2971-B2210BCC3178}"/>
              </a:ext>
            </a:extLst>
          </p:cNvPr>
          <p:cNvSpPr/>
          <p:nvPr/>
        </p:nvSpPr>
        <p:spPr>
          <a:xfrm>
            <a:off x="9099304" y="3780227"/>
            <a:ext cx="114472" cy="187688"/>
          </a:xfrm>
          <a:custGeom>
            <a:avLst/>
            <a:gdLst/>
            <a:ahLst/>
            <a:cxnLst/>
            <a:rect l="l" t="t" r="r" b="b"/>
            <a:pathLst>
              <a:path w="2081" h="3412" extrusionOk="0">
                <a:moveTo>
                  <a:pt x="347" y="1"/>
                </a:moveTo>
                <a:cubicBezTo>
                  <a:pt x="261" y="1"/>
                  <a:pt x="174" y="24"/>
                  <a:pt x="127" y="72"/>
                </a:cubicBezTo>
                <a:cubicBezTo>
                  <a:pt x="1" y="198"/>
                  <a:pt x="1" y="450"/>
                  <a:pt x="127" y="544"/>
                </a:cubicBezTo>
                <a:lnTo>
                  <a:pt x="1261" y="1710"/>
                </a:lnTo>
                <a:lnTo>
                  <a:pt x="127" y="2844"/>
                </a:lnTo>
                <a:cubicBezTo>
                  <a:pt x="1" y="2970"/>
                  <a:pt x="1" y="3191"/>
                  <a:pt x="127" y="3317"/>
                </a:cubicBezTo>
                <a:cubicBezTo>
                  <a:pt x="174" y="3380"/>
                  <a:pt x="261" y="3411"/>
                  <a:pt x="347" y="3411"/>
                </a:cubicBezTo>
                <a:cubicBezTo>
                  <a:pt x="434" y="3411"/>
                  <a:pt x="521" y="3380"/>
                  <a:pt x="568" y="3317"/>
                </a:cubicBezTo>
                <a:lnTo>
                  <a:pt x="1954" y="1930"/>
                </a:lnTo>
                <a:cubicBezTo>
                  <a:pt x="2080" y="1804"/>
                  <a:pt x="2080" y="1584"/>
                  <a:pt x="1954" y="1458"/>
                </a:cubicBezTo>
                <a:lnTo>
                  <a:pt x="568" y="72"/>
                </a:lnTo>
                <a:cubicBezTo>
                  <a:pt x="521" y="24"/>
                  <a:pt x="434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12" name="Google Shape;12451;p89">
            <a:extLst>
              <a:ext uri="{FF2B5EF4-FFF2-40B4-BE49-F238E27FC236}">
                <a16:creationId xmlns:a16="http://schemas.microsoft.com/office/drawing/2014/main" id="{7957A885-931B-5C23-8520-D08241EAD2F7}"/>
              </a:ext>
            </a:extLst>
          </p:cNvPr>
          <p:cNvSpPr/>
          <p:nvPr/>
        </p:nvSpPr>
        <p:spPr>
          <a:xfrm>
            <a:off x="8792578" y="3780227"/>
            <a:ext cx="117883" cy="187688"/>
          </a:xfrm>
          <a:custGeom>
            <a:avLst/>
            <a:gdLst/>
            <a:ahLst/>
            <a:cxnLst/>
            <a:rect l="l" t="t" r="r" b="b"/>
            <a:pathLst>
              <a:path w="2143" h="3412" extrusionOk="0">
                <a:moveTo>
                  <a:pt x="1749" y="1"/>
                </a:moveTo>
                <a:cubicBezTo>
                  <a:pt x="1662" y="1"/>
                  <a:pt x="1576" y="24"/>
                  <a:pt x="1513" y="72"/>
                </a:cubicBezTo>
                <a:lnTo>
                  <a:pt x="127" y="1458"/>
                </a:lnTo>
                <a:cubicBezTo>
                  <a:pt x="1" y="1584"/>
                  <a:pt x="1" y="1804"/>
                  <a:pt x="127" y="1930"/>
                </a:cubicBezTo>
                <a:lnTo>
                  <a:pt x="1513" y="3317"/>
                </a:lnTo>
                <a:cubicBezTo>
                  <a:pt x="1576" y="3380"/>
                  <a:pt x="1662" y="3411"/>
                  <a:pt x="1749" y="3411"/>
                </a:cubicBezTo>
                <a:cubicBezTo>
                  <a:pt x="1836" y="3411"/>
                  <a:pt x="1922" y="3380"/>
                  <a:pt x="1985" y="3317"/>
                </a:cubicBezTo>
                <a:cubicBezTo>
                  <a:pt x="2111" y="3191"/>
                  <a:pt x="2111" y="2970"/>
                  <a:pt x="1985" y="2844"/>
                </a:cubicBezTo>
                <a:lnTo>
                  <a:pt x="851" y="1710"/>
                </a:lnTo>
                <a:lnTo>
                  <a:pt x="1985" y="544"/>
                </a:lnTo>
                <a:cubicBezTo>
                  <a:pt x="2143" y="450"/>
                  <a:pt x="2143" y="198"/>
                  <a:pt x="1985" y="72"/>
                </a:cubicBezTo>
                <a:cubicBezTo>
                  <a:pt x="1922" y="24"/>
                  <a:pt x="1836" y="1"/>
                  <a:pt x="174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13" name="Google Shape;12452;p89">
            <a:extLst>
              <a:ext uri="{FF2B5EF4-FFF2-40B4-BE49-F238E27FC236}">
                <a16:creationId xmlns:a16="http://schemas.microsoft.com/office/drawing/2014/main" id="{E3B935AF-5AA0-C1E2-1AFA-D0C6D03C9E0D}"/>
              </a:ext>
            </a:extLst>
          </p:cNvPr>
          <p:cNvSpPr/>
          <p:nvPr/>
        </p:nvSpPr>
        <p:spPr>
          <a:xfrm>
            <a:off x="8943357" y="3739907"/>
            <a:ext cx="119643" cy="262720"/>
          </a:xfrm>
          <a:custGeom>
            <a:avLst/>
            <a:gdLst/>
            <a:ahLst/>
            <a:cxnLst/>
            <a:rect l="l" t="t" r="r" b="b"/>
            <a:pathLst>
              <a:path w="2175" h="4776" extrusionOk="0">
                <a:moveTo>
                  <a:pt x="1778" y="0"/>
                </a:moveTo>
                <a:cubicBezTo>
                  <a:pt x="1617" y="0"/>
                  <a:pt x="1501" y="108"/>
                  <a:pt x="1450" y="237"/>
                </a:cubicBezTo>
                <a:lnTo>
                  <a:pt x="63" y="4333"/>
                </a:lnTo>
                <a:cubicBezTo>
                  <a:pt x="0" y="4522"/>
                  <a:pt x="95" y="4680"/>
                  <a:pt x="253" y="4743"/>
                </a:cubicBezTo>
                <a:cubicBezTo>
                  <a:pt x="305" y="4765"/>
                  <a:pt x="354" y="4775"/>
                  <a:pt x="399" y="4775"/>
                </a:cubicBezTo>
                <a:cubicBezTo>
                  <a:pt x="543" y="4775"/>
                  <a:pt x="646" y="4674"/>
                  <a:pt x="694" y="4554"/>
                </a:cubicBezTo>
                <a:lnTo>
                  <a:pt x="2080" y="458"/>
                </a:lnTo>
                <a:cubicBezTo>
                  <a:pt x="2174" y="300"/>
                  <a:pt x="2048" y="111"/>
                  <a:pt x="1891" y="17"/>
                </a:cubicBezTo>
                <a:cubicBezTo>
                  <a:pt x="1851" y="6"/>
                  <a:pt x="1813" y="0"/>
                  <a:pt x="177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2" name="Google Shape;12457;p89">
            <a:extLst>
              <a:ext uri="{FF2B5EF4-FFF2-40B4-BE49-F238E27FC236}">
                <a16:creationId xmlns:a16="http://schemas.microsoft.com/office/drawing/2014/main" id="{E2AE9FA9-A008-267D-6E8A-5501F3BAE2D2}"/>
              </a:ext>
            </a:extLst>
          </p:cNvPr>
          <p:cNvSpPr/>
          <p:nvPr/>
        </p:nvSpPr>
        <p:spPr>
          <a:xfrm>
            <a:off x="1243541" y="3477404"/>
            <a:ext cx="642992" cy="642992"/>
          </a:xfrm>
          <a:custGeom>
            <a:avLst/>
            <a:gdLst/>
            <a:ahLst/>
            <a:cxnLst/>
            <a:rect l="l" t="t" r="r" b="b"/>
            <a:pathLst>
              <a:path w="11689" h="11689" extrusionOk="0">
                <a:moveTo>
                  <a:pt x="10681" y="4159"/>
                </a:moveTo>
                <a:cubicBezTo>
                  <a:pt x="10870" y="4159"/>
                  <a:pt x="11027" y="4316"/>
                  <a:pt x="11027" y="4505"/>
                </a:cubicBezTo>
                <a:lnTo>
                  <a:pt x="11027" y="4915"/>
                </a:lnTo>
                <a:cubicBezTo>
                  <a:pt x="10901" y="4883"/>
                  <a:pt x="10775" y="4883"/>
                  <a:pt x="10681" y="4883"/>
                </a:cubicBezTo>
                <a:lnTo>
                  <a:pt x="9609" y="4883"/>
                </a:lnTo>
                <a:lnTo>
                  <a:pt x="9609" y="4190"/>
                </a:lnTo>
                <a:lnTo>
                  <a:pt x="10681" y="4190"/>
                </a:lnTo>
                <a:lnTo>
                  <a:pt x="10681" y="4159"/>
                </a:lnTo>
                <a:close/>
                <a:moveTo>
                  <a:pt x="2048" y="2773"/>
                </a:moveTo>
                <a:lnTo>
                  <a:pt x="2048" y="6207"/>
                </a:lnTo>
                <a:lnTo>
                  <a:pt x="662" y="6207"/>
                </a:lnTo>
                <a:lnTo>
                  <a:pt x="662" y="3151"/>
                </a:lnTo>
                <a:cubicBezTo>
                  <a:pt x="694" y="2930"/>
                  <a:pt x="851" y="2773"/>
                  <a:pt x="1009" y="2773"/>
                </a:cubicBezTo>
                <a:close/>
                <a:moveTo>
                  <a:pt x="8885" y="693"/>
                </a:moveTo>
                <a:lnTo>
                  <a:pt x="8885" y="4883"/>
                </a:lnTo>
                <a:cubicBezTo>
                  <a:pt x="8538" y="4915"/>
                  <a:pt x="8223" y="5104"/>
                  <a:pt x="8066" y="5419"/>
                </a:cubicBezTo>
                <a:lnTo>
                  <a:pt x="7751" y="6049"/>
                </a:lnTo>
                <a:cubicBezTo>
                  <a:pt x="7719" y="6175"/>
                  <a:pt x="7593" y="6238"/>
                  <a:pt x="7436" y="6238"/>
                </a:cubicBezTo>
                <a:lnTo>
                  <a:pt x="2710" y="6238"/>
                </a:lnTo>
                <a:lnTo>
                  <a:pt x="2710" y="693"/>
                </a:lnTo>
                <a:close/>
                <a:moveTo>
                  <a:pt x="10681" y="5513"/>
                </a:moveTo>
                <a:cubicBezTo>
                  <a:pt x="10870" y="5513"/>
                  <a:pt x="11027" y="5671"/>
                  <a:pt x="11027" y="5860"/>
                </a:cubicBezTo>
                <a:lnTo>
                  <a:pt x="11027" y="10649"/>
                </a:lnTo>
                <a:cubicBezTo>
                  <a:pt x="11027" y="10869"/>
                  <a:pt x="10870" y="11027"/>
                  <a:pt x="10681" y="11027"/>
                </a:cubicBezTo>
                <a:lnTo>
                  <a:pt x="1009" y="11027"/>
                </a:lnTo>
                <a:cubicBezTo>
                  <a:pt x="820" y="11027"/>
                  <a:pt x="662" y="10869"/>
                  <a:pt x="662" y="10649"/>
                </a:cubicBezTo>
                <a:lnTo>
                  <a:pt x="662" y="6868"/>
                </a:lnTo>
                <a:lnTo>
                  <a:pt x="7436" y="6868"/>
                </a:lnTo>
                <a:cubicBezTo>
                  <a:pt x="7845" y="6868"/>
                  <a:pt x="8192" y="6648"/>
                  <a:pt x="8349" y="6333"/>
                </a:cubicBezTo>
                <a:lnTo>
                  <a:pt x="8664" y="5703"/>
                </a:lnTo>
                <a:cubicBezTo>
                  <a:pt x="8696" y="5576"/>
                  <a:pt x="8822" y="5513"/>
                  <a:pt x="8979" y="5513"/>
                </a:cubicBezTo>
                <a:close/>
                <a:moveTo>
                  <a:pt x="2395" y="0"/>
                </a:moveTo>
                <a:cubicBezTo>
                  <a:pt x="2206" y="0"/>
                  <a:pt x="2048" y="158"/>
                  <a:pt x="2048" y="347"/>
                </a:cubicBezTo>
                <a:lnTo>
                  <a:pt x="2048" y="2111"/>
                </a:lnTo>
                <a:lnTo>
                  <a:pt x="1009" y="2111"/>
                </a:lnTo>
                <a:cubicBezTo>
                  <a:pt x="473" y="2111"/>
                  <a:pt x="0" y="2584"/>
                  <a:pt x="0" y="3151"/>
                </a:cubicBezTo>
                <a:lnTo>
                  <a:pt x="0" y="10649"/>
                </a:lnTo>
                <a:cubicBezTo>
                  <a:pt x="0" y="11216"/>
                  <a:pt x="473" y="11688"/>
                  <a:pt x="1009" y="11688"/>
                </a:cubicBezTo>
                <a:lnTo>
                  <a:pt x="10618" y="11688"/>
                </a:lnTo>
                <a:cubicBezTo>
                  <a:pt x="11185" y="11688"/>
                  <a:pt x="11657" y="11216"/>
                  <a:pt x="11657" y="10649"/>
                </a:cubicBezTo>
                <a:lnTo>
                  <a:pt x="11657" y="4505"/>
                </a:lnTo>
                <a:cubicBezTo>
                  <a:pt x="11689" y="3938"/>
                  <a:pt x="11216" y="3466"/>
                  <a:pt x="10681" y="3466"/>
                </a:cubicBezTo>
                <a:lnTo>
                  <a:pt x="9609" y="3466"/>
                </a:lnTo>
                <a:lnTo>
                  <a:pt x="9609" y="347"/>
                </a:lnTo>
                <a:cubicBezTo>
                  <a:pt x="9609" y="158"/>
                  <a:pt x="9452" y="0"/>
                  <a:pt x="92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3" name="Google Shape;12458;p89">
            <a:extLst>
              <a:ext uri="{FF2B5EF4-FFF2-40B4-BE49-F238E27FC236}">
                <a16:creationId xmlns:a16="http://schemas.microsoft.com/office/drawing/2014/main" id="{387EE8F2-F1D5-4D09-F59B-FA382CB7959B}"/>
              </a:ext>
            </a:extLst>
          </p:cNvPr>
          <p:cNvSpPr/>
          <p:nvPr/>
        </p:nvSpPr>
        <p:spPr>
          <a:xfrm>
            <a:off x="1432440" y="3550182"/>
            <a:ext cx="263491" cy="39881"/>
          </a:xfrm>
          <a:custGeom>
            <a:avLst/>
            <a:gdLst/>
            <a:ahLst/>
            <a:cxnLst/>
            <a:rect l="l" t="t" r="r" b="b"/>
            <a:pathLst>
              <a:path w="4790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99"/>
                  <a:pt x="158" y="725"/>
                  <a:pt x="347" y="725"/>
                </a:cubicBezTo>
                <a:lnTo>
                  <a:pt x="4443" y="725"/>
                </a:lnTo>
                <a:cubicBezTo>
                  <a:pt x="4632" y="725"/>
                  <a:pt x="4789" y="567"/>
                  <a:pt x="4789" y="347"/>
                </a:cubicBezTo>
                <a:cubicBezTo>
                  <a:pt x="4789" y="158"/>
                  <a:pt x="4632" y="0"/>
                  <a:pt x="44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4" name="Google Shape;12459;p89">
            <a:extLst>
              <a:ext uri="{FF2B5EF4-FFF2-40B4-BE49-F238E27FC236}">
                <a16:creationId xmlns:a16="http://schemas.microsoft.com/office/drawing/2014/main" id="{D2144285-9CAC-1DC7-C745-46F689B4D83F}"/>
              </a:ext>
            </a:extLst>
          </p:cNvPr>
          <p:cNvSpPr/>
          <p:nvPr/>
        </p:nvSpPr>
        <p:spPr>
          <a:xfrm>
            <a:off x="1432440" y="3628185"/>
            <a:ext cx="263491" cy="39881"/>
          </a:xfrm>
          <a:custGeom>
            <a:avLst/>
            <a:gdLst/>
            <a:ahLst/>
            <a:cxnLst/>
            <a:rect l="l" t="t" r="r" b="b"/>
            <a:pathLst>
              <a:path w="4790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99"/>
                  <a:pt x="158" y="725"/>
                  <a:pt x="347" y="725"/>
                </a:cubicBezTo>
                <a:lnTo>
                  <a:pt x="4443" y="725"/>
                </a:lnTo>
                <a:cubicBezTo>
                  <a:pt x="4632" y="725"/>
                  <a:pt x="4789" y="567"/>
                  <a:pt x="4789" y="347"/>
                </a:cubicBezTo>
                <a:cubicBezTo>
                  <a:pt x="4789" y="158"/>
                  <a:pt x="4632" y="0"/>
                  <a:pt x="44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5" name="Google Shape;12460;p89">
            <a:extLst>
              <a:ext uri="{FF2B5EF4-FFF2-40B4-BE49-F238E27FC236}">
                <a16:creationId xmlns:a16="http://schemas.microsoft.com/office/drawing/2014/main" id="{B3C44A42-47E8-4EDD-99C6-A2BA1B396D93}"/>
              </a:ext>
            </a:extLst>
          </p:cNvPr>
          <p:cNvSpPr/>
          <p:nvPr/>
        </p:nvSpPr>
        <p:spPr>
          <a:xfrm>
            <a:off x="1432440" y="3704423"/>
            <a:ext cx="263491" cy="38176"/>
          </a:xfrm>
          <a:custGeom>
            <a:avLst/>
            <a:gdLst/>
            <a:ahLst/>
            <a:cxnLst/>
            <a:rect l="l" t="t" r="r" b="b"/>
            <a:pathLst>
              <a:path w="4790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47" y="693"/>
                </a:cubicBezTo>
                <a:lnTo>
                  <a:pt x="4443" y="693"/>
                </a:lnTo>
                <a:cubicBezTo>
                  <a:pt x="4632" y="693"/>
                  <a:pt x="4789" y="536"/>
                  <a:pt x="4789" y="347"/>
                </a:cubicBezTo>
                <a:cubicBezTo>
                  <a:pt x="4789" y="158"/>
                  <a:pt x="4632" y="0"/>
                  <a:pt x="44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7" name="Google Shape;12468;p89">
            <a:extLst>
              <a:ext uri="{FF2B5EF4-FFF2-40B4-BE49-F238E27FC236}">
                <a16:creationId xmlns:a16="http://schemas.microsoft.com/office/drawing/2014/main" id="{01D6C999-418B-7A13-3020-8AF1C50EAAC2}"/>
              </a:ext>
            </a:extLst>
          </p:cNvPr>
          <p:cNvSpPr/>
          <p:nvPr/>
        </p:nvSpPr>
        <p:spPr>
          <a:xfrm>
            <a:off x="5368208" y="3476553"/>
            <a:ext cx="644752" cy="644699"/>
          </a:xfrm>
          <a:custGeom>
            <a:avLst/>
            <a:gdLst/>
            <a:ahLst/>
            <a:cxnLst/>
            <a:rect l="l" t="t" r="r" b="b"/>
            <a:pathLst>
              <a:path w="11721" h="11720" extrusionOk="0">
                <a:moveTo>
                  <a:pt x="10681" y="2048"/>
                </a:moveTo>
                <a:cubicBezTo>
                  <a:pt x="10870" y="2048"/>
                  <a:pt x="11027" y="2206"/>
                  <a:pt x="11027" y="2395"/>
                </a:cubicBezTo>
                <a:lnTo>
                  <a:pt x="11027" y="7246"/>
                </a:lnTo>
                <a:cubicBezTo>
                  <a:pt x="11027" y="7435"/>
                  <a:pt x="10870" y="7593"/>
                  <a:pt x="10681" y="7593"/>
                </a:cubicBezTo>
                <a:lnTo>
                  <a:pt x="1072" y="7593"/>
                </a:lnTo>
                <a:cubicBezTo>
                  <a:pt x="883" y="7593"/>
                  <a:pt x="725" y="7435"/>
                  <a:pt x="725" y="7246"/>
                </a:cubicBezTo>
                <a:lnTo>
                  <a:pt x="725" y="2395"/>
                </a:lnTo>
                <a:cubicBezTo>
                  <a:pt x="725" y="2206"/>
                  <a:pt x="883" y="2048"/>
                  <a:pt x="1072" y="2048"/>
                </a:cubicBezTo>
                <a:close/>
                <a:moveTo>
                  <a:pt x="4821" y="8286"/>
                </a:moveTo>
                <a:lnTo>
                  <a:pt x="4821" y="8979"/>
                </a:lnTo>
                <a:lnTo>
                  <a:pt x="3435" y="8979"/>
                </a:lnTo>
                <a:lnTo>
                  <a:pt x="3435" y="8286"/>
                </a:lnTo>
                <a:close/>
                <a:moveTo>
                  <a:pt x="8287" y="8286"/>
                </a:moveTo>
                <a:lnTo>
                  <a:pt x="8287" y="8979"/>
                </a:lnTo>
                <a:lnTo>
                  <a:pt x="6869" y="8979"/>
                </a:lnTo>
                <a:lnTo>
                  <a:pt x="6869" y="8286"/>
                </a:lnTo>
                <a:close/>
                <a:moveTo>
                  <a:pt x="6207" y="8254"/>
                </a:moveTo>
                <a:lnTo>
                  <a:pt x="6207" y="11027"/>
                </a:lnTo>
                <a:lnTo>
                  <a:pt x="5514" y="11027"/>
                </a:lnTo>
                <a:lnTo>
                  <a:pt x="5514" y="8254"/>
                </a:lnTo>
                <a:close/>
                <a:moveTo>
                  <a:pt x="1733" y="0"/>
                </a:moveTo>
                <a:cubicBezTo>
                  <a:pt x="1544" y="0"/>
                  <a:pt x="1387" y="158"/>
                  <a:pt x="1387" y="347"/>
                </a:cubicBezTo>
                <a:cubicBezTo>
                  <a:pt x="1387" y="536"/>
                  <a:pt x="1544" y="693"/>
                  <a:pt x="1733" y="693"/>
                </a:cubicBezTo>
                <a:lnTo>
                  <a:pt x="2112" y="693"/>
                </a:lnTo>
                <a:lnTo>
                  <a:pt x="2112" y="1355"/>
                </a:lnTo>
                <a:lnTo>
                  <a:pt x="1072" y="1355"/>
                </a:lnTo>
                <a:cubicBezTo>
                  <a:pt x="536" y="1355"/>
                  <a:pt x="64" y="1827"/>
                  <a:pt x="64" y="2395"/>
                </a:cubicBezTo>
                <a:lnTo>
                  <a:pt x="64" y="7246"/>
                </a:lnTo>
                <a:cubicBezTo>
                  <a:pt x="64" y="7782"/>
                  <a:pt x="536" y="8254"/>
                  <a:pt x="1072" y="8254"/>
                </a:cubicBezTo>
                <a:lnTo>
                  <a:pt x="2773" y="8254"/>
                </a:lnTo>
                <a:lnTo>
                  <a:pt x="2773" y="8916"/>
                </a:lnTo>
                <a:lnTo>
                  <a:pt x="1733" y="8916"/>
                </a:lnTo>
                <a:cubicBezTo>
                  <a:pt x="1544" y="8916"/>
                  <a:pt x="1387" y="9074"/>
                  <a:pt x="1387" y="9294"/>
                </a:cubicBezTo>
                <a:cubicBezTo>
                  <a:pt x="1387" y="9483"/>
                  <a:pt x="1544" y="9641"/>
                  <a:pt x="1733" y="9641"/>
                </a:cubicBezTo>
                <a:lnTo>
                  <a:pt x="4821" y="9641"/>
                </a:lnTo>
                <a:lnTo>
                  <a:pt x="4821" y="11027"/>
                </a:lnTo>
                <a:lnTo>
                  <a:pt x="379" y="11027"/>
                </a:lnTo>
                <a:cubicBezTo>
                  <a:pt x="158" y="11027"/>
                  <a:pt x="1" y="11184"/>
                  <a:pt x="1" y="11373"/>
                </a:cubicBezTo>
                <a:cubicBezTo>
                  <a:pt x="1" y="11562"/>
                  <a:pt x="158" y="11720"/>
                  <a:pt x="379" y="11720"/>
                </a:cubicBezTo>
                <a:lnTo>
                  <a:pt x="11342" y="11720"/>
                </a:lnTo>
                <a:cubicBezTo>
                  <a:pt x="11563" y="11720"/>
                  <a:pt x="11721" y="11562"/>
                  <a:pt x="11721" y="11373"/>
                </a:cubicBezTo>
                <a:cubicBezTo>
                  <a:pt x="11721" y="11184"/>
                  <a:pt x="11563" y="11027"/>
                  <a:pt x="11342" y="11027"/>
                </a:cubicBezTo>
                <a:lnTo>
                  <a:pt x="6869" y="11027"/>
                </a:lnTo>
                <a:lnTo>
                  <a:pt x="6869" y="9641"/>
                </a:lnTo>
                <a:lnTo>
                  <a:pt x="9988" y="9641"/>
                </a:lnTo>
                <a:cubicBezTo>
                  <a:pt x="10177" y="9641"/>
                  <a:pt x="10334" y="9483"/>
                  <a:pt x="10334" y="9294"/>
                </a:cubicBezTo>
                <a:cubicBezTo>
                  <a:pt x="10334" y="9074"/>
                  <a:pt x="10177" y="8916"/>
                  <a:pt x="9988" y="8916"/>
                </a:cubicBezTo>
                <a:lnTo>
                  <a:pt x="8948" y="8916"/>
                </a:lnTo>
                <a:lnTo>
                  <a:pt x="8948" y="8254"/>
                </a:lnTo>
                <a:lnTo>
                  <a:pt x="10681" y="8254"/>
                </a:lnTo>
                <a:cubicBezTo>
                  <a:pt x="11248" y="8254"/>
                  <a:pt x="11721" y="7782"/>
                  <a:pt x="11721" y="7246"/>
                </a:cubicBezTo>
                <a:lnTo>
                  <a:pt x="11721" y="2395"/>
                </a:lnTo>
                <a:cubicBezTo>
                  <a:pt x="11721" y="1827"/>
                  <a:pt x="11248" y="1355"/>
                  <a:pt x="10681" y="1355"/>
                </a:cubicBezTo>
                <a:lnTo>
                  <a:pt x="9673" y="1355"/>
                </a:lnTo>
                <a:lnTo>
                  <a:pt x="9673" y="693"/>
                </a:lnTo>
                <a:lnTo>
                  <a:pt x="10019" y="693"/>
                </a:lnTo>
                <a:cubicBezTo>
                  <a:pt x="10208" y="693"/>
                  <a:pt x="10366" y="536"/>
                  <a:pt x="10366" y="347"/>
                </a:cubicBezTo>
                <a:cubicBezTo>
                  <a:pt x="10366" y="158"/>
                  <a:pt x="10208" y="0"/>
                  <a:pt x="10019" y="0"/>
                </a:cubicBezTo>
                <a:lnTo>
                  <a:pt x="8633" y="0"/>
                </a:lnTo>
                <a:cubicBezTo>
                  <a:pt x="8444" y="0"/>
                  <a:pt x="8287" y="158"/>
                  <a:pt x="8287" y="347"/>
                </a:cubicBezTo>
                <a:cubicBezTo>
                  <a:pt x="8287" y="536"/>
                  <a:pt x="8444" y="693"/>
                  <a:pt x="8633" y="693"/>
                </a:cubicBezTo>
                <a:lnTo>
                  <a:pt x="8980" y="693"/>
                </a:lnTo>
                <a:lnTo>
                  <a:pt x="8980" y="1355"/>
                </a:lnTo>
                <a:lnTo>
                  <a:pt x="6207" y="1355"/>
                </a:lnTo>
                <a:lnTo>
                  <a:pt x="6207" y="693"/>
                </a:lnTo>
                <a:lnTo>
                  <a:pt x="6554" y="693"/>
                </a:lnTo>
                <a:cubicBezTo>
                  <a:pt x="6743" y="693"/>
                  <a:pt x="6900" y="536"/>
                  <a:pt x="6900" y="347"/>
                </a:cubicBezTo>
                <a:cubicBezTo>
                  <a:pt x="6900" y="158"/>
                  <a:pt x="6743" y="0"/>
                  <a:pt x="6554" y="0"/>
                </a:cubicBezTo>
                <a:lnTo>
                  <a:pt x="5168" y="0"/>
                </a:lnTo>
                <a:cubicBezTo>
                  <a:pt x="4978" y="0"/>
                  <a:pt x="4821" y="158"/>
                  <a:pt x="4821" y="347"/>
                </a:cubicBezTo>
                <a:cubicBezTo>
                  <a:pt x="4821" y="536"/>
                  <a:pt x="4978" y="693"/>
                  <a:pt x="5168" y="693"/>
                </a:cubicBezTo>
                <a:lnTo>
                  <a:pt x="5514" y="693"/>
                </a:lnTo>
                <a:lnTo>
                  <a:pt x="5514" y="1355"/>
                </a:lnTo>
                <a:lnTo>
                  <a:pt x="2773" y="1355"/>
                </a:lnTo>
                <a:lnTo>
                  <a:pt x="2773" y="693"/>
                </a:lnTo>
                <a:lnTo>
                  <a:pt x="3120" y="693"/>
                </a:lnTo>
                <a:cubicBezTo>
                  <a:pt x="3309" y="693"/>
                  <a:pt x="3466" y="536"/>
                  <a:pt x="3466" y="347"/>
                </a:cubicBezTo>
                <a:cubicBezTo>
                  <a:pt x="3466" y="158"/>
                  <a:pt x="3309" y="0"/>
                  <a:pt x="31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8" name="Google Shape;12469;p89">
            <a:extLst>
              <a:ext uri="{FF2B5EF4-FFF2-40B4-BE49-F238E27FC236}">
                <a16:creationId xmlns:a16="http://schemas.microsoft.com/office/drawing/2014/main" id="{7612239B-0F58-028C-486D-E8A99FF47894}"/>
              </a:ext>
            </a:extLst>
          </p:cNvPr>
          <p:cNvSpPr/>
          <p:nvPr/>
        </p:nvSpPr>
        <p:spPr>
          <a:xfrm>
            <a:off x="5442746" y="3627331"/>
            <a:ext cx="190659" cy="230540"/>
          </a:xfrm>
          <a:custGeom>
            <a:avLst/>
            <a:gdLst/>
            <a:ahLst/>
            <a:cxnLst/>
            <a:rect l="l" t="t" r="r" b="b"/>
            <a:pathLst>
              <a:path w="3466" h="4191" extrusionOk="0">
                <a:moveTo>
                  <a:pt x="2804" y="662"/>
                </a:moveTo>
                <a:lnTo>
                  <a:pt x="2804" y="3466"/>
                </a:lnTo>
                <a:lnTo>
                  <a:pt x="757" y="3466"/>
                </a:lnTo>
                <a:lnTo>
                  <a:pt x="757" y="66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3812"/>
                </a:lnTo>
                <a:cubicBezTo>
                  <a:pt x="0" y="4033"/>
                  <a:pt x="158" y="4190"/>
                  <a:pt x="347" y="4190"/>
                </a:cubicBezTo>
                <a:lnTo>
                  <a:pt x="3119" y="4190"/>
                </a:lnTo>
                <a:cubicBezTo>
                  <a:pt x="3308" y="4190"/>
                  <a:pt x="3466" y="4033"/>
                  <a:pt x="3466" y="3812"/>
                </a:cubicBezTo>
                <a:lnTo>
                  <a:pt x="3466" y="347"/>
                </a:lnTo>
                <a:cubicBezTo>
                  <a:pt x="3466" y="158"/>
                  <a:pt x="3308" y="0"/>
                  <a:pt x="31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9" name="Google Shape;12470;p89">
            <a:extLst>
              <a:ext uri="{FF2B5EF4-FFF2-40B4-BE49-F238E27FC236}">
                <a16:creationId xmlns:a16="http://schemas.microsoft.com/office/drawing/2014/main" id="{8DB79BE5-2C54-8201-C90A-9EB3005B98E5}"/>
              </a:ext>
            </a:extLst>
          </p:cNvPr>
          <p:cNvSpPr/>
          <p:nvPr/>
        </p:nvSpPr>
        <p:spPr>
          <a:xfrm>
            <a:off x="5669765" y="3779813"/>
            <a:ext cx="266955" cy="38176"/>
          </a:xfrm>
          <a:custGeom>
            <a:avLst/>
            <a:gdLst/>
            <a:ahLst/>
            <a:cxnLst/>
            <a:rect l="l" t="t" r="r" b="b"/>
            <a:pathLst>
              <a:path w="4853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32" y="536"/>
                  <a:pt x="158" y="694"/>
                  <a:pt x="347" y="694"/>
                </a:cubicBezTo>
                <a:lnTo>
                  <a:pt x="4506" y="694"/>
                </a:lnTo>
                <a:cubicBezTo>
                  <a:pt x="4695" y="694"/>
                  <a:pt x="4852" y="536"/>
                  <a:pt x="4852" y="347"/>
                </a:cubicBezTo>
                <a:cubicBezTo>
                  <a:pt x="4852" y="158"/>
                  <a:pt x="4695" y="1"/>
                  <a:pt x="450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0" name="Google Shape;12471;p89">
            <a:extLst>
              <a:ext uri="{FF2B5EF4-FFF2-40B4-BE49-F238E27FC236}">
                <a16:creationId xmlns:a16="http://schemas.microsoft.com/office/drawing/2014/main" id="{212AFF36-CCAC-5C42-1DF8-E0089F233137}"/>
              </a:ext>
            </a:extLst>
          </p:cNvPr>
          <p:cNvSpPr/>
          <p:nvPr/>
        </p:nvSpPr>
        <p:spPr>
          <a:xfrm>
            <a:off x="5669765" y="3701811"/>
            <a:ext cx="266955" cy="38176"/>
          </a:xfrm>
          <a:custGeom>
            <a:avLst/>
            <a:gdLst/>
            <a:ahLst/>
            <a:cxnLst/>
            <a:rect l="l" t="t" r="r" b="b"/>
            <a:pathLst>
              <a:path w="4853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32" y="568"/>
                  <a:pt x="158" y="694"/>
                  <a:pt x="347" y="694"/>
                </a:cubicBezTo>
                <a:lnTo>
                  <a:pt x="4506" y="694"/>
                </a:lnTo>
                <a:cubicBezTo>
                  <a:pt x="4695" y="694"/>
                  <a:pt x="4852" y="536"/>
                  <a:pt x="4852" y="347"/>
                </a:cubicBezTo>
                <a:cubicBezTo>
                  <a:pt x="4852" y="158"/>
                  <a:pt x="4695" y="1"/>
                  <a:pt x="450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701" name="Google Shape;12472;p89">
            <a:extLst>
              <a:ext uri="{FF2B5EF4-FFF2-40B4-BE49-F238E27FC236}">
                <a16:creationId xmlns:a16="http://schemas.microsoft.com/office/drawing/2014/main" id="{30B625A2-4A66-4157-96DD-7B81140554D7}"/>
              </a:ext>
            </a:extLst>
          </p:cNvPr>
          <p:cNvSpPr/>
          <p:nvPr/>
        </p:nvSpPr>
        <p:spPr>
          <a:xfrm>
            <a:off x="5669765" y="3627333"/>
            <a:ext cx="266955" cy="39881"/>
          </a:xfrm>
          <a:custGeom>
            <a:avLst/>
            <a:gdLst/>
            <a:ahLst/>
            <a:cxnLst/>
            <a:rect l="l" t="t" r="r" b="b"/>
            <a:pathLst>
              <a:path w="4853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32" y="567"/>
                  <a:pt x="158" y="725"/>
                  <a:pt x="347" y="725"/>
                </a:cubicBezTo>
                <a:lnTo>
                  <a:pt x="4506" y="725"/>
                </a:lnTo>
                <a:cubicBezTo>
                  <a:pt x="4695" y="725"/>
                  <a:pt x="4852" y="567"/>
                  <a:pt x="4852" y="347"/>
                </a:cubicBezTo>
                <a:cubicBezTo>
                  <a:pt x="4852" y="158"/>
                  <a:pt x="4695" y="0"/>
                  <a:pt x="45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4" name="Google Shape;12486;p89">
            <a:extLst>
              <a:ext uri="{FF2B5EF4-FFF2-40B4-BE49-F238E27FC236}">
                <a16:creationId xmlns:a16="http://schemas.microsoft.com/office/drawing/2014/main" id="{EED4292A-78D5-9D31-70B3-A549AF968D93}"/>
              </a:ext>
            </a:extLst>
          </p:cNvPr>
          <p:cNvSpPr/>
          <p:nvPr/>
        </p:nvSpPr>
        <p:spPr>
          <a:xfrm>
            <a:off x="9672640" y="4017229"/>
            <a:ext cx="38176" cy="38176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1"/>
                </a:moveTo>
                <a:cubicBezTo>
                  <a:pt x="127" y="1"/>
                  <a:pt x="0" y="158"/>
                  <a:pt x="0" y="347"/>
                </a:cubicBezTo>
                <a:cubicBezTo>
                  <a:pt x="0" y="536"/>
                  <a:pt x="127" y="694"/>
                  <a:pt x="347" y="694"/>
                </a:cubicBezTo>
                <a:cubicBezTo>
                  <a:pt x="536" y="694"/>
                  <a:pt x="694" y="536"/>
                  <a:pt x="694" y="347"/>
                </a:cubicBezTo>
                <a:cubicBezTo>
                  <a:pt x="662" y="158"/>
                  <a:pt x="505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5" name="Google Shape;12487;p89">
            <a:extLst>
              <a:ext uri="{FF2B5EF4-FFF2-40B4-BE49-F238E27FC236}">
                <a16:creationId xmlns:a16="http://schemas.microsoft.com/office/drawing/2014/main" id="{33074682-81C1-06FA-5D1A-B7AA19A1FC7B}"/>
              </a:ext>
            </a:extLst>
          </p:cNvPr>
          <p:cNvSpPr/>
          <p:nvPr/>
        </p:nvSpPr>
        <p:spPr>
          <a:xfrm>
            <a:off x="9887255" y="3557966"/>
            <a:ext cx="114417" cy="265195"/>
          </a:xfrm>
          <a:custGeom>
            <a:avLst/>
            <a:gdLst/>
            <a:ahLst/>
            <a:cxnLst/>
            <a:rect l="l" t="t" r="r" b="b"/>
            <a:pathLst>
              <a:path w="2080" h="4821" extrusionOk="0">
                <a:moveTo>
                  <a:pt x="1008" y="0"/>
                </a:moveTo>
                <a:cubicBezTo>
                  <a:pt x="819" y="0"/>
                  <a:pt x="662" y="158"/>
                  <a:pt x="662" y="378"/>
                </a:cubicBezTo>
                <a:lnTo>
                  <a:pt x="662" y="757"/>
                </a:lnTo>
                <a:cubicBezTo>
                  <a:pt x="252" y="914"/>
                  <a:pt x="0" y="1261"/>
                  <a:pt x="0" y="1733"/>
                </a:cubicBezTo>
                <a:cubicBezTo>
                  <a:pt x="0" y="2300"/>
                  <a:pt x="473" y="2773"/>
                  <a:pt x="1008" y="2773"/>
                </a:cubicBezTo>
                <a:cubicBezTo>
                  <a:pt x="1323" y="2773"/>
                  <a:pt x="1481" y="3119"/>
                  <a:pt x="1260" y="3371"/>
                </a:cubicBezTo>
                <a:cubicBezTo>
                  <a:pt x="1197" y="3419"/>
                  <a:pt x="1103" y="3442"/>
                  <a:pt x="1012" y="3442"/>
                </a:cubicBezTo>
                <a:cubicBezTo>
                  <a:pt x="922" y="3442"/>
                  <a:pt x="835" y="3419"/>
                  <a:pt x="788" y="3371"/>
                </a:cubicBezTo>
                <a:cubicBezTo>
                  <a:pt x="725" y="3308"/>
                  <a:pt x="630" y="3277"/>
                  <a:pt x="540" y="3277"/>
                </a:cubicBezTo>
                <a:cubicBezTo>
                  <a:pt x="449" y="3277"/>
                  <a:pt x="362" y="3308"/>
                  <a:pt x="315" y="3371"/>
                </a:cubicBezTo>
                <a:cubicBezTo>
                  <a:pt x="189" y="3466"/>
                  <a:pt x="189" y="3718"/>
                  <a:pt x="315" y="3844"/>
                </a:cubicBezTo>
                <a:cubicBezTo>
                  <a:pt x="410" y="3939"/>
                  <a:pt x="536" y="4033"/>
                  <a:pt x="693" y="4065"/>
                </a:cubicBezTo>
                <a:lnTo>
                  <a:pt x="693" y="4474"/>
                </a:lnTo>
                <a:cubicBezTo>
                  <a:pt x="693" y="4663"/>
                  <a:pt x="851" y="4821"/>
                  <a:pt x="1040" y="4821"/>
                </a:cubicBezTo>
                <a:cubicBezTo>
                  <a:pt x="1260" y="4821"/>
                  <a:pt x="1418" y="4663"/>
                  <a:pt x="1418" y="4474"/>
                </a:cubicBezTo>
                <a:lnTo>
                  <a:pt x="1418" y="4065"/>
                </a:lnTo>
                <a:cubicBezTo>
                  <a:pt x="1796" y="3907"/>
                  <a:pt x="2079" y="3560"/>
                  <a:pt x="2079" y="3088"/>
                </a:cubicBezTo>
                <a:cubicBezTo>
                  <a:pt x="2079" y="2521"/>
                  <a:pt x="1607" y="2048"/>
                  <a:pt x="1040" y="2048"/>
                </a:cubicBezTo>
                <a:cubicBezTo>
                  <a:pt x="851" y="2048"/>
                  <a:pt x="693" y="1891"/>
                  <a:pt x="693" y="1702"/>
                </a:cubicBezTo>
                <a:cubicBezTo>
                  <a:pt x="693" y="1495"/>
                  <a:pt x="842" y="1356"/>
                  <a:pt x="1016" y="1356"/>
                </a:cubicBezTo>
                <a:cubicBezTo>
                  <a:pt x="1107" y="1356"/>
                  <a:pt x="1205" y="1394"/>
                  <a:pt x="1292" y="1481"/>
                </a:cubicBezTo>
                <a:cubicBezTo>
                  <a:pt x="1355" y="1528"/>
                  <a:pt x="1441" y="1552"/>
                  <a:pt x="1528" y="1552"/>
                </a:cubicBezTo>
                <a:cubicBezTo>
                  <a:pt x="1615" y="1552"/>
                  <a:pt x="1701" y="1528"/>
                  <a:pt x="1764" y="1481"/>
                </a:cubicBezTo>
                <a:cubicBezTo>
                  <a:pt x="1859" y="1355"/>
                  <a:pt x="1859" y="1103"/>
                  <a:pt x="1764" y="1009"/>
                </a:cubicBezTo>
                <a:cubicBezTo>
                  <a:pt x="1638" y="883"/>
                  <a:pt x="1512" y="788"/>
                  <a:pt x="1355" y="757"/>
                </a:cubicBezTo>
                <a:lnTo>
                  <a:pt x="1355" y="378"/>
                </a:lnTo>
                <a:cubicBezTo>
                  <a:pt x="1355" y="158"/>
                  <a:pt x="1197" y="0"/>
                  <a:pt x="100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6" name="Google Shape;12488;p89">
            <a:extLst>
              <a:ext uri="{FF2B5EF4-FFF2-40B4-BE49-F238E27FC236}">
                <a16:creationId xmlns:a16="http://schemas.microsoft.com/office/drawing/2014/main" id="{8685DE56-E36F-94E1-B305-B90A6C039759}"/>
              </a:ext>
            </a:extLst>
          </p:cNvPr>
          <p:cNvSpPr/>
          <p:nvPr/>
        </p:nvSpPr>
        <p:spPr>
          <a:xfrm>
            <a:off x="9506180" y="3479139"/>
            <a:ext cx="642992" cy="639527"/>
          </a:xfrm>
          <a:custGeom>
            <a:avLst/>
            <a:gdLst/>
            <a:ahLst/>
            <a:cxnLst/>
            <a:rect l="l" t="t" r="r" b="b"/>
            <a:pathLst>
              <a:path w="11689" h="11626" extrusionOk="0">
                <a:moveTo>
                  <a:pt x="5009" y="1355"/>
                </a:moveTo>
                <a:cubicBezTo>
                  <a:pt x="4789" y="1576"/>
                  <a:pt x="4694" y="1796"/>
                  <a:pt x="4537" y="2049"/>
                </a:cubicBezTo>
                <a:lnTo>
                  <a:pt x="662" y="2049"/>
                </a:lnTo>
                <a:lnTo>
                  <a:pt x="662" y="1670"/>
                </a:lnTo>
                <a:cubicBezTo>
                  <a:pt x="662" y="1513"/>
                  <a:pt x="819" y="1355"/>
                  <a:pt x="1008" y="1355"/>
                </a:cubicBezTo>
                <a:close/>
                <a:moveTo>
                  <a:pt x="7908" y="694"/>
                </a:moveTo>
                <a:cubicBezTo>
                  <a:pt x="9609" y="694"/>
                  <a:pt x="10995" y="2080"/>
                  <a:pt x="10995" y="3781"/>
                </a:cubicBezTo>
                <a:cubicBezTo>
                  <a:pt x="10995" y="5451"/>
                  <a:pt x="9609" y="6837"/>
                  <a:pt x="7908" y="6837"/>
                </a:cubicBezTo>
                <a:cubicBezTo>
                  <a:pt x="7309" y="6837"/>
                  <a:pt x="6679" y="6680"/>
                  <a:pt x="6206" y="6365"/>
                </a:cubicBezTo>
                <a:cubicBezTo>
                  <a:pt x="6162" y="6342"/>
                  <a:pt x="6086" y="6320"/>
                  <a:pt x="6023" y="6320"/>
                </a:cubicBezTo>
                <a:cubicBezTo>
                  <a:pt x="5997" y="6320"/>
                  <a:pt x="5973" y="6324"/>
                  <a:pt x="5954" y="6333"/>
                </a:cubicBezTo>
                <a:cubicBezTo>
                  <a:pt x="5671" y="6396"/>
                  <a:pt x="5324" y="6522"/>
                  <a:pt x="5009" y="6648"/>
                </a:cubicBezTo>
                <a:lnTo>
                  <a:pt x="5324" y="5703"/>
                </a:lnTo>
                <a:cubicBezTo>
                  <a:pt x="5356" y="5609"/>
                  <a:pt x="5324" y="5514"/>
                  <a:pt x="5261" y="5420"/>
                </a:cubicBezTo>
                <a:cubicBezTo>
                  <a:pt x="4946" y="4947"/>
                  <a:pt x="4789" y="4348"/>
                  <a:pt x="4789" y="3781"/>
                </a:cubicBezTo>
                <a:cubicBezTo>
                  <a:pt x="4789" y="2080"/>
                  <a:pt x="6238" y="694"/>
                  <a:pt x="7908" y="694"/>
                </a:cubicBezTo>
                <a:close/>
                <a:moveTo>
                  <a:pt x="4253" y="2710"/>
                </a:moveTo>
                <a:cubicBezTo>
                  <a:pt x="4190" y="3025"/>
                  <a:pt x="4096" y="3372"/>
                  <a:pt x="4096" y="3718"/>
                </a:cubicBezTo>
                <a:cubicBezTo>
                  <a:pt x="4096" y="4411"/>
                  <a:pt x="4253" y="5041"/>
                  <a:pt x="4600" y="5609"/>
                </a:cubicBezTo>
                <a:lnTo>
                  <a:pt x="4127" y="7089"/>
                </a:lnTo>
                <a:cubicBezTo>
                  <a:pt x="4096" y="7184"/>
                  <a:pt x="4127" y="7341"/>
                  <a:pt x="4222" y="7436"/>
                </a:cubicBezTo>
                <a:cubicBezTo>
                  <a:pt x="4266" y="7480"/>
                  <a:pt x="4358" y="7525"/>
                  <a:pt x="4453" y="7525"/>
                </a:cubicBezTo>
                <a:cubicBezTo>
                  <a:pt x="4492" y="7525"/>
                  <a:pt x="4531" y="7517"/>
                  <a:pt x="4568" y="7499"/>
                </a:cubicBezTo>
                <a:cubicBezTo>
                  <a:pt x="4568" y="7499"/>
                  <a:pt x="5387" y="7247"/>
                  <a:pt x="6017" y="7026"/>
                </a:cubicBezTo>
                <a:cubicBezTo>
                  <a:pt x="6080" y="7089"/>
                  <a:pt x="6143" y="7089"/>
                  <a:pt x="6175" y="7121"/>
                </a:cubicBezTo>
                <a:lnTo>
                  <a:pt x="6175" y="8223"/>
                </a:lnTo>
                <a:lnTo>
                  <a:pt x="662" y="8223"/>
                </a:lnTo>
                <a:lnTo>
                  <a:pt x="662" y="2710"/>
                </a:lnTo>
                <a:close/>
                <a:moveTo>
                  <a:pt x="6112" y="8885"/>
                </a:moveTo>
                <a:lnTo>
                  <a:pt x="6112" y="10618"/>
                </a:lnTo>
                <a:cubicBezTo>
                  <a:pt x="6143" y="10807"/>
                  <a:pt x="5986" y="10964"/>
                  <a:pt x="5797" y="10964"/>
                </a:cubicBezTo>
                <a:lnTo>
                  <a:pt x="977" y="10964"/>
                </a:lnTo>
                <a:cubicBezTo>
                  <a:pt x="788" y="10964"/>
                  <a:pt x="630" y="10807"/>
                  <a:pt x="630" y="10618"/>
                </a:cubicBezTo>
                <a:lnTo>
                  <a:pt x="630" y="8885"/>
                </a:lnTo>
                <a:close/>
                <a:moveTo>
                  <a:pt x="7908" y="1"/>
                </a:moveTo>
                <a:cubicBezTo>
                  <a:pt x="7120" y="1"/>
                  <a:pt x="6364" y="221"/>
                  <a:pt x="5734" y="662"/>
                </a:cubicBezTo>
                <a:lnTo>
                  <a:pt x="1008" y="662"/>
                </a:lnTo>
                <a:cubicBezTo>
                  <a:pt x="473" y="662"/>
                  <a:pt x="0" y="1135"/>
                  <a:pt x="0" y="1670"/>
                </a:cubicBezTo>
                <a:lnTo>
                  <a:pt x="0" y="10618"/>
                </a:lnTo>
                <a:cubicBezTo>
                  <a:pt x="0" y="11153"/>
                  <a:pt x="473" y="11626"/>
                  <a:pt x="1008" y="11626"/>
                </a:cubicBezTo>
                <a:lnTo>
                  <a:pt x="5828" y="11626"/>
                </a:lnTo>
                <a:cubicBezTo>
                  <a:pt x="6364" y="11626"/>
                  <a:pt x="6837" y="11153"/>
                  <a:pt x="6837" y="10618"/>
                </a:cubicBezTo>
                <a:lnTo>
                  <a:pt x="6837" y="7341"/>
                </a:lnTo>
                <a:cubicBezTo>
                  <a:pt x="7215" y="7436"/>
                  <a:pt x="7561" y="7499"/>
                  <a:pt x="7908" y="7499"/>
                </a:cubicBezTo>
                <a:cubicBezTo>
                  <a:pt x="9987" y="7499"/>
                  <a:pt x="11688" y="5798"/>
                  <a:pt x="11688" y="3718"/>
                </a:cubicBezTo>
                <a:cubicBezTo>
                  <a:pt x="11657" y="1670"/>
                  <a:pt x="9956" y="1"/>
                  <a:pt x="790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5" name="Google Shape;12499;p89">
            <a:extLst>
              <a:ext uri="{FF2B5EF4-FFF2-40B4-BE49-F238E27FC236}">
                <a16:creationId xmlns:a16="http://schemas.microsoft.com/office/drawing/2014/main" id="{A50718BF-38EA-6083-DB15-84CB76FBA0E5}"/>
              </a:ext>
            </a:extLst>
          </p:cNvPr>
          <p:cNvSpPr/>
          <p:nvPr/>
        </p:nvSpPr>
        <p:spPr>
          <a:xfrm>
            <a:off x="2088890" y="3477404"/>
            <a:ext cx="606579" cy="642992"/>
          </a:xfrm>
          <a:custGeom>
            <a:avLst/>
            <a:gdLst/>
            <a:ahLst/>
            <a:cxnLst/>
            <a:rect l="l" t="t" r="r" b="b"/>
            <a:pathLst>
              <a:path w="11027" h="11689" extrusionOk="0">
                <a:moveTo>
                  <a:pt x="9924" y="1324"/>
                </a:moveTo>
                <a:cubicBezTo>
                  <a:pt x="10113" y="1324"/>
                  <a:pt x="10271" y="1481"/>
                  <a:pt x="10271" y="1702"/>
                </a:cubicBezTo>
                <a:lnTo>
                  <a:pt x="10271" y="9263"/>
                </a:lnTo>
                <a:lnTo>
                  <a:pt x="10302" y="9263"/>
                </a:lnTo>
                <a:cubicBezTo>
                  <a:pt x="10302" y="9452"/>
                  <a:pt x="10145" y="9610"/>
                  <a:pt x="9956" y="9610"/>
                </a:cubicBezTo>
                <a:lnTo>
                  <a:pt x="9609" y="9610"/>
                </a:lnTo>
                <a:lnTo>
                  <a:pt x="9609" y="8570"/>
                </a:lnTo>
                <a:cubicBezTo>
                  <a:pt x="9609" y="8381"/>
                  <a:pt x="9452" y="8223"/>
                  <a:pt x="9263" y="8223"/>
                </a:cubicBezTo>
                <a:lnTo>
                  <a:pt x="4442" y="8223"/>
                </a:lnTo>
                <a:cubicBezTo>
                  <a:pt x="4253" y="8223"/>
                  <a:pt x="4096" y="8381"/>
                  <a:pt x="4096" y="8570"/>
                </a:cubicBezTo>
                <a:lnTo>
                  <a:pt x="4096" y="9610"/>
                </a:lnTo>
                <a:lnTo>
                  <a:pt x="3434" y="9610"/>
                </a:lnTo>
                <a:lnTo>
                  <a:pt x="3434" y="1324"/>
                </a:lnTo>
                <a:close/>
                <a:moveTo>
                  <a:pt x="2426" y="631"/>
                </a:moveTo>
                <a:cubicBezTo>
                  <a:pt x="2647" y="631"/>
                  <a:pt x="2804" y="788"/>
                  <a:pt x="2804" y="977"/>
                </a:cubicBezTo>
                <a:lnTo>
                  <a:pt x="2804" y="9925"/>
                </a:lnTo>
                <a:cubicBezTo>
                  <a:pt x="2804" y="10114"/>
                  <a:pt x="2647" y="10271"/>
                  <a:pt x="2426" y="10271"/>
                </a:cubicBezTo>
                <a:lnTo>
                  <a:pt x="1071" y="10271"/>
                </a:lnTo>
                <a:cubicBezTo>
                  <a:pt x="851" y="10271"/>
                  <a:pt x="693" y="10114"/>
                  <a:pt x="693" y="9925"/>
                </a:cubicBezTo>
                <a:lnTo>
                  <a:pt x="693" y="977"/>
                </a:lnTo>
                <a:cubicBezTo>
                  <a:pt x="693" y="788"/>
                  <a:pt x="851" y="631"/>
                  <a:pt x="1071" y="631"/>
                </a:cubicBezTo>
                <a:close/>
                <a:moveTo>
                  <a:pt x="8948" y="8948"/>
                </a:moveTo>
                <a:lnTo>
                  <a:pt x="8948" y="10996"/>
                </a:lnTo>
                <a:lnTo>
                  <a:pt x="4852" y="10996"/>
                </a:lnTo>
                <a:lnTo>
                  <a:pt x="4852" y="8948"/>
                </a:lnTo>
                <a:close/>
                <a:moveTo>
                  <a:pt x="1008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9956"/>
                </a:lnTo>
                <a:cubicBezTo>
                  <a:pt x="0" y="10523"/>
                  <a:pt x="473" y="10996"/>
                  <a:pt x="1008" y="10996"/>
                </a:cubicBezTo>
                <a:lnTo>
                  <a:pt x="2395" y="10996"/>
                </a:lnTo>
                <a:cubicBezTo>
                  <a:pt x="2836" y="10996"/>
                  <a:pt x="3214" y="10712"/>
                  <a:pt x="3371" y="10303"/>
                </a:cubicBezTo>
                <a:lnTo>
                  <a:pt x="4127" y="10303"/>
                </a:lnTo>
                <a:lnTo>
                  <a:pt x="4127" y="11342"/>
                </a:lnTo>
                <a:cubicBezTo>
                  <a:pt x="4127" y="11531"/>
                  <a:pt x="4285" y="11689"/>
                  <a:pt x="4474" y="11689"/>
                </a:cubicBezTo>
                <a:lnTo>
                  <a:pt x="9294" y="11689"/>
                </a:lnTo>
                <a:cubicBezTo>
                  <a:pt x="9483" y="11689"/>
                  <a:pt x="9641" y="11531"/>
                  <a:pt x="9641" y="11342"/>
                </a:cubicBezTo>
                <a:lnTo>
                  <a:pt x="9641" y="10271"/>
                </a:lnTo>
                <a:lnTo>
                  <a:pt x="9987" y="10271"/>
                </a:lnTo>
                <a:cubicBezTo>
                  <a:pt x="10554" y="10271"/>
                  <a:pt x="11027" y="9799"/>
                  <a:pt x="11027" y="9263"/>
                </a:cubicBezTo>
                <a:lnTo>
                  <a:pt x="11027" y="1702"/>
                </a:lnTo>
                <a:cubicBezTo>
                  <a:pt x="10995" y="1103"/>
                  <a:pt x="10554" y="662"/>
                  <a:pt x="9956" y="662"/>
                </a:cubicBezTo>
                <a:lnTo>
                  <a:pt x="3371" y="662"/>
                </a:lnTo>
                <a:cubicBezTo>
                  <a:pt x="3214" y="284"/>
                  <a:pt x="2867" y="1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6" name="Google Shape;12500;p89">
            <a:extLst>
              <a:ext uri="{FF2B5EF4-FFF2-40B4-BE49-F238E27FC236}">
                <a16:creationId xmlns:a16="http://schemas.microsoft.com/office/drawing/2014/main" id="{3C84C93C-DF1E-1E53-E77D-EAA583DE4064}"/>
              </a:ext>
            </a:extLst>
          </p:cNvPr>
          <p:cNvSpPr/>
          <p:nvPr/>
        </p:nvSpPr>
        <p:spPr>
          <a:xfrm>
            <a:off x="2315911" y="3588303"/>
            <a:ext cx="303317" cy="152593"/>
          </a:xfrm>
          <a:custGeom>
            <a:avLst/>
            <a:gdLst/>
            <a:ahLst/>
            <a:cxnLst/>
            <a:rect l="l" t="t" r="r" b="b"/>
            <a:pathLst>
              <a:path w="5514" h="2774" extrusionOk="0">
                <a:moveTo>
                  <a:pt x="4821" y="694"/>
                </a:moveTo>
                <a:lnTo>
                  <a:pt x="4821" y="2112"/>
                </a:lnTo>
                <a:lnTo>
                  <a:pt x="725" y="2112"/>
                </a:lnTo>
                <a:lnTo>
                  <a:pt x="725" y="694"/>
                </a:lnTo>
                <a:close/>
                <a:moveTo>
                  <a:pt x="347" y="1"/>
                </a:moveTo>
                <a:cubicBezTo>
                  <a:pt x="158" y="1"/>
                  <a:pt x="0" y="158"/>
                  <a:pt x="0" y="348"/>
                </a:cubicBezTo>
                <a:lnTo>
                  <a:pt x="0" y="2427"/>
                </a:lnTo>
                <a:cubicBezTo>
                  <a:pt x="0" y="2616"/>
                  <a:pt x="158" y="2773"/>
                  <a:pt x="347" y="2773"/>
                </a:cubicBezTo>
                <a:lnTo>
                  <a:pt x="5167" y="2773"/>
                </a:lnTo>
                <a:cubicBezTo>
                  <a:pt x="5356" y="2773"/>
                  <a:pt x="5514" y="2616"/>
                  <a:pt x="5514" y="2427"/>
                </a:cubicBezTo>
                <a:lnTo>
                  <a:pt x="5514" y="348"/>
                </a:lnTo>
                <a:cubicBezTo>
                  <a:pt x="5514" y="158"/>
                  <a:pt x="5356" y="1"/>
                  <a:pt x="516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7" name="Google Shape;12501;p89">
            <a:extLst>
              <a:ext uri="{FF2B5EF4-FFF2-40B4-BE49-F238E27FC236}">
                <a16:creationId xmlns:a16="http://schemas.microsoft.com/office/drawing/2014/main" id="{0F56407F-5E3C-D853-4CB4-E847B75CEA57}"/>
              </a:ext>
            </a:extLst>
          </p:cNvPr>
          <p:cNvSpPr/>
          <p:nvPr/>
        </p:nvSpPr>
        <p:spPr>
          <a:xfrm>
            <a:off x="2317615" y="3780667"/>
            <a:ext cx="76352" cy="38231"/>
          </a:xfrm>
          <a:custGeom>
            <a:avLst/>
            <a:gdLst/>
            <a:ahLst/>
            <a:cxnLst/>
            <a:rect l="l" t="t" r="r" b="b"/>
            <a:pathLst>
              <a:path w="1388" h="695" extrusionOk="0">
                <a:moveTo>
                  <a:pt x="379" y="1"/>
                </a:moveTo>
                <a:cubicBezTo>
                  <a:pt x="158" y="1"/>
                  <a:pt x="1" y="159"/>
                  <a:pt x="1" y="348"/>
                </a:cubicBezTo>
                <a:cubicBezTo>
                  <a:pt x="1" y="537"/>
                  <a:pt x="158" y="694"/>
                  <a:pt x="379" y="694"/>
                </a:cubicBezTo>
                <a:lnTo>
                  <a:pt x="1041" y="694"/>
                </a:lnTo>
                <a:cubicBezTo>
                  <a:pt x="1230" y="694"/>
                  <a:pt x="1387" y="537"/>
                  <a:pt x="1387" y="348"/>
                </a:cubicBezTo>
                <a:cubicBezTo>
                  <a:pt x="1356" y="127"/>
                  <a:pt x="1198" y="1"/>
                  <a:pt x="104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8" name="Google Shape;12502;p89">
            <a:extLst>
              <a:ext uri="{FF2B5EF4-FFF2-40B4-BE49-F238E27FC236}">
                <a16:creationId xmlns:a16="http://schemas.microsoft.com/office/drawing/2014/main" id="{45D3C204-9777-CA86-929F-2331728AFA7F}"/>
              </a:ext>
            </a:extLst>
          </p:cNvPr>
          <p:cNvSpPr/>
          <p:nvPr/>
        </p:nvSpPr>
        <p:spPr>
          <a:xfrm>
            <a:off x="2317615" y="3853498"/>
            <a:ext cx="76352" cy="39881"/>
          </a:xfrm>
          <a:custGeom>
            <a:avLst/>
            <a:gdLst/>
            <a:ahLst/>
            <a:cxnLst/>
            <a:rect l="l" t="t" r="r" b="b"/>
            <a:pathLst>
              <a:path w="1388" h="725" extrusionOk="0">
                <a:moveTo>
                  <a:pt x="379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79" y="725"/>
                </a:cubicBezTo>
                <a:lnTo>
                  <a:pt x="1041" y="725"/>
                </a:lnTo>
                <a:cubicBezTo>
                  <a:pt x="1230" y="725"/>
                  <a:pt x="1387" y="567"/>
                  <a:pt x="1387" y="378"/>
                </a:cubicBezTo>
                <a:cubicBezTo>
                  <a:pt x="1356" y="158"/>
                  <a:pt x="1198" y="0"/>
                  <a:pt x="10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9" name="Google Shape;12503;p89">
            <a:extLst>
              <a:ext uri="{FF2B5EF4-FFF2-40B4-BE49-F238E27FC236}">
                <a16:creationId xmlns:a16="http://schemas.microsoft.com/office/drawing/2014/main" id="{8B16DDC7-3F2D-FBC4-C8F4-E3313677D840}"/>
              </a:ext>
            </a:extLst>
          </p:cNvPr>
          <p:cNvSpPr/>
          <p:nvPr/>
        </p:nvSpPr>
        <p:spPr>
          <a:xfrm>
            <a:off x="2430274" y="3853498"/>
            <a:ext cx="76297" cy="39881"/>
          </a:xfrm>
          <a:custGeom>
            <a:avLst/>
            <a:gdLst/>
            <a:ahLst/>
            <a:cxnLst/>
            <a:rect l="l" t="t" r="r" b="b"/>
            <a:pathLst>
              <a:path w="1387" h="725" extrusionOk="0">
                <a:moveTo>
                  <a:pt x="379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79" y="725"/>
                </a:cubicBezTo>
                <a:lnTo>
                  <a:pt x="1040" y="725"/>
                </a:lnTo>
                <a:cubicBezTo>
                  <a:pt x="1229" y="725"/>
                  <a:pt x="1387" y="567"/>
                  <a:pt x="1387" y="378"/>
                </a:cubicBezTo>
                <a:cubicBezTo>
                  <a:pt x="1387" y="158"/>
                  <a:pt x="1229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0" name="Google Shape;12504;p89">
            <a:extLst>
              <a:ext uri="{FF2B5EF4-FFF2-40B4-BE49-F238E27FC236}">
                <a16:creationId xmlns:a16="http://schemas.microsoft.com/office/drawing/2014/main" id="{020E47EE-B9CD-250A-B0B7-4E40ADEAC0FB}"/>
              </a:ext>
            </a:extLst>
          </p:cNvPr>
          <p:cNvSpPr/>
          <p:nvPr/>
        </p:nvSpPr>
        <p:spPr>
          <a:xfrm>
            <a:off x="2430274" y="3780667"/>
            <a:ext cx="76297" cy="38231"/>
          </a:xfrm>
          <a:custGeom>
            <a:avLst/>
            <a:gdLst/>
            <a:ahLst/>
            <a:cxnLst/>
            <a:rect l="l" t="t" r="r" b="b"/>
            <a:pathLst>
              <a:path w="1387" h="695" extrusionOk="0">
                <a:moveTo>
                  <a:pt x="379" y="1"/>
                </a:moveTo>
                <a:cubicBezTo>
                  <a:pt x="158" y="1"/>
                  <a:pt x="1" y="159"/>
                  <a:pt x="1" y="348"/>
                </a:cubicBezTo>
                <a:cubicBezTo>
                  <a:pt x="1" y="537"/>
                  <a:pt x="158" y="694"/>
                  <a:pt x="379" y="694"/>
                </a:cubicBezTo>
                <a:lnTo>
                  <a:pt x="1040" y="694"/>
                </a:lnTo>
                <a:cubicBezTo>
                  <a:pt x="1229" y="694"/>
                  <a:pt x="1387" y="537"/>
                  <a:pt x="1387" y="348"/>
                </a:cubicBezTo>
                <a:cubicBezTo>
                  <a:pt x="1387" y="127"/>
                  <a:pt x="1229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1" name="Google Shape;12505;p89">
            <a:extLst>
              <a:ext uri="{FF2B5EF4-FFF2-40B4-BE49-F238E27FC236}">
                <a16:creationId xmlns:a16="http://schemas.microsoft.com/office/drawing/2014/main" id="{B37C956E-3B13-F9E5-9AAD-4A61933C9E96}"/>
              </a:ext>
            </a:extLst>
          </p:cNvPr>
          <p:cNvSpPr/>
          <p:nvPr/>
        </p:nvSpPr>
        <p:spPr>
          <a:xfrm>
            <a:off x="2542931" y="3780667"/>
            <a:ext cx="76297" cy="38231"/>
          </a:xfrm>
          <a:custGeom>
            <a:avLst/>
            <a:gdLst/>
            <a:ahLst/>
            <a:cxnLst/>
            <a:rect l="l" t="t" r="r" b="b"/>
            <a:pathLst>
              <a:path w="1387" h="695" extrusionOk="0">
                <a:moveTo>
                  <a:pt x="379" y="1"/>
                </a:moveTo>
                <a:cubicBezTo>
                  <a:pt x="158" y="1"/>
                  <a:pt x="1" y="159"/>
                  <a:pt x="1" y="348"/>
                </a:cubicBezTo>
                <a:cubicBezTo>
                  <a:pt x="1" y="537"/>
                  <a:pt x="158" y="694"/>
                  <a:pt x="379" y="694"/>
                </a:cubicBezTo>
                <a:lnTo>
                  <a:pt x="1040" y="694"/>
                </a:lnTo>
                <a:cubicBezTo>
                  <a:pt x="1229" y="694"/>
                  <a:pt x="1387" y="537"/>
                  <a:pt x="1387" y="348"/>
                </a:cubicBezTo>
                <a:cubicBezTo>
                  <a:pt x="1387" y="127"/>
                  <a:pt x="1229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2" name="Google Shape;12506;p89">
            <a:extLst>
              <a:ext uri="{FF2B5EF4-FFF2-40B4-BE49-F238E27FC236}">
                <a16:creationId xmlns:a16="http://schemas.microsoft.com/office/drawing/2014/main" id="{487EB5E5-D345-975D-97F4-6A9BA8E96AAA}"/>
              </a:ext>
            </a:extLst>
          </p:cNvPr>
          <p:cNvSpPr/>
          <p:nvPr/>
        </p:nvSpPr>
        <p:spPr>
          <a:xfrm>
            <a:off x="2542931" y="3853498"/>
            <a:ext cx="76297" cy="39881"/>
          </a:xfrm>
          <a:custGeom>
            <a:avLst/>
            <a:gdLst/>
            <a:ahLst/>
            <a:cxnLst/>
            <a:rect l="l" t="t" r="r" b="b"/>
            <a:pathLst>
              <a:path w="1387" h="725" extrusionOk="0">
                <a:moveTo>
                  <a:pt x="379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79" y="725"/>
                </a:cubicBezTo>
                <a:lnTo>
                  <a:pt x="1040" y="725"/>
                </a:lnTo>
                <a:cubicBezTo>
                  <a:pt x="1229" y="725"/>
                  <a:pt x="1387" y="567"/>
                  <a:pt x="1387" y="378"/>
                </a:cubicBezTo>
                <a:cubicBezTo>
                  <a:pt x="1387" y="158"/>
                  <a:pt x="1229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93" name="Google Shape;12507;p89">
            <a:extLst>
              <a:ext uri="{FF2B5EF4-FFF2-40B4-BE49-F238E27FC236}">
                <a16:creationId xmlns:a16="http://schemas.microsoft.com/office/drawing/2014/main" id="{D5ACA76D-404F-BAC6-D859-AC9401D520CB}"/>
              </a:ext>
            </a:extLst>
          </p:cNvPr>
          <p:cNvSpPr/>
          <p:nvPr/>
        </p:nvSpPr>
        <p:spPr>
          <a:xfrm>
            <a:off x="2392153" y="4005979"/>
            <a:ext cx="150833" cy="38176"/>
          </a:xfrm>
          <a:custGeom>
            <a:avLst/>
            <a:gdLst/>
            <a:ahLst/>
            <a:cxnLst/>
            <a:rect l="l" t="t" r="r" b="b"/>
            <a:pathLst>
              <a:path w="2742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lnTo>
                  <a:pt x="2395" y="694"/>
                </a:lnTo>
                <a:cubicBezTo>
                  <a:pt x="2584" y="694"/>
                  <a:pt x="2742" y="536"/>
                  <a:pt x="2742" y="347"/>
                </a:cubicBezTo>
                <a:cubicBezTo>
                  <a:pt x="2742" y="158"/>
                  <a:pt x="2584" y="1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2" name="Google Shape;12516;p89">
            <a:extLst>
              <a:ext uri="{FF2B5EF4-FFF2-40B4-BE49-F238E27FC236}">
                <a16:creationId xmlns:a16="http://schemas.microsoft.com/office/drawing/2014/main" id="{B19CCC1A-8605-0480-B39D-DB34F1BDEBFF}"/>
              </a:ext>
            </a:extLst>
          </p:cNvPr>
          <p:cNvSpPr/>
          <p:nvPr/>
        </p:nvSpPr>
        <p:spPr>
          <a:xfrm>
            <a:off x="6192681" y="3834603"/>
            <a:ext cx="641288" cy="265856"/>
          </a:xfrm>
          <a:custGeom>
            <a:avLst/>
            <a:gdLst/>
            <a:ahLst/>
            <a:cxnLst/>
            <a:rect l="l" t="t" r="r" b="b"/>
            <a:pathLst>
              <a:path w="11658" h="4833" extrusionOk="0">
                <a:moveTo>
                  <a:pt x="978" y="706"/>
                </a:moveTo>
                <a:cubicBezTo>
                  <a:pt x="1167" y="706"/>
                  <a:pt x="1324" y="863"/>
                  <a:pt x="1324" y="1052"/>
                </a:cubicBezTo>
                <a:lnTo>
                  <a:pt x="1324" y="3762"/>
                </a:lnTo>
                <a:cubicBezTo>
                  <a:pt x="1324" y="3982"/>
                  <a:pt x="1167" y="4140"/>
                  <a:pt x="978" y="4140"/>
                </a:cubicBezTo>
                <a:lnTo>
                  <a:pt x="631" y="4140"/>
                </a:lnTo>
                <a:lnTo>
                  <a:pt x="631" y="706"/>
                </a:lnTo>
                <a:close/>
                <a:moveTo>
                  <a:pt x="3866" y="717"/>
                </a:moveTo>
                <a:cubicBezTo>
                  <a:pt x="4374" y="717"/>
                  <a:pt x="4886" y="859"/>
                  <a:pt x="5325" y="1147"/>
                </a:cubicBezTo>
                <a:cubicBezTo>
                  <a:pt x="5672" y="1367"/>
                  <a:pt x="5703" y="1399"/>
                  <a:pt x="5829" y="1399"/>
                </a:cubicBezTo>
                <a:lnTo>
                  <a:pt x="7247" y="1399"/>
                </a:lnTo>
                <a:cubicBezTo>
                  <a:pt x="7436" y="1399"/>
                  <a:pt x="7594" y="1556"/>
                  <a:pt x="7594" y="1777"/>
                </a:cubicBezTo>
                <a:cubicBezTo>
                  <a:pt x="7594" y="1966"/>
                  <a:pt x="7436" y="2124"/>
                  <a:pt x="7247" y="2124"/>
                </a:cubicBezTo>
                <a:lnTo>
                  <a:pt x="4758" y="2124"/>
                </a:lnTo>
                <a:cubicBezTo>
                  <a:pt x="4380" y="2124"/>
                  <a:pt x="4034" y="2344"/>
                  <a:pt x="3845" y="2659"/>
                </a:cubicBezTo>
                <a:cubicBezTo>
                  <a:pt x="3782" y="2817"/>
                  <a:pt x="3845" y="3069"/>
                  <a:pt x="4002" y="3132"/>
                </a:cubicBezTo>
                <a:cubicBezTo>
                  <a:pt x="4045" y="3158"/>
                  <a:pt x="4096" y="3169"/>
                  <a:pt x="4148" y="3169"/>
                </a:cubicBezTo>
                <a:cubicBezTo>
                  <a:pt x="4284" y="3169"/>
                  <a:pt x="4429" y="3088"/>
                  <a:pt x="4475" y="2974"/>
                </a:cubicBezTo>
                <a:cubicBezTo>
                  <a:pt x="4538" y="2848"/>
                  <a:pt x="4632" y="2785"/>
                  <a:pt x="4790" y="2785"/>
                </a:cubicBezTo>
                <a:lnTo>
                  <a:pt x="7562" y="2785"/>
                </a:lnTo>
                <a:cubicBezTo>
                  <a:pt x="7783" y="2785"/>
                  <a:pt x="8003" y="2722"/>
                  <a:pt x="8192" y="2596"/>
                </a:cubicBezTo>
                <a:lnTo>
                  <a:pt x="10555" y="769"/>
                </a:lnTo>
                <a:cubicBezTo>
                  <a:pt x="10603" y="747"/>
                  <a:pt x="10649" y="737"/>
                  <a:pt x="10693" y="737"/>
                </a:cubicBezTo>
                <a:cubicBezTo>
                  <a:pt x="10969" y="737"/>
                  <a:pt x="11146" y="1123"/>
                  <a:pt x="10902" y="1367"/>
                </a:cubicBezTo>
                <a:cubicBezTo>
                  <a:pt x="10844" y="1406"/>
                  <a:pt x="10817" y="1419"/>
                  <a:pt x="10805" y="1419"/>
                </a:cubicBezTo>
                <a:cubicBezTo>
                  <a:pt x="10780" y="1419"/>
                  <a:pt x="10836" y="1354"/>
                  <a:pt x="10826" y="1354"/>
                </a:cubicBezTo>
                <a:cubicBezTo>
                  <a:pt x="10804" y="1354"/>
                  <a:pt x="10447" y="1686"/>
                  <a:pt x="8066" y="3856"/>
                </a:cubicBezTo>
                <a:cubicBezTo>
                  <a:pt x="7877" y="4014"/>
                  <a:pt x="7625" y="4140"/>
                  <a:pt x="7373" y="4140"/>
                </a:cubicBezTo>
                <a:lnTo>
                  <a:pt x="3435" y="4140"/>
                </a:lnTo>
                <a:cubicBezTo>
                  <a:pt x="2962" y="4140"/>
                  <a:pt x="2490" y="4014"/>
                  <a:pt x="2049" y="3825"/>
                </a:cubicBezTo>
                <a:lnTo>
                  <a:pt x="2049" y="1399"/>
                </a:lnTo>
                <a:lnTo>
                  <a:pt x="2332" y="1210"/>
                </a:lnTo>
                <a:cubicBezTo>
                  <a:pt x="2774" y="883"/>
                  <a:pt x="3318" y="717"/>
                  <a:pt x="3866" y="717"/>
                </a:cubicBezTo>
                <a:close/>
                <a:moveTo>
                  <a:pt x="3817" y="0"/>
                </a:moveTo>
                <a:cubicBezTo>
                  <a:pt x="3151" y="0"/>
                  <a:pt x="2491" y="205"/>
                  <a:pt x="1923" y="611"/>
                </a:cubicBezTo>
                <a:cubicBezTo>
                  <a:pt x="1765" y="265"/>
                  <a:pt x="1419" y="13"/>
                  <a:pt x="1009" y="13"/>
                </a:cubicBezTo>
                <a:lnTo>
                  <a:pt x="348" y="13"/>
                </a:lnTo>
                <a:cubicBezTo>
                  <a:pt x="159" y="13"/>
                  <a:pt x="1" y="170"/>
                  <a:pt x="1" y="391"/>
                </a:cubicBezTo>
                <a:lnTo>
                  <a:pt x="1" y="4486"/>
                </a:lnTo>
                <a:cubicBezTo>
                  <a:pt x="1" y="4675"/>
                  <a:pt x="159" y="4833"/>
                  <a:pt x="348" y="4833"/>
                </a:cubicBezTo>
                <a:lnTo>
                  <a:pt x="1009" y="4833"/>
                </a:lnTo>
                <a:cubicBezTo>
                  <a:pt x="1324" y="4833"/>
                  <a:pt x="1608" y="4675"/>
                  <a:pt x="1797" y="4486"/>
                </a:cubicBezTo>
                <a:cubicBezTo>
                  <a:pt x="2332" y="4707"/>
                  <a:pt x="2868" y="4833"/>
                  <a:pt x="3435" y="4833"/>
                </a:cubicBezTo>
                <a:lnTo>
                  <a:pt x="7373" y="4833"/>
                </a:lnTo>
                <a:cubicBezTo>
                  <a:pt x="7783" y="4833"/>
                  <a:pt x="8192" y="4675"/>
                  <a:pt x="8507" y="4392"/>
                </a:cubicBezTo>
                <a:cubicBezTo>
                  <a:pt x="8539" y="4392"/>
                  <a:pt x="11217" y="1903"/>
                  <a:pt x="11248" y="1872"/>
                </a:cubicBezTo>
                <a:cubicBezTo>
                  <a:pt x="11406" y="1809"/>
                  <a:pt x="11658" y="1493"/>
                  <a:pt x="11658" y="1084"/>
                </a:cubicBezTo>
                <a:cubicBezTo>
                  <a:pt x="11658" y="454"/>
                  <a:pt x="11185" y="44"/>
                  <a:pt x="10618" y="44"/>
                </a:cubicBezTo>
                <a:cubicBezTo>
                  <a:pt x="10303" y="44"/>
                  <a:pt x="10051" y="202"/>
                  <a:pt x="9925" y="296"/>
                </a:cubicBezTo>
                <a:lnTo>
                  <a:pt x="8192" y="1619"/>
                </a:lnTo>
                <a:cubicBezTo>
                  <a:pt x="8098" y="1084"/>
                  <a:pt x="7688" y="706"/>
                  <a:pt x="7153" y="706"/>
                </a:cubicBezTo>
                <a:lnTo>
                  <a:pt x="5861" y="706"/>
                </a:lnTo>
                <a:lnTo>
                  <a:pt x="5640" y="548"/>
                </a:lnTo>
                <a:cubicBezTo>
                  <a:pt x="5075" y="182"/>
                  <a:pt x="4444" y="0"/>
                  <a:pt x="381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3" name="Google Shape;12517;p89">
            <a:extLst>
              <a:ext uri="{FF2B5EF4-FFF2-40B4-BE49-F238E27FC236}">
                <a16:creationId xmlns:a16="http://schemas.microsoft.com/office/drawing/2014/main" id="{186E0736-85BC-F643-1DD4-4BC9BB25A3D1}"/>
              </a:ext>
            </a:extLst>
          </p:cNvPr>
          <p:cNvSpPr/>
          <p:nvPr/>
        </p:nvSpPr>
        <p:spPr>
          <a:xfrm>
            <a:off x="6417997" y="3497347"/>
            <a:ext cx="338027" cy="339732"/>
          </a:xfrm>
          <a:custGeom>
            <a:avLst/>
            <a:gdLst/>
            <a:ahLst/>
            <a:cxnLst/>
            <a:rect l="l" t="t" r="r" b="b"/>
            <a:pathLst>
              <a:path w="6145" h="6176" extrusionOk="0">
                <a:moveTo>
                  <a:pt x="3057" y="693"/>
                </a:moveTo>
                <a:cubicBezTo>
                  <a:pt x="4411" y="693"/>
                  <a:pt x="5482" y="1765"/>
                  <a:pt x="5482" y="3088"/>
                </a:cubicBezTo>
                <a:cubicBezTo>
                  <a:pt x="5482" y="4442"/>
                  <a:pt x="4411" y="5482"/>
                  <a:pt x="3057" y="5482"/>
                </a:cubicBezTo>
                <a:cubicBezTo>
                  <a:pt x="1733" y="5482"/>
                  <a:pt x="662" y="4442"/>
                  <a:pt x="662" y="3088"/>
                </a:cubicBezTo>
                <a:cubicBezTo>
                  <a:pt x="662" y="1765"/>
                  <a:pt x="1733" y="693"/>
                  <a:pt x="3057" y="693"/>
                </a:cubicBezTo>
                <a:close/>
                <a:moveTo>
                  <a:pt x="3057" y="0"/>
                </a:moveTo>
                <a:cubicBezTo>
                  <a:pt x="1387" y="0"/>
                  <a:pt x="1" y="1387"/>
                  <a:pt x="1" y="3088"/>
                </a:cubicBezTo>
                <a:cubicBezTo>
                  <a:pt x="1" y="4789"/>
                  <a:pt x="1387" y="6175"/>
                  <a:pt x="3057" y="6175"/>
                </a:cubicBezTo>
                <a:cubicBezTo>
                  <a:pt x="4758" y="6175"/>
                  <a:pt x="6144" y="4789"/>
                  <a:pt x="6144" y="3088"/>
                </a:cubicBezTo>
                <a:cubicBezTo>
                  <a:pt x="6144" y="1387"/>
                  <a:pt x="4758" y="0"/>
                  <a:pt x="305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4" name="Google Shape;12518;p89">
            <a:extLst>
              <a:ext uri="{FF2B5EF4-FFF2-40B4-BE49-F238E27FC236}">
                <a16:creationId xmlns:a16="http://schemas.microsoft.com/office/drawing/2014/main" id="{26776CBE-7FB3-AF90-C570-D809AAB42F04}"/>
              </a:ext>
            </a:extLst>
          </p:cNvPr>
          <p:cNvSpPr/>
          <p:nvPr/>
        </p:nvSpPr>
        <p:spPr>
          <a:xfrm>
            <a:off x="6494237" y="3573591"/>
            <a:ext cx="185488" cy="187249"/>
          </a:xfrm>
          <a:custGeom>
            <a:avLst/>
            <a:gdLst/>
            <a:ahLst/>
            <a:cxnLst/>
            <a:rect l="l" t="t" r="r" b="b"/>
            <a:pathLst>
              <a:path w="3372" h="3404" extrusionOk="0">
                <a:moveTo>
                  <a:pt x="1671" y="631"/>
                </a:moveTo>
                <a:cubicBezTo>
                  <a:pt x="2238" y="631"/>
                  <a:pt x="2710" y="1103"/>
                  <a:pt x="2710" y="1670"/>
                </a:cubicBezTo>
                <a:cubicBezTo>
                  <a:pt x="2710" y="2206"/>
                  <a:pt x="2238" y="2678"/>
                  <a:pt x="1671" y="2678"/>
                </a:cubicBezTo>
                <a:cubicBezTo>
                  <a:pt x="1135" y="2678"/>
                  <a:pt x="662" y="2206"/>
                  <a:pt x="662" y="1670"/>
                </a:cubicBezTo>
                <a:cubicBezTo>
                  <a:pt x="662" y="1103"/>
                  <a:pt x="1135" y="631"/>
                  <a:pt x="1671" y="631"/>
                </a:cubicBezTo>
                <a:close/>
                <a:moveTo>
                  <a:pt x="1671" y="1"/>
                </a:moveTo>
                <a:cubicBezTo>
                  <a:pt x="725" y="1"/>
                  <a:pt x="1" y="757"/>
                  <a:pt x="1" y="1702"/>
                </a:cubicBezTo>
                <a:cubicBezTo>
                  <a:pt x="1" y="2647"/>
                  <a:pt x="725" y="3403"/>
                  <a:pt x="1671" y="3403"/>
                </a:cubicBezTo>
                <a:cubicBezTo>
                  <a:pt x="2616" y="3403"/>
                  <a:pt x="3372" y="2647"/>
                  <a:pt x="3372" y="1702"/>
                </a:cubicBezTo>
                <a:cubicBezTo>
                  <a:pt x="3372" y="757"/>
                  <a:pt x="2616" y="1"/>
                  <a:pt x="167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66" name="Google Shape;12528;p89">
            <a:extLst>
              <a:ext uri="{FF2B5EF4-FFF2-40B4-BE49-F238E27FC236}">
                <a16:creationId xmlns:a16="http://schemas.microsoft.com/office/drawing/2014/main" id="{4AF3E5BC-20BA-02D2-B092-433B53C09714}"/>
              </a:ext>
            </a:extLst>
          </p:cNvPr>
          <p:cNvSpPr/>
          <p:nvPr/>
        </p:nvSpPr>
        <p:spPr>
          <a:xfrm>
            <a:off x="10330797" y="3476270"/>
            <a:ext cx="646459" cy="644753"/>
          </a:xfrm>
          <a:custGeom>
            <a:avLst/>
            <a:gdLst/>
            <a:ahLst/>
            <a:cxnLst/>
            <a:rect l="l" t="t" r="r" b="b"/>
            <a:pathLst>
              <a:path w="11752" h="11721" extrusionOk="0">
                <a:moveTo>
                  <a:pt x="6490" y="662"/>
                </a:moveTo>
                <a:cubicBezTo>
                  <a:pt x="6711" y="662"/>
                  <a:pt x="6868" y="820"/>
                  <a:pt x="6868" y="1009"/>
                </a:cubicBezTo>
                <a:lnTo>
                  <a:pt x="6868" y="1355"/>
                </a:lnTo>
                <a:lnTo>
                  <a:pt x="5167" y="1355"/>
                </a:lnTo>
                <a:cubicBezTo>
                  <a:pt x="4600" y="1355"/>
                  <a:pt x="4127" y="1828"/>
                  <a:pt x="4127" y="2395"/>
                </a:cubicBezTo>
                <a:lnTo>
                  <a:pt x="4127" y="2773"/>
                </a:lnTo>
                <a:lnTo>
                  <a:pt x="3088" y="2773"/>
                </a:lnTo>
                <a:cubicBezTo>
                  <a:pt x="2993" y="2773"/>
                  <a:pt x="2867" y="2836"/>
                  <a:pt x="2836" y="2899"/>
                </a:cubicBezTo>
                <a:lnTo>
                  <a:pt x="2048" y="3687"/>
                </a:lnTo>
                <a:lnTo>
                  <a:pt x="2048" y="3151"/>
                </a:lnTo>
                <a:cubicBezTo>
                  <a:pt x="2048" y="2931"/>
                  <a:pt x="1891" y="2773"/>
                  <a:pt x="1702" y="2773"/>
                </a:cubicBezTo>
                <a:lnTo>
                  <a:pt x="1040" y="2773"/>
                </a:lnTo>
                <a:cubicBezTo>
                  <a:pt x="819" y="2773"/>
                  <a:pt x="662" y="2616"/>
                  <a:pt x="662" y="2427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649" y="1986"/>
                </a:moveTo>
                <a:cubicBezTo>
                  <a:pt x="10838" y="1986"/>
                  <a:pt x="10995" y="2143"/>
                  <a:pt x="10995" y="2364"/>
                </a:cubicBezTo>
                <a:lnTo>
                  <a:pt x="10995" y="3781"/>
                </a:lnTo>
                <a:cubicBezTo>
                  <a:pt x="10995" y="3970"/>
                  <a:pt x="10838" y="4128"/>
                  <a:pt x="10649" y="4128"/>
                </a:cubicBezTo>
                <a:lnTo>
                  <a:pt x="8601" y="4128"/>
                </a:lnTo>
                <a:cubicBezTo>
                  <a:pt x="8412" y="4128"/>
                  <a:pt x="8255" y="4285"/>
                  <a:pt x="8255" y="4474"/>
                </a:cubicBezTo>
                <a:lnTo>
                  <a:pt x="8255" y="5041"/>
                </a:lnTo>
                <a:lnTo>
                  <a:pt x="7404" y="4191"/>
                </a:lnTo>
                <a:cubicBezTo>
                  <a:pt x="7372" y="4159"/>
                  <a:pt x="7246" y="4128"/>
                  <a:pt x="7183" y="4128"/>
                </a:cubicBezTo>
                <a:lnTo>
                  <a:pt x="5136" y="4128"/>
                </a:lnTo>
                <a:cubicBezTo>
                  <a:pt x="4947" y="4128"/>
                  <a:pt x="4789" y="3970"/>
                  <a:pt x="4789" y="3781"/>
                </a:cubicBezTo>
                <a:lnTo>
                  <a:pt x="4789" y="2364"/>
                </a:lnTo>
                <a:cubicBezTo>
                  <a:pt x="4789" y="2143"/>
                  <a:pt x="4947" y="1986"/>
                  <a:pt x="5136" y="1986"/>
                </a:cubicBezTo>
                <a:close/>
                <a:moveTo>
                  <a:pt x="3088" y="6207"/>
                </a:moveTo>
                <a:cubicBezTo>
                  <a:pt x="3623" y="6207"/>
                  <a:pt x="4096" y="6680"/>
                  <a:pt x="4096" y="7247"/>
                </a:cubicBezTo>
                <a:cubicBezTo>
                  <a:pt x="4096" y="7782"/>
                  <a:pt x="3623" y="8255"/>
                  <a:pt x="3088" y="8255"/>
                </a:cubicBezTo>
                <a:cubicBezTo>
                  <a:pt x="2521" y="8255"/>
                  <a:pt x="2048" y="7782"/>
                  <a:pt x="2048" y="7247"/>
                </a:cubicBezTo>
                <a:cubicBezTo>
                  <a:pt x="2048" y="6648"/>
                  <a:pt x="2489" y="6207"/>
                  <a:pt x="3088" y="6207"/>
                </a:cubicBezTo>
                <a:close/>
                <a:moveTo>
                  <a:pt x="8601" y="6207"/>
                </a:moveTo>
                <a:cubicBezTo>
                  <a:pt x="9137" y="6207"/>
                  <a:pt x="9609" y="6648"/>
                  <a:pt x="9609" y="7247"/>
                </a:cubicBezTo>
                <a:cubicBezTo>
                  <a:pt x="9609" y="7782"/>
                  <a:pt x="9137" y="8255"/>
                  <a:pt x="8601" y="8255"/>
                </a:cubicBezTo>
                <a:cubicBezTo>
                  <a:pt x="8003" y="8255"/>
                  <a:pt x="7530" y="7782"/>
                  <a:pt x="7530" y="7247"/>
                </a:cubicBezTo>
                <a:cubicBezTo>
                  <a:pt x="7530" y="6680"/>
                  <a:pt x="8003" y="6207"/>
                  <a:pt x="8601" y="6207"/>
                </a:cubicBezTo>
                <a:close/>
                <a:moveTo>
                  <a:pt x="3749" y="8980"/>
                </a:moveTo>
                <a:cubicBezTo>
                  <a:pt x="4695" y="8980"/>
                  <a:pt x="5451" y="9704"/>
                  <a:pt x="5451" y="10649"/>
                </a:cubicBezTo>
                <a:lnTo>
                  <a:pt x="5451" y="11027"/>
                </a:lnTo>
                <a:lnTo>
                  <a:pt x="630" y="11027"/>
                </a:lnTo>
                <a:lnTo>
                  <a:pt x="630" y="10649"/>
                </a:lnTo>
                <a:lnTo>
                  <a:pt x="662" y="10649"/>
                </a:lnTo>
                <a:cubicBezTo>
                  <a:pt x="662" y="9704"/>
                  <a:pt x="1418" y="8980"/>
                  <a:pt x="2363" y="8980"/>
                </a:cubicBezTo>
                <a:close/>
                <a:moveTo>
                  <a:pt x="9369" y="8976"/>
                </a:moveTo>
                <a:cubicBezTo>
                  <a:pt x="10266" y="8976"/>
                  <a:pt x="10995" y="9740"/>
                  <a:pt x="10995" y="10649"/>
                </a:cubicBezTo>
                <a:lnTo>
                  <a:pt x="10995" y="11027"/>
                </a:lnTo>
                <a:lnTo>
                  <a:pt x="6144" y="11027"/>
                </a:lnTo>
                <a:lnTo>
                  <a:pt x="6144" y="10649"/>
                </a:lnTo>
                <a:cubicBezTo>
                  <a:pt x="6144" y="9704"/>
                  <a:pt x="6900" y="8980"/>
                  <a:pt x="7845" y="8980"/>
                </a:cubicBezTo>
                <a:lnTo>
                  <a:pt x="9263" y="8980"/>
                </a:lnTo>
                <a:cubicBezTo>
                  <a:pt x="9298" y="8977"/>
                  <a:pt x="9334" y="8976"/>
                  <a:pt x="9369" y="8976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2427"/>
                </a:lnTo>
                <a:cubicBezTo>
                  <a:pt x="0" y="2994"/>
                  <a:pt x="473" y="3466"/>
                  <a:pt x="1040" y="3466"/>
                </a:cubicBezTo>
                <a:lnTo>
                  <a:pt x="1386" y="3466"/>
                </a:lnTo>
                <a:lnTo>
                  <a:pt x="1386" y="4474"/>
                </a:lnTo>
                <a:cubicBezTo>
                  <a:pt x="1386" y="4688"/>
                  <a:pt x="1546" y="4829"/>
                  <a:pt x="1727" y="4829"/>
                </a:cubicBezTo>
                <a:cubicBezTo>
                  <a:pt x="1813" y="4829"/>
                  <a:pt x="1904" y="4797"/>
                  <a:pt x="1985" y="4726"/>
                </a:cubicBezTo>
                <a:lnTo>
                  <a:pt x="3245" y="3466"/>
                </a:lnTo>
                <a:lnTo>
                  <a:pt x="4096" y="3466"/>
                </a:lnTo>
                <a:lnTo>
                  <a:pt x="4096" y="3813"/>
                </a:lnTo>
                <a:cubicBezTo>
                  <a:pt x="4096" y="4348"/>
                  <a:pt x="4568" y="4821"/>
                  <a:pt x="5136" y="4821"/>
                </a:cubicBezTo>
                <a:lnTo>
                  <a:pt x="7057" y="4821"/>
                </a:lnTo>
                <a:lnTo>
                  <a:pt x="7908" y="5672"/>
                </a:lnTo>
                <a:cubicBezTo>
                  <a:pt x="7341" y="5924"/>
                  <a:pt x="6868" y="6522"/>
                  <a:pt x="6868" y="7247"/>
                </a:cubicBezTo>
                <a:cubicBezTo>
                  <a:pt x="6868" y="7625"/>
                  <a:pt x="7026" y="8034"/>
                  <a:pt x="7278" y="8349"/>
                </a:cubicBezTo>
                <a:cubicBezTo>
                  <a:pt x="6648" y="8507"/>
                  <a:pt x="6144" y="8885"/>
                  <a:pt x="5829" y="9452"/>
                </a:cubicBezTo>
                <a:cubicBezTo>
                  <a:pt x="5514" y="8917"/>
                  <a:pt x="5010" y="8539"/>
                  <a:pt x="4411" y="8381"/>
                </a:cubicBezTo>
                <a:cubicBezTo>
                  <a:pt x="4663" y="8066"/>
                  <a:pt x="4821" y="7719"/>
                  <a:pt x="4821" y="7278"/>
                </a:cubicBezTo>
                <a:cubicBezTo>
                  <a:pt x="4821" y="6333"/>
                  <a:pt x="4064" y="5577"/>
                  <a:pt x="3119" y="5577"/>
                </a:cubicBezTo>
                <a:cubicBezTo>
                  <a:pt x="2174" y="5577"/>
                  <a:pt x="1418" y="6333"/>
                  <a:pt x="1418" y="7278"/>
                </a:cubicBezTo>
                <a:cubicBezTo>
                  <a:pt x="1418" y="7719"/>
                  <a:pt x="1576" y="8097"/>
                  <a:pt x="1828" y="8381"/>
                </a:cubicBezTo>
                <a:cubicBezTo>
                  <a:pt x="788" y="8665"/>
                  <a:pt x="32" y="9610"/>
                  <a:pt x="32" y="10712"/>
                </a:cubicBezTo>
                <a:lnTo>
                  <a:pt x="32" y="11374"/>
                </a:lnTo>
                <a:cubicBezTo>
                  <a:pt x="32" y="11563"/>
                  <a:pt x="189" y="11721"/>
                  <a:pt x="410" y="11721"/>
                </a:cubicBezTo>
                <a:lnTo>
                  <a:pt x="11374" y="11721"/>
                </a:lnTo>
                <a:cubicBezTo>
                  <a:pt x="11594" y="11721"/>
                  <a:pt x="11752" y="11563"/>
                  <a:pt x="11752" y="11374"/>
                </a:cubicBezTo>
                <a:lnTo>
                  <a:pt x="11752" y="10712"/>
                </a:lnTo>
                <a:cubicBezTo>
                  <a:pt x="11752" y="9610"/>
                  <a:pt x="10995" y="8665"/>
                  <a:pt x="9956" y="8381"/>
                </a:cubicBezTo>
                <a:cubicBezTo>
                  <a:pt x="10208" y="8066"/>
                  <a:pt x="10365" y="7719"/>
                  <a:pt x="10365" y="7278"/>
                </a:cubicBezTo>
                <a:cubicBezTo>
                  <a:pt x="10365" y="6459"/>
                  <a:pt x="9767" y="5735"/>
                  <a:pt x="8979" y="5577"/>
                </a:cubicBezTo>
                <a:lnTo>
                  <a:pt x="8979" y="4884"/>
                </a:lnTo>
                <a:lnTo>
                  <a:pt x="10649" y="4884"/>
                </a:lnTo>
                <a:lnTo>
                  <a:pt x="10649" y="4821"/>
                </a:lnTo>
                <a:cubicBezTo>
                  <a:pt x="11185" y="4821"/>
                  <a:pt x="11657" y="4348"/>
                  <a:pt x="11657" y="3813"/>
                </a:cubicBezTo>
                <a:lnTo>
                  <a:pt x="11657" y="2395"/>
                </a:lnTo>
                <a:cubicBezTo>
                  <a:pt x="11657" y="1828"/>
                  <a:pt x="11185" y="1355"/>
                  <a:pt x="10649" y="1355"/>
                </a:cubicBezTo>
                <a:lnTo>
                  <a:pt x="7530" y="1355"/>
                </a:lnTo>
                <a:lnTo>
                  <a:pt x="7530" y="1009"/>
                </a:lnTo>
                <a:cubicBezTo>
                  <a:pt x="7530" y="473"/>
                  <a:pt x="7057" y="1"/>
                  <a:pt x="649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0" name="Google Shape;12541;p89">
            <a:extLst>
              <a:ext uri="{FF2B5EF4-FFF2-40B4-BE49-F238E27FC236}">
                <a16:creationId xmlns:a16="http://schemas.microsoft.com/office/drawing/2014/main" id="{1E762FC7-23C6-FDDC-8DE3-3EE49EB494A5}"/>
              </a:ext>
            </a:extLst>
          </p:cNvPr>
          <p:cNvSpPr/>
          <p:nvPr/>
        </p:nvSpPr>
        <p:spPr>
          <a:xfrm>
            <a:off x="2893270" y="3477404"/>
            <a:ext cx="644699" cy="642992"/>
          </a:xfrm>
          <a:custGeom>
            <a:avLst/>
            <a:gdLst/>
            <a:ahLst/>
            <a:cxnLst/>
            <a:rect l="l" t="t" r="r" b="b"/>
            <a:pathLst>
              <a:path w="11720" h="11689" extrusionOk="0">
                <a:moveTo>
                  <a:pt x="10649" y="693"/>
                </a:moveTo>
                <a:cubicBezTo>
                  <a:pt x="10838" y="693"/>
                  <a:pt x="10995" y="851"/>
                  <a:pt x="10995" y="1040"/>
                </a:cubicBezTo>
                <a:lnTo>
                  <a:pt x="10995" y="7593"/>
                </a:lnTo>
                <a:lnTo>
                  <a:pt x="693" y="7593"/>
                </a:lnTo>
                <a:lnTo>
                  <a:pt x="693" y="1040"/>
                </a:lnTo>
                <a:cubicBezTo>
                  <a:pt x="725" y="851"/>
                  <a:pt x="882" y="693"/>
                  <a:pt x="1040" y="693"/>
                </a:cubicBezTo>
                <a:close/>
                <a:moveTo>
                  <a:pt x="10995" y="8223"/>
                </a:moveTo>
                <a:lnTo>
                  <a:pt x="10995" y="8569"/>
                </a:lnTo>
                <a:cubicBezTo>
                  <a:pt x="11027" y="8821"/>
                  <a:pt x="10869" y="8916"/>
                  <a:pt x="10680" y="8916"/>
                </a:cubicBezTo>
                <a:lnTo>
                  <a:pt x="1040" y="8916"/>
                </a:lnTo>
                <a:cubicBezTo>
                  <a:pt x="851" y="8916"/>
                  <a:pt x="693" y="8758"/>
                  <a:pt x="693" y="8569"/>
                </a:cubicBezTo>
                <a:lnTo>
                  <a:pt x="693" y="8223"/>
                </a:lnTo>
                <a:close/>
                <a:moveTo>
                  <a:pt x="6679" y="9641"/>
                </a:moveTo>
                <a:lnTo>
                  <a:pt x="6994" y="11027"/>
                </a:lnTo>
                <a:lnTo>
                  <a:pt x="4694" y="11027"/>
                </a:lnTo>
                <a:lnTo>
                  <a:pt x="5009" y="9641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08"/>
                </a:cubicBezTo>
                <a:lnTo>
                  <a:pt x="0" y="8569"/>
                </a:lnTo>
                <a:cubicBezTo>
                  <a:pt x="0" y="9137"/>
                  <a:pt x="473" y="9609"/>
                  <a:pt x="1040" y="9609"/>
                </a:cubicBezTo>
                <a:lnTo>
                  <a:pt x="4316" y="9609"/>
                </a:lnTo>
                <a:lnTo>
                  <a:pt x="4001" y="10964"/>
                </a:lnTo>
                <a:lnTo>
                  <a:pt x="3087" y="10964"/>
                </a:lnTo>
                <a:cubicBezTo>
                  <a:pt x="2898" y="10964"/>
                  <a:pt x="2741" y="11121"/>
                  <a:pt x="2741" y="11342"/>
                </a:cubicBezTo>
                <a:cubicBezTo>
                  <a:pt x="2741" y="11531"/>
                  <a:pt x="2898" y="11688"/>
                  <a:pt x="3087" y="11688"/>
                </a:cubicBezTo>
                <a:lnTo>
                  <a:pt x="8569" y="11688"/>
                </a:lnTo>
                <a:cubicBezTo>
                  <a:pt x="8758" y="11688"/>
                  <a:pt x="8916" y="11531"/>
                  <a:pt x="8916" y="11342"/>
                </a:cubicBezTo>
                <a:cubicBezTo>
                  <a:pt x="8916" y="11121"/>
                  <a:pt x="8758" y="10964"/>
                  <a:pt x="8569" y="10964"/>
                </a:cubicBezTo>
                <a:lnTo>
                  <a:pt x="7656" y="10964"/>
                </a:lnTo>
                <a:lnTo>
                  <a:pt x="7341" y="9609"/>
                </a:lnTo>
                <a:lnTo>
                  <a:pt x="10649" y="9609"/>
                </a:lnTo>
                <a:cubicBezTo>
                  <a:pt x="11216" y="9609"/>
                  <a:pt x="11688" y="9137"/>
                  <a:pt x="11688" y="8569"/>
                </a:cubicBezTo>
                <a:lnTo>
                  <a:pt x="11688" y="1008"/>
                </a:lnTo>
                <a:cubicBezTo>
                  <a:pt x="11720" y="473"/>
                  <a:pt x="11247" y="0"/>
                  <a:pt x="106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81" name="Google Shape;12542;p89">
            <a:extLst>
              <a:ext uri="{FF2B5EF4-FFF2-40B4-BE49-F238E27FC236}">
                <a16:creationId xmlns:a16="http://schemas.microsoft.com/office/drawing/2014/main" id="{9B9F6193-A283-1B8E-B4F6-38986114A3A8}"/>
              </a:ext>
            </a:extLst>
          </p:cNvPr>
          <p:cNvSpPr/>
          <p:nvPr/>
        </p:nvSpPr>
        <p:spPr>
          <a:xfrm>
            <a:off x="3005873" y="3550181"/>
            <a:ext cx="417733" cy="303756"/>
          </a:xfrm>
          <a:custGeom>
            <a:avLst/>
            <a:gdLst/>
            <a:ahLst/>
            <a:cxnLst/>
            <a:rect l="l" t="t" r="r" b="b"/>
            <a:pathLst>
              <a:path w="7594" h="5522" extrusionOk="0">
                <a:moveTo>
                  <a:pt x="2994" y="725"/>
                </a:moveTo>
                <a:lnTo>
                  <a:pt x="2332" y="1387"/>
                </a:lnTo>
                <a:lnTo>
                  <a:pt x="1230" y="1387"/>
                </a:lnTo>
                <a:lnTo>
                  <a:pt x="1891" y="725"/>
                </a:lnTo>
                <a:close/>
                <a:moveTo>
                  <a:pt x="3781" y="882"/>
                </a:moveTo>
                <a:lnTo>
                  <a:pt x="4349" y="1418"/>
                </a:lnTo>
                <a:lnTo>
                  <a:pt x="3246" y="1418"/>
                </a:lnTo>
                <a:lnTo>
                  <a:pt x="3781" y="882"/>
                </a:lnTo>
                <a:close/>
                <a:moveTo>
                  <a:pt x="5735" y="756"/>
                </a:moveTo>
                <a:lnTo>
                  <a:pt x="6396" y="1418"/>
                </a:lnTo>
                <a:lnTo>
                  <a:pt x="5294" y="1418"/>
                </a:lnTo>
                <a:lnTo>
                  <a:pt x="4632" y="756"/>
                </a:lnTo>
                <a:close/>
                <a:moveTo>
                  <a:pt x="2175" y="2080"/>
                </a:moveTo>
                <a:lnTo>
                  <a:pt x="2868" y="3749"/>
                </a:lnTo>
                <a:lnTo>
                  <a:pt x="1198" y="2080"/>
                </a:lnTo>
                <a:close/>
                <a:moveTo>
                  <a:pt x="6396" y="2080"/>
                </a:moveTo>
                <a:lnTo>
                  <a:pt x="4727" y="3749"/>
                </a:lnTo>
                <a:lnTo>
                  <a:pt x="5420" y="2080"/>
                </a:lnTo>
                <a:close/>
                <a:moveTo>
                  <a:pt x="4664" y="2080"/>
                </a:moveTo>
                <a:lnTo>
                  <a:pt x="3781" y="4253"/>
                </a:lnTo>
                <a:lnTo>
                  <a:pt x="2931" y="2080"/>
                </a:lnTo>
                <a:close/>
                <a:moveTo>
                  <a:pt x="1734" y="0"/>
                </a:moveTo>
                <a:cubicBezTo>
                  <a:pt x="1671" y="0"/>
                  <a:pt x="1545" y="32"/>
                  <a:pt x="1513" y="126"/>
                </a:cubicBezTo>
                <a:lnTo>
                  <a:pt x="127" y="1513"/>
                </a:lnTo>
                <a:cubicBezTo>
                  <a:pt x="1" y="1670"/>
                  <a:pt x="1" y="1859"/>
                  <a:pt x="127" y="2017"/>
                </a:cubicBezTo>
                <a:lnTo>
                  <a:pt x="3561" y="5451"/>
                </a:lnTo>
                <a:cubicBezTo>
                  <a:pt x="3624" y="5498"/>
                  <a:pt x="3711" y="5522"/>
                  <a:pt x="3797" y="5522"/>
                </a:cubicBezTo>
                <a:cubicBezTo>
                  <a:pt x="3884" y="5522"/>
                  <a:pt x="3970" y="5498"/>
                  <a:pt x="4033" y="5451"/>
                </a:cubicBezTo>
                <a:lnTo>
                  <a:pt x="7468" y="2017"/>
                </a:lnTo>
                <a:cubicBezTo>
                  <a:pt x="7594" y="1891"/>
                  <a:pt x="7594" y="1702"/>
                  <a:pt x="7499" y="1544"/>
                </a:cubicBezTo>
                <a:lnTo>
                  <a:pt x="7468" y="1513"/>
                </a:lnTo>
                <a:lnTo>
                  <a:pt x="6081" y="126"/>
                </a:lnTo>
                <a:cubicBezTo>
                  <a:pt x="6018" y="32"/>
                  <a:pt x="5924" y="0"/>
                  <a:pt x="58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8" name="Google Shape;12550;p89">
            <a:extLst>
              <a:ext uri="{FF2B5EF4-FFF2-40B4-BE49-F238E27FC236}">
                <a16:creationId xmlns:a16="http://schemas.microsoft.com/office/drawing/2014/main" id="{B5A53654-BD99-9EAC-40E3-1F3714CBAC7C}"/>
              </a:ext>
            </a:extLst>
          </p:cNvPr>
          <p:cNvSpPr/>
          <p:nvPr/>
        </p:nvSpPr>
        <p:spPr>
          <a:xfrm>
            <a:off x="7003473" y="3476553"/>
            <a:ext cx="641288" cy="644699"/>
          </a:xfrm>
          <a:custGeom>
            <a:avLst/>
            <a:gdLst/>
            <a:ahLst/>
            <a:cxnLst/>
            <a:rect l="l" t="t" r="r" b="b"/>
            <a:pathLst>
              <a:path w="11658" h="11720" extrusionOk="0">
                <a:moveTo>
                  <a:pt x="4380" y="693"/>
                </a:moveTo>
                <a:cubicBezTo>
                  <a:pt x="6774" y="693"/>
                  <a:pt x="8161" y="1355"/>
                  <a:pt x="8161" y="1733"/>
                </a:cubicBezTo>
                <a:cubicBezTo>
                  <a:pt x="8161" y="2080"/>
                  <a:pt x="6774" y="2741"/>
                  <a:pt x="4380" y="2741"/>
                </a:cubicBezTo>
                <a:cubicBezTo>
                  <a:pt x="1986" y="2741"/>
                  <a:pt x="599" y="2080"/>
                  <a:pt x="599" y="1733"/>
                </a:cubicBezTo>
                <a:cubicBezTo>
                  <a:pt x="631" y="1355"/>
                  <a:pt x="2017" y="693"/>
                  <a:pt x="4380" y="693"/>
                </a:cubicBezTo>
                <a:close/>
                <a:moveTo>
                  <a:pt x="8224" y="2710"/>
                </a:moveTo>
                <a:lnTo>
                  <a:pt x="8224" y="4190"/>
                </a:lnTo>
                <a:lnTo>
                  <a:pt x="7845" y="4190"/>
                </a:lnTo>
                <a:cubicBezTo>
                  <a:pt x="7815" y="4189"/>
                  <a:pt x="7784" y="4189"/>
                  <a:pt x="7753" y="4189"/>
                </a:cubicBezTo>
                <a:cubicBezTo>
                  <a:pt x="6625" y="4189"/>
                  <a:pt x="5622" y="4748"/>
                  <a:pt x="4947" y="5545"/>
                </a:cubicBezTo>
                <a:cubicBezTo>
                  <a:pt x="4743" y="5555"/>
                  <a:pt x="4544" y="5560"/>
                  <a:pt x="4352" y="5560"/>
                </a:cubicBezTo>
                <a:cubicBezTo>
                  <a:pt x="2081" y="5560"/>
                  <a:pt x="662" y="4912"/>
                  <a:pt x="662" y="4505"/>
                </a:cubicBezTo>
                <a:lnTo>
                  <a:pt x="662" y="2710"/>
                </a:lnTo>
                <a:cubicBezTo>
                  <a:pt x="1639" y="3308"/>
                  <a:pt x="3246" y="3466"/>
                  <a:pt x="4443" y="3466"/>
                </a:cubicBezTo>
                <a:cubicBezTo>
                  <a:pt x="5577" y="3466"/>
                  <a:pt x="7215" y="3308"/>
                  <a:pt x="8224" y="2710"/>
                </a:cubicBezTo>
                <a:close/>
                <a:moveTo>
                  <a:pt x="631" y="5514"/>
                </a:moveTo>
                <a:cubicBezTo>
                  <a:pt x="1639" y="6081"/>
                  <a:pt x="3309" y="6238"/>
                  <a:pt x="4474" y="6238"/>
                </a:cubicBezTo>
                <a:cubicBezTo>
                  <a:pt x="4222" y="6711"/>
                  <a:pt x="4065" y="7309"/>
                  <a:pt x="4065" y="7939"/>
                </a:cubicBezTo>
                <a:lnTo>
                  <a:pt x="4065" y="8286"/>
                </a:lnTo>
                <a:cubicBezTo>
                  <a:pt x="1860" y="8223"/>
                  <a:pt x="631" y="7624"/>
                  <a:pt x="631" y="7278"/>
                </a:cubicBezTo>
                <a:lnTo>
                  <a:pt x="631" y="5514"/>
                </a:lnTo>
                <a:close/>
                <a:moveTo>
                  <a:pt x="631" y="8223"/>
                </a:moveTo>
                <a:cubicBezTo>
                  <a:pt x="1576" y="8759"/>
                  <a:pt x="3120" y="8979"/>
                  <a:pt x="4222" y="8979"/>
                </a:cubicBezTo>
                <a:cubicBezTo>
                  <a:pt x="4474" y="9798"/>
                  <a:pt x="4947" y="10460"/>
                  <a:pt x="5609" y="10964"/>
                </a:cubicBezTo>
                <a:cubicBezTo>
                  <a:pt x="5199" y="11005"/>
                  <a:pt x="4802" y="11024"/>
                  <a:pt x="4424" y="11024"/>
                </a:cubicBezTo>
                <a:cubicBezTo>
                  <a:pt x="2216" y="11024"/>
                  <a:pt x="631" y="10391"/>
                  <a:pt x="631" y="9987"/>
                </a:cubicBezTo>
                <a:lnTo>
                  <a:pt x="631" y="8223"/>
                </a:lnTo>
                <a:close/>
                <a:moveTo>
                  <a:pt x="7814" y="4852"/>
                </a:moveTo>
                <a:cubicBezTo>
                  <a:pt x="9515" y="4852"/>
                  <a:pt x="10933" y="6238"/>
                  <a:pt x="10933" y="7939"/>
                </a:cubicBezTo>
                <a:cubicBezTo>
                  <a:pt x="10964" y="9641"/>
                  <a:pt x="9547" y="11027"/>
                  <a:pt x="7814" y="11027"/>
                </a:cubicBezTo>
                <a:cubicBezTo>
                  <a:pt x="6113" y="11027"/>
                  <a:pt x="4726" y="9641"/>
                  <a:pt x="4726" y="7939"/>
                </a:cubicBezTo>
                <a:cubicBezTo>
                  <a:pt x="4726" y="6238"/>
                  <a:pt x="6113" y="4852"/>
                  <a:pt x="7814" y="4852"/>
                </a:cubicBezTo>
                <a:close/>
                <a:moveTo>
                  <a:pt x="4411" y="0"/>
                </a:moveTo>
                <a:cubicBezTo>
                  <a:pt x="3277" y="0"/>
                  <a:pt x="2206" y="158"/>
                  <a:pt x="1418" y="410"/>
                </a:cubicBezTo>
                <a:cubicBezTo>
                  <a:pt x="253" y="819"/>
                  <a:pt x="1" y="1323"/>
                  <a:pt x="1" y="1733"/>
                </a:cubicBezTo>
                <a:lnTo>
                  <a:pt x="1" y="9987"/>
                </a:lnTo>
                <a:cubicBezTo>
                  <a:pt x="1" y="10334"/>
                  <a:pt x="253" y="10901"/>
                  <a:pt x="1418" y="11279"/>
                </a:cubicBezTo>
                <a:cubicBezTo>
                  <a:pt x="2269" y="11562"/>
                  <a:pt x="3309" y="11720"/>
                  <a:pt x="4411" y="11720"/>
                </a:cubicBezTo>
                <a:cubicBezTo>
                  <a:pt x="5199" y="11720"/>
                  <a:pt x="5955" y="11657"/>
                  <a:pt x="6617" y="11531"/>
                </a:cubicBezTo>
                <a:cubicBezTo>
                  <a:pt x="7026" y="11657"/>
                  <a:pt x="7404" y="11720"/>
                  <a:pt x="7845" y="11720"/>
                </a:cubicBezTo>
                <a:cubicBezTo>
                  <a:pt x="9925" y="11720"/>
                  <a:pt x="11658" y="10019"/>
                  <a:pt x="11658" y="7939"/>
                </a:cubicBezTo>
                <a:cubicBezTo>
                  <a:pt x="11626" y="6175"/>
                  <a:pt x="10397" y="4757"/>
                  <a:pt x="8822" y="4316"/>
                </a:cubicBezTo>
                <a:lnTo>
                  <a:pt x="8822" y="1733"/>
                </a:lnTo>
                <a:cubicBezTo>
                  <a:pt x="8822" y="1355"/>
                  <a:pt x="8602" y="819"/>
                  <a:pt x="7404" y="410"/>
                </a:cubicBezTo>
                <a:cubicBezTo>
                  <a:pt x="6585" y="158"/>
                  <a:pt x="5514" y="0"/>
                  <a:pt x="441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9" name="Google Shape;12551;p89">
            <a:extLst>
              <a:ext uri="{FF2B5EF4-FFF2-40B4-BE49-F238E27FC236}">
                <a16:creationId xmlns:a16="http://schemas.microsoft.com/office/drawing/2014/main" id="{B055FE5C-B81A-6E1D-36FA-0DE1438169B3}"/>
              </a:ext>
            </a:extLst>
          </p:cNvPr>
          <p:cNvSpPr/>
          <p:nvPr/>
        </p:nvSpPr>
        <p:spPr>
          <a:xfrm>
            <a:off x="7322358" y="3856055"/>
            <a:ext cx="227075" cy="149128"/>
          </a:xfrm>
          <a:custGeom>
            <a:avLst/>
            <a:gdLst/>
            <a:ahLst/>
            <a:cxnLst/>
            <a:rect l="l" t="t" r="r" b="b"/>
            <a:pathLst>
              <a:path w="4128" h="2711" extrusionOk="0">
                <a:moveTo>
                  <a:pt x="3785" y="1"/>
                </a:moveTo>
                <a:cubicBezTo>
                  <a:pt x="3695" y="1"/>
                  <a:pt x="3608" y="32"/>
                  <a:pt x="3561" y="95"/>
                </a:cubicBezTo>
                <a:lnTo>
                  <a:pt x="1733" y="1923"/>
                </a:lnTo>
                <a:lnTo>
                  <a:pt x="599" y="757"/>
                </a:lnTo>
                <a:cubicBezTo>
                  <a:pt x="536" y="710"/>
                  <a:pt x="450" y="686"/>
                  <a:pt x="363" y="686"/>
                </a:cubicBezTo>
                <a:cubicBezTo>
                  <a:pt x="276" y="686"/>
                  <a:pt x="190" y="710"/>
                  <a:pt x="127" y="757"/>
                </a:cubicBezTo>
                <a:cubicBezTo>
                  <a:pt x="1" y="883"/>
                  <a:pt x="1" y="1135"/>
                  <a:pt x="127" y="1229"/>
                </a:cubicBezTo>
                <a:lnTo>
                  <a:pt x="1513" y="2616"/>
                </a:lnTo>
                <a:cubicBezTo>
                  <a:pt x="1560" y="2679"/>
                  <a:pt x="1647" y="2710"/>
                  <a:pt x="1737" y="2710"/>
                </a:cubicBezTo>
                <a:cubicBezTo>
                  <a:pt x="1828" y="2710"/>
                  <a:pt x="1922" y="2679"/>
                  <a:pt x="1985" y="2616"/>
                </a:cubicBezTo>
                <a:lnTo>
                  <a:pt x="4033" y="568"/>
                </a:lnTo>
                <a:cubicBezTo>
                  <a:pt x="4128" y="442"/>
                  <a:pt x="4128" y="221"/>
                  <a:pt x="4033" y="95"/>
                </a:cubicBezTo>
                <a:cubicBezTo>
                  <a:pt x="3970" y="32"/>
                  <a:pt x="3876" y="1"/>
                  <a:pt x="378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6" name="Google Shape;12555;p89">
            <a:extLst>
              <a:ext uri="{FF2B5EF4-FFF2-40B4-BE49-F238E27FC236}">
                <a16:creationId xmlns:a16="http://schemas.microsoft.com/office/drawing/2014/main" id="{CAA3F8E1-D6F1-9E76-A8DE-7CEC6F51AA2A}"/>
              </a:ext>
            </a:extLst>
          </p:cNvPr>
          <p:cNvSpPr/>
          <p:nvPr/>
        </p:nvSpPr>
        <p:spPr>
          <a:xfrm>
            <a:off x="11152667" y="3477405"/>
            <a:ext cx="641288" cy="642992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10649" y="662"/>
                </a:moveTo>
                <a:cubicBezTo>
                  <a:pt x="10838" y="662"/>
                  <a:pt x="10996" y="820"/>
                  <a:pt x="10996" y="1009"/>
                </a:cubicBezTo>
                <a:cubicBezTo>
                  <a:pt x="10996" y="1198"/>
                  <a:pt x="10838" y="1355"/>
                  <a:pt x="10649" y="1355"/>
                </a:cubicBezTo>
                <a:lnTo>
                  <a:pt x="1040" y="1355"/>
                </a:lnTo>
                <a:cubicBezTo>
                  <a:pt x="851" y="1355"/>
                  <a:pt x="694" y="1198"/>
                  <a:pt x="694" y="1009"/>
                </a:cubicBezTo>
                <a:cubicBezTo>
                  <a:pt x="694" y="820"/>
                  <a:pt x="851" y="662"/>
                  <a:pt x="1040" y="662"/>
                </a:cubicBezTo>
                <a:close/>
                <a:moveTo>
                  <a:pt x="10303" y="2049"/>
                </a:moveTo>
                <a:lnTo>
                  <a:pt x="10303" y="7908"/>
                </a:lnTo>
                <a:cubicBezTo>
                  <a:pt x="10334" y="8097"/>
                  <a:pt x="10177" y="8255"/>
                  <a:pt x="9988" y="8255"/>
                </a:cubicBezTo>
                <a:lnTo>
                  <a:pt x="1702" y="8255"/>
                </a:lnTo>
                <a:cubicBezTo>
                  <a:pt x="1513" y="8255"/>
                  <a:pt x="1355" y="8097"/>
                  <a:pt x="1355" y="7908"/>
                </a:cubicBezTo>
                <a:lnTo>
                  <a:pt x="1355" y="2049"/>
                </a:lnTo>
                <a:close/>
                <a:moveTo>
                  <a:pt x="5797" y="10271"/>
                </a:moveTo>
                <a:cubicBezTo>
                  <a:pt x="5986" y="10271"/>
                  <a:pt x="6144" y="10429"/>
                  <a:pt x="6144" y="10618"/>
                </a:cubicBezTo>
                <a:cubicBezTo>
                  <a:pt x="6144" y="10807"/>
                  <a:pt x="5986" y="10964"/>
                  <a:pt x="5797" y="10964"/>
                </a:cubicBezTo>
                <a:cubicBezTo>
                  <a:pt x="5608" y="10964"/>
                  <a:pt x="5451" y="10807"/>
                  <a:pt x="5451" y="10618"/>
                </a:cubicBezTo>
                <a:cubicBezTo>
                  <a:pt x="5451" y="10429"/>
                  <a:pt x="5608" y="10271"/>
                  <a:pt x="5797" y="10271"/>
                </a:cubicBezTo>
                <a:close/>
                <a:moveTo>
                  <a:pt x="1040" y="1"/>
                </a:moveTo>
                <a:cubicBezTo>
                  <a:pt x="473" y="1"/>
                  <a:pt x="1" y="473"/>
                  <a:pt x="1" y="1009"/>
                </a:cubicBezTo>
                <a:cubicBezTo>
                  <a:pt x="1" y="1450"/>
                  <a:pt x="284" y="1828"/>
                  <a:pt x="694" y="1986"/>
                </a:cubicBezTo>
                <a:lnTo>
                  <a:pt x="694" y="7908"/>
                </a:lnTo>
                <a:cubicBezTo>
                  <a:pt x="694" y="8444"/>
                  <a:pt x="1166" y="8917"/>
                  <a:pt x="1702" y="8917"/>
                </a:cubicBezTo>
                <a:lnTo>
                  <a:pt x="5482" y="8917"/>
                </a:lnTo>
                <a:lnTo>
                  <a:pt x="5482" y="9673"/>
                </a:lnTo>
                <a:cubicBezTo>
                  <a:pt x="5104" y="9830"/>
                  <a:pt x="4821" y="10177"/>
                  <a:pt x="4821" y="10649"/>
                </a:cubicBezTo>
                <a:cubicBezTo>
                  <a:pt x="4821" y="11216"/>
                  <a:pt x="5293" y="11689"/>
                  <a:pt x="5829" y="11689"/>
                </a:cubicBezTo>
                <a:cubicBezTo>
                  <a:pt x="6396" y="11689"/>
                  <a:pt x="6869" y="11216"/>
                  <a:pt x="6869" y="10649"/>
                </a:cubicBezTo>
                <a:cubicBezTo>
                  <a:pt x="6869" y="10240"/>
                  <a:pt x="6585" y="9830"/>
                  <a:pt x="6207" y="9673"/>
                </a:cubicBezTo>
                <a:lnTo>
                  <a:pt x="6207" y="8917"/>
                </a:lnTo>
                <a:lnTo>
                  <a:pt x="10019" y="8917"/>
                </a:lnTo>
                <a:cubicBezTo>
                  <a:pt x="10555" y="8917"/>
                  <a:pt x="11027" y="8444"/>
                  <a:pt x="11027" y="7908"/>
                </a:cubicBezTo>
                <a:lnTo>
                  <a:pt x="11027" y="1986"/>
                </a:lnTo>
                <a:cubicBezTo>
                  <a:pt x="11405" y="1828"/>
                  <a:pt x="11657" y="1450"/>
                  <a:pt x="11657" y="1009"/>
                </a:cubicBezTo>
                <a:cubicBezTo>
                  <a:pt x="11657" y="473"/>
                  <a:pt x="11185" y="1"/>
                  <a:pt x="1064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7" name="Google Shape;12556;p89">
            <a:extLst>
              <a:ext uri="{FF2B5EF4-FFF2-40B4-BE49-F238E27FC236}">
                <a16:creationId xmlns:a16="http://schemas.microsoft.com/office/drawing/2014/main" id="{5F69B26B-58E4-990D-1572-44F160342E90}"/>
              </a:ext>
            </a:extLst>
          </p:cNvPr>
          <p:cNvSpPr/>
          <p:nvPr/>
        </p:nvSpPr>
        <p:spPr>
          <a:xfrm>
            <a:off x="11265326" y="3668064"/>
            <a:ext cx="415975" cy="185928"/>
          </a:xfrm>
          <a:custGeom>
            <a:avLst/>
            <a:gdLst/>
            <a:ahLst/>
            <a:cxnLst/>
            <a:rect l="l" t="t" r="r" b="b"/>
            <a:pathLst>
              <a:path w="7562" h="3380" extrusionOk="0">
                <a:moveTo>
                  <a:pt x="6553" y="0"/>
                </a:moveTo>
                <a:cubicBezTo>
                  <a:pt x="6144" y="0"/>
                  <a:pt x="6081" y="504"/>
                  <a:pt x="6427" y="662"/>
                </a:cubicBezTo>
                <a:lnTo>
                  <a:pt x="4474" y="2584"/>
                </a:lnTo>
                <a:lnTo>
                  <a:pt x="2647" y="788"/>
                </a:lnTo>
                <a:cubicBezTo>
                  <a:pt x="2584" y="725"/>
                  <a:pt x="2497" y="693"/>
                  <a:pt x="2410" y="693"/>
                </a:cubicBezTo>
                <a:cubicBezTo>
                  <a:pt x="2324" y="693"/>
                  <a:pt x="2237" y="725"/>
                  <a:pt x="2174" y="788"/>
                </a:cubicBezTo>
                <a:lnTo>
                  <a:pt x="126" y="2836"/>
                </a:lnTo>
                <a:cubicBezTo>
                  <a:pt x="0" y="2930"/>
                  <a:pt x="0" y="3182"/>
                  <a:pt x="126" y="3308"/>
                </a:cubicBezTo>
                <a:cubicBezTo>
                  <a:pt x="189" y="3356"/>
                  <a:pt x="276" y="3379"/>
                  <a:pt x="363" y="3379"/>
                </a:cubicBezTo>
                <a:cubicBezTo>
                  <a:pt x="449" y="3379"/>
                  <a:pt x="536" y="3356"/>
                  <a:pt x="599" y="3308"/>
                </a:cubicBezTo>
                <a:lnTo>
                  <a:pt x="2426" y="1481"/>
                </a:lnTo>
                <a:lnTo>
                  <a:pt x="4222" y="3308"/>
                </a:lnTo>
                <a:cubicBezTo>
                  <a:pt x="4285" y="3356"/>
                  <a:pt x="4372" y="3379"/>
                  <a:pt x="4458" y="3379"/>
                </a:cubicBezTo>
                <a:cubicBezTo>
                  <a:pt x="4545" y="3379"/>
                  <a:pt x="4632" y="3356"/>
                  <a:pt x="4695" y="3308"/>
                </a:cubicBezTo>
                <a:lnTo>
                  <a:pt x="6900" y="1134"/>
                </a:lnTo>
                <a:cubicBezTo>
                  <a:pt x="6931" y="1260"/>
                  <a:pt x="7057" y="1355"/>
                  <a:pt x="7215" y="1355"/>
                </a:cubicBezTo>
                <a:cubicBezTo>
                  <a:pt x="7404" y="1355"/>
                  <a:pt x="7562" y="1197"/>
                  <a:pt x="7562" y="1008"/>
                </a:cubicBezTo>
                <a:lnTo>
                  <a:pt x="7562" y="347"/>
                </a:lnTo>
                <a:cubicBezTo>
                  <a:pt x="7562" y="158"/>
                  <a:pt x="7467" y="0"/>
                  <a:pt x="72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0" name="Google Shape;12566;p89">
            <a:extLst>
              <a:ext uri="{FF2B5EF4-FFF2-40B4-BE49-F238E27FC236}">
                <a16:creationId xmlns:a16="http://schemas.microsoft.com/office/drawing/2014/main" id="{41804276-5C85-1EC1-70A4-3841854265FD}"/>
              </a:ext>
            </a:extLst>
          </p:cNvPr>
          <p:cNvSpPr/>
          <p:nvPr/>
        </p:nvSpPr>
        <p:spPr>
          <a:xfrm>
            <a:off x="3729407" y="3478028"/>
            <a:ext cx="642992" cy="641232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797" y="2111"/>
                </a:moveTo>
                <a:cubicBezTo>
                  <a:pt x="6175" y="2111"/>
                  <a:pt x="6459" y="2426"/>
                  <a:pt x="6459" y="2773"/>
                </a:cubicBezTo>
                <a:cubicBezTo>
                  <a:pt x="6459" y="3151"/>
                  <a:pt x="6175" y="3466"/>
                  <a:pt x="5797" y="3466"/>
                </a:cubicBezTo>
                <a:cubicBezTo>
                  <a:pt x="5388" y="3466"/>
                  <a:pt x="5104" y="3151"/>
                  <a:pt x="5104" y="2773"/>
                </a:cubicBezTo>
                <a:cubicBezTo>
                  <a:pt x="5104" y="2426"/>
                  <a:pt x="5419" y="2111"/>
                  <a:pt x="5797" y="2111"/>
                </a:cubicBezTo>
                <a:close/>
                <a:moveTo>
                  <a:pt x="6112" y="4159"/>
                </a:moveTo>
                <a:cubicBezTo>
                  <a:pt x="6648" y="4159"/>
                  <a:pt x="7120" y="4631"/>
                  <a:pt x="7120" y="5198"/>
                </a:cubicBezTo>
                <a:lnTo>
                  <a:pt x="7120" y="5545"/>
                </a:lnTo>
                <a:lnTo>
                  <a:pt x="4379" y="5545"/>
                </a:lnTo>
                <a:lnTo>
                  <a:pt x="4379" y="5198"/>
                </a:lnTo>
                <a:cubicBezTo>
                  <a:pt x="4411" y="4600"/>
                  <a:pt x="4884" y="4159"/>
                  <a:pt x="5419" y="4159"/>
                </a:cubicBezTo>
                <a:close/>
                <a:moveTo>
                  <a:pt x="10586" y="662"/>
                </a:moveTo>
                <a:cubicBezTo>
                  <a:pt x="10775" y="662"/>
                  <a:pt x="10932" y="819"/>
                  <a:pt x="10932" y="1008"/>
                </a:cubicBezTo>
                <a:lnTo>
                  <a:pt x="10932" y="5860"/>
                </a:lnTo>
                <a:lnTo>
                  <a:pt x="10996" y="5860"/>
                </a:lnTo>
                <a:cubicBezTo>
                  <a:pt x="10996" y="6049"/>
                  <a:pt x="10838" y="6207"/>
                  <a:pt x="10617" y="6207"/>
                </a:cubicBezTo>
                <a:lnTo>
                  <a:pt x="9483" y="6207"/>
                </a:lnTo>
                <a:cubicBezTo>
                  <a:pt x="9326" y="5829"/>
                  <a:pt x="8979" y="5545"/>
                  <a:pt x="8507" y="5545"/>
                </a:cubicBezTo>
                <a:lnTo>
                  <a:pt x="7845" y="5545"/>
                </a:lnTo>
                <a:lnTo>
                  <a:pt x="7845" y="5198"/>
                </a:lnTo>
                <a:cubicBezTo>
                  <a:pt x="7845" y="4505"/>
                  <a:pt x="7435" y="3938"/>
                  <a:pt x="6837" y="3655"/>
                </a:cubicBezTo>
                <a:cubicBezTo>
                  <a:pt x="7057" y="3403"/>
                  <a:pt x="7152" y="3151"/>
                  <a:pt x="7152" y="2773"/>
                </a:cubicBezTo>
                <a:cubicBezTo>
                  <a:pt x="7152" y="2048"/>
                  <a:pt x="6522" y="1418"/>
                  <a:pt x="5797" y="1418"/>
                </a:cubicBezTo>
                <a:cubicBezTo>
                  <a:pt x="5041" y="1418"/>
                  <a:pt x="4411" y="2048"/>
                  <a:pt x="4411" y="2773"/>
                </a:cubicBezTo>
                <a:cubicBezTo>
                  <a:pt x="4411" y="3088"/>
                  <a:pt x="4537" y="3403"/>
                  <a:pt x="4726" y="3655"/>
                </a:cubicBezTo>
                <a:cubicBezTo>
                  <a:pt x="4127" y="3938"/>
                  <a:pt x="3749" y="4505"/>
                  <a:pt x="3749" y="5198"/>
                </a:cubicBezTo>
                <a:lnTo>
                  <a:pt x="3749" y="5545"/>
                </a:lnTo>
                <a:lnTo>
                  <a:pt x="3056" y="5545"/>
                </a:lnTo>
                <a:cubicBezTo>
                  <a:pt x="2647" y="5545"/>
                  <a:pt x="2237" y="5829"/>
                  <a:pt x="2080" y="6207"/>
                </a:cubicBezTo>
                <a:lnTo>
                  <a:pt x="977" y="6207"/>
                </a:lnTo>
                <a:cubicBezTo>
                  <a:pt x="788" y="6207"/>
                  <a:pt x="630" y="6049"/>
                  <a:pt x="630" y="5860"/>
                </a:cubicBezTo>
                <a:lnTo>
                  <a:pt x="630" y="1008"/>
                </a:lnTo>
                <a:cubicBezTo>
                  <a:pt x="630" y="819"/>
                  <a:pt x="788" y="662"/>
                  <a:pt x="977" y="662"/>
                </a:cubicBezTo>
                <a:close/>
                <a:moveTo>
                  <a:pt x="8538" y="6175"/>
                </a:moveTo>
                <a:cubicBezTo>
                  <a:pt x="8759" y="6175"/>
                  <a:pt x="8916" y="6333"/>
                  <a:pt x="8916" y="6522"/>
                </a:cubicBezTo>
                <a:cubicBezTo>
                  <a:pt x="8853" y="6711"/>
                  <a:pt x="8696" y="6868"/>
                  <a:pt x="8538" y="6868"/>
                </a:cubicBezTo>
                <a:lnTo>
                  <a:pt x="3088" y="6868"/>
                </a:lnTo>
                <a:cubicBezTo>
                  <a:pt x="2867" y="6868"/>
                  <a:pt x="2710" y="6711"/>
                  <a:pt x="2710" y="6522"/>
                </a:cubicBezTo>
                <a:cubicBezTo>
                  <a:pt x="2710" y="6333"/>
                  <a:pt x="2867" y="6175"/>
                  <a:pt x="3088" y="6175"/>
                </a:cubicBezTo>
                <a:close/>
                <a:moveTo>
                  <a:pt x="8160" y="7593"/>
                </a:moveTo>
                <a:lnTo>
                  <a:pt x="7561" y="11027"/>
                </a:lnTo>
                <a:lnTo>
                  <a:pt x="4033" y="11027"/>
                </a:lnTo>
                <a:lnTo>
                  <a:pt x="3466" y="7593"/>
                </a:lnTo>
                <a:close/>
                <a:moveTo>
                  <a:pt x="1008" y="0"/>
                </a:moveTo>
                <a:cubicBezTo>
                  <a:pt x="473" y="0"/>
                  <a:pt x="0" y="473"/>
                  <a:pt x="0" y="1008"/>
                </a:cubicBezTo>
                <a:lnTo>
                  <a:pt x="0" y="5860"/>
                </a:lnTo>
                <a:cubicBezTo>
                  <a:pt x="0" y="6396"/>
                  <a:pt x="473" y="6868"/>
                  <a:pt x="1008" y="6868"/>
                </a:cubicBezTo>
                <a:lnTo>
                  <a:pt x="2111" y="6868"/>
                </a:lnTo>
                <a:cubicBezTo>
                  <a:pt x="2237" y="7183"/>
                  <a:pt x="2489" y="7435"/>
                  <a:pt x="2804" y="7498"/>
                </a:cubicBezTo>
                <a:lnTo>
                  <a:pt x="3434" y="11373"/>
                </a:lnTo>
                <a:cubicBezTo>
                  <a:pt x="3466" y="11531"/>
                  <a:pt x="3592" y="11657"/>
                  <a:pt x="3781" y="11657"/>
                </a:cubicBezTo>
                <a:lnTo>
                  <a:pt x="7877" y="11657"/>
                </a:lnTo>
                <a:cubicBezTo>
                  <a:pt x="8034" y="11657"/>
                  <a:pt x="8192" y="11531"/>
                  <a:pt x="8223" y="11373"/>
                </a:cubicBezTo>
                <a:lnTo>
                  <a:pt x="8853" y="7498"/>
                </a:lnTo>
                <a:cubicBezTo>
                  <a:pt x="9168" y="7435"/>
                  <a:pt x="9420" y="7183"/>
                  <a:pt x="9546" y="6868"/>
                </a:cubicBezTo>
                <a:lnTo>
                  <a:pt x="10680" y="6868"/>
                </a:lnTo>
                <a:cubicBezTo>
                  <a:pt x="11216" y="6868"/>
                  <a:pt x="11689" y="6396"/>
                  <a:pt x="11689" y="5860"/>
                </a:cubicBezTo>
                <a:lnTo>
                  <a:pt x="11689" y="1008"/>
                </a:lnTo>
                <a:cubicBezTo>
                  <a:pt x="11657" y="473"/>
                  <a:pt x="11185" y="0"/>
                  <a:pt x="1061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2" name="Google Shape;12581;p89">
            <a:extLst>
              <a:ext uri="{FF2B5EF4-FFF2-40B4-BE49-F238E27FC236}">
                <a16:creationId xmlns:a16="http://schemas.microsoft.com/office/drawing/2014/main" id="{D0C22CAD-64FF-90E9-2B2D-3D7110FE9501}"/>
              </a:ext>
            </a:extLst>
          </p:cNvPr>
          <p:cNvSpPr/>
          <p:nvPr/>
        </p:nvSpPr>
        <p:spPr>
          <a:xfrm>
            <a:off x="7973124" y="3477405"/>
            <a:ext cx="414267" cy="642992"/>
          </a:xfrm>
          <a:custGeom>
            <a:avLst/>
            <a:gdLst/>
            <a:ahLst/>
            <a:cxnLst/>
            <a:rect l="l" t="t" r="r" b="b"/>
            <a:pathLst>
              <a:path w="7531" h="11689" extrusionOk="0">
                <a:moveTo>
                  <a:pt x="6491" y="662"/>
                </a:moveTo>
                <a:cubicBezTo>
                  <a:pt x="6711" y="662"/>
                  <a:pt x="6869" y="820"/>
                  <a:pt x="6869" y="1009"/>
                </a:cubicBezTo>
                <a:lnTo>
                  <a:pt x="6869" y="7908"/>
                </a:lnTo>
                <a:cubicBezTo>
                  <a:pt x="6869" y="8097"/>
                  <a:pt x="6711" y="8255"/>
                  <a:pt x="6491" y="8255"/>
                </a:cubicBezTo>
                <a:lnTo>
                  <a:pt x="1040" y="8255"/>
                </a:lnTo>
                <a:cubicBezTo>
                  <a:pt x="851" y="8255"/>
                  <a:pt x="694" y="8097"/>
                  <a:pt x="694" y="7908"/>
                </a:cubicBezTo>
                <a:lnTo>
                  <a:pt x="694" y="1009"/>
                </a:lnTo>
                <a:cubicBezTo>
                  <a:pt x="694" y="820"/>
                  <a:pt x="851" y="662"/>
                  <a:pt x="1040" y="662"/>
                </a:cubicBezTo>
                <a:close/>
                <a:moveTo>
                  <a:pt x="4821" y="8948"/>
                </a:moveTo>
                <a:lnTo>
                  <a:pt x="4821" y="10996"/>
                </a:lnTo>
                <a:lnTo>
                  <a:pt x="2773" y="10996"/>
                </a:lnTo>
                <a:lnTo>
                  <a:pt x="2773" y="8948"/>
                </a:lnTo>
                <a:close/>
                <a:moveTo>
                  <a:pt x="1040" y="1"/>
                </a:moveTo>
                <a:cubicBezTo>
                  <a:pt x="473" y="1"/>
                  <a:pt x="1" y="473"/>
                  <a:pt x="1" y="1009"/>
                </a:cubicBezTo>
                <a:lnTo>
                  <a:pt x="1" y="7908"/>
                </a:lnTo>
                <a:cubicBezTo>
                  <a:pt x="1" y="8475"/>
                  <a:pt x="473" y="8917"/>
                  <a:pt x="1040" y="8917"/>
                </a:cubicBezTo>
                <a:lnTo>
                  <a:pt x="2049" y="8917"/>
                </a:lnTo>
                <a:lnTo>
                  <a:pt x="2049" y="10964"/>
                </a:lnTo>
                <a:lnTo>
                  <a:pt x="1040" y="10964"/>
                </a:lnTo>
                <a:cubicBezTo>
                  <a:pt x="851" y="10964"/>
                  <a:pt x="694" y="11122"/>
                  <a:pt x="694" y="11342"/>
                </a:cubicBezTo>
                <a:cubicBezTo>
                  <a:pt x="694" y="11531"/>
                  <a:pt x="851" y="11689"/>
                  <a:pt x="1040" y="11689"/>
                </a:cubicBezTo>
                <a:lnTo>
                  <a:pt x="6491" y="11689"/>
                </a:lnTo>
                <a:cubicBezTo>
                  <a:pt x="6711" y="11689"/>
                  <a:pt x="6869" y="11531"/>
                  <a:pt x="6869" y="11342"/>
                </a:cubicBezTo>
                <a:cubicBezTo>
                  <a:pt x="6869" y="11122"/>
                  <a:pt x="6711" y="10964"/>
                  <a:pt x="6491" y="10964"/>
                </a:cubicBezTo>
                <a:lnTo>
                  <a:pt x="5483" y="10964"/>
                </a:lnTo>
                <a:lnTo>
                  <a:pt x="5483" y="8917"/>
                </a:lnTo>
                <a:lnTo>
                  <a:pt x="6491" y="8917"/>
                </a:lnTo>
                <a:cubicBezTo>
                  <a:pt x="7058" y="8917"/>
                  <a:pt x="7531" y="8475"/>
                  <a:pt x="7531" y="7908"/>
                </a:cubicBezTo>
                <a:lnTo>
                  <a:pt x="7531" y="1009"/>
                </a:lnTo>
                <a:cubicBezTo>
                  <a:pt x="7531" y="442"/>
                  <a:pt x="7089" y="1"/>
                  <a:pt x="64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3" name="Google Shape;12582;p89">
            <a:extLst>
              <a:ext uri="{FF2B5EF4-FFF2-40B4-BE49-F238E27FC236}">
                <a16:creationId xmlns:a16="http://schemas.microsoft.com/office/drawing/2014/main" id="{F15BF2CA-4EAD-CC60-DEDF-19512FC8D96B}"/>
              </a:ext>
            </a:extLst>
          </p:cNvPr>
          <p:cNvSpPr/>
          <p:nvPr/>
        </p:nvSpPr>
        <p:spPr>
          <a:xfrm>
            <a:off x="8042490" y="3551449"/>
            <a:ext cx="273831" cy="189449"/>
          </a:xfrm>
          <a:custGeom>
            <a:avLst/>
            <a:gdLst/>
            <a:ahLst/>
            <a:cxnLst/>
            <a:rect l="l" t="t" r="r" b="b"/>
            <a:pathLst>
              <a:path w="4978" h="3444" extrusionOk="0">
                <a:moveTo>
                  <a:pt x="1859" y="1144"/>
                </a:moveTo>
                <a:lnTo>
                  <a:pt x="2678" y="2750"/>
                </a:lnTo>
                <a:lnTo>
                  <a:pt x="1040" y="2750"/>
                </a:lnTo>
                <a:lnTo>
                  <a:pt x="1859" y="1144"/>
                </a:lnTo>
                <a:close/>
                <a:moveTo>
                  <a:pt x="3151" y="1049"/>
                </a:moveTo>
                <a:lnTo>
                  <a:pt x="4033" y="2782"/>
                </a:lnTo>
                <a:lnTo>
                  <a:pt x="3403" y="2782"/>
                </a:lnTo>
                <a:lnTo>
                  <a:pt x="3403" y="2750"/>
                </a:lnTo>
                <a:lnTo>
                  <a:pt x="2804" y="1553"/>
                </a:lnTo>
                <a:lnTo>
                  <a:pt x="3151" y="1049"/>
                </a:lnTo>
                <a:close/>
                <a:moveTo>
                  <a:pt x="3213" y="1"/>
                </a:moveTo>
                <a:cubicBezTo>
                  <a:pt x="3110" y="1"/>
                  <a:pt x="3003" y="48"/>
                  <a:pt x="2930" y="135"/>
                </a:cubicBezTo>
                <a:lnTo>
                  <a:pt x="2457" y="829"/>
                </a:lnTo>
                <a:lnTo>
                  <a:pt x="2142" y="198"/>
                </a:lnTo>
                <a:cubicBezTo>
                  <a:pt x="2079" y="72"/>
                  <a:pt x="1961" y="9"/>
                  <a:pt x="1839" y="9"/>
                </a:cubicBezTo>
                <a:cubicBezTo>
                  <a:pt x="1717" y="9"/>
                  <a:pt x="1591" y="72"/>
                  <a:pt x="1512" y="198"/>
                </a:cubicBezTo>
                <a:lnTo>
                  <a:pt x="126" y="2939"/>
                </a:lnTo>
                <a:cubicBezTo>
                  <a:pt x="0" y="3191"/>
                  <a:pt x="158" y="3443"/>
                  <a:pt x="441" y="3443"/>
                </a:cubicBezTo>
                <a:lnTo>
                  <a:pt x="4537" y="3443"/>
                </a:lnTo>
                <a:cubicBezTo>
                  <a:pt x="4757" y="3443"/>
                  <a:pt x="4978" y="3191"/>
                  <a:pt x="4852" y="2939"/>
                </a:cubicBezTo>
                <a:lnTo>
                  <a:pt x="3497" y="198"/>
                </a:lnTo>
                <a:cubicBezTo>
                  <a:pt x="3446" y="63"/>
                  <a:pt x="3332" y="1"/>
                  <a:pt x="321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4" name="Google Shape;12583;p89">
            <a:extLst>
              <a:ext uri="{FF2B5EF4-FFF2-40B4-BE49-F238E27FC236}">
                <a16:creationId xmlns:a16="http://schemas.microsoft.com/office/drawing/2014/main" id="{AF720A18-5040-7D36-11C0-ACDA4A8702DE}"/>
              </a:ext>
            </a:extLst>
          </p:cNvPr>
          <p:cNvSpPr/>
          <p:nvPr/>
        </p:nvSpPr>
        <p:spPr>
          <a:xfrm>
            <a:off x="8084076" y="3780721"/>
            <a:ext cx="190659" cy="38176"/>
          </a:xfrm>
          <a:custGeom>
            <a:avLst/>
            <a:gdLst/>
            <a:ahLst/>
            <a:cxnLst/>
            <a:rect l="l" t="t" r="r" b="b"/>
            <a:pathLst>
              <a:path w="3466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119" y="693"/>
                </a:lnTo>
                <a:cubicBezTo>
                  <a:pt x="3308" y="693"/>
                  <a:pt x="3466" y="536"/>
                  <a:pt x="3466" y="347"/>
                </a:cubicBezTo>
                <a:cubicBezTo>
                  <a:pt x="3466" y="158"/>
                  <a:pt x="3308" y="0"/>
                  <a:pt x="31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75" name="Google Shape;12584;p89">
            <a:extLst>
              <a:ext uri="{FF2B5EF4-FFF2-40B4-BE49-F238E27FC236}">
                <a16:creationId xmlns:a16="http://schemas.microsoft.com/office/drawing/2014/main" id="{0E8DD0D0-5881-93E9-F76F-9FAA0635D7B0}"/>
              </a:ext>
            </a:extLst>
          </p:cNvPr>
          <p:cNvSpPr/>
          <p:nvPr/>
        </p:nvSpPr>
        <p:spPr>
          <a:xfrm>
            <a:off x="8084076" y="3856963"/>
            <a:ext cx="190659" cy="38176"/>
          </a:xfrm>
          <a:custGeom>
            <a:avLst/>
            <a:gdLst/>
            <a:ahLst/>
            <a:cxnLst/>
            <a:rect l="l" t="t" r="r" b="b"/>
            <a:pathLst>
              <a:path w="3466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119" y="693"/>
                </a:lnTo>
                <a:cubicBezTo>
                  <a:pt x="3308" y="693"/>
                  <a:pt x="3466" y="536"/>
                  <a:pt x="3466" y="347"/>
                </a:cubicBezTo>
                <a:cubicBezTo>
                  <a:pt x="3466" y="158"/>
                  <a:pt x="3308" y="0"/>
                  <a:pt x="31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16" name="Google Shape;12422;p89">
            <a:extLst>
              <a:ext uri="{FF2B5EF4-FFF2-40B4-BE49-F238E27FC236}">
                <a16:creationId xmlns:a16="http://schemas.microsoft.com/office/drawing/2014/main" id="{E0923E42-D269-4DB6-8B3C-3455C44A8434}"/>
              </a:ext>
            </a:extLst>
          </p:cNvPr>
          <p:cNvSpPr/>
          <p:nvPr/>
        </p:nvSpPr>
        <p:spPr>
          <a:xfrm>
            <a:off x="397192" y="1477274"/>
            <a:ext cx="660320" cy="644315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56" name="Google Shape;12428;p89">
            <a:extLst>
              <a:ext uri="{FF2B5EF4-FFF2-40B4-BE49-F238E27FC236}">
                <a16:creationId xmlns:a16="http://schemas.microsoft.com/office/drawing/2014/main" id="{3B208CF4-70BB-9D77-2990-7A9CCD4878A0}"/>
              </a:ext>
            </a:extLst>
          </p:cNvPr>
          <p:cNvSpPr/>
          <p:nvPr/>
        </p:nvSpPr>
        <p:spPr>
          <a:xfrm>
            <a:off x="4523765" y="1479199"/>
            <a:ext cx="644752" cy="640848"/>
          </a:xfrm>
          <a:custGeom>
            <a:avLst/>
            <a:gdLst/>
            <a:ahLst/>
            <a:cxnLst/>
            <a:rect l="l" t="t" r="r" b="b"/>
            <a:pathLst>
              <a:path w="11721" h="11650" extrusionOk="0">
                <a:moveTo>
                  <a:pt x="7625" y="694"/>
                </a:moveTo>
                <a:cubicBezTo>
                  <a:pt x="9515" y="694"/>
                  <a:pt x="11059" y="2206"/>
                  <a:pt x="11059" y="4096"/>
                </a:cubicBezTo>
                <a:cubicBezTo>
                  <a:pt x="11059" y="5987"/>
                  <a:pt x="9515" y="7530"/>
                  <a:pt x="7625" y="7530"/>
                </a:cubicBezTo>
                <a:cubicBezTo>
                  <a:pt x="5735" y="7530"/>
                  <a:pt x="4223" y="5987"/>
                  <a:pt x="4223" y="4096"/>
                </a:cubicBezTo>
                <a:cubicBezTo>
                  <a:pt x="4223" y="2206"/>
                  <a:pt x="5735" y="694"/>
                  <a:pt x="7625" y="694"/>
                </a:cubicBezTo>
                <a:close/>
                <a:moveTo>
                  <a:pt x="3344" y="8066"/>
                </a:moveTo>
                <a:cubicBezTo>
                  <a:pt x="3435" y="8066"/>
                  <a:pt x="3529" y="8098"/>
                  <a:pt x="3593" y="8161"/>
                </a:cubicBezTo>
                <a:cubicBezTo>
                  <a:pt x="3719" y="8287"/>
                  <a:pt x="3719" y="8507"/>
                  <a:pt x="3593" y="8633"/>
                </a:cubicBezTo>
                <a:lnTo>
                  <a:pt x="1324" y="10870"/>
                </a:lnTo>
                <a:cubicBezTo>
                  <a:pt x="1277" y="10933"/>
                  <a:pt x="1190" y="10964"/>
                  <a:pt x="1100" y="10964"/>
                </a:cubicBezTo>
                <a:cubicBezTo>
                  <a:pt x="1009" y="10964"/>
                  <a:pt x="915" y="10933"/>
                  <a:pt x="852" y="10870"/>
                </a:cubicBezTo>
                <a:cubicBezTo>
                  <a:pt x="757" y="10744"/>
                  <a:pt x="757" y="10523"/>
                  <a:pt x="852" y="10397"/>
                </a:cubicBezTo>
                <a:lnTo>
                  <a:pt x="3120" y="8161"/>
                </a:lnTo>
                <a:cubicBezTo>
                  <a:pt x="3167" y="8098"/>
                  <a:pt x="3254" y="8066"/>
                  <a:pt x="3344" y="8066"/>
                </a:cubicBezTo>
                <a:close/>
                <a:moveTo>
                  <a:pt x="7625" y="1"/>
                </a:moveTo>
                <a:cubicBezTo>
                  <a:pt x="5357" y="1"/>
                  <a:pt x="3529" y="1860"/>
                  <a:pt x="3529" y="4096"/>
                </a:cubicBezTo>
                <a:cubicBezTo>
                  <a:pt x="3529" y="5136"/>
                  <a:pt x="3908" y="6050"/>
                  <a:pt x="4538" y="6743"/>
                </a:cubicBezTo>
                <a:lnTo>
                  <a:pt x="3813" y="7467"/>
                </a:lnTo>
                <a:cubicBezTo>
                  <a:pt x="3673" y="7386"/>
                  <a:pt x="3520" y="7347"/>
                  <a:pt x="3367" y="7347"/>
                </a:cubicBezTo>
                <a:cubicBezTo>
                  <a:pt x="3106" y="7347"/>
                  <a:pt x="2846" y="7458"/>
                  <a:pt x="2647" y="7656"/>
                </a:cubicBezTo>
                <a:lnTo>
                  <a:pt x="379" y="9893"/>
                </a:lnTo>
                <a:cubicBezTo>
                  <a:pt x="1" y="10271"/>
                  <a:pt x="1" y="10964"/>
                  <a:pt x="379" y="11343"/>
                </a:cubicBezTo>
                <a:cubicBezTo>
                  <a:pt x="584" y="11547"/>
                  <a:pt x="852" y="11650"/>
                  <a:pt x="1119" y="11650"/>
                </a:cubicBezTo>
                <a:cubicBezTo>
                  <a:pt x="1387" y="11650"/>
                  <a:pt x="1655" y="11547"/>
                  <a:pt x="1860" y="11343"/>
                </a:cubicBezTo>
                <a:lnTo>
                  <a:pt x="4097" y="9106"/>
                </a:lnTo>
                <a:cubicBezTo>
                  <a:pt x="4412" y="8791"/>
                  <a:pt x="4506" y="8318"/>
                  <a:pt x="4286" y="7909"/>
                </a:cubicBezTo>
                <a:lnTo>
                  <a:pt x="5010" y="7215"/>
                </a:lnTo>
                <a:cubicBezTo>
                  <a:pt x="5703" y="7814"/>
                  <a:pt x="6648" y="8192"/>
                  <a:pt x="7625" y="8192"/>
                </a:cubicBezTo>
                <a:cubicBezTo>
                  <a:pt x="9925" y="8192"/>
                  <a:pt x="11721" y="6333"/>
                  <a:pt x="11721" y="4096"/>
                </a:cubicBezTo>
                <a:cubicBezTo>
                  <a:pt x="11721" y="1828"/>
                  <a:pt x="9893" y="1"/>
                  <a:pt x="76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57" name="Google Shape;12429;p89">
            <a:extLst>
              <a:ext uri="{FF2B5EF4-FFF2-40B4-BE49-F238E27FC236}">
                <a16:creationId xmlns:a16="http://schemas.microsoft.com/office/drawing/2014/main" id="{67BE52EC-E94E-1D04-91C4-6E6C4DAF0762}"/>
              </a:ext>
            </a:extLst>
          </p:cNvPr>
          <p:cNvSpPr/>
          <p:nvPr/>
        </p:nvSpPr>
        <p:spPr>
          <a:xfrm>
            <a:off x="4809754" y="1629757"/>
            <a:ext cx="268660" cy="189395"/>
          </a:xfrm>
          <a:custGeom>
            <a:avLst/>
            <a:gdLst/>
            <a:ahLst/>
            <a:cxnLst/>
            <a:rect l="l" t="t" r="r" b="b"/>
            <a:pathLst>
              <a:path w="4884" h="3442" extrusionOk="0">
                <a:moveTo>
                  <a:pt x="2428" y="1"/>
                </a:moveTo>
                <a:cubicBezTo>
                  <a:pt x="2301" y="1"/>
                  <a:pt x="2172" y="72"/>
                  <a:pt x="2111" y="225"/>
                </a:cubicBezTo>
                <a:lnTo>
                  <a:pt x="1418" y="2116"/>
                </a:lnTo>
                <a:lnTo>
                  <a:pt x="693" y="225"/>
                </a:lnTo>
                <a:cubicBezTo>
                  <a:pt x="645" y="105"/>
                  <a:pt x="524" y="4"/>
                  <a:pt x="400" y="4"/>
                </a:cubicBezTo>
                <a:cubicBezTo>
                  <a:pt x="361" y="4"/>
                  <a:pt x="321" y="14"/>
                  <a:pt x="284" y="36"/>
                </a:cubicBezTo>
                <a:cubicBezTo>
                  <a:pt x="126" y="99"/>
                  <a:pt x="0" y="288"/>
                  <a:pt x="63" y="446"/>
                </a:cubicBezTo>
                <a:lnTo>
                  <a:pt x="1103" y="3218"/>
                </a:lnTo>
                <a:cubicBezTo>
                  <a:pt x="1168" y="3364"/>
                  <a:pt x="1299" y="3443"/>
                  <a:pt x="1428" y="3443"/>
                </a:cubicBezTo>
                <a:cubicBezTo>
                  <a:pt x="1551" y="3443"/>
                  <a:pt x="1672" y="3372"/>
                  <a:pt x="1733" y="3218"/>
                </a:cubicBezTo>
                <a:lnTo>
                  <a:pt x="2426" y="1328"/>
                </a:lnTo>
                <a:lnTo>
                  <a:pt x="3151" y="3218"/>
                </a:lnTo>
                <a:cubicBezTo>
                  <a:pt x="3215" y="3364"/>
                  <a:pt x="3346" y="3443"/>
                  <a:pt x="3476" y="3443"/>
                </a:cubicBezTo>
                <a:cubicBezTo>
                  <a:pt x="3598" y="3443"/>
                  <a:pt x="3719" y="3372"/>
                  <a:pt x="3781" y="3218"/>
                </a:cubicBezTo>
                <a:lnTo>
                  <a:pt x="4789" y="446"/>
                </a:lnTo>
                <a:cubicBezTo>
                  <a:pt x="4884" y="257"/>
                  <a:pt x="4789" y="68"/>
                  <a:pt x="4600" y="36"/>
                </a:cubicBezTo>
                <a:cubicBezTo>
                  <a:pt x="4562" y="14"/>
                  <a:pt x="4521" y="4"/>
                  <a:pt x="4479" y="4"/>
                </a:cubicBezTo>
                <a:cubicBezTo>
                  <a:pt x="4346" y="4"/>
                  <a:pt x="4207" y="105"/>
                  <a:pt x="4159" y="225"/>
                </a:cubicBezTo>
                <a:lnTo>
                  <a:pt x="3466" y="2116"/>
                </a:lnTo>
                <a:lnTo>
                  <a:pt x="2741" y="225"/>
                </a:lnTo>
                <a:cubicBezTo>
                  <a:pt x="2693" y="80"/>
                  <a:pt x="2561" y="1"/>
                  <a:pt x="242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53" name="Google Shape;12435;p89">
            <a:extLst>
              <a:ext uri="{FF2B5EF4-FFF2-40B4-BE49-F238E27FC236}">
                <a16:creationId xmlns:a16="http://schemas.microsoft.com/office/drawing/2014/main" id="{4EB02346-E906-E61D-486E-F5D6C536DF27}"/>
              </a:ext>
            </a:extLst>
          </p:cNvPr>
          <p:cNvSpPr/>
          <p:nvPr/>
        </p:nvSpPr>
        <p:spPr>
          <a:xfrm>
            <a:off x="8665203" y="1517127"/>
            <a:ext cx="641288" cy="412508"/>
          </a:xfrm>
          <a:custGeom>
            <a:avLst/>
            <a:gdLst/>
            <a:ahLst/>
            <a:cxnLst/>
            <a:rect l="l" t="t" r="r" b="b"/>
            <a:pathLst>
              <a:path w="11658" h="7499" extrusionOk="0">
                <a:moveTo>
                  <a:pt x="10618" y="694"/>
                </a:moveTo>
                <a:cubicBezTo>
                  <a:pt x="10838" y="694"/>
                  <a:pt x="10964" y="851"/>
                  <a:pt x="10964" y="1040"/>
                </a:cubicBezTo>
                <a:lnTo>
                  <a:pt x="10964" y="6522"/>
                </a:lnTo>
                <a:cubicBezTo>
                  <a:pt x="10964" y="6711"/>
                  <a:pt x="10838" y="6868"/>
                  <a:pt x="10618" y="6868"/>
                </a:cubicBezTo>
                <a:lnTo>
                  <a:pt x="1009" y="6868"/>
                </a:lnTo>
                <a:cubicBezTo>
                  <a:pt x="820" y="6868"/>
                  <a:pt x="662" y="6711"/>
                  <a:pt x="662" y="6522"/>
                </a:cubicBezTo>
                <a:lnTo>
                  <a:pt x="662" y="1040"/>
                </a:lnTo>
                <a:cubicBezTo>
                  <a:pt x="662" y="851"/>
                  <a:pt x="820" y="694"/>
                  <a:pt x="1009" y="694"/>
                </a:cubicBezTo>
                <a:close/>
                <a:moveTo>
                  <a:pt x="1009" y="0"/>
                </a:moveTo>
                <a:cubicBezTo>
                  <a:pt x="473" y="0"/>
                  <a:pt x="1" y="473"/>
                  <a:pt x="1" y="1009"/>
                </a:cubicBezTo>
                <a:lnTo>
                  <a:pt x="1" y="6490"/>
                </a:lnTo>
                <a:cubicBezTo>
                  <a:pt x="1" y="7026"/>
                  <a:pt x="473" y="7499"/>
                  <a:pt x="1009" y="7499"/>
                </a:cubicBezTo>
                <a:lnTo>
                  <a:pt x="10618" y="7499"/>
                </a:lnTo>
                <a:cubicBezTo>
                  <a:pt x="11185" y="7499"/>
                  <a:pt x="11658" y="7026"/>
                  <a:pt x="11658" y="6490"/>
                </a:cubicBezTo>
                <a:lnTo>
                  <a:pt x="11658" y="1009"/>
                </a:lnTo>
                <a:cubicBezTo>
                  <a:pt x="11658" y="473"/>
                  <a:pt x="11217" y="0"/>
                  <a:pt x="106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54" name="Google Shape;12436;p89">
            <a:extLst>
              <a:ext uri="{FF2B5EF4-FFF2-40B4-BE49-F238E27FC236}">
                <a16:creationId xmlns:a16="http://schemas.microsoft.com/office/drawing/2014/main" id="{2A47F806-64A8-3707-AAAC-7AF65EFA5AC6}"/>
              </a:ext>
            </a:extLst>
          </p:cNvPr>
          <p:cNvSpPr/>
          <p:nvPr/>
        </p:nvSpPr>
        <p:spPr>
          <a:xfrm>
            <a:off x="8665203" y="1969463"/>
            <a:ext cx="641288" cy="112657"/>
          </a:xfrm>
          <a:custGeom>
            <a:avLst/>
            <a:gdLst/>
            <a:ahLst/>
            <a:cxnLst/>
            <a:rect l="l" t="t" r="r" b="b"/>
            <a:pathLst>
              <a:path w="11658" h="2048" extrusionOk="0">
                <a:moveTo>
                  <a:pt x="10618" y="662"/>
                </a:moveTo>
                <a:cubicBezTo>
                  <a:pt x="10838" y="662"/>
                  <a:pt x="10964" y="819"/>
                  <a:pt x="10964" y="1008"/>
                </a:cubicBezTo>
                <a:cubicBezTo>
                  <a:pt x="10964" y="1197"/>
                  <a:pt x="10838" y="1355"/>
                  <a:pt x="10618" y="1355"/>
                </a:cubicBezTo>
                <a:lnTo>
                  <a:pt x="6050" y="1355"/>
                </a:lnTo>
                <a:cubicBezTo>
                  <a:pt x="6113" y="1260"/>
                  <a:pt x="6113" y="1134"/>
                  <a:pt x="6113" y="1008"/>
                </a:cubicBezTo>
                <a:cubicBezTo>
                  <a:pt x="6113" y="882"/>
                  <a:pt x="6050" y="788"/>
                  <a:pt x="6050" y="662"/>
                </a:cubicBezTo>
                <a:close/>
                <a:moveTo>
                  <a:pt x="5105" y="662"/>
                </a:moveTo>
                <a:cubicBezTo>
                  <a:pt x="5294" y="662"/>
                  <a:pt x="5451" y="819"/>
                  <a:pt x="5451" y="1008"/>
                </a:cubicBezTo>
                <a:cubicBezTo>
                  <a:pt x="5451" y="1229"/>
                  <a:pt x="5294" y="1386"/>
                  <a:pt x="5105" y="1386"/>
                </a:cubicBezTo>
                <a:lnTo>
                  <a:pt x="1009" y="1386"/>
                </a:lnTo>
                <a:cubicBezTo>
                  <a:pt x="820" y="1355"/>
                  <a:pt x="662" y="1229"/>
                  <a:pt x="662" y="1008"/>
                </a:cubicBezTo>
                <a:cubicBezTo>
                  <a:pt x="662" y="819"/>
                  <a:pt x="820" y="662"/>
                  <a:pt x="1009" y="662"/>
                </a:cubicBez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cubicBezTo>
                  <a:pt x="1" y="1575"/>
                  <a:pt x="473" y="2048"/>
                  <a:pt x="1009" y="2048"/>
                </a:cubicBezTo>
                <a:lnTo>
                  <a:pt x="10618" y="2048"/>
                </a:lnTo>
                <a:cubicBezTo>
                  <a:pt x="11185" y="2048"/>
                  <a:pt x="11658" y="1575"/>
                  <a:pt x="11658" y="1008"/>
                </a:cubicBezTo>
                <a:cubicBezTo>
                  <a:pt x="11658" y="473"/>
                  <a:pt x="11217" y="0"/>
                  <a:pt x="106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55" name="Google Shape;12437;p89">
            <a:extLst>
              <a:ext uri="{FF2B5EF4-FFF2-40B4-BE49-F238E27FC236}">
                <a16:creationId xmlns:a16="http://schemas.microsoft.com/office/drawing/2014/main" id="{B309B669-40B0-EB00-FC89-2100DF2A2F6E}"/>
              </a:ext>
            </a:extLst>
          </p:cNvPr>
          <p:cNvSpPr/>
          <p:nvPr/>
        </p:nvSpPr>
        <p:spPr>
          <a:xfrm>
            <a:off x="8890518" y="1594359"/>
            <a:ext cx="228835" cy="260740"/>
          </a:xfrm>
          <a:custGeom>
            <a:avLst/>
            <a:gdLst/>
            <a:ahLst/>
            <a:cxnLst/>
            <a:rect l="l" t="t" r="r" b="b"/>
            <a:pathLst>
              <a:path w="4160" h="4740" extrusionOk="0">
                <a:moveTo>
                  <a:pt x="662" y="896"/>
                </a:moveTo>
                <a:lnTo>
                  <a:pt x="3056" y="2346"/>
                </a:lnTo>
                <a:lnTo>
                  <a:pt x="662" y="3826"/>
                </a:lnTo>
                <a:lnTo>
                  <a:pt x="662" y="896"/>
                </a:lnTo>
                <a:close/>
                <a:moveTo>
                  <a:pt x="322" y="1"/>
                </a:moveTo>
                <a:cubicBezTo>
                  <a:pt x="144" y="1"/>
                  <a:pt x="0" y="131"/>
                  <a:pt x="0" y="298"/>
                </a:cubicBezTo>
                <a:lnTo>
                  <a:pt x="0" y="4425"/>
                </a:lnTo>
                <a:cubicBezTo>
                  <a:pt x="0" y="4607"/>
                  <a:pt x="132" y="4740"/>
                  <a:pt x="301" y="4740"/>
                </a:cubicBezTo>
                <a:cubicBezTo>
                  <a:pt x="365" y="4740"/>
                  <a:pt x="435" y="4720"/>
                  <a:pt x="504" y="4677"/>
                </a:cubicBezTo>
                <a:lnTo>
                  <a:pt x="3939" y="2629"/>
                </a:lnTo>
                <a:cubicBezTo>
                  <a:pt x="4159" y="2535"/>
                  <a:pt x="4159" y="2219"/>
                  <a:pt x="3939" y="2093"/>
                </a:cubicBezTo>
                <a:lnTo>
                  <a:pt x="504" y="46"/>
                </a:lnTo>
                <a:cubicBezTo>
                  <a:pt x="443" y="15"/>
                  <a:pt x="381" y="1"/>
                  <a:pt x="32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19" name="Google Shape;12454;p89">
            <a:extLst>
              <a:ext uri="{FF2B5EF4-FFF2-40B4-BE49-F238E27FC236}">
                <a16:creationId xmlns:a16="http://schemas.microsoft.com/office/drawing/2014/main" id="{5A8E05EE-455E-25FA-A969-F10D51B1BC06}"/>
              </a:ext>
            </a:extLst>
          </p:cNvPr>
          <p:cNvSpPr/>
          <p:nvPr/>
        </p:nvSpPr>
        <p:spPr>
          <a:xfrm>
            <a:off x="1225976" y="1477799"/>
            <a:ext cx="642992" cy="643268"/>
          </a:xfrm>
          <a:custGeom>
            <a:avLst/>
            <a:gdLst/>
            <a:ahLst/>
            <a:cxnLst/>
            <a:rect l="l" t="t" r="r" b="b"/>
            <a:pathLst>
              <a:path w="11689" h="11694" extrusionOk="0">
                <a:moveTo>
                  <a:pt x="5829" y="2048"/>
                </a:moveTo>
                <a:cubicBezTo>
                  <a:pt x="6018" y="2048"/>
                  <a:pt x="6175" y="2206"/>
                  <a:pt x="6175" y="2395"/>
                </a:cubicBezTo>
                <a:cubicBezTo>
                  <a:pt x="6175" y="2615"/>
                  <a:pt x="6018" y="2804"/>
                  <a:pt x="5829" y="2804"/>
                </a:cubicBezTo>
                <a:cubicBezTo>
                  <a:pt x="5640" y="2804"/>
                  <a:pt x="5482" y="2615"/>
                  <a:pt x="5482" y="2395"/>
                </a:cubicBezTo>
                <a:cubicBezTo>
                  <a:pt x="5482" y="2206"/>
                  <a:pt x="5640" y="2048"/>
                  <a:pt x="5829" y="2048"/>
                </a:cubicBezTo>
                <a:close/>
                <a:moveTo>
                  <a:pt x="5829" y="725"/>
                </a:moveTo>
                <a:cubicBezTo>
                  <a:pt x="6774" y="725"/>
                  <a:pt x="7530" y="1449"/>
                  <a:pt x="7530" y="2395"/>
                </a:cubicBezTo>
                <a:cubicBezTo>
                  <a:pt x="7530" y="2521"/>
                  <a:pt x="7530" y="2678"/>
                  <a:pt x="7467" y="2804"/>
                </a:cubicBezTo>
                <a:lnTo>
                  <a:pt x="6774" y="2804"/>
                </a:lnTo>
                <a:cubicBezTo>
                  <a:pt x="6806" y="2678"/>
                  <a:pt x="6837" y="2552"/>
                  <a:pt x="6837" y="2395"/>
                </a:cubicBezTo>
                <a:cubicBezTo>
                  <a:pt x="6837" y="1859"/>
                  <a:pt x="6364" y="1386"/>
                  <a:pt x="5829" y="1386"/>
                </a:cubicBezTo>
                <a:cubicBezTo>
                  <a:pt x="5262" y="1386"/>
                  <a:pt x="4789" y="1859"/>
                  <a:pt x="4789" y="2395"/>
                </a:cubicBezTo>
                <a:cubicBezTo>
                  <a:pt x="4789" y="2521"/>
                  <a:pt x="4852" y="2678"/>
                  <a:pt x="4884" y="2804"/>
                </a:cubicBezTo>
                <a:lnTo>
                  <a:pt x="4159" y="2804"/>
                </a:lnTo>
                <a:cubicBezTo>
                  <a:pt x="4128" y="2678"/>
                  <a:pt x="4128" y="2521"/>
                  <a:pt x="4128" y="2395"/>
                </a:cubicBezTo>
                <a:cubicBezTo>
                  <a:pt x="4128" y="1449"/>
                  <a:pt x="4884" y="725"/>
                  <a:pt x="5829" y="725"/>
                </a:cubicBezTo>
                <a:close/>
                <a:moveTo>
                  <a:pt x="10681" y="3466"/>
                </a:moveTo>
                <a:cubicBezTo>
                  <a:pt x="10870" y="3466"/>
                  <a:pt x="11027" y="3623"/>
                  <a:pt x="11027" y="3812"/>
                </a:cubicBezTo>
                <a:cubicBezTo>
                  <a:pt x="11027" y="4033"/>
                  <a:pt x="10870" y="4190"/>
                  <a:pt x="10681" y="4190"/>
                </a:cubicBezTo>
                <a:lnTo>
                  <a:pt x="1009" y="4190"/>
                </a:lnTo>
                <a:cubicBezTo>
                  <a:pt x="820" y="4190"/>
                  <a:pt x="662" y="4033"/>
                  <a:pt x="662" y="3812"/>
                </a:cubicBezTo>
                <a:cubicBezTo>
                  <a:pt x="662" y="3623"/>
                  <a:pt x="851" y="3466"/>
                  <a:pt x="1009" y="3466"/>
                </a:cubicBezTo>
                <a:close/>
                <a:moveTo>
                  <a:pt x="9799" y="4852"/>
                </a:moveTo>
                <a:lnTo>
                  <a:pt x="7058" y="7593"/>
                </a:lnTo>
                <a:lnTo>
                  <a:pt x="4600" y="7593"/>
                </a:lnTo>
                <a:lnTo>
                  <a:pt x="1859" y="4852"/>
                </a:lnTo>
                <a:close/>
                <a:moveTo>
                  <a:pt x="6869" y="8255"/>
                </a:moveTo>
                <a:lnTo>
                  <a:pt x="6869" y="9767"/>
                </a:lnTo>
                <a:lnTo>
                  <a:pt x="4789" y="10775"/>
                </a:lnTo>
                <a:lnTo>
                  <a:pt x="4789" y="8255"/>
                </a:lnTo>
                <a:close/>
                <a:moveTo>
                  <a:pt x="5829" y="0"/>
                </a:moveTo>
                <a:cubicBezTo>
                  <a:pt x="4474" y="0"/>
                  <a:pt x="3435" y="1071"/>
                  <a:pt x="3435" y="2395"/>
                </a:cubicBezTo>
                <a:cubicBezTo>
                  <a:pt x="3435" y="2521"/>
                  <a:pt x="3435" y="2678"/>
                  <a:pt x="3466" y="2804"/>
                </a:cubicBezTo>
                <a:lnTo>
                  <a:pt x="1009" y="2804"/>
                </a:lnTo>
                <a:cubicBezTo>
                  <a:pt x="473" y="2804"/>
                  <a:pt x="0" y="3277"/>
                  <a:pt x="0" y="3812"/>
                </a:cubicBezTo>
                <a:cubicBezTo>
                  <a:pt x="0" y="4348"/>
                  <a:pt x="379" y="4757"/>
                  <a:pt x="851" y="4852"/>
                </a:cubicBezTo>
                <a:lnTo>
                  <a:pt x="4096" y="8065"/>
                </a:lnTo>
                <a:lnTo>
                  <a:pt x="4096" y="11342"/>
                </a:lnTo>
                <a:cubicBezTo>
                  <a:pt x="4096" y="11518"/>
                  <a:pt x="4277" y="11694"/>
                  <a:pt x="4462" y="11694"/>
                </a:cubicBezTo>
                <a:cubicBezTo>
                  <a:pt x="4508" y="11694"/>
                  <a:pt x="4556" y="11683"/>
                  <a:pt x="4600" y="11657"/>
                </a:cubicBezTo>
                <a:lnTo>
                  <a:pt x="7373" y="10271"/>
                </a:lnTo>
                <a:cubicBezTo>
                  <a:pt x="7467" y="10239"/>
                  <a:pt x="7562" y="10113"/>
                  <a:pt x="7562" y="9956"/>
                </a:cubicBezTo>
                <a:lnTo>
                  <a:pt x="7562" y="8034"/>
                </a:lnTo>
                <a:lnTo>
                  <a:pt x="10838" y="4820"/>
                </a:lnTo>
                <a:cubicBezTo>
                  <a:pt x="11311" y="4757"/>
                  <a:pt x="11689" y="4348"/>
                  <a:pt x="11689" y="3812"/>
                </a:cubicBezTo>
                <a:cubicBezTo>
                  <a:pt x="11689" y="3277"/>
                  <a:pt x="11216" y="2804"/>
                  <a:pt x="10681" y="2804"/>
                </a:cubicBezTo>
                <a:lnTo>
                  <a:pt x="8192" y="2804"/>
                </a:lnTo>
                <a:cubicBezTo>
                  <a:pt x="8192" y="2678"/>
                  <a:pt x="8223" y="2521"/>
                  <a:pt x="8223" y="2395"/>
                </a:cubicBezTo>
                <a:cubicBezTo>
                  <a:pt x="8223" y="1071"/>
                  <a:pt x="7152" y="0"/>
                  <a:pt x="58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51" name="Google Shape;12462;p89">
            <a:extLst>
              <a:ext uri="{FF2B5EF4-FFF2-40B4-BE49-F238E27FC236}">
                <a16:creationId xmlns:a16="http://schemas.microsoft.com/office/drawing/2014/main" id="{551B69EB-ED20-7BF5-37F1-792C4EFDA255}"/>
              </a:ext>
            </a:extLst>
          </p:cNvPr>
          <p:cNvSpPr/>
          <p:nvPr/>
        </p:nvSpPr>
        <p:spPr>
          <a:xfrm>
            <a:off x="5349173" y="1476393"/>
            <a:ext cx="646459" cy="646459"/>
          </a:xfrm>
          <a:custGeom>
            <a:avLst/>
            <a:gdLst/>
            <a:ahLst/>
            <a:cxnLst/>
            <a:rect l="l" t="t" r="r" b="b"/>
            <a:pathLst>
              <a:path w="11752" h="11752" extrusionOk="0">
                <a:moveTo>
                  <a:pt x="6333" y="756"/>
                </a:moveTo>
                <a:lnTo>
                  <a:pt x="6459" y="1292"/>
                </a:lnTo>
                <a:cubicBezTo>
                  <a:pt x="6490" y="1418"/>
                  <a:pt x="6585" y="1544"/>
                  <a:pt x="6742" y="1576"/>
                </a:cubicBezTo>
                <a:cubicBezTo>
                  <a:pt x="7372" y="1702"/>
                  <a:pt x="7908" y="1922"/>
                  <a:pt x="8444" y="2300"/>
                </a:cubicBezTo>
                <a:cubicBezTo>
                  <a:pt x="8491" y="2332"/>
                  <a:pt x="8546" y="2347"/>
                  <a:pt x="8605" y="2347"/>
                </a:cubicBezTo>
                <a:cubicBezTo>
                  <a:pt x="8664" y="2347"/>
                  <a:pt x="8727" y="2332"/>
                  <a:pt x="8790" y="2300"/>
                </a:cubicBezTo>
                <a:lnTo>
                  <a:pt x="9231" y="2017"/>
                </a:lnTo>
                <a:lnTo>
                  <a:pt x="9798" y="2584"/>
                </a:lnTo>
                <a:lnTo>
                  <a:pt x="9546" y="3025"/>
                </a:lnTo>
                <a:cubicBezTo>
                  <a:pt x="9452" y="3151"/>
                  <a:pt x="9452" y="3308"/>
                  <a:pt x="9546" y="3371"/>
                </a:cubicBezTo>
                <a:cubicBezTo>
                  <a:pt x="9893" y="3907"/>
                  <a:pt x="10113" y="4505"/>
                  <a:pt x="10239" y="5073"/>
                </a:cubicBezTo>
                <a:cubicBezTo>
                  <a:pt x="10271" y="5199"/>
                  <a:pt x="10365" y="5325"/>
                  <a:pt x="10523" y="5356"/>
                </a:cubicBezTo>
                <a:lnTo>
                  <a:pt x="11058" y="5482"/>
                </a:lnTo>
                <a:lnTo>
                  <a:pt x="11058" y="6301"/>
                </a:lnTo>
                <a:lnTo>
                  <a:pt x="10523" y="6427"/>
                </a:lnTo>
                <a:cubicBezTo>
                  <a:pt x="10397" y="6459"/>
                  <a:pt x="10271" y="6553"/>
                  <a:pt x="10239" y="6711"/>
                </a:cubicBezTo>
                <a:cubicBezTo>
                  <a:pt x="10113" y="7309"/>
                  <a:pt x="9893" y="7877"/>
                  <a:pt x="9546" y="8381"/>
                </a:cubicBezTo>
                <a:cubicBezTo>
                  <a:pt x="9452" y="8507"/>
                  <a:pt x="9452" y="8633"/>
                  <a:pt x="9546" y="8759"/>
                </a:cubicBezTo>
                <a:lnTo>
                  <a:pt x="9798" y="9168"/>
                </a:lnTo>
                <a:lnTo>
                  <a:pt x="9231" y="9767"/>
                </a:lnTo>
                <a:lnTo>
                  <a:pt x="8790" y="9483"/>
                </a:lnTo>
                <a:cubicBezTo>
                  <a:pt x="8727" y="9452"/>
                  <a:pt x="8656" y="9436"/>
                  <a:pt x="8593" y="9436"/>
                </a:cubicBezTo>
                <a:cubicBezTo>
                  <a:pt x="8530" y="9436"/>
                  <a:pt x="8475" y="9452"/>
                  <a:pt x="8444" y="9483"/>
                </a:cubicBezTo>
                <a:cubicBezTo>
                  <a:pt x="7908" y="9861"/>
                  <a:pt x="7341" y="10082"/>
                  <a:pt x="6742" y="10208"/>
                </a:cubicBezTo>
                <a:cubicBezTo>
                  <a:pt x="6616" y="10239"/>
                  <a:pt x="6490" y="10334"/>
                  <a:pt x="6459" y="10428"/>
                </a:cubicBezTo>
                <a:lnTo>
                  <a:pt x="6333" y="10964"/>
                </a:lnTo>
                <a:lnTo>
                  <a:pt x="5514" y="10964"/>
                </a:lnTo>
                <a:lnTo>
                  <a:pt x="5388" y="10428"/>
                </a:lnTo>
                <a:cubicBezTo>
                  <a:pt x="5356" y="10334"/>
                  <a:pt x="5230" y="10208"/>
                  <a:pt x="5136" y="10208"/>
                </a:cubicBezTo>
                <a:cubicBezTo>
                  <a:pt x="4505" y="10082"/>
                  <a:pt x="3938" y="9861"/>
                  <a:pt x="3434" y="9483"/>
                </a:cubicBezTo>
                <a:cubicBezTo>
                  <a:pt x="3371" y="9452"/>
                  <a:pt x="3308" y="9436"/>
                  <a:pt x="3249" y="9436"/>
                </a:cubicBezTo>
                <a:cubicBezTo>
                  <a:pt x="3190" y="9436"/>
                  <a:pt x="3135" y="9452"/>
                  <a:pt x="3088" y="9483"/>
                </a:cubicBezTo>
                <a:lnTo>
                  <a:pt x="2647" y="9767"/>
                </a:lnTo>
                <a:lnTo>
                  <a:pt x="2048" y="9168"/>
                </a:lnTo>
                <a:lnTo>
                  <a:pt x="2332" y="8759"/>
                </a:lnTo>
                <a:cubicBezTo>
                  <a:pt x="2395" y="8633"/>
                  <a:pt x="2395" y="8475"/>
                  <a:pt x="2332" y="8381"/>
                </a:cubicBezTo>
                <a:cubicBezTo>
                  <a:pt x="1985" y="7877"/>
                  <a:pt x="1733" y="7278"/>
                  <a:pt x="1607" y="6711"/>
                </a:cubicBezTo>
                <a:cubicBezTo>
                  <a:pt x="1575" y="6585"/>
                  <a:pt x="1512" y="6459"/>
                  <a:pt x="1386" y="6427"/>
                </a:cubicBezTo>
                <a:lnTo>
                  <a:pt x="882" y="6301"/>
                </a:lnTo>
                <a:lnTo>
                  <a:pt x="882" y="5482"/>
                </a:lnTo>
                <a:lnTo>
                  <a:pt x="1386" y="5356"/>
                </a:lnTo>
                <a:cubicBezTo>
                  <a:pt x="1512" y="5325"/>
                  <a:pt x="1607" y="5199"/>
                  <a:pt x="1607" y="5073"/>
                </a:cubicBezTo>
                <a:cubicBezTo>
                  <a:pt x="1733" y="4442"/>
                  <a:pt x="1985" y="3907"/>
                  <a:pt x="2332" y="3371"/>
                </a:cubicBezTo>
                <a:cubicBezTo>
                  <a:pt x="2395" y="3277"/>
                  <a:pt x="2395" y="3151"/>
                  <a:pt x="2332" y="3025"/>
                </a:cubicBezTo>
                <a:lnTo>
                  <a:pt x="2048" y="2584"/>
                </a:lnTo>
                <a:lnTo>
                  <a:pt x="2647" y="2017"/>
                </a:lnTo>
                <a:lnTo>
                  <a:pt x="3088" y="2300"/>
                </a:lnTo>
                <a:cubicBezTo>
                  <a:pt x="3135" y="2332"/>
                  <a:pt x="3198" y="2347"/>
                  <a:pt x="3261" y="2347"/>
                </a:cubicBezTo>
                <a:cubicBezTo>
                  <a:pt x="3324" y="2347"/>
                  <a:pt x="3387" y="2332"/>
                  <a:pt x="3434" y="2300"/>
                </a:cubicBezTo>
                <a:cubicBezTo>
                  <a:pt x="3938" y="1922"/>
                  <a:pt x="4537" y="1702"/>
                  <a:pt x="5136" y="1576"/>
                </a:cubicBezTo>
                <a:cubicBezTo>
                  <a:pt x="5230" y="1544"/>
                  <a:pt x="5356" y="1450"/>
                  <a:pt x="5388" y="1292"/>
                </a:cubicBezTo>
                <a:lnTo>
                  <a:pt x="5514" y="756"/>
                </a:lnTo>
                <a:close/>
                <a:moveTo>
                  <a:pt x="5167" y="0"/>
                </a:moveTo>
                <a:cubicBezTo>
                  <a:pt x="5009" y="0"/>
                  <a:pt x="4852" y="126"/>
                  <a:pt x="4852" y="284"/>
                </a:cubicBezTo>
                <a:lnTo>
                  <a:pt x="4694" y="882"/>
                </a:lnTo>
                <a:cubicBezTo>
                  <a:pt x="4127" y="977"/>
                  <a:pt x="3623" y="1229"/>
                  <a:pt x="3119" y="1513"/>
                </a:cubicBezTo>
                <a:lnTo>
                  <a:pt x="2615" y="1197"/>
                </a:lnTo>
                <a:cubicBezTo>
                  <a:pt x="2557" y="1154"/>
                  <a:pt x="2485" y="1130"/>
                  <a:pt x="2412" y="1130"/>
                </a:cubicBezTo>
                <a:cubicBezTo>
                  <a:pt x="2327" y="1130"/>
                  <a:pt x="2242" y="1161"/>
                  <a:pt x="2174" y="1229"/>
                </a:cubicBezTo>
                <a:lnTo>
                  <a:pt x="1197" y="2206"/>
                </a:lnTo>
                <a:cubicBezTo>
                  <a:pt x="1071" y="2332"/>
                  <a:pt x="1071" y="2489"/>
                  <a:pt x="1134" y="2647"/>
                </a:cubicBezTo>
                <a:lnTo>
                  <a:pt x="1449" y="3151"/>
                </a:lnTo>
                <a:cubicBezTo>
                  <a:pt x="1134" y="3623"/>
                  <a:pt x="945" y="4159"/>
                  <a:pt x="819" y="4726"/>
                </a:cubicBezTo>
                <a:lnTo>
                  <a:pt x="284" y="4884"/>
                </a:lnTo>
                <a:cubicBezTo>
                  <a:pt x="126" y="4915"/>
                  <a:pt x="0" y="5041"/>
                  <a:pt x="0" y="5199"/>
                </a:cubicBezTo>
                <a:lnTo>
                  <a:pt x="0" y="6585"/>
                </a:lnTo>
                <a:cubicBezTo>
                  <a:pt x="0" y="6742"/>
                  <a:pt x="126" y="6868"/>
                  <a:pt x="284" y="6900"/>
                </a:cubicBezTo>
                <a:lnTo>
                  <a:pt x="819" y="7057"/>
                </a:lnTo>
                <a:cubicBezTo>
                  <a:pt x="945" y="7593"/>
                  <a:pt x="1197" y="8129"/>
                  <a:pt x="1449" y="8633"/>
                </a:cubicBezTo>
                <a:lnTo>
                  <a:pt x="1134" y="9137"/>
                </a:lnTo>
                <a:cubicBezTo>
                  <a:pt x="1071" y="9263"/>
                  <a:pt x="1071" y="9452"/>
                  <a:pt x="1197" y="9578"/>
                </a:cubicBezTo>
                <a:lnTo>
                  <a:pt x="2174" y="10554"/>
                </a:lnTo>
                <a:cubicBezTo>
                  <a:pt x="2242" y="10622"/>
                  <a:pt x="2318" y="10653"/>
                  <a:pt x="2399" y="10653"/>
                </a:cubicBezTo>
                <a:cubicBezTo>
                  <a:pt x="2469" y="10653"/>
                  <a:pt x="2542" y="10630"/>
                  <a:pt x="2615" y="10586"/>
                </a:cubicBezTo>
                <a:lnTo>
                  <a:pt x="3119" y="10271"/>
                </a:lnTo>
                <a:cubicBezTo>
                  <a:pt x="3592" y="10586"/>
                  <a:pt x="4127" y="10806"/>
                  <a:pt x="4694" y="10901"/>
                </a:cubicBezTo>
                <a:lnTo>
                  <a:pt x="4852" y="11468"/>
                </a:lnTo>
                <a:cubicBezTo>
                  <a:pt x="4883" y="11626"/>
                  <a:pt x="5009" y="11752"/>
                  <a:pt x="5167" y="11752"/>
                </a:cubicBezTo>
                <a:lnTo>
                  <a:pt x="6553" y="11752"/>
                </a:lnTo>
                <a:cubicBezTo>
                  <a:pt x="6711" y="11752"/>
                  <a:pt x="6805" y="11626"/>
                  <a:pt x="6868" y="11468"/>
                </a:cubicBezTo>
                <a:lnTo>
                  <a:pt x="7026" y="10901"/>
                </a:lnTo>
                <a:cubicBezTo>
                  <a:pt x="7561" y="10806"/>
                  <a:pt x="8065" y="10554"/>
                  <a:pt x="8601" y="10271"/>
                </a:cubicBezTo>
                <a:lnTo>
                  <a:pt x="9105" y="10586"/>
                </a:lnTo>
                <a:cubicBezTo>
                  <a:pt x="9164" y="10630"/>
                  <a:pt x="9236" y="10653"/>
                  <a:pt x="9309" y="10653"/>
                </a:cubicBezTo>
                <a:cubicBezTo>
                  <a:pt x="9393" y="10653"/>
                  <a:pt x="9479" y="10622"/>
                  <a:pt x="9546" y="10554"/>
                </a:cubicBezTo>
                <a:lnTo>
                  <a:pt x="10523" y="9578"/>
                </a:lnTo>
                <a:cubicBezTo>
                  <a:pt x="10649" y="9452"/>
                  <a:pt x="10649" y="9294"/>
                  <a:pt x="10554" y="9137"/>
                </a:cubicBezTo>
                <a:lnTo>
                  <a:pt x="10239" y="8633"/>
                </a:lnTo>
                <a:cubicBezTo>
                  <a:pt x="10554" y="8160"/>
                  <a:pt x="10743" y="7656"/>
                  <a:pt x="10869" y="7057"/>
                </a:cubicBezTo>
                <a:lnTo>
                  <a:pt x="11468" y="6900"/>
                </a:lnTo>
                <a:cubicBezTo>
                  <a:pt x="11626" y="6868"/>
                  <a:pt x="11752" y="6742"/>
                  <a:pt x="11752" y="6585"/>
                </a:cubicBezTo>
                <a:lnTo>
                  <a:pt x="11752" y="5199"/>
                </a:lnTo>
                <a:cubicBezTo>
                  <a:pt x="11752" y="5041"/>
                  <a:pt x="11626" y="4915"/>
                  <a:pt x="11468" y="4884"/>
                </a:cubicBezTo>
                <a:lnTo>
                  <a:pt x="10869" y="4726"/>
                </a:lnTo>
                <a:cubicBezTo>
                  <a:pt x="10743" y="4159"/>
                  <a:pt x="10523" y="3655"/>
                  <a:pt x="10239" y="3151"/>
                </a:cubicBezTo>
                <a:lnTo>
                  <a:pt x="10554" y="2647"/>
                </a:lnTo>
                <a:cubicBezTo>
                  <a:pt x="10649" y="2521"/>
                  <a:pt x="10649" y="2332"/>
                  <a:pt x="10523" y="2206"/>
                </a:cubicBezTo>
                <a:lnTo>
                  <a:pt x="9546" y="1229"/>
                </a:lnTo>
                <a:cubicBezTo>
                  <a:pt x="9479" y="1161"/>
                  <a:pt x="9402" y="1130"/>
                  <a:pt x="9321" y="1130"/>
                </a:cubicBezTo>
                <a:cubicBezTo>
                  <a:pt x="9251" y="1130"/>
                  <a:pt x="9178" y="1154"/>
                  <a:pt x="9105" y="1197"/>
                </a:cubicBezTo>
                <a:lnTo>
                  <a:pt x="8601" y="1513"/>
                </a:lnTo>
                <a:cubicBezTo>
                  <a:pt x="8128" y="1197"/>
                  <a:pt x="7593" y="977"/>
                  <a:pt x="7026" y="882"/>
                </a:cubicBezTo>
                <a:lnTo>
                  <a:pt x="6868" y="284"/>
                </a:lnTo>
                <a:cubicBezTo>
                  <a:pt x="6805" y="126"/>
                  <a:pt x="6711" y="0"/>
                  <a:pt x="655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52" name="Google Shape;12463;p89">
            <a:extLst>
              <a:ext uri="{FF2B5EF4-FFF2-40B4-BE49-F238E27FC236}">
                <a16:creationId xmlns:a16="http://schemas.microsoft.com/office/drawing/2014/main" id="{07A0B312-9356-5078-4BE5-A46AE3333481}"/>
              </a:ext>
            </a:extLst>
          </p:cNvPr>
          <p:cNvSpPr/>
          <p:nvPr/>
        </p:nvSpPr>
        <p:spPr>
          <a:xfrm>
            <a:off x="5463536" y="1594221"/>
            <a:ext cx="415973" cy="414268"/>
          </a:xfrm>
          <a:custGeom>
            <a:avLst/>
            <a:gdLst/>
            <a:ahLst/>
            <a:cxnLst/>
            <a:rect l="l" t="t" r="r" b="b"/>
            <a:pathLst>
              <a:path w="7562" h="7531" extrusionOk="0">
                <a:moveTo>
                  <a:pt x="3750" y="662"/>
                </a:moveTo>
                <a:cubicBezTo>
                  <a:pt x="5451" y="662"/>
                  <a:pt x="6837" y="2017"/>
                  <a:pt x="6837" y="3718"/>
                </a:cubicBezTo>
                <a:cubicBezTo>
                  <a:pt x="6869" y="5104"/>
                  <a:pt x="6049" y="6239"/>
                  <a:pt x="4821" y="6648"/>
                </a:cubicBezTo>
                <a:lnTo>
                  <a:pt x="4821" y="5892"/>
                </a:lnTo>
                <a:cubicBezTo>
                  <a:pt x="5640" y="5514"/>
                  <a:pt x="6207" y="4663"/>
                  <a:pt x="6207" y="3718"/>
                </a:cubicBezTo>
                <a:cubicBezTo>
                  <a:pt x="6207" y="2710"/>
                  <a:pt x="5577" y="1796"/>
                  <a:pt x="4569" y="1481"/>
                </a:cubicBezTo>
                <a:cubicBezTo>
                  <a:pt x="4535" y="1472"/>
                  <a:pt x="4501" y="1467"/>
                  <a:pt x="4468" y="1467"/>
                </a:cubicBezTo>
                <a:cubicBezTo>
                  <a:pt x="4278" y="1467"/>
                  <a:pt x="4096" y="1609"/>
                  <a:pt x="4096" y="1796"/>
                </a:cubicBezTo>
                <a:lnTo>
                  <a:pt x="4096" y="3372"/>
                </a:lnTo>
                <a:lnTo>
                  <a:pt x="3435" y="3372"/>
                </a:lnTo>
                <a:lnTo>
                  <a:pt x="3435" y="1796"/>
                </a:lnTo>
                <a:cubicBezTo>
                  <a:pt x="3435" y="1609"/>
                  <a:pt x="3276" y="1467"/>
                  <a:pt x="3073" y="1467"/>
                </a:cubicBezTo>
                <a:cubicBezTo>
                  <a:pt x="3037" y="1467"/>
                  <a:pt x="3000" y="1472"/>
                  <a:pt x="2962" y="1481"/>
                </a:cubicBezTo>
                <a:cubicBezTo>
                  <a:pt x="2017" y="1828"/>
                  <a:pt x="1355" y="2742"/>
                  <a:pt x="1355" y="3718"/>
                </a:cubicBezTo>
                <a:cubicBezTo>
                  <a:pt x="1355" y="4663"/>
                  <a:pt x="1891" y="5514"/>
                  <a:pt x="2741" y="5892"/>
                </a:cubicBezTo>
                <a:lnTo>
                  <a:pt x="2741" y="6648"/>
                </a:lnTo>
                <a:cubicBezTo>
                  <a:pt x="1544" y="6207"/>
                  <a:pt x="694" y="5073"/>
                  <a:pt x="694" y="3718"/>
                </a:cubicBezTo>
                <a:cubicBezTo>
                  <a:pt x="694" y="2017"/>
                  <a:pt x="2048" y="662"/>
                  <a:pt x="3750" y="662"/>
                </a:cubicBezTo>
                <a:close/>
                <a:moveTo>
                  <a:pt x="4852" y="2363"/>
                </a:moveTo>
                <a:cubicBezTo>
                  <a:pt x="5293" y="2679"/>
                  <a:pt x="5514" y="3183"/>
                  <a:pt x="5514" y="3718"/>
                </a:cubicBezTo>
                <a:cubicBezTo>
                  <a:pt x="5514" y="4443"/>
                  <a:pt x="5041" y="5104"/>
                  <a:pt x="4380" y="5356"/>
                </a:cubicBezTo>
                <a:cubicBezTo>
                  <a:pt x="4254" y="5388"/>
                  <a:pt x="4159" y="5545"/>
                  <a:pt x="4159" y="5671"/>
                </a:cubicBezTo>
                <a:lnTo>
                  <a:pt x="4159" y="6806"/>
                </a:lnTo>
                <a:lnTo>
                  <a:pt x="3781" y="6806"/>
                </a:lnTo>
                <a:cubicBezTo>
                  <a:pt x="3734" y="6821"/>
                  <a:pt x="3679" y="6829"/>
                  <a:pt x="3624" y="6829"/>
                </a:cubicBezTo>
                <a:cubicBezTo>
                  <a:pt x="3568" y="6829"/>
                  <a:pt x="3513" y="6821"/>
                  <a:pt x="3466" y="6806"/>
                </a:cubicBezTo>
                <a:lnTo>
                  <a:pt x="3466" y="5671"/>
                </a:lnTo>
                <a:cubicBezTo>
                  <a:pt x="3466" y="5514"/>
                  <a:pt x="3403" y="5388"/>
                  <a:pt x="3246" y="5356"/>
                </a:cubicBezTo>
                <a:cubicBezTo>
                  <a:pt x="2584" y="5104"/>
                  <a:pt x="2111" y="4443"/>
                  <a:pt x="2111" y="3718"/>
                </a:cubicBezTo>
                <a:cubicBezTo>
                  <a:pt x="2111" y="3183"/>
                  <a:pt x="2363" y="2679"/>
                  <a:pt x="2773" y="2363"/>
                </a:cubicBezTo>
                <a:lnTo>
                  <a:pt x="2773" y="3718"/>
                </a:lnTo>
                <a:cubicBezTo>
                  <a:pt x="2773" y="3939"/>
                  <a:pt x="2930" y="4096"/>
                  <a:pt x="3120" y="4096"/>
                </a:cubicBezTo>
                <a:lnTo>
                  <a:pt x="4506" y="4096"/>
                </a:lnTo>
                <a:cubicBezTo>
                  <a:pt x="4695" y="4096"/>
                  <a:pt x="4852" y="3939"/>
                  <a:pt x="4852" y="3718"/>
                </a:cubicBezTo>
                <a:lnTo>
                  <a:pt x="4852" y="2363"/>
                </a:lnTo>
                <a:close/>
                <a:moveTo>
                  <a:pt x="3781" y="1"/>
                </a:moveTo>
                <a:cubicBezTo>
                  <a:pt x="1702" y="1"/>
                  <a:pt x="1" y="1670"/>
                  <a:pt x="1" y="3781"/>
                </a:cubicBezTo>
                <a:cubicBezTo>
                  <a:pt x="1" y="5861"/>
                  <a:pt x="1702" y="7530"/>
                  <a:pt x="3781" y="7530"/>
                </a:cubicBezTo>
                <a:cubicBezTo>
                  <a:pt x="5892" y="7530"/>
                  <a:pt x="7562" y="5861"/>
                  <a:pt x="7562" y="3781"/>
                </a:cubicBezTo>
                <a:cubicBezTo>
                  <a:pt x="7562" y="1670"/>
                  <a:pt x="5892" y="1"/>
                  <a:pt x="378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8" name="Google Shape;12474;p89">
            <a:extLst>
              <a:ext uri="{FF2B5EF4-FFF2-40B4-BE49-F238E27FC236}">
                <a16:creationId xmlns:a16="http://schemas.microsoft.com/office/drawing/2014/main" id="{6C567864-1AF2-5789-0B7D-42C8C3146A1E}"/>
              </a:ext>
            </a:extLst>
          </p:cNvPr>
          <p:cNvSpPr/>
          <p:nvPr/>
        </p:nvSpPr>
        <p:spPr>
          <a:xfrm>
            <a:off x="9511571" y="1478954"/>
            <a:ext cx="632212" cy="641343"/>
          </a:xfrm>
          <a:custGeom>
            <a:avLst/>
            <a:gdLst/>
            <a:ahLst/>
            <a:cxnLst/>
            <a:rect l="l" t="t" r="r" b="b"/>
            <a:pathLst>
              <a:path w="11493" h="11659" extrusionOk="0">
                <a:moveTo>
                  <a:pt x="7121" y="662"/>
                </a:moveTo>
                <a:cubicBezTo>
                  <a:pt x="7341" y="662"/>
                  <a:pt x="7499" y="820"/>
                  <a:pt x="7499" y="1040"/>
                </a:cubicBezTo>
                <a:cubicBezTo>
                  <a:pt x="7499" y="1230"/>
                  <a:pt x="7341" y="1387"/>
                  <a:pt x="7121" y="1387"/>
                </a:cubicBezTo>
                <a:lnTo>
                  <a:pt x="4380" y="1387"/>
                </a:lnTo>
                <a:cubicBezTo>
                  <a:pt x="4191" y="1387"/>
                  <a:pt x="4033" y="1230"/>
                  <a:pt x="4033" y="1040"/>
                </a:cubicBezTo>
                <a:cubicBezTo>
                  <a:pt x="4033" y="820"/>
                  <a:pt x="4191" y="662"/>
                  <a:pt x="4380" y="662"/>
                </a:cubicBezTo>
                <a:close/>
                <a:moveTo>
                  <a:pt x="6774" y="2049"/>
                </a:moveTo>
                <a:lnTo>
                  <a:pt x="6774" y="4285"/>
                </a:lnTo>
                <a:cubicBezTo>
                  <a:pt x="6774" y="4412"/>
                  <a:pt x="6774" y="4443"/>
                  <a:pt x="7499" y="5514"/>
                </a:cubicBezTo>
                <a:lnTo>
                  <a:pt x="3970" y="5514"/>
                </a:lnTo>
                <a:cubicBezTo>
                  <a:pt x="4758" y="4412"/>
                  <a:pt x="4726" y="4443"/>
                  <a:pt x="4726" y="4348"/>
                </a:cubicBezTo>
                <a:lnTo>
                  <a:pt x="4726" y="2049"/>
                </a:lnTo>
                <a:close/>
                <a:moveTo>
                  <a:pt x="8003" y="6176"/>
                </a:moveTo>
                <a:cubicBezTo>
                  <a:pt x="8696" y="7215"/>
                  <a:pt x="9578" y="8507"/>
                  <a:pt x="10177" y="9389"/>
                </a:cubicBezTo>
                <a:cubicBezTo>
                  <a:pt x="10649" y="10082"/>
                  <a:pt x="10177" y="10996"/>
                  <a:pt x="9294" y="10996"/>
                </a:cubicBezTo>
                <a:lnTo>
                  <a:pt x="2206" y="10996"/>
                </a:lnTo>
                <a:cubicBezTo>
                  <a:pt x="1387" y="10996"/>
                  <a:pt x="914" y="10051"/>
                  <a:pt x="1387" y="9389"/>
                </a:cubicBezTo>
                <a:cubicBezTo>
                  <a:pt x="1859" y="8665"/>
                  <a:pt x="2804" y="7341"/>
                  <a:pt x="3561" y="6176"/>
                </a:cubicBezTo>
                <a:close/>
                <a:moveTo>
                  <a:pt x="4380" y="1"/>
                </a:moveTo>
                <a:cubicBezTo>
                  <a:pt x="3813" y="1"/>
                  <a:pt x="3340" y="473"/>
                  <a:pt x="3340" y="1040"/>
                </a:cubicBezTo>
                <a:cubicBezTo>
                  <a:pt x="3340" y="1513"/>
                  <a:pt x="3655" y="1860"/>
                  <a:pt x="4065" y="2017"/>
                </a:cubicBezTo>
                <a:lnTo>
                  <a:pt x="4065" y="4222"/>
                </a:lnTo>
                <a:cubicBezTo>
                  <a:pt x="3718" y="4790"/>
                  <a:pt x="1198" y="8413"/>
                  <a:pt x="788" y="8980"/>
                </a:cubicBezTo>
                <a:cubicBezTo>
                  <a:pt x="1" y="10114"/>
                  <a:pt x="820" y="11658"/>
                  <a:pt x="2206" y="11658"/>
                </a:cubicBezTo>
                <a:lnTo>
                  <a:pt x="9294" y="11658"/>
                </a:lnTo>
                <a:cubicBezTo>
                  <a:pt x="9308" y="11658"/>
                  <a:pt x="9322" y="11658"/>
                  <a:pt x="9335" y="11658"/>
                </a:cubicBezTo>
                <a:cubicBezTo>
                  <a:pt x="10697" y="11658"/>
                  <a:pt x="11492" y="10103"/>
                  <a:pt x="10712" y="9011"/>
                </a:cubicBezTo>
                <a:cubicBezTo>
                  <a:pt x="10271" y="8444"/>
                  <a:pt x="7845" y="4853"/>
                  <a:pt x="7499" y="4254"/>
                </a:cubicBezTo>
                <a:lnTo>
                  <a:pt x="7499" y="1986"/>
                </a:lnTo>
                <a:cubicBezTo>
                  <a:pt x="7877" y="1828"/>
                  <a:pt x="8160" y="1450"/>
                  <a:pt x="8160" y="1040"/>
                </a:cubicBezTo>
                <a:cubicBezTo>
                  <a:pt x="8160" y="473"/>
                  <a:pt x="7688" y="1"/>
                  <a:pt x="712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9" name="Google Shape;12475;p89">
            <a:extLst>
              <a:ext uri="{FF2B5EF4-FFF2-40B4-BE49-F238E27FC236}">
                <a16:creationId xmlns:a16="http://schemas.microsoft.com/office/drawing/2014/main" id="{85706506-9686-EFCA-8A45-F70F9B17891F}"/>
              </a:ext>
            </a:extLst>
          </p:cNvPr>
          <p:cNvSpPr/>
          <p:nvPr/>
        </p:nvSpPr>
        <p:spPr>
          <a:xfrm>
            <a:off x="9695298" y="1856751"/>
            <a:ext cx="152539" cy="150833"/>
          </a:xfrm>
          <a:custGeom>
            <a:avLst/>
            <a:gdLst/>
            <a:ahLst/>
            <a:cxnLst/>
            <a:rect l="l" t="t" r="r" b="b"/>
            <a:pathLst>
              <a:path w="2773" h="2742" extrusionOk="0">
                <a:moveTo>
                  <a:pt x="1386" y="694"/>
                </a:moveTo>
                <a:cubicBezTo>
                  <a:pt x="1733" y="694"/>
                  <a:pt x="2048" y="1009"/>
                  <a:pt x="2048" y="1356"/>
                </a:cubicBezTo>
                <a:cubicBezTo>
                  <a:pt x="2048" y="1765"/>
                  <a:pt x="1764" y="2049"/>
                  <a:pt x="1386" y="2049"/>
                </a:cubicBezTo>
                <a:cubicBezTo>
                  <a:pt x="1008" y="2049"/>
                  <a:pt x="725" y="1702"/>
                  <a:pt x="725" y="1356"/>
                </a:cubicBezTo>
                <a:cubicBezTo>
                  <a:pt x="725" y="978"/>
                  <a:pt x="1040" y="694"/>
                  <a:pt x="1386" y="694"/>
                </a:cubicBezTo>
                <a:close/>
                <a:moveTo>
                  <a:pt x="1386" y="1"/>
                </a:moveTo>
                <a:cubicBezTo>
                  <a:pt x="630" y="1"/>
                  <a:pt x="0" y="631"/>
                  <a:pt x="0" y="1356"/>
                </a:cubicBezTo>
                <a:cubicBezTo>
                  <a:pt x="0" y="2112"/>
                  <a:pt x="630" y="2742"/>
                  <a:pt x="1386" y="2742"/>
                </a:cubicBezTo>
                <a:cubicBezTo>
                  <a:pt x="2142" y="2742"/>
                  <a:pt x="2772" y="2112"/>
                  <a:pt x="2772" y="1356"/>
                </a:cubicBezTo>
                <a:cubicBezTo>
                  <a:pt x="2772" y="631"/>
                  <a:pt x="2142" y="1"/>
                  <a:pt x="138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50" name="Google Shape;12476;p89">
            <a:extLst>
              <a:ext uri="{FF2B5EF4-FFF2-40B4-BE49-F238E27FC236}">
                <a16:creationId xmlns:a16="http://schemas.microsoft.com/office/drawing/2014/main" id="{9193D1A7-BDEC-273E-BAC7-69366280AA8F}"/>
              </a:ext>
            </a:extLst>
          </p:cNvPr>
          <p:cNvSpPr/>
          <p:nvPr/>
        </p:nvSpPr>
        <p:spPr>
          <a:xfrm>
            <a:off x="9884199" y="1931285"/>
            <a:ext cx="112657" cy="112712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694"/>
                </a:moveTo>
                <a:cubicBezTo>
                  <a:pt x="1229" y="694"/>
                  <a:pt x="1386" y="851"/>
                  <a:pt x="1386" y="1040"/>
                </a:cubicBezTo>
                <a:cubicBezTo>
                  <a:pt x="1386" y="1229"/>
                  <a:pt x="1229" y="1387"/>
                  <a:pt x="1040" y="1387"/>
                </a:cubicBezTo>
                <a:cubicBezTo>
                  <a:pt x="819" y="1387"/>
                  <a:pt x="693" y="1229"/>
                  <a:pt x="693" y="1040"/>
                </a:cubicBezTo>
                <a:cubicBezTo>
                  <a:pt x="693" y="851"/>
                  <a:pt x="819" y="694"/>
                  <a:pt x="1040" y="694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575" y="2048"/>
                  <a:pt x="2048" y="1576"/>
                  <a:pt x="2048" y="1040"/>
                </a:cubicBezTo>
                <a:cubicBezTo>
                  <a:pt x="2048" y="473"/>
                  <a:pt x="1575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6" name="Google Shape;12509;p89">
            <a:extLst>
              <a:ext uri="{FF2B5EF4-FFF2-40B4-BE49-F238E27FC236}">
                <a16:creationId xmlns:a16="http://schemas.microsoft.com/office/drawing/2014/main" id="{FCC3874F-F5E7-2E22-EB81-2FFA65AF2AB9}"/>
              </a:ext>
            </a:extLst>
          </p:cNvPr>
          <p:cNvSpPr/>
          <p:nvPr/>
        </p:nvSpPr>
        <p:spPr>
          <a:xfrm>
            <a:off x="6173620" y="1556130"/>
            <a:ext cx="563341" cy="563287"/>
          </a:xfrm>
          <a:custGeom>
            <a:avLst/>
            <a:gdLst/>
            <a:ahLst/>
            <a:cxnLst/>
            <a:rect l="l" t="t" r="r" b="b"/>
            <a:pathLst>
              <a:path w="10241" h="10240" extrusionOk="0">
                <a:moveTo>
                  <a:pt x="4758" y="693"/>
                </a:moveTo>
                <a:lnTo>
                  <a:pt x="4758" y="5167"/>
                </a:lnTo>
                <a:cubicBezTo>
                  <a:pt x="4758" y="5356"/>
                  <a:pt x="4916" y="5513"/>
                  <a:pt x="5105" y="5513"/>
                </a:cubicBezTo>
                <a:lnTo>
                  <a:pt x="9578" y="5513"/>
                </a:lnTo>
                <a:cubicBezTo>
                  <a:pt x="9358" y="7813"/>
                  <a:pt x="7436" y="9609"/>
                  <a:pt x="5105" y="9609"/>
                </a:cubicBezTo>
                <a:cubicBezTo>
                  <a:pt x="2679" y="9609"/>
                  <a:pt x="663" y="7593"/>
                  <a:pt x="663" y="5167"/>
                </a:cubicBezTo>
                <a:cubicBezTo>
                  <a:pt x="663" y="2835"/>
                  <a:pt x="2490" y="914"/>
                  <a:pt x="4758" y="693"/>
                </a:cubicBezTo>
                <a:close/>
                <a:moveTo>
                  <a:pt x="5105" y="0"/>
                </a:moveTo>
                <a:cubicBezTo>
                  <a:pt x="2269" y="0"/>
                  <a:pt x="1" y="2300"/>
                  <a:pt x="1" y="5104"/>
                </a:cubicBezTo>
                <a:cubicBezTo>
                  <a:pt x="1" y="7939"/>
                  <a:pt x="2269" y="10239"/>
                  <a:pt x="5105" y="10239"/>
                </a:cubicBezTo>
                <a:cubicBezTo>
                  <a:pt x="7940" y="10239"/>
                  <a:pt x="10240" y="7939"/>
                  <a:pt x="10240" y="5104"/>
                </a:cubicBezTo>
                <a:cubicBezTo>
                  <a:pt x="10240" y="4978"/>
                  <a:pt x="10083" y="4820"/>
                  <a:pt x="9925" y="4820"/>
                </a:cubicBezTo>
                <a:lnTo>
                  <a:pt x="5483" y="4820"/>
                </a:lnTo>
                <a:lnTo>
                  <a:pt x="5483" y="347"/>
                </a:lnTo>
                <a:cubicBezTo>
                  <a:pt x="5483" y="158"/>
                  <a:pt x="5325" y="0"/>
                  <a:pt x="510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7" name="Google Shape;12510;p89">
            <a:extLst>
              <a:ext uri="{FF2B5EF4-FFF2-40B4-BE49-F238E27FC236}">
                <a16:creationId xmlns:a16="http://schemas.microsoft.com/office/drawing/2014/main" id="{20731176-8661-D1CC-5319-E011A482639C}"/>
              </a:ext>
            </a:extLst>
          </p:cNvPr>
          <p:cNvSpPr/>
          <p:nvPr/>
        </p:nvSpPr>
        <p:spPr>
          <a:xfrm>
            <a:off x="6513297" y="1479833"/>
            <a:ext cx="303371" cy="303371"/>
          </a:xfrm>
          <a:custGeom>
            <a:avLst/>
            <a:gdLst/>
            <a:ahLst/>
            <a:cxnLst/>
            <a:rect l="l" t="t" r="r" b="b"/>
            <a:pathLst>
              <a:path w="5515" h="5515" extrusionOk="0">
                <a:moveTo>
                  <a:pt x="663" y="694"/>
                </a:moveTo>
                <a:cubicBezTo>
                  <a:pt x="2836" y="851"/>
                  <a:pt x="4601" y="2616"/>
                  <a:pt x="4758" y="4790"/>
                </a:cubicBezTo>
                <a:lnTo>
                  <a:pt x="663" y="4790"/>
                </a:lnTo>
                <a:lnTo>
                  <a:pt x="663" y="694"/>
                </a:lnTo>
                <a:close/>
                <a:moveTo>
                  <a:pt x="348" y="1"/>
                </a:moveTo>
                <a:cubicBezTo>
                  <a:pt x="158" y="1"/>
                  <a:pt x="1" y="158"/>
                  <a:pt x="1" y="379"/>
                </a:cubicBezTo>
                <a:lnTo>
                  <a:pt x="1" y="5168"/>
                </a:lnTo>
                <a:cubicBezTo>
                  <a:pt x="1" y="5357"/>
                  <a:pt x="158" y="5514"/>
                  <a:pt x="348" y="5514"/>
                </a:cubicBezTo>
                <a:lnTo>
                  <a:pt x="5168" y="5514"/>
                </a:lnTo>
                <a:cubicBezTo>
                  <a:pt x="5357" y="5514"/>
                  <a:pt x="5514" y="5357"/>
                  <a:pt x="5514" y="5168"/>
                </a:cubicBezTo>
                <a:cubicBezTo>
                  <a:pt x="5483" y="3750"/>
                  <a:pt x="4979" y="2490"/>
                  <a:pt x="3971" y="1513"/>
                </a:cubicBezTo>
                <a:cubicBezTo>
                  <a:pt x="2994" y="536"/>
                  <a:pt x="1734" y="1"/>
                  <a:pt x="3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23" name="Google Shape;12519;p89">
            <a:extLst>
              <a:ext uri="{FF2B5EF4-FFF2-40B4-BE49-F238E27FC236}">
                <a16:creationId xmlns:a16="http://schemas.microsoft.com/office/drawing/2014/main" id="{B85358EE-8D59-F2CB-B405-786105310DE2}"/>
              </a:ext>
            </a:extLst>
          </p:cNvPr>
          <p:cNvSpPr/>
          <p:nvPr/>
        </p:nvSpPr>
        <p:spPr>
          <a:xfrm>
            <a:off x="10331676" y="1477058"/>
            <a:ext cx="608339" cy="644753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4" name="Google Shape;12533;p89">
            <a:extLst>
              <a:ext uri="{FF2B5EF4-FFF2-40B4-BE49-F238E27FC236}">
                <a16:creationId xmlns:a16="http://schemas.microsoft.com/office/drawing/2014/main" id="{3CFF04ED-AFA5-0CF0-693B-D6AB1B0D5B44}"/>
              </a:ext>
            </a:extLst>
          </p:cNvPr>
          <p:cNvSpPr/>
          <p:nvPr/>
        </p:nvSpPr>
        <p:spPr>
          <a:xfrm>
            <a:off x="2875060" y="1478976"/>
            <a:ext cx="644752" cy="641288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2395" y="725"/>
                </a:moveTo>
                <a:cubicBezTo>
                  <a:pt x="2930" y="725"/>
                  <a:pt x="3403" y="1197"/>
                  <a:pt x="3403" y="1733"/>
                </a:cubicBezTo>
                <a:cubicBezTo>
                  <a:pt x="3403" y="2300"/>
                  <a:pt x="2930" y="2773"/>
                  <a:pt x="2395" y="2773"/>
                </a:cubicBezTo>
                <a:cubicBezTo>
                  <a:pt x="1828" y="2773"/>
                  <a:pt x="1355" y="2300"/>
                  <a:pt x="1355" y="1733"/>
                </a:cubicBezTo>
                <a:cubicBezTo>
                  <a:pt x="1355" y="1197"/>
                  <a:pt x="1828" y="725"/>
                  <a:pt x="2395" y="725"/>
                </a:cubicBezTo>
                <a:close/>
                <a:moveTo>
                  <a:pt x="10303" y="725"/>
                </a:moveTo>
                <a:lnTo>
                  <a:pt x="10303" y="6585"/>
                </a:lnTo>
                <a:lnTo>
                  <a:pt x="10334" y="6585"/>
                </a:lnTo>
                <a:cubicBezTo>
                  <a:pt x="10334" y="6774"/>
                  <a:pt x="10177" y="6931"/>
                  <a:pt x="9988" y="6931"/>
                </a:cubicBezTo>
                <a:lnTo>
                  <a:pt x="4789" y="6931"/>
                </a:lnTo>
                <a:lnTo>
                  <a:pt x="4789" y="5167"/>
                </a:lnTo>
                <a:cubicBezTo>
                  <a:pt x="4789" y="4253"/>
                  <a:pt x="4285" y="3434"/>
                  <a:pt x="3498" y="3025"/>
                </a:cubicBezTo>
                <a:cubicBezTo>
                  <a:pt x="3844" y="2710"/>
                  <a:pt x="4096" y="2237"/>
                  <a:pt x="4096" y="1733"/>
                </a:cubicBezTo>
                <a:cubicBezTo>
                  <a:pt x="4096" y="1355"/>
                  <a:pt x="3970" y="977"/>
                  <a:pt x="3718" y="725"/>
                </a:cubicBezTo>
                <a:close/>
                <a:moveTo>
                  <a:pt x="2710" y="3466"/>
                </a:moveTo>
                <a:cubicBezTo>
                  <a:pt x="3498" y="3623"/>
                  <a:pt x="4096" y="4316"/>
                  <a:pt x="4096" y="5167"/>
                </a:cubicBezTo>
                <a:lnTo>
                  <a:pt x="4096" y="7246"/>
                </a:lnTo>
                <a:cubicBezTo>
                  <a:pt x="4128" y="7435"/>
                  <a:pt x="3970" y="7593"/>
                  <a:pt x="3750" y="7593"/>
                </a:cubicBezTo>
                <a:cubicBezTo>
                  <a:pt x="3561" y="7593"/>
                  <a:pt x="3403" y="7750"/>
                  <a:pt x="3403" y="7971"/>
                </a:cubicBezTo>
                <a:lnTo>
                  <a:pt x="3403" y="10712"/>
                </a:lnTo>
                <a:cubicBezTo>
                  <a:pt x="3403" y="10901"/>
                  <a:pt x="3246" y="11058"/>
                  <a:pt x="3056" y="11058"/>
                </a:cubicBezTo>
                <a:lnTo>
                  <a:pt x="1670" y="11058"/>
                </a:lnTo>
                <a:cubicBezTo>
                  <a:pt x="1481" y="11058"/>
                  <a:pt x="1324" y="10901"/>
                  <a:pt x="1324" y="10712"/>
                </a:cubicBezTo>
                <a:lnTo>
                  <a:pt x="1324" y="7971"/>
                </a:lnTo>
                <a:cubicBezTo>
                  <a:pt x="1324" y="7750"/>
                  <a:pt x="1166" y="7593"/>
                  <a:pt x="977" y="7593"/>
                </a:cubicBezTo>
                <a:cubicBezTo>
                  <a:pt x="788" y="7593"/>
                  <a:pt x="631" y="7435"/>
                  <a:pt x="631" y="7246"/>
                </a:cubicBezTo>
                <a:lnTo>
                  <a:pt x="631" y="5167"/>
                </a:lnTo>
                <a:cubicBezTo>
                  <a:pt x="631" y="4316"/>
                  <a:pt x="1198" y="3623"/>
                  <a:pt x="1985" y="3466"/>
                </a:cubicBezTo>
                <a:lnTo>
                  <a:pt x="1985" y="5829"/>
                </a:lnTo>
                <a:cubicBezTo>
                  <a:pt x="1985" y="6018"/>
                  <a:pt x="2143" y="6175"/>
                  <a:pt x="2363" y="6175"/>
                </a:cubicBezTo>
                <a:cubicBezTo>
                  <a:pt x="2552" y="6175"/>
                  <a:pt x="2710" y="6018"/>
                  <a:pt x="2710" y="5829"/>
                </a:cubicBezTo>
                <a:lnTo>
                  <a:pt x="2710" y="3466"/>
                </a:lnTo>
                <a:close/>
                <a:moveTo>
                  <a:pt x="2395" y="0"/>
                </a:moveTo>
                <a:cubicBezTo>
                  <a:pt x="1450" y="0"/>
                  <a:pt x="694" y="756"/>
                  <a:pt x="694" y="1702"/>
                </a:cubicBezTo>
                <a:cubicBezTo>
                  <a:pt x="694" y="2206"/>
                  <a:pt x="946" y="2678"/>
                  <a:pt x="1292" y="2993"/>
                </a:cubicBezTo>
                <a:cubicBezTo>
                  <a:pt x="536" y="3403"/>
                  <a:pt x="1" y="4222"/>
                  <a:pt x="1" y="5136"/>
                </a:cubicBezTo>
                <a:lnTo>
                  <a:pt x="1" y="7215"/>
                </a:lnTo>
                <a:cubicBezTo>
                  <a:pt x="1" y="7656"/>
                  <a:pt x="253" y="8034"/>
                  <a:pt x="662" y="8192"/>
                </a:cubicBezTo>
                <a:lnTo>
                  <a:pt x="662" y="10649"/>
                </a:lnTo>
                <a:cubicBezTo>
                  <a:pt x="662" y="11184"/>
                  <a:pt x="1135" y="11657"/>
                  <a:pt x="1670" y="11657"/>
                </a:cubicBezTo>
                <a:lnTo>
                  <a:pt x="3056" y="11657"/>
                </a:lnTo>
                <a:cubicBezTo>
                  <a:pt x="3624" y="11657"/>
                  <a:pt x="4096" y="11184"/>
                  <a:pt x="4096" y="10649"/>
                </a:cubicBezTo>
                <a:lnTo>
                  <a:pt x="4096" y="8192"/>
                </a:lnTo>
                <a:cubicBezTo>
                  <a:pt x="4348" y="8065"/>
                  <a:pt x="4600" y="7876"/>
                  <a:pt x="4726" y="7561"/>
                </a:cubicBezTo>
                <a:lnTo>
                  <a:pt x="9988" y="7561"/>
                </a:lnTo>
                <a:cubicBezTo>
                  <a:pt x="10555" y="7561"/>
                  <a:pt x="11027" y="7089"/>
                  <a:pt x="11027" y="6553"/>
                </a:cubicBezTo>
                <a:lnTo>
                  <a:pt x="11027" y="662"/>
                </a:lnTo>
                <a:lnTo>
                  <a:pt x="11374" y="662"/>
                </a:lnTo>
                <a:cubicBezTo>
                  <a:pt x="11563" y="662"/>
                  <a:pt x="11720" y="504"/>
                  <a:pt x="11720" y="315"/>
                </a:cubicBezTo>
                <a:cubicBezTo>
                  <a:pt x="11720" y="158"/>
                  <a:pt x="11563" y="0"/>
                  <a:pt x="1137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5" name="Google Shape;12534;p89">
            <a:extLst>
              <a:ext uri="{FF2B5EF4-FFF2-40B4-BE49-F238E27FC236}">
                <a16:creationId xmlns:a16="http://schemas.microsoft.com/office/drawing/2014/main" id="{9106F9CE-12D7-F1F4-1965-A3A136A48998}"/>
              </a:ext>
            </a:extLst>
          </p:cNvPr>
          <p:cNvSpPr/>
          <p:nvPr/>
        </p:nvSpPr>
        <p:spPr>
          <a:xfrm>
            <a:off x="3180083" y="1555221"/>
            <a:ext cx="225369" cy="225369"/>
          </a:xfrm>
          <a:custGeom>
            <a:avLst/>
            <a:gdLst/>
            <a:ahLst/>
            <a:cxnLst/>
            <a:rect l="l" t="t" r="r" b="b"/>
            <a:pathLst>
              <a:path w="4097" h="4097" extrusionOk="0">
                <a:moveTo>
                  <a:pt x="2395" y="725"/>
                </a:moveTo>
                <a:cubicBezTo>
                  <a:pt x="2867" y="851"/>
                  <a:pt x="3245" y="1229"/>
                  <a:pt x="3371" y="1733"/>
                </a:cubicBezTo>
                <a:lnTo>
                  <a:pt x="2395" y="1733"/>
                </a:lnTo>
                <a:lnTo>
                  <a:pt x="2395" y="725"/>
                </a:lnTo>
                <a:close/>
                <a:moveTo>
                  <a:pt x="1733" y="757"/>
                </a:moveTo>
                <a:lnTo>
                  <a:pt x="1733" y="2080"/>
                </a:lnTo>
                <a:cubicBezTo>
                  <a:pt x="1733" y="2269"/>
                  <a:pt x="1891" y="2426"/>
                  <a:pt x="2080" y="2426"/>
                </a:cubicBezTo>
                <a:lnTo>
                  <a:pt x="3403" y="2426"/>
                </a:lnTo>
                <a:cubicBezTo>
                  <a:pt x="3245" y="3025"/>
                  <a:pt x="2741" y="3466"/>
                  <a:pt x="2080" y="3466"/>
                </a:cubicBezTo>
                <a:cubicBezTo>
                  <a:pt x="1324" y="3466"/>
                  <a:pt x="693" y="2836"/>
                  <a:pt x="693" y="2080"/>
                </a:cubicBezTo>
                <a:cubicBezTo>
                  <a:pt x="693" y="1418"/>
                  <a:pt x="1135" y="851"/>
                  <a:pt x="1733" y="757"/>
                </a:cubicBezTo>
                <a:close/>
                <a:moveTo>
                  <a:pt x="2048" y="0"/>
                </a:moveTo>
                <a:cubicBezTo>
                  <a:pt x="883" y="0"/>
                  <a:pt x="0" y="914"/>
                  <a:pt x="0" y="2048"/>
                </a:cubicBezTo>
                <a:cubicBezTo>
                  <a:pt x="0" y="3182"/>
                  <a:pt x="946" y="4096"/>
                  <a:pt x="2048" y="4096"/>
                </a:cubicBezTo>
                <a:cubicBezTo>
                  <a:pt x="3182" y="4096"/>
                  <a:pt x="4096" y="3182"/>
                  <a:pt x="4096" y="2048"/>
                </a:cubicBezTo>
                <a:cubicBezTo>
                  <a:pt x="4096" y="914"/>
                  <a:pt x="3182" y="0"/>
                  <a:pt x="20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2" name="Google Shape;12544;p89">
            <a:extLst>
              <a:ext uri="{FF2B5EF4-FFF2-40B4-BE49-F238E27FC236}">
                <a16:creationId xmlns:a16="http://schemas.microsoft.com/office/drawing/2014/main" id="{28AD072F-05C1-D26A-0D7A-4B8C2CCD5B99}"/>
              </a:ext>
            </a:extLst>
          </p:cNvPr>
          <p:cNvSpPr/>
          <p:nvPr/>
        </p:nvSpPr>
        <p:spPr>
          <a:xfrm>
            <a:off x="6983557" y="1478976"/>
            <a:ext cx="644752" cy="641288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7624" y="694"/>
                </a:moveTo>
                <a:cubicBezTo>
                  <a:pt x="9515" y="694"/>
                  <a:pt x="11058" y="2206"/>
                  <a:pt x="11058" y="4096"/>
                </a:cubicBezTo>
                <a:cubicBezTo>
                  <a:pt x="11058" y="5987"/>
                  <a:pt x="9515" y="7530"/>
                  <a:pt x="7624" y="7530"/>
                </a:cubicBezTo>
                <a:cubicBezTo>
                  <a:pt x="5734" y="7530"/>
                  <a:pt x="4190" y="5987"/>
                  <a:pt x="4190" y="4096"/>
                </a:cubicBezTo>
                <a:cubicBezTo>
                  <a:pt x="4190" y="2206"/>
                  <a:pt x="5734" y="694"/>
                  <a:pt x="7624" y="694"/>
                </a:cubicBezTo>
                <a:close/>
                <a:moveTo>
                  <a:pt x="3336" y="8066"/>
                </a:moveTo>
                <a:cubicBezTo>
                  <a:pt x="3426" y="8066"/>
                  <a:pt x="3513" y="8098"/>
                  <a:pt x="3560" y="8161"/>
                </a:cubicBezTo>
                <a:cubicBezTo>
                  <a:pt x="3686" y="8287"/>
                  <a:pt x="3686" y="8507"/>
                  <a:pt x="3560" y="8633"/>
                </a:cubicBezTo>
                <a:lnTo>
                  <a:pt x="1323" y="10870"/>
                </a:lnTo>
                <a:cubicBezTo>
                  <a:pt x="1260" y="10933"/>
                  <a:pt x="1174" y="10964"/>
                  <a:pt x="1087" y="10964"/>
                </a:cubicBezTo>
                <a:cubicBezTo>
                  <a:pt x="1001" y="10964"/>
                  <a:pt x="914" y="10933"/>
                  <a:pt x="851" y="10870"/>
                </a:cubicBezTo>
                <a:cubicBezTo>
                  <a:pt x="725" y="10744"/>
                  <a:pt x="725" y="10523"/>
                  <a:pt x="851" y="10397"/>
                </a:cubicBezTo>
                <a:lnTo>
                  <a:pt x="3088" y="8161"/>
                </a:lnTo>
                <a:cubicBezTo>
                  <a:pt x="3151" y="8098"/>
                  <a:pt x="3245" y="8066"/>
                  <a:pt x="3336" y="8066"/>
                </a:cubicBezTo>
                <a:close/>
                <a:moveTo>
                  <a:pt x="7624" y="1"/>
                </a:moveTo>
                <a:cubicBezTo>
                  <a:pt x="5356" y="1"/>
                  <a:pt x="3529" y="1860"/>
                  <a:pt x="3529" y="4096"/>
                </a:cubicBezTo>
                <a:cubicBezTo>
                  <a:pt x="3529" y="5136"/>
                  <a:pt x="3875" y="6050"/>
                  <a:pt x="4505" y="6743"/>
                </a:cubicBezTo>
                <a:lnTo>
                  <a:pt x="3812" y="7467"/>
                </a:lnTo>
                <a:cubicBezTo>
                  <a:pt x="3661" y="7386"/>
                  <a:pt x="3500" y="7347"/>
                  <a:pt x="3342" y="7347"/>
                </a:cubicBezTo>
                <a:cubicBezTo>
                  <a:pt x="3074" y="7347"/>
                  <a:pt x="2813" y="7458"/>
                  <a:pt x="2615" y="7656"/>
                </a:cubicBezTo>
                <a:lnTo>
                  <a:pt x="378" y="9893"/>
                </a:lnTo>
                <a:cubicBezTo>
                  <a:pt x="0" y="10271"/>
                  <a:pt x="0" y="10964"/>
                  <a:pt x="378" y="11343"/>
                </a:cubicBezTo>
                <a:cubicBezTo>
                  <a:pt x="567" y="11532"/>
                  <a:pt x="851" y="11658"/>
                  <a:pt x="1103" y="11658"/>
                </a:cubicBezTo>
                <a:cubicBezTo>
                  <a:pt x="1355" y="11658"/>
                  <a:pt x="1607" y="11532"/>
                  <a:pt x="1796" y="11343"/>
                </a:cubicBezTo>
                <a:lnTo>
                  <a:pt x="4033" y="9106"/>
                </a:lnTo>
                <a:cubicBezTo>
                  <a:pt x="4348" y="8791"/>
                  <a:pt x="4442" y="8318"/>
                  <a:pt x="4253" y="7909"/>
                </a:cubicBezTo>
                <a:lnTo>
                  <a:pt x="4947" y="7215"/>
                </a:lnTo>
                <a:cubicBezTo>
                  <a:pt x="5671" y="7814"/>
                  <a:pt x="6616" y="8192"/>
                  <a:pt x="7593" y="8192"/>
                </a:cubicBezTo>
                <a:cubicBezTo>
                  <a:pt x="9861" y="8192"/>
                  <a:pt x="11689" y="6333"/>
                  <a:pt x="11689" y="4096"/>
                </a:cubicBezTo>
                <a:cubicBezTo>
                  <a:pt x="11720" y="1828"/>
                  <a:pt x="9861" y="1"/>
                  <a:pt x="762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3" name="Google Shape;12545;p89">
            <a:extLst>
              <a:ext uri="{FF2B5EF4-FFF2-40B4-BE49-F238E27FC236}">
                <a16:creationId xmlns:a16="http://schemas.microsoft.com/office/drawing/2014/main" id="{0A5C355B-55D8-4980-C859-B84E1D3E4488}"/>
              </a:ext>
            </a:extLst>
          </p:cNvPr>
          <p:cNvSpPr/>
          <p:nvPr/>
        </p:nvSpPr>
        <p:spPr>
          <a:xfrm>
            <a:off x="7290284" y="1553513"/>
            <a:ext cx="227075" cy="263491"/>
          </a:xfrm>
          <a:custGeom>
            <a:avLst/>
            <a:gdLst/>
            <a:ahLst/>
            <a:cxnLst/>
            <a:rect l="l" t="t" r="r" b="b"/>
            <a:pathLst>
              <a:path w="4128" h="4790" extrusionOk="0">
                <a:moveTo>
                  <a:pt x="2048" y="694"/>
                </a:moveTo>
                <a:cubicBezTo>
                  <a:pt x="2458" y="694"/>
                  <a:pt x="2710" y="1009"/>
                  <a:pt x="2710" y="1387"/>
                </a:cubicBezTo>
                <a:cubicBezTo>
                  <a:pt x="2710" y="1765"/>
                  <a:pt x="2395" y="2048"/>
                  <a:pt x="2048" y="2048"/>
                </a:cubicBezTo>
                <a:cubicBezTo>
                  <a:pt x="1702" y="2048"/>
                  <a:pt x="1387" y="1733"/>
                  <a:pt x="1387" y="1387"/>
                </a:cubicBezTo>
                <a:cubicBezTo>
                  <a:pt x="1355" y="1009"/>
                  <a:pt x="1670" y="694"/>
                  <a:pt x="2048" y="694"/>
                </a:cubicBezTo>
                <a:close/>
                <a:moveTo>
                  <a:pt x="2363" y="2741"/>
                </a:moveTo>
                <a:cubicBezTo>
                  <a:pt x="2931" y="2741"/>
                  <a:pt x="3403" y="3214"/>
                  <a:pt x="3403" y="3781"/>
                </a:cubicBezTo>
                <a:lnTo>
                  <a:pt x="3403" y="4128"/>
                </a:lnTo>
                <a:lnTo>
                  <a:pt x="662" y="4128"/>
                </a:lnTo>
                <a:lnTo>
                  <a:pt x="662" y="3781"/>
                </a:lnTo>
                <a:cubicBezTo>
                  <a:pt x="662" y="3214"/>
                  <a:pt x="1135" y="2741"/>
                  <a:pt x="1702" y="2741"/>
                </a:cubicBezTo>
                <a:close/>
                <a:moveTo>
                  <a:pt x="2048" y="1"/>
                </a:moveTo>
                <a:cubicBezTo>
                  <a:pt x="1292" y="1"/>
                  <a:pt x="662" y="631"/>
                  <a:pt x="662" y="1387"/>
                </a:cubicBezTo>
                <a:cubicBezTo>
                  <a:pt x="662" y="1702"/>
                  <a:pt x="788" y="2017"/>
                  <a:pt x="977" y="2237"/>
                </a:cubicBezTo>
                <a:cubicBezTo>
                  <a:pt x="410" y="2521"/>
                  <a:pt x="1" y="3119"/>
                  <a:pt x="1" y="3781"/>
                </a:cubicBezTo>
                <a:lnTo>
                  <a:pt x="1" y="4443"/>
                </a:lnTo>
                <a:cubicBezTo>
                  <a:pt x="1" y="4632"/>
                  <a:pt x="158" y="4789"/>
                  <a:pt x="347" y="4789"/>
                </a:cubicBezTo>
                <a:lnTo>
                  <a:pt x="3781" y="4789"/>
                </a:lnTo>
                <a:cubicBezTo>
                  <a:pt x="3970" y="4789"/>
                  <a:pt x="4128" y="4632"/>
                  <a:pt x="4128" y="4443"/>
                </a:cubicBezTo>
                <a:lnTo>
                  <a:pt x="4128" y="3781"/>
                </a:lnTo>
                <a:cubicBezTo>
                  <a:pt x="4096" y="3119"/>
                  <a:pt x="3718" y="2521"/>
                  <a:pt x="3120" y="2237"/>
                </a:cubicBezTo>
                <a:cubicBezTo>
                  <a:pt x="3309" y="2017"/>
                  <a:pt x="3435" y="1733"/>
                  <a:pt x="3435" y="1387"/>
                </a:cubicBezTo>
                <a:cubicBezTo>
                  <a:pt x="3435" y="631"/>
                  <a:pt x="2805" y="1"/>
                  <a:pt x="20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26" name="Google Shape;12552;p89">
            <a:extLst>
              <a:ext uri="{FF2B5EF4-FFF2-40B4-BE49-F238E27FC236}">
                <a16:creationId xmlns:a16="http://schemas.microsoft.com/office/drawing/2014/main" id="{7DFE4A74-91DE-3543-7A91-BC0AD1F7E9E9}"/>
              </a:ext>
            </a:extLst>
          </p:cNvPr>
          <p:cNvSpPr/>
          <p:nvPr/>
        </p:nvSpPr>
        <p:spPr>
          <a:xfrm>
            <a:off x="11151816" y="1555936"/>
            <a:ext cx="642992" cy="486989"/>
          </a:xfrm>
          <a:custGeom>
            <a:avLst/>
            <a:gdLst/>
            <a:ahLst/>
            <a:cxnLst/>
            <a:rect l="l" t="t" r="r" b="b"/>
            <a:pathLst>
              <a:path w="11689" h="8853" extrusionOk="0">
                <a:moveTo>
                  <a:pt x="1040" y="2709"/>
                </a:moveTo>
                <a:cubicBezTo>
                  <a:pt x="1229" y="2709"/>
                  <a:pt x="1386" y="2867"/>
                  <a:pt x="1386" y="3056"/>
                </a:cubicBezTo>
                <a:lnTo>
                  <a:pt x="1386" y="5828"/>
                </a:lnTo>
                <a:cubicBezTo>
                  <a:pt x="1386" y="6017"/>
                  <a:pt x="1229" y="6175"/>
                  <a:pt x="1040" y="6175"/>
                </a:cubicBezTo>
                <a:cubicBezTo>
                  <a:pt x="819" y="6175"/>
                  <a:pt x="662" y="6017"/>
                  <a:pt x="662" y="5828"/>
                </a:cubicBezTo>
                <a:lnTo>
                  <a:pt x="662" y="3056"/>
                </a:lnTo>
                <a:cubicBezTo>
                  <a:pt x="662" y="2867"/>
                  <a:pt x="819" y="2709"/>
                  <a:pt x="1040" y="2709"/>
                </a:cubicBezTo>
                <a:close/>
                <a:moveTo>
                  <a:pt x="9641" y="1449"/>
                </a:moveTo>
                <a:lnTo>
                  <a:pt x="9641" y="7435"/>
                </a:lnTo>
                <a:lnTo>
                  <a:pt x="2079" y="5545"/>
                </a:lnTo>
                <a:lnTo>
                  <a:pt x="2079" y="3340"/>
                </a:lnTo>
                <a:lnTo>
                  <a:pt x="9641" y="1449"/>
                </a:lnTo>
                <a:close/>
                <a:moveTo>
                  <a:pt x="3466" y="6616"/>
                </a:moveTo>
                <a:lnTo>
                  <a:pt x="6112" y="7278"/>
                </a:lnTo>
                <a:cubicBezTo>
                  <a:pt x="5954" y="7845"/>
                  <a:pt x="5450" y="8223"/>
                  <a:pt x="4820" y="8223"/>
                </a:cubicBezTo>
                <a:cubicBezTo>
                  <a:pt x="4064" y="8223"/>
                  <a:pt x="3434" y="7593"/>
                  <a:pt x="3434" y="6837"/>
                </a:cubicBezTo>
                <a:cubicBezTo>
                  <a:pt x="3434" y="6774"/>
                  <a:pt x="3434" y="6679"/>
                  <a:pt x="3466" y="6616"/>
                </a:cubicBezTo>
                <a:close/>
                <a:moveTo>
                  <a:pt x="10680" y="662"/>
                </a:moveTo>
                <a:cubicBezTo>
                  <a:pt x="10869" y="662"/>
                  <a:pt x="11027" y="819"/>
                  <a:pt x="11027" y="1008"/>
                </a:cubicBezTo>
                <a:lnTo>
                  <a:pt x="11027" y="7876"/>
                </a:lnTo>
                <a:cubicBezTo>
                  <a:pt x="11027" y="8065"/>
                  <a:pt x="10869" y="8223"/>
                  <a:pt x="10680" y="8223"/>
                </a:cubicBezTo>
                <a:cubicBezTo>
                  <a:pt x="10491" y="8223"/>
                  <a:pt x="10334" y="8065"/>
                  <a:pt x="10334" y="7876"/>
                </a:cubicBezTo>
                <a:lnTo>
                  <a:pt x="10334" y="1008"/>
                </a:lnTo>
                <a:cubicBezTo>
                  <a:pt x="10334" y="819"/>
                  <a:pt x="10491" y="662"/>
                  <a:pt x="10680" y="662"/>
                </a:cubicBezTo>
                <a:close/>
                <a:moveTo>
                  <a:pt x="10680" y="0"/>
                </a:moveTo>
                <a:cubicBezTo>
                  <a:pt x="10208" y="0"/>
                  <a:pt x="9798" y="315"/>
                  <a:pt x="9704" y="756"/>
                </a:cubicBezTo>
                <a:lnTo>
                  <a:pt x="1985" y="2678"/>
                </a:lnTo>
                <a:cubicBezTo>
                  <a:pt x="1827" y="2331"/>
                  <a:pt x="1449" y="2048"/>
                  <a:pt x="1040" y="2048"/>
                </a:cubicBezTo>
                <a:cubicBezTo>
                  <a:pt x="473" y="2048"/>
                  <a:pt x="0" y="2520"/>
                  <a:pt x="0" y="3056"/>
                </a:cubicBezTo>
                <a:lnTo>
                  <a:pt x="0" y="5828"/>
                </a:lnTo>
                <a:cubicBezTo>
                  <a:pt x="0" y="6364"/>
                  <a:pt x="473" y="6837"/>
                  <a:pt x="1040" y="6837"/>
                </a:cubicBezTo>
                <a:cubicBezTo>
                  <a:pt x="1449" y="6837"/>
                  <a:pt x="1827" y="6616"/>
                  <a:pt x="1985" y="6206"/>
                </a:cubicBezTo>
                <a:lnTo>
                  <a:pt x="2804" y="6427"/>
                </a:lnTo>
                <a:cubicBezTo>
                  <a:pt x="2772" y="6522"/>
                  <a:pt x="2772" y="6679"/>
                  <a:pt x="2772" y="6805"/>
                </a:cubicBezTo>
                <a:cubicBezTo>
                  <a:pt x="2772" y="7939"/>
                  <a:pt x="3655" y="8853"/>
                  <a:pt x="4820" y="8853"/>
                </a:cubicBezTo>
                <a:cubicBezTo>
                  <a:pt x="5324" y="8853"/>
                  <a:pt x="5828" y="8664"/>
                  <a:pt x="6175" y="8317"/>
                </a:cubicBezTo>
                <a:cubicBezTo>
                  <a:pt x="6459" y="8065"/>
                  <a:pt x="6648" y="7719"/>
                  <a:pt x="6774" y="7341"/>
                </a:cubicBezTo>
                <a:lnTo>
                  <a:pt x="9704" y="8065"/>
                </a:lnTo>
                <a:cubicBezTo>
                  <a:pt x="9798" y="8506"/>
                  <a:pt x="10208" y="8821"/>
                  <a:pt x="10680" y="8821"/>
                </a:cubicBezTo>
                <a:cubicBezTo>
                  <a:pt x="11216" y="8821"/>
                  <a:pt x="11688" y="8349"/>
                  <a:pt x="11688" y="7782"/>
                </a:cubicBezTo>
                <a:lnTo>
                  <a:pt x="11688" y="945"/>
                </a:lnTo>
                <a:cubicBezTo>
                  <a:pt x="11688" y="473"/>
                  <a:pt x="11279" y="0"/>
                  <a:pt x="106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9" name="Google Shape;12562;p89">
            <a:extLst>
              <a:ext uri="{FF2B5EF4-FFF2-40B4-BE49-F238E27FC236}">
                <a16:creationId xmlns:a16="http://schemas.microsoft.com/office/drawing/2014/main" id="{8225CA2C-5396-A131-2C61-C49A2C4D122A}"/>
              </a:ext>
            </a:extLst>
          </p:cNvPr>
          <p:cNvSpPr/>
          <p:nvPr/>
        </p:nvSpPr>
        <p:spPr>
          <a:xfrm>
            <a:off x="4091948" y="1859390"/>
            <a:ext cx="112712" cy="109247"/>
          </a:xfrm>
          <a:custGeom>
            <a:avLst/>
            <a:gdLst/>
            <a:ahLst/>
            <a:cxnLst/>
            <a:rect l="l" t="t" r="r" b="b"/>
            <a:pathLst>
              <a:path w="2049" h="1986" extrusionOk="0">
                <a:moveTo>
                  <a:pt x="343" y="0"/>
                </a:moveTo>
                <a:cubicBezTo>
                  <a:pt x="253" y="0"/>
                  <a:pt x="158" y="32"/>
                  <a:pt x="95" y="95"/>
                </a:cubicBezTo>
                <a:cubicBezTo>
                  <a:pt x="1" y="189"/>
                  <a:pt x="1" y="441"/>
                  <a:pt x="95" y="536"/>
                </a:cubicBezTo>
                <a:lnTo>
                  <a:pt x="536" y="977"/>
                </a:lnTo>
                <a:lnTo>
                  <a:pt x="95" y="1418"/>
                </a:lnTo>
                <a:cubicBezTo>
                  <a:pt x="1" y="1544"/>
                  <a:pt x="1" y="1765"/>
                  <a:pt x="95" y="1891"/>
                </a:cubicBezTo>
                <a:cubicBezTo>
                  <a:pt x="158" y="1954"/>
                  <a:pt x="253" y="1985"/>
                  <a:pt x="343" y="1985"/>
                </a:cubicBezTo>
                <a:cubicBezTo>
                  <a:pt x="434" y="1985"/>
                  <a:pt x="521" y="1954"/>
                  <a:pt x="568" y="1891"/>
                </a:cubicBezTo>
                <a:lnTo>
                  <a:pt x="1009" y="1450"/>
                </a:lnTo>
                <a:lnTo>
                  <a:pt x="1450" y="1891"/>
                </a:lnTo>
                <a:cubicBezTo>
                  <a:pt x="1513" y="1954"/>
                  <a:pt x="1600" y="1985"/>
                  <a:pt x="1686" y="1985"/>
                </a:cubicBezTo>
                <a:cubicBezTo>
                  <a:pt x="1773" y="1985"/>
                  <a:pt x="1860" y="1954"/>
                  <a:pt x="1923" y="1891"/>
                </a:cubicBezTo>
                <a:cubicBezTo>
                  <a:pt x="2049" y="1765"/>
                  <a:pt x="2049" y="1544"/>
                  <a:pt x="1923" y="1418"/>
                </a:cubicBezTo>
                <a:lnTo>
                  <a:pt x="1482" y="977"/>
                </a:lnTo>
                <a:lnTo>
                  <a:pt x="1923" y="536"/>
                </a:lnTo>
                <a:cubicBezTo>
                  <a:pt x="2049" y="441"/>
                  <a:pt x="2049" y="189"/>
                  <a:pt x="1923" y="95"/>
                </a:cubicBezTo>
                <a:cubicBezTo>
                  <a:pt x="1860" y="32"/>
                  <a:pt x="1773" y="0"/>
                  <a:pt x="1686" y="0"/>
                </a:cubicBezTo>
                <a:cubicBezTo>
                  <a:pt x="1600" y="0"/>
                  <a:pt x="1513" y="32"/>
                  <a:pt x="1450" y="95"/>
                </a:cubicBezTo>
                <a:lnTo>
                  <a:pt x="1009" y="504"/>
                </a:lnTo>
                <a:lnTo>
                  <a:pt x="568" y="95"/>
                </a:lnTo>
                <a:cubicBezTo>
                  <a:pt x="521" y="32"/>
                  <a:pt x="434" y="0"/>
                  <a:pt x="3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0" name="Google Shape;12563;p89">
            <a:extLst>
              <a:ext uri="{FF2B5EF4-FFF2-40B4-BE49-F238E27FC236}">
                <a16:creationId xmlns:a16="http://schemas.microsoft.com/office/drawing/2014/main" id="{9809FEC8-4244-08BF-4B6C-796C38534683}"/>
              </a:ext>
            </a:extLst>
          </p:cNvPr>
          <p:cNvSpPr/>
          <p:nvPr/>
        </p:nvSpPr>
        <p:spPr>
          <a:xfrm>
            <a:off x="3825105" y="1631928"/>
            <a:ext cx="112657" cy="109632"/>
          </a:xfrm>
          <a:custGeom>
            <a:avLst/>
            <a:gdLst/>
            <a:ahLst/>
            <a:cxnLst/>
            <a:rect l="l" t="t" r="r" b="b"/>
            <a:pathLst>
              <a:path w="2048" h="1992" extrusionOk="0">
                <a:moveTo>
                  <a:pt x="351" y="0"/>
                </a:moveTo>
                <a:cubicBezTo>
                  <a:pt x="260" y="0"/>
                  <a:pt x="173" y="24"/>
                  <a:pt x="126" y="71"/>
                </a:cubicBezTo>
                <a:cubicBezTo>
                  <a:pt x="0" y="197"/>
                  <a:pt x="0" y="449"/>
                  <a:pt x="126" y="544"/>
                </a:cubicBezTo>
                <a:lnTo>
                  <a:pt x="536" y="985"/>
                </a:lnTo>
                <a:lnTo>
                  <a:pt x="126" y="1426"/>
                </a:lnTo>
                <a:cubicBezTo>
                  <a:pt x="0" y="1552"/>
                  <a:pt x="0" y="1772"/>
                  <a:pt x="126" y="1898"/>
                </a:cubicBezTo>
                <a:cubicBezTo>
                  <a:pt x="173" y="1961"/>
                  <a:pt x="260" y="1993"/>
                  <a:pt x="351" y="1993"/>
                </a:cubicBezTo>
                <a:cubicBezTo>
                  <a:pt x="441" y="1993"/>
                  <a:pt x="536" y="1961"/>
                  <a:pt x="599" y="1898"/>
                </a:cubicBezTo>
                <a:lnTo>
                  <a:pt x="1008" y="1457"/>
                </a:lnTo>
                <a:lnTo>
                  <a:pt x="1449" y="1898"/>
                </a:lnTo>
                <a:cubicBezTo>
                  <a:pt x="1512" y="1961"/>
                  <a:pt x="1599" y="1993"/>
                  <a:pt x="1686" y="1993"/>
                </a:cubicBezTo>
                <a:cubicBezTo>
                  <a:pt x="1772" y="1993"/>
                  <a:pt x="1859" y="1961"/>
                  <a:pt x="1922" y="1898"/>
                </a:cubicBezTo>
                <a:cubicBezTo>
                  <a:pt x="2048" y="1772"/>
                  <a:pt x="2048" y="1520"/>
                  <a:pt x="1922" y="1426"/>
                </a:cubicBezTo>
                <a:lnTo>
                  <a:pt x="1481" y="985"/>
                </a:lnTo>
                <a:lnTo>
                  <a:pt x="1922" y="544"/>
                </a:lnTo>
                <a:cubicBezTo>
                  <a:pt x="2048" y="449"/>
                  <a:pt x="2048" y="197"/>
                  <a:pt x="1922" y="71"/>
                </a:cubicBezTo>
                <a:cubicBezTo>
                  <a:pt x="1875" y="24"/>
                  <a:pt x="1788" y="0"/>
                  <a:pt x="1697" y="0"/>
                </a:cubicBezTo>
                <a:cubicBezTo>
                  <a:pt x="1607" y="0"/>
                  <a:pt x="1512" y="24"/>
                  <a:pt x="1449" y="71"/>
                </a:cubicBezTo>
                <a:lnTo>
                  <a:pt x="1008" y="512"/>
                </a:lnTo>
                <a:lnTo>
                  <a:pt x="599" y="71"/>
                </a:lnTo>
                <a:cubicBezTo>
                  <a:pt x="536" y="24"/>
                  <a:pt x="441" y="0"/>
                  <a:pt x="3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41" name="Google Shape;12564;p89">
            <a:extLst>
              <a:ext uri="{FF2B5EF4-FFF2-40B4-BE49-F238E27FC236}">
                <a16:creationId xmlns:a16="http://schemas.microsoft.com/office/drawing/2014/main" id="{E43D131F-CAA2-2F91-BC47-8E9D421706E4}"/>
              </a:ext>
            </a:extLst>
          </p:cNvPr>
          <p:cNvSpPr/>
          <p:nvPr/>
        </p:nvSpPr>
        <p:spPr>
          <a:xfrm>
            <a:off x="3710685" y="1478125"/>
            <a:ext cx="643048" cy="642992"/>
          </a:xfrm>
          <a:custGeom>
            <a:avLst/>
            <a:gdLst/>
            <a:ahLst/>
            <a:cxnLst/>
            <a:rect l="l" t="t" r="r" b="b"/>
            <a:pathLst>
              <a:path w="11690" h="11689" extrusionOk="0">
                <a:moveTo>
                  <a:pt x="10334" y="3119"/>
                </a:moveTo>
                <a:cubicBezTo>
                  <a:pt x="10712" y="3119"/>
                  <a:pt x="11028" y="3403"/>
                  <a:pt x="11028" y="3781"/>
                </a:cubicBezTo>
                <a:cubicBezTo>
                  <a:pt x="11028" y="4190"/>
                  <a:pt x="10712" y="4442"/>
                  <a:pt x="10334" y="4442"/>
                </a:cubicBezTo>
                <a:cubicBezTo>
                  <a:pt x="9956" y="4442"/>
                  <a:pt x="9673" y="4127"/>
                  <a:pt x="9673" y="3781"/>
                </a:cubicBezTo>
                <a:cubicBezTo>
                  <a:pt x="9673" y="3403"/>
                  <a:pt x="9988" y="3119"/>
                  <a:pt x="10334" y="3119"/>
                </a:cubicBezTo>
                <a:close/>
                <a:moveTo>
                  <a:pt x="4443" y="7593"/>
                </a:moveTo>
                <a:cubicBezTo>
                  <a:pt x="4853" y="7593"/>
                  <a:pt x="5105" y="7908"/>
                  <a:pt x="5105" y="8255"/>
                </a:cubicBezTo>
                <a:cubicBezTo>
                  <a:pt x="5105" y="8664"/>
                  <a:pt x="4790" y="8948"/>
                  <a:pt x="4443" y="8948"/>
                </a:cubicBezTo>
                <a:cubicBezTo>
                  <a:pt x="4065" y="8948"/>
                  <a:pt x="3781" y="8633"/>
                  <a:pt x="3781" y="8255"/>
                </a:cubicBezTo>
                <a:cubicBezTo>
                  <a:pt x="3781" y="7876"/>
                  <a:pt x="4096" y="7593"/>
                  <a:pt x="4443" y="7593"/>
                </a:cubicBezTo>
                <a:close/>
                <a:moveTo>
                  <a:pt x="5829" y="725"/>
                </a:moveTo>
                <a:cubicBezTo>
                  <a:pt x="7341" y="725"/>
                  <a:pt x="8822" y="1386"/>
                  <a:pt x="9799" y="2521"/>
                </a:cubicBezTo>
                <a:cubicBezTo>
                  <a:pt x="9326" y="2710"/>
                  <a:pt x="8980" y="3245"/>
                  <a:pt x="8980" y="3781"/>
                </a:cubicBezTo>
                <a:cubicBezTo>
                  <a:pt x="8980" y="3718"/>
                  <a:pt x="8917" y="3623"/>
                  <a:pt x="8885" y="3560"/>
                </a:cubicBezTo>
                <a:lnTo>
                  <a:pt x="8854" y="3497"/>
                </a:lnTo>
                <a:lnTo>
                  <a:pt x="8192" y="2836"/>
                </a:lnTo>
                <a:cubicBezTo>
                  <a:pt x="8129" y="2773"/>
                  <a:pt x="8035" y="2741"/>
                  <a:pt x="7944" y="2741"/>
                </a:cubicBezTo>
                <a:cubicBezTo>
                  <a:pt x="7853" y="2741"/>
                  <a:pt x="7767" y="2773"/>
                  <a:pt x="7719" y="2836"/>
                </a:cubicBezTo>
                <a:cubicBezTo>
                  <a:pt x="7593" y="2962"/>
                  <a:pt x="7593" y="3182"/>
                  <a:pt x="7719" y="3308"/>
                </a:cubicBezTo>
                <a:lnTo>
                  <a:pt x="7814" y="3434"/>
                </a:lnTo>
                <a:cubicBezTo>
                  <a:pt x="6869" y="3466"/>
                  <a:pt x="5987" y="3875"/>
                  <a:pt x="5262" y="4568"/>
                </a:cubicBezTo>
                <a:cubicBezTo>
                  <a:pt x="4600" y="5230"/>
                  <a:pt x="4254" y="6081"/>
                  <a:pt x="4159" y="6963"/>
                </a:cubicBezTo>
                <a:cubicBezTo>
                  <a:pt x="3561" y="7120"/>
                  <a:pt x="3151" y="7656"/>
                  <a:pt x="3151" y="8318"/>
                </a:cubicBezTo>
                <a:cubicBezTo>
                  <a:pt x="3151" y="9074"/>
                  <a:pt x="3781" y="9704"/>
                  <a:pt x="4506" y="9704"/>
                </a:cubicBezTo>
                <a:cubicBezTo>
                  <a:pt x="5262" y="9704"/>
                  <a:pt x="5892" y="9074"/>
                  <a:pt x="5892" y="8318"/>
                </a:cubicBezTo>
                <a:cubicBezTo>
                  <a:pt x="5892" y="7687"/>
                  <a:pt x="5451" y="7120"/>
                  <a:pt x="4884" y="6963"/>
                </a:cubicBezTo>
                <a:cubicBezTo>
                  <a:pt x="5042" y="5482"/>
                  <a:pt x="6302" y="4222"/>
                  <a:pt x="7814" y="4127"/>
                </a:cubicBezTo>
                <a:lnTo>
                  <a:pt x="7814" y="4127"/>
                </a:lnTo>
                <a:lnTo>
                  <a:pt x="7751" y="4222"/>
                </a:lnTo>
                <a:cubicBezTo>
                  <a:pt x="7625" y="4348"/>
                  <a:pt x="7625" y="4568"/>
                  <a:pt x="7751" y="4694"/>
                </a:cubicBezTo>
                <a:cubicBezTo>
                  <a:pt x="7814" y="4757"/>
                  <a:pt x="7901" y="4789"/>
                  <a:pt x="7987" y="4789"/>
                </a:cubicBezTo>
                <a:cubicBezTo>
                  <a:pt x="8074" y="4789"/>
                  <a:pt x="8161" y="4757"/>
                  <a:pt x="8224" y="4694"/>
                </a:cubicBezTo>
                <a:lnTo>
                  <a:pt x="8885" y="4033"/>
                </a:lnTo>
                <a:cubicBezTo>
                  <a:pt x="8980" y="3938"/>
                  <a:pt x="9011" y="3875"/>
                  <a:pt x="9011" y="3781"/>
                </a:cubicBezTo>
                <a:cubicBezTo>
                  <a:pt x="9011" y="4537"/>
                  <a:pt x="9641" y="5167"/>
                  <a:pt x="10397" y="5167"/>
                </a:cubicBezTo>
                <a:cubicBezTo>
                  <a:pt x="10618" y="5167"/>
                  <a:pt x="10807" y="5136"/>
                  <a:pt x="11028" y="5010"/>
                </a:cubicBezTo>
                <a:cubicBezTo>
                  <a:pt x="11059" y="5293"/>
                  <a:pt x="11091" y="5545"/>
                  <a:pt x="11091" y="5829"/>
                </a:cubicBezTo>
                <a:cubicBezTo>
                  <a:pt x="11028" y="8696"/>
                  <a:pt x="8696" y="11027"/>
                  <a:pt x="5829" y="11027"/>
                </a:cubicBezTo>
                <a:cubicBezTo>
                  <a:pt x="2994" y="11027"/>
                  <a:pt x="694" y="8696"/>
                  <a:pt x="694" y="5829"/>
                </a:cubicBezTo>
                <a:cubicBezTo>
                  <a:pt x="694" y="2993"/>
                  <a:pt x="2994" y="725"/>
                  <a:pt x="5829" y="725"/>
                </a:cubicBezTo>
                <a:close/>
                <a:moveTo>
                  <a:pt x="5829" y="0"/>
                </a:moveTo>
                <a:cubicBezTo>
                  <a:pt x="2584" y="0"/>
                  <a:pt x="1" y="2615"/>
                  <a:pt x="1" y="5829"/>
                </a:cubicBezTo>
                <a:cubicBezTo>
                  <a:pt x="1" y="7404"/>
                  <a:pt x="599" y="8853"/>
                  <a:pt x="1702" y="9956"/>
                </a:cubicBezTo>
                <a:cubicBezTo>
                  <a:pt x="2773" y="11058"/>
                  <a:pt x="4254" y="11689"/>
                  <a:pt x="5829" y="11689"/>
                </a:cubicBezTo>
                <a:cubicBezTo>
                  <a:pt x="6617" y="11689"/>
                  <a:pt x="7341" y="11531"/>
                  <a:pt x="8098" y="11216"/>
                </a:cubicBezTo>
                <a:cubicBezTo>
                  <a:pt x="8822" y="10901"/>
                  <a:pt x="9452" y="10523"/>
                  <a:pt x="9956" y="9956"/>
                </a:cubicBezTo>
                <a:cubicBezTo>
                  <a:pt x="10492" y="9420"/>
                  <a:pt x="10901" y="8790"/>
                  <a:pt x="11217" y="8128"/>
                </a:cubicBezTo>
                <a:cubicBezTo>
                  <a:pt x="11532" y="7404"/>
                  <a:pt x="11689" y="6616"/>
                  <a:pt x="11689" y="5829"/>
                </a:cubicBezTo>
                <a:cubicBezTo>
                  <a:pt x="11689" y="5356"/>
                  <a:pt x="11658" y="4884"/>
                  <a:pt x="11532" y="4442"/>
                </a:cubicBezTo>
                <a:cubicBezTo>
                  <a:pt x="11595" y="4253"/>
                  <a:pt x="11689" y="4033"/>
                  <a:pt x="11689" y="3781"/>
                </a:cubicBezTo>
                <a:cubicBezTo>
                  <a:pt x="11689" y="3119"/>
                  <a:pt x="11217" y="2552"/>
                  <a:pt x="10586" y="2458"/>
                </a:cubicBezTo>
                <a:cubicBezTo>
                  <a:pt x="9484" y="945"/>
                  <a:pt x="7719" y="0"/>
                  <a:pt x="58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2" name="Google Shape;12568;p89">
            <a:extLst>
              <a:ext uri="{FF2B5EF4-FFF2-40B4-BE49-F238E27FC236}">
                <a16:creationId xmlns:a16="http://schemas.microsoft.com/office/drawing/2014/main" id="{5F33D965-49AA-A838-F33E-40D23DB42313}"/>
              </a:ext>
            </a:extLst>
          </p:cNvPr>
          <p:cNvSpPr/>
          <p:nvPr/>
        </p:nvSpPr>
        <p:spPr>
          <a:xfrm>
            <a:off x="7996552" y="1933071"/>
            <a:ext cx="112712" cy="110952"/>
          </a:xfrm>
          <a:custGeom>
            <a:avLst/>
            <a:gdLst/>
            <a:ahLst/>
            <a:cxnLst/>
            <a:rect l="l" t="t" r="r" b="b"/>
            <a:pathLst>
              <a:path w="2049" h="2017" extrusionOk="0">
                <a:moveTo>
                  <a:pt x="1009" y="662"/>
                </a:moveTo>
                <a:cubicBezTo>
                  <a:pt x="1198" y="662"/>
                  <a:pt x="1355" y="819"/>
                  <a:pt x="1355" y="1008"/>
                </a:cubicBezTo>
                <a:cubicBezTo>
                  <a:pt x="1355" y="1197"/>
                  <a:pt x="1166" y="1355"/>
                  <a:pt x="1009" y="1355"/>
                </a:cubicBezTo>
                <a:cubicBezTo>
                  <a:pt x="820" y="1355"/>
                  <a:pt x="662" y="1197"/>
                  <a:pt x="662" y="1008"/>
                </a:cubicBezTo>
                <a:cubicBezTo>
                  <a:pt x="662" y="819"/>
                  <a:pt x="820" y="662"/>
                  <a:pt x="1009" y="662"/>
                </a:cubicBezTo>
                <a:close/>
                <a:moveTo>
                  <a:pt x="1009" y="0"/>
                </a:moveTo>
                <a:cubicBezTo>
                  <a:pt x="473" y="0"/>
                  <a:pt x="0" y="441"/>
                  <a:pt x="0" y="1008"/>
                </a:cubicBezTo>
                <a:cubicBezTo>
                  <a:pt x="0" y="1575"/>
                  <a:pt x="473" y="2016"/>
                  <a:pt x="1009" y="2016"/>
                </a:cubicBezTo>
                <a:cubicBezTo>
                  <a:pt x="1576" y="2016"/>
                  <a:pt x="2048" y="1575"/>
                  <a:pt x="2048" y="1008"/>
                </a:cubicBezTo>
                <a:cubicBezTo>
                  <a:pt x="2048" y="441"/>
                  <a:pt x="1576" y="0"/>
                  <a:pt x="10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3" name="Google Shape;12569;p89">
            <a:extLst>
              <a:ext uri="{FF2B5EF4-FFF2-40B4-BE49-F238E27FC236}">
                <a16:creationId xmlns:a16="http://schemas.microsoft.com/office/drawing/2014/main" id="{F1AE8DD0-EF4C-C215-1663-4CD5C36E6D37}"/>
              </a:ext>
            </a:extLst>
          </p:cNvPr>
          <p:cNvSpPr/>
          <p:nvPr/>
        </p:nvSpPr>
        <p:spPr>
          <a:xfrm>
            <a:off x="7996552" y="1633223"/>
            <a:ext cx="112712" cy="109247"/>
          </a:xfrm>
          <a:custGeom>
            <a:avLst/>
            <a:gdLst/>
            <a:ahLst/>
            <a:cxnLst/>
            <a:rect l="l" t="t" r="r" b="b"/>
            <a:pathLst>
              <a:path w="2049" h="1986" extrusionOk="0">
                <a:moveTo>
                  <a:pt x="343" y="1"/>
                </a:moveTo>
                <a:cubicBezTo>
                  <a:pt x="252" y="1"/>
                  <a:pt x="158" y="32"/>
                  <a:pt x="95" y="95"/>
                </a:cubicBezTo>
                <a:cubicBezTo>
                  <a:pt x="0" y="190"/>
                  <a:pt x="0" y="442"/>
                  <a:pt x="95" y="536"/>
                </a:cubicBezTo>
                <a:lnTo>
                  <a:pt x="536" y="977"/>
                </a:lnTo>
                <a:lnTo>
                  <a:pt x="95" y="1418"/>
                </a:lnTo>
                <a:cubicBezTo>
                  <a:pt x="0" y="1544"/>
                  <a:pt x="0" y="1765"/>
                  <a:pt x="95" y="1891"/>
                </a:cubicBezTo>
                <a:cubicBezTo>
                  <a:pt x="158" y="1954"/>
                  <a:pt x="252" y="1986"/>
                  <a:pt x="343" y="1986"/>
                </a:cubicBezTo>
                <a:cubicBezTo>
                  <a:pt x="434" y="1986"/>
                  <a:pt x="520" y="1954"/>
                  <a:pt x="568" y="1891"/>
                </a:cubicBezTo>
                <a:lnTo>
                  <a:pt x="1009" y="1450"/>
                </a:lnTo>
                <a:lnTo>
                  <a:pt x="1450" y="1891"/>
                </a:lnTo>
                <a:cubicBezTo>
                  <a:pt x="1513" y="1954"/>
                  <a:pt x="1599" y="1986"/>
                  <a:pt x="1686" y="1986"/>
                </a:cubicBezTo>
                <a:cubicBezTo>
                  <a:pt x="1773" y="1986"/>
                  <a:pt x="1859" y="1954"/>
                  <a:pt x="1922" y="1891"/>
                </a:cubicBezTo>
                <a:cubicBezTo>
                  <a:pt x="2048" y="1765"/>
                  <a:pt x="2048" y="1544"/>
                  <a:pt x="1922" y="1418"/>
                </a:cubicBezTo>
                <a:lnTo>
                  <a:pt x="1481" y="977"/>
                </a:lnTo>
                <a:lnTo>
                  <a:pt x="1922" y="536"/>
                </a:lnTo>
                <a:cubicBezTo>
                  <a:pt x="2048" y="442"/>
                  <a:pt x="2048" y="190"/>
                  <a:pt x="1922" y="95"/>
                </a:cubicBezTo>
                <a:cubicBezTo>
                  <a:pt x="1859" y="32"/>
                  <a:pt x="1773" y="1"/>
                  <a:pt x="1686" y="1"/>
                </a:cubicBezTo>
                <a:cubicBezTo>
                  <a:pt x="1599" y="1"/>
                  <a:pt x="1513" y="32"/>
                  <a:pt x="1450" y="95"/>
                </a:cubicBezTo>
                <a:lnTo>
                  <a:pt x="1009" y="505"/>
                </a:lnTo>
                <a:lnTo>
                  <a:pt x="568" y="95"/>
                </a:lnTo>
                <a:cubicBezTo>
                  <a:pt x="520" y="32"/>
                  <a:pt x="434" y="1"/>
                  <a:pt x="34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4" name="Google Shape;12570;p89">
            <a:extLst>
              <a:ext uri="{FF2B5EF4-FFF2-40B4-BE49-F238E27FC236}">
                <a16:creationId xmlns:a16="http://schemas.microsoft.com/office/drawing/2014/main" id="{69431A95-99B4-45BB-25D1-0EBC982E1ED3}"/>
              </a:ext>
            </a:extLst>
          </p:cNvPr>
          <p:cNvSpPr/>
          <p:nvPr/>
        </p:nvSpPr>
        <p:spPr>
          <a:xfrm>
            <a:off x="7996552" y="1784000"/>
            <a:ext cx="112712" cy="109247"/>
          </a:xfrm>
          <a:custGeom>
            <a:avLst/>
            <a:gdLst/>
            <a:ahLst/>
            <a:cxnLst/>
            <a:rect l="l" t="t" r="r" b="b"/>
            <a:pathLst>
              <a:path w="2049" h="1986" extrusionOk="0">
                <a:moveTo>
                  <a:pt x="343" y="1"/>
                </a:moveTo>
                <a:cubicBezTo>
                  <a:pt x="252" y="1"/>
                  <a:pt x="158" y="32"/>
                  <a:pt x="95" y="95"/>
                </a:cubicBezTo>
                <a:cubicBezTo>
                  <a:pt x="0" y="221"/>
                  <a:pt x="0" y="442"/>
                  <a:pt x="95" y="568"/>
                </a:cubicBezTo>
                <a:lnTo>
                  <a:pt x="536" y="1009"/>
                </a:lnTo>
                <a:lnTo>
                  <a:pt x="95" y="1418"/>
                </a:lnTo>
                <a:cubicBezTo>
                  <a:pt x="0" y="1544"/>
                  <a:pt x="0" y="1796"/>
                  <a:pt x="95" y="1891"/>
                </a:cubicBezTo>
                <a:cubicBezTo>
                  <a:pt x="158" y="1954"/>
                  <a:pt x="252" y="1985"/>
                  <a:pt x="343" y="1985"/>
                </a:cubicBezTo>
                <a:cubicBezTo>
                  <a:pt x="434" y="1985"/>
                  <a:pt x="520" y="1954"/>
                  <a:pt x="568" y="1891"/>
                </a:cubicBezTo>
                <a:lnTo>
                  <a:pt x="1009" y="1481"/>
                </a:lnTo>
                <a:lnTo>
                  <a:pt x="1450" y="1891"/>
                </a:lnTo>
                <a:cubicBezTo>
                  <a:pt x="1513" y="1954"/>
                  <a:pt x="1599" y="1985"/>
                  <a:pt x="1686" y="1985"/>
                </a:cubicBezTo>
                <a:cubicBezTo>
                  <a:pt x="1773" y="1985"/>
                  <a:pt x="1859" y="1954"/>
                  <a:pt x="1922" y="1891"/>
                </a:cubicBezTo>
                <a:cubicBezTo>
                  <a:pt x="2048" y="1796"/>
                  <a:pt x="2048" y="1544"/>
                  <a:pt x="1922" y="1418"/>
                </a:cubicBezTo>
                <a:lnTo>
                  <a:pt x="1481" y="1009"/>
                </a:lnTo>
                <a:lnTo>
                  <a:pt x="1922" y="568"/>
                </a:lnTo>
                <a:cubicBezTo>
                  <a:pt x="2048" y="410"/>
                  <a:pt x="2048" y="221"/>
                  <a:pt x="1922" y="95"/>
                </a:cubicBezTo>
                <a:cubicBezTo>
                  <a:pt x="1859" y="32"/>
                  <a:pt x="1773" y="1"/>
                  <a:pt x="1686" y="1"/>
                </a:cubicBezTo>
                <a:cubicBezTo>
                  <a:pt x="1599" y="1"/>
                  <a:pt x="1513" y="32"/>
                  <a:pt x="1450" y="95"/>
                </a:cubicBezTo>
                <a:lnTo>
                  <a:pt x="1009" y="536"/>
                </a:lnTo>
                <a:lnTo>
                  <a:pt x="568" y="95"/>
                </a:lnTo>
                <a:cubicBezTo>
                  <a:pt x="520" y="32"/>
                  <a:pt x="434" y="1"/>
                  <a:pt x="34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5" name="Google Shape;12571;p89">
            <a:extLst>
              <a:ext uri="{FF2B5EF4-FFF2-40B4-BE49-F238E27FC236}">
                <a16:creationId xmlns:a16="http://schemas.microsoft.com/office/drawing/2014/main" id="{8574DE2F-556B-445C-1768-8A723EC39AAE}"/>
              </a:ext>
            </a:extLst>
          </p:cNvPr>
          <p:cNvSpPr/>
          <p:nvPr/>
        </p:nvSpPr>
        <p:spPr>
          <a:xfrm>
            <a:off x="7915087" y="1478976"/>
            <a:ext cx="493975" cy="641288"/>
          </a:xfrm>
          <a:custGeom>
            <a:avLst/>
            <a:gdLst/>
            <a:ahLst/>
            <a:cxnLst/>
            <a:rect l="l" t="t" r="r" b="b"/>
            <a:pathLst>
              <a:path w="8980" h="11658" extrusionOk="0">
                <a:moveTo>
                  <a:pt x="5924" y="694"/>
                </a:moveTo>
                <a:cubicBezTo>
                  <a:pt x="6113" y="694"/>
                  <a:pt x="6270" y="851"/>
                  <a:pt x="6270" y="1040"/>
                </a:cubicBezTo>
                <a:cubicBezTo>
                  <a:pt x="6270" y="1229"/>
                  <a:pt x="6113" y="1387"/>
                  <a:pt x="5924" y="1387"/>
                </a:cubicBezTo>
                <a:lnTo>
                  <a:pt x="3151" y="1387"/>
                </a:lnTo>
                <a:cubicBezTo>
                  <a:pt x="2962" y="1387"/>
                  <a:pt x="2805" y="1229"/>
                  <a:pt x="2805" y="1040"/>
                </a:cubicBezTo>
                <a:cubicBezTo>
                  <a:pt x="2805" y="851"/>
                  <a:pt x="2962" y="694"/>
                  <a:pt x="3151" y="694"/>
                </a:cubicBezTo>
                <a:close/>
                <a:moveTo>
                  <a:pt x="8034" y="1356"/>
                </a:moveTo>
                <a:cubicBezTo>
                  <a:pt x="8255" y="1356"/>
                  <a:pt x="8413" y="1513"/>
                  <a:pt x="8413" y="1702"/>
                </a:cubicBezTo>
                <a:lnTo>
                  <a:pt x="8413" y="10649"/>
                </a:lnTo>
                <a:lnTo>
                  <a:pt x="8287" y="10649"/>
                </a:lnTo>
                <a:cubicBezTo>
                  <a:pt x="8287" y="10838"/>
                  <a:pt x="8129" y="10996"/>
                  <a:pt x="7940" y="10996"/>
                </a:cubicBezTo>
                <a:lnTo>
                  <a:pt x="1103" y="10996"/>
                </a:lnTo>
                <a:cubicBezTo>
                  <a:pt x="914" y="10996"/>
                  <a:pt x="757" y="10838"/>
                  <a:pt x="757" y="10649"/>
                </a:cubicBezTo>
                <a:lnTo>
                  <a:pt x="757" y="1702"/>
                </a:lnTo>
                <a:cubicBezTo>
                  <a:pt x="757" y="1513"/>
                  <a:pt x="914" y="1356"/>
                  <a:pt x="1103" y="1356"/>
                </a:cubicBezTo>
                <a:lnTo>
                  <a:pt x="2206" y="1356"/>
                </a:lnTo>
                <a:cubicBezTo>
                  <a:pt x="2364" y="1734"/>
                  <a:pt x="2742" y="2017"/>
                  <a:pt x="3214" y="2017"/>
                </a:cubicBezTo>
                <a:lnTo>
                  <a:pt x="5955" y="2017"/>
                </a:lnTo>
                <a:cubicBezTo>
                  <a:pt x="6396" y="2017"/>
                  <a:pt x="6774" y="1734"/>
                  <a:pt x="6932" y="1356"/>
                </a:cubicBezTo>
                <a:close/>
                <a:moveTo>
                  <a:pt x="3120" y="1"/>
                </a:moveTo>
                <a:cubicBezTo>
                  <a:pt x="2679" y="1"/>
                  <a:pt x="2301" y="284"/>
                  <a:pt x="2143" y="694"/>
                </a:cubicBezTo>
                <a:lnTo>
                  <a:pt x="1040" y="694"/>
                </a:lnTo>
                <a:cubicBezTo>
                  <a:pt x="473" y="694"/>
                  <a:pt x="1" y="1166"/>
                  <a:pt x="1" y="1702"/>
                </a:cubicBezTo>
                <a:lnTo>
                  <a:pt x="1" y="10649"/>
                </a:lnTo>
                <a:cubicBezTo>
                  <a:pt x="1" y="11185"/>
                  <a:pt x="473" y="11658"/>
                  <a:pt x="1040" y="11658"/>
                </a:cubicBezTo>
                <a:lnTo>
                  <a:pt x="7877" y="11658"/>
                </a:lnTo>
                <a:cubicBezTo>
                  <a:pt x="8444" y="11658"/>
                  <a:pt x="8917" y="11185"/>
                  <a:pt x="8917" y="10649"/>
                </a:cubicBezTo>
                <a:lnTo>
                  <a:pt x="8917" y="1702"/>
                </a:lnTo>
                <a:cubicBezTo>
                  <a:pt x="8980" y="1166"/>
                  <a:pt x="8507" y="694"/>
                  <a:pt x="7971" y="694"/>
                </a:cubicBezTo>
                <a:lnTo>
                  <a:pt x="6869" y="694"/>
                </a:lnTo>
                <a:cubicBezTo>
                  <a:pt x="6711" y="284"/>
                  <a:pt x="6365" y="1"/>
                  <a:pt x="589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6" name="Google Shape;12572;p89">
            <a:extLst>
              <a:ext uri="{FF2B5EF4-FFF2-40B4-BE49-F238E27FC236}">
                <a16:creationId xmlns:a16="http://schemas.microsoft.com/office/drawing/2014/main" id="{8960D6F5-C861-7F68-42AD-3E1D71E45919}"/>
              </a:ext>
            </a:extLst>
          </p:cNvPr>
          <p:cNvSpPr/>
          <p:nvPr/>
        </p:nvSpPr>
        <p:spPr>
          <a:xfrm>
            <a:off x="8143866" y="1669638"/>
            <a:ext cx="190659" cy="39881"/>
          </a:xfrm>
          <a:custGeom>
            <a:avLst/>
            <a:gdLst/>
            <a:ahLst/>
            <a:cxnLst/>
            <a:rect l="l" t="t" r="r" b="b"/>
            <a:pathLst>
              <a:path w="3466" h="725" extrusionOk="0">
                <a:moveTo>
                  <a:pt x="347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47" y="725"/>
                </a:cubicBezTo>
                <a:lnTo>
                  <a:pt x="3088" y="725"/>
                </a:lnTo>
                <a:cubicBezTo>
                  <a:pt x="3308" y="725"/>
                  <a:pt x="3466" y="567"/>
                  <a:pt x="3466" y="378"/>
                </a:cubicBezTo>
                <a:cubicBezTo>
                  <a:pt x="3466" y="158"/>
                  <a:pt x="3308" y="0"/>
                  <a:pt x="30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7" name="Google Shape;12573;p89">
            <a:extLst>
              <a:ext uri="{FF2B5EF4-FFF2-40B4-BE49-F238E27FC236}">
                <a16:creationId xmlns:a16="http://schemas.microsoft.com/office/drawing/2014/main" id="{4BC15090-B319-008A-586C-5BD1E8A476A3}"/>
              </a:ext>
            </a:extLst>
          </p:cNvPr>
          <p:cNvSpPr/>
          <p:nvPr/>
        </p:nvSpPr>
        <p:spPr>
          <a:xfrm>
            <a:off x="8143866" y="1820413"/>
            <a:ext cx="190659" cy="38176"/>
          </a:xfrm>
          <a:custGeom>
            <a:avLst/>
            <a:gdLst/>
            <a:ahLst/>
            <a:cxnLst/>
            <a:rect l="l" t="t" r="r" b="b"/>
            <a:pathLst>
              <a:path w="3466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088" y="693"/>
                </a:lnTo>
                <a:cubicBezTo>
                  <a:pt x="3308" y="693"/>
                  <a:pt x="3466" y="536"/>
                  <a:pt x="3466" y="347"/>
                </a:cubicBezTo>
                <a:cubicBezTo>
                  <a:pt x="3466" y="158"/>
                  <a:pt x="3308" y="0"/>
                  <a:pt x="30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8" name="Google Shape;12574;p89">
            <a:extLst>
              <a:ext uri="{FF2B5EF4-FFF2-40B4-BE49-F238E27FC236}">
                <a16:creationId xmlns:a16="http://schemas.microsoft.com/office/drawing/2014/main" id="{63A689F3-7A90-F2DE-830C-7CDB7A39B205}"/>
              </a:ext>
            </a:extLst>
          </p:cNvPr>
          <p:cNvSpPr/>
          <p:nvPr/>
        </p:nvSpPr>
        <p:spPr>
          <a:xfrm>
            <a:off x="8143866" y="1971194"/>
            <a:ext cx="190659" cy="39881"/>
          </a:xfrm>
          <a:custGeom>
            <a:avLst/>
            <a:gdLst/>
            <a:ahLst/>
            <a:cxnLst/>
            <a:rect l="l" t="t" r="r" b="b"/>
            <a:pathLst>
              <a:path w="3466" h="725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47" y="725"/>
                </a:cubicBezTo>
                <a:lnTo>
                  <a:pt x="3088" y="725"/>
                </a:lnTo>
                <a:cubicBezTo>
                  <a:pt x="3308" y="725"/>
                  <a:pt x="3466" y="567"/>
                  <a:pt x="3466" y="347"/>
                </a:cubicBezTo>
                <a:cubicBezTo>
                  <a:pt x="3466" y="158"/>
                  <a:pt x="3308" y="0"/>
                  <a:pt x="30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0" name="Google Shape;12603;p89">
            <a:extLst>
              <a:ext uri="{FF2B5EF4-FFF2-40B4-BE49-F238E27FC236}">
                <a16:creationId xmlns:a16="http://schemas.microsoft.com/office/drawing/2014/main" id="{4257B825-71FB-FEC7-EE09-59F86CB9EA5A}"/>
              </a:ext>
            </a:extLst>
          </p:cNvPr>
          <p:cNvSpPr/>
          <p:nvPr/>
        </p:nvSpPr>
        <p:spPr>
          <a:xfrm>
            <a:off x="2063595" y="1501374"/>
            <a:ext cx="624120" cy="625775"/>
          </a:xfrm>
          <a:custGeom>
            <a:avLst/>
            <a:gdLst/>
            <a:ahLst/>
            <a:cxnLst/>
            <a:rect l="l" t="t" r="r" b="b"/>
            <a:pathLst>
              <a:path w="10315" h="10343" extrusionOk="0">
                <a:moveTo>
                  <a:pt x="5102" y="670"/>
                </a:moveTo>
                <a:cubicBezTo>
                  <a:pt x="5604" y="670"/>
                  <a:pt x="6022" y="1088"/>
                  <a:pt x="6022" y="1562"/>
                </a:cubicBezTo>
                <a:cubicBezTo>
                  <a:pt x="6022" y="2063"/>
                  <a:pt x="5604" y="2481"/>
                  <a:pt x="5102" y="2481"/>
                </a:cubicBezTo>
                <a:cubicBezTo>
                  <a:pt x="4600" y="2481"/>
                  <a:pt x="4182" y="2063"/>
                  <a:pt x="4182" y="1562"/>
                </a:cubicBezTo>
                <a:cubicBezTo>
                  <a:pt x="4182" y="1088"/>
                  <a:pt x="4600" y="670"/>
                  <a:pt x="5102" y="670"/>
                </a:cubicBezTo>
                <a:close/>
                <a:moveTo>
                  <a:pt x="1757" y="1896"/>
                </a:moveTo>
                <a:cubicBezTo>
                  <a:pt x="2063" y="1896"/>
                  <a:pt x="2342" y="2175"/>
                  <a:pt x="2342" y="2481"/>
                </a:cubicBezTo>
                <a:cubicBezTo>
                  <a:pt x="2342" y="2788"/>
                  <a:pt x="2063" y="3067"/>
                  <a:pt x="1757" y="3067"/>
                </a:cubicBezTo>
                <a:cubicBezTo>
                  <a:pt x="1422" y="3067"/>
                  <a:pt x="1143" y="2788"/>
                  <a:pt x="1143" y="2481"/>
                </a:cubicBezTo>
                <a:cubicBezTo>
                  <a:pt x="1143" y="2119"/>
                  <a:pt x="1422" y="1896"/>
                  <a:pt x="1757" y="1896"/>
                </a:cubicBezTo>
                <a:close/>
                <a:moveTo>
                  <a:pt x="8447" y="1896"/>
                </a:moveTo>
                <a:cubicBezTo>
                  <a:pt x="8781" y="1896"/>
                  <a:pt x="9032" y="2175"/>
                  <a:pt x="9032" y="2481"/>
                </a:cubicBezTo>
                <a:cubicBezTo>
                  <a:pt x="9032" y="2788"/>
                  <a:pt x="8753" y="3067"/>
                  <a:pt x="8447" y="3067"/>
                </a:cubicBezTo>
                <a:cubicBezTo>
                  <a:pt x="8112" y="3067"/>
                  <a:pt x="7834" y="2788"/>
                  <a:pt x="7834" y="2481"/>
                </a:cubicBezTo>
                <a:cubicBezTo>
                  <a:pt x="7834" y="2119"/>
                  <a:pt x="8112" y="1896"/>
                  <a:pt x="8447" y="1896"/>
                </a:cubicBezTo>
                <a:close/>
                <a:moveTo>
                  <a:pt x="1701" y="3624"/>
                </a:moveTo>
                <a:cubicBezTo>
                  <a:pt x="2370" y="3624"/>
                  <a:pt x="2927" y="4182"/>
                  <a:pt x="2927" y="4851"/>
                </a:cubicBezTo>
                <a:lnTo>
                  <a:pt x="2927" y="6412"/>
                </a:lnTo>
                <a:cubicBezTo>
                  <a:pt x="2955" y="6635"/>
                  <a:pt x="2816" y="6719"/>
                  <a:pt x="2649" y="6719"/>
                </a:cubicBezTo>
                <a:cubicBezTo>
                  <a:pt x="2481" y="6719"/>
                  <a:pt x="2342" y="6858"/>
                  <a:pt x="2342" y="7053"/>
                </a:cubicBezTo>
                <a:lnTo>
                  <a:pt x="2342" y="8865"/>
                </a:lnTo>
                <a:cubicBezTo>
                  <a:pt x="2342" y="9032"/>
                  <a:pt x="2203" y="9172"/>
                  <a:pt x="2035" y="9172"/>
                </a:cubicBezTo>
                <a:lnTo>
                  <a:pt x="1422" y="9172"/>
                </a:lnTo>
                <a:cubicBezTo>
                  <a:pt x="1255" y="9172"/>
                  <a:pt x="1116" y="9032"/>
                  <a:pt x="1116" y="8865"/>
                </a:cubicBezTo>
                <a:lnTo>
                  <a:pt x="1116" y="7053"/>
                </a:lnTo>
                <a:cubicBezTo>
                  <a:pt x="1116" y="6858"/>
                  <a:pt x="976" y="6719"/>
                  <a:pt x="809" y="6719"/>
                </a:cubicBezTo>
                <a:cubicBezTo>
                  <a:pt x="642" y="6719"/>
                  <a:pt x="502" y="6579"/>
                  <a:pt x="502" y="6412"/>
                </a:cubicBezTo>
                <a:lnTo>
                  <a:pt x="502" y="4851"/>
                </a:lnTo>
                <a:cubicBezTo>
                  <a:pt x="502" y="4182"/>
                  <a:pt x="1060" y="3624"/>
                  <a:pt x="1701" y="3624"/>
                </a:cubicBezTo>
                <a:close/>
                <a:moveTo>
                  <a:pt x="8391" y="3624"/>
                </a:moveTo>
                <a:cubicBezTo>
                  <a:pt x="9060" y="3624"/>
                  <a:pt x="9618" y="4182"/>
                  <a:pt x="9618" y="4851"/>
                </a:cubicBezTo>
                <a:lnTo>
                  <a:pt x="9618" y="6440"/>
                </a:lnTo>
                <a:lnTo>
                  <a:pt x="9645" y="6440"/>
                </a:lnTo>
                <a:cubicBezTo>
                  <a:pt x="9645" y="6635"/>
                  <a:pt x="9506" y="6774"/>
                  <a:pt x="9339" y="6774"/>
                </a:cubicBezTo>
                <a:cubicBezTo>
                  <a:pt x="9172" y="6774"/>
                  <a:pt x="9032" y="6914"/>
                  <a:pt x="9032" y="7081"/>
                </a:cubicBezTo>
                <a:lnTo>
                  <a:pt x="9032" y="8893"/>
                </a:lnTo>
                <a:cubicBezTo>
                  <a:pt x="9032" y="9060"/>
                  <a:pt x="8893" y="9199"/>
                  <a:pt x="8726" y="9199"/>
                </a:cubicBezTo>
                <a:lnTo>
                  <a:pt x="8112" y="9199"/>
                </a:lnTo>
                <a:cubicBezTo>
                  <a:pt x="7945" y="9199"/>
                  <a:pt x="7806" y="9060"/>
                  <a:pt x="7806" y="8893"/>
                </a:cubicBezTo>
                <a:lnTo>
                  <a:pt x="7806" y="7053"/>
                </a:lnTo>
                <a:cubicBezTo>
                  <a:pt x="7806" y="6858"/>
                  <a:pt x="7666" y="6719"/>
                  <a:pt x="7499" y="6719"/>
                </a:cubicBezTo>
                <a:cubicBezTo>
                  <a:pt x="7332" y="6719"/>
                  <a:pt x="7192" y="6579"/>
                  <a:pt x="7192" y="6412"/>
                </a:cubicBezTo>
                <a:lnTo>
                  <a:pt x="7192" y="4851"/>
                </a:lnTo>
                <a:cubicBezTo>
                  <a:pt x="7192" y="4182"/>
                  <a:pt x="7750" y="3624"/>
                  <a:pt x="8391" y="3624"/>
                </a:cubicBezTo>
                <a:close/>
                <a:moveTo>
                  <a:pt x="5381" y="3095"/>
                </a:moveTo>
                <a:cubicBezTo>
                  <a:pt x="6077" y="3234"/>
                  <a:pt x="6635" y="3875"/>
                  <a:pt x="6635" y="4600"/>
                </a:cubicBezTo>
                <a:lnTo>
                  <a:pt x="6635" y="6440"/>
                </a:lnTo>
                <a:cubicBezTo>
                  <a:pt x="6663" y="6635"/>
                  <a:pt x="6523" y="6719"/>
                  <a:pt x="6356" y="6719"/>
                </a:cubicBezTo>
                <a:cubicBezTo>
                  <a:pt x="6161" y="6719"/>
                  <a:pt x="6022" y="6858"/>
                  <a:pt x="6022" y="7053"/>
                </a:cubicBezTo>
                <a:lnTo>
                  <a:pt x="6022" y="9478"/>
                </a:lnTo>
                <a:cubicBezTo>
                  <a:pt x="6022" y="9645"/>
                  <a:pt x="5882" y="9785"/>
                  <a:pt x="5715" y="9785"/>
                </a:cubicBezTo>
                <a:lnTo>
                  <a:pt x="4461" y="9785"/>
                </a:lnTo>
                <a:cubicBezTo>
                  <a:pt x="4293" y="9785"/>
                  <a:pt x="4154" y="9645"/>
                  <a:pt x="4154" y="9478"/>
                </a:cubicBezTo>
                <a:lnTo>
                  <a:pt x="4154" y="7053"/>
                </a:lnTo>
                <a:cubicBezTo>
                  <a:pt x="4154" y="6858"/>
                  <a:pt x="4015" y="6719"/>
                  <a:pt x="3847" y="6719"/>
                </a:cubicBezTo>
                <a:cubicBezTo>
                  <a:pt x="3652" y="6719"/>
                  <a:pt x="3513" y="6579"/>
                  <a:pt x="3513" y="6412"/>
                </a:cubicBezTo>
                <a:lnTo>
                  <a:pt x="3513" y="4851"/>
                </a:lnTo>
                <a:lnTo>
                  <a:pt x="3513" y="4600"/>
                </a:lnTo>
                <a:cubicBezTo>
                  <a:pt x="3513" y="3875"/>
                  <a:pt x="4043" y="3234"/>
                  <a:pt x="4739" y="3095"/>
                </a:cubicBezTo>
                <a:lnTo>
                  <a:pt x="4739" y="5185"/>
                </a:lnTo>
                <a:cubicBezTo>
                  <a:pt x="4739" y="5381"/>
                  <a:pt x="4879" y="5520"/>
                  <a:pt x="5046" y="5520"/>
                </a:cubicBezTo>
                <a:cubicBezTo>
                  <a:pt x="5241" y="5520"/>
                  <a:pt x="5381" y="5381"/>
                  <a:pt x="5381" y="5185"/>
                </a:cubicBezTo>
                <a:lnTo>
                  <a:pt x="5381" y="3095"/>
                </a:lnTo>
                <a:close/>
                <a:moveTo>
                  <a:pt x="5130" y="1"/>
                </a:moveTo>
                <a:cubicBezTo>
                  <a:pt x="4293" y="1"/>
                  <a:pt x="3624" y="670"/>
                  <a:pt x="3624" y="1506"/>
                </a:cubicBezTo>
                <a:cubicBezTo>
                  <a:pt x="3624" y="1952"/>
                  <a:pt x="3847" y="2370"/>
                  <a:pt x="4154" y="2649"/>
                </a:cubicBezTo>
                <a:cubicBezTo>
                  <a:pt x="3736" y="2872"/>
                  <a:pt x="3373" y="3234"/>
                  <a:pt x="3206" y="3652"/>
                </a:cubicBezTo>
                <a:cubicBezTo>
                  <a:pt x="3067" y="3485"/>
                  <a:pt x="2900" y="3346"/>
                  <a:pt x="2677" y="3234"/>
                </a:cubicBezTo>
                <a:cubicBezTo>
                  <a:pt x="2900" y="3039"/>
                  <a:pt x="3039" y="2732"/>
                  <a:pt x="3039" y="2398"/>
                </a:cubicBezTo>
                <a:cubicBezTo>
                  <a:pt x="3039" y="1757"/>
                  <a:pt x="2481" y="1199"/>
                  <a:pt x="1812" y="1199"/>
                </a:cubicBezTo>
                <a:cubicBezTo>
                  <a:pt x="1143" y="1199"/>
                  <a:pt x="586" y="1757"/>
                  <a:pt x="586" y="2398"/>
                </a:cubicBezTo>
                <a:cubicBezTo>
                  <a:pt x="586" y="2732"/>
                  <a:pt x="725" y="3039"/>
                  <a:pt x="948" y="3234"/>
                </a:cubicBezTo>
                <a:cubicBezTo>
                  <a:pt x="391" y="3569"/>
                  <a:pt x="1" y="4154"/>
                  <a:pt x="1" y="4851"/>
                </a:cubicBezTo>
                <a:lnTo>
                  <a:pt x="1" y="6412"/>
                </a:lnTo>
                <a:cubicBezTo>
                  <a:pt x="1" y="6802"/>
                  <a:pt x="251" y="7137"/>
                  <a:pt x="586" y="7276"/>
                </a:cubicBezTo>
                <a:lnTo>
                  <a:pt x="586" y="8865"/>
                </a:lnTo>
                <a:cubicBezTo>
                  <a:pt x="586" y="9339"/>
                  <a:pt x="1004" y="9757"/>
                  <a:pt x="1506" y="9757"/>
                </a:cubicBezTo>
                <a:lnTo>
                  <a:pt x="2091" y="9757"/>
                </a:lnTo>
                <a:cubicBezTo>
                  <a:pt x="2593" y="9757"/>
                  <a:pt x="3011" y="9339"/>
                  <a:pt x="3011" y="8865"/>
                </a:cubicBezTo>
                <a:lnTo>
                  <a:pt x="3011" y="7276"/>
                </a:lnTo>
                <a:cubicBezTo>
                  <a:pt x="3095" y="7248"/>
                  <a:pt x="3206" y="7192"/>
                  <a:pt x="3318" y="7109"/>
                </a:cubicBezTo>
                <a:cubicBezTo>
                  <a:pt x="3429" y="7192"/>
                  <a:pt x="3485" y="7248"/>
                  <a:pt x="3624" y="7276"/>
                </a:cubicBezTo>
                <a:lnTo>
                  <a:pt x="3624" y="9450"/>
                </a:lnTo>
                <a:cubicBezTo>
                  <a:pt x="3624" y="9924"/>
                  <a:pt x="4043" y="10342"/>
                  <a:pt x="4544" y="10342"/>
                </a:cubicBezTo>
                <a:lnTo>
                  <a:pt x="5799" y="10342"/>
                </a:lnTo>
                <a:cubicBezTo>
                  <a:pt x="6273" y="10342"/>
                  <a:pt x="6691" y="9924"/>
                  <a:pt x="6691" y="9450"/>
                </a:cubicBezTo>
                <a:lnTo>
                  <a:pt x="6691" y="7276"/>
                </a:lnTo>
                <a:cubicBezTo>
                  <a:pt x="6802" y="7248"/>
                  <a:pt x="6914" y="7192"/>
                  <a:pt x="6997" y="7109"/>
                </a:cubicBezTo>
                <a:cubicBezTo>
                  <a:pt x="7109" y="7192"/>
                  <a:pt x="7192" y="7248"/>
                  <a:pt x="7332" y="7276"/>
                </a:cubicBezTo>
                <a:lnTo>
                  <a:pt x="7332" y="8865"/>
                </a:lnTo>
                <a:cubicBezTo>
                  <a:pt x="7332" y="9339"/>
                  <a:pt x="7750" y="9757"/>
                  <a:pt x="8224" y="9757"/>
                </a:cubicBezTo>
                <a:lnTo>
                  <a:pt x="8809" y="9757"/>
                </a:lnTo>
                <a:cubicBezTo>
                  <a:pt x="9311" y="9757"/>
                  <a:pt x="9729" y="9339"/>
                  <a:pt x="9729" y="8865"/>
                </a:cubicBezTo>
                <a:lnTo>
                  <a:pt x="9729" y="7276"/>
                </a:lnTo>
                <a:cubicBezTo>
                  <a:pt x="10064" y="7137"/>
                  <a:pt x="10314" y="6830"/>
                  <a:pt x="10314" y="6412"/>
                </a:cubicBezTo>
                <a:lnTo>
                  <a:pt x="10314" y="4851"/>
                </a:lnTo>
                <a:cubicBezTo>
                  <a:pt x="10287" y="4210"/>
                  <a:pt x="9896" y="3596"/>
                  <a:pt x="9339" y="3318"/>
                </a:cubicBezTo>
                <a:cubicBezTo>
                  <a:pt x="9562" y="3095"/>
                  <a:pt x="9701" y="2788"/>
                  <a:pt x="9701" y="2481"/>
                </a:cubicBezTo>
                <a:cubicBezTo>
                  <a:pt x="9701" y="1812"/>
                  <a:pt x="9144" y="1255"/>
                  <a:pt x="8475" y="1255"/>
                </a:cubicBezTo>
                <a:cubicBezTo>
                  <a:pt x="7806" y="1255"/>
                  <a:pt x="7248" y="1812"/>
                  <a:pt x="7248" y="2481"/>
                </a:cubicBezTo>
                <a:cubicBezTo>
                  <a:pt x="7248" y="2788"/>
                  <a:pt x="7388" y="3095"/>
                  <a:pt x="7611" y="3318"/>
                </a:cubicBezTo>
                <a:cubicBezTo>
                  <a:pt x="7388" y="3429"/>
                  <a:pt x="7220" y="3569"/>
                  <a:pt x="7081" y="3736"/>
                </a:cubicBezTo>
                <a:cubicBezTo>
                  <a:pt x="6969" y="3485"/>
                  <a:pt x="6802" y="3290"/>
                  <a:pt x="6635" y="3067"/>
                </a:cubicBezTo>
                <a:cubicBezTo>
                  <a:pt x="6496" y="2927"/>
                  <a:pt x="6300" y="2788"/>
                  <a:pt x="6105" y="2677"/>
                </a:cubicBezTo>
                <a:cubicBezTo>
                  <a:pt x="6440" y="2370"/>
                  <a:pt x="6663" y="1952"/>
                  <a:pt x="6663" y="1534"/>
                </a:cubicBezTo>
                <a:cubicBezTo>
                  <a:pt x="6663" y="1116"/>
                  <a:pt x="6496" y="725"/>
                  <a:pt x="6217" y="447"/>
                </a:cubicBezTo>
                <a:cubicBezTo>
                  <a:pt x="5938" y="168"/>
                  <a:pt x="5520" y="1"/>
                  <a:pt x="513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31" name="Google Shape;12604;p89">
            <a:extLst>
              <a:ext uri="{FF2B5EF4-FFF2-40B4-BE49-F238E27FC236}">
                <a16:creationId xmlns:a16="http://schemas.microsoft.com/office/drawing/2014/main" id="{219D29A8-27E7-EA57-DC99-D93B7359D44A}"/>
              </a:ext>
            </a:extLst>
          </p:cNvPr>
          <p:cNvSpPr/>
          <p:nvPr/>
        </p:nvSpPr>
        <p:spPr>
          <a:xfrm flipH="1">
            <a:off x="2063595" y="1501374"/>
            <a:ext cx="624120" cy="625775"/>
          </a:xfrm>
          <a:custGeom>
            <a:avLst/>
            <a:gdLst/>
            <a:ahLst/>
            <a:cxnLst/>
            <a:rect l="l" t="t" r="r" b="b"/>
            <a:pathLst>
              <a:path w="10315" h="10343" extrusionOk="0">
                <a:moveTo>
                  <a:pt x="5102" y="670"/>
                </a:moveTo>
                <a:cubicBezTo>
                  <a:pt x="5604" y="670"/>
                  <a:pt x="6022" y="1088"/>
                  <a:pt x="6022" y="1562"/>
                </a:cubicBezTo>
                <a:cubicBezTo>
                  <a:pt x="6022" y="2063"/>
                  <a:pt x="5604" y="2481"/>
                  <a:pt x="5102" y="2481"/>
                </a:cubicBezTo>
                <a:cubicBezTo>
                  <a:pt x="4600" y="2481"/>
                  <a:pt x="4182" y="2063"/>
                  <a:pt x="4182" y="1562"/>
                </a:cubicBezTo>
                <a:cubicBezTo>
                  <a:pt x="4182" y="1088"/>
                  <a:pt x="4600" y="670"/>
                  <a:pt x="5102" y="670"/>
                </a:cubicBezTo>
                <a:close/>
                <a:moveTo>
                  <a:pt x="1757" y="1896"/>
                </a:moveTo>
                <a:cubicBezTo>
                  <a:pt x="2063" y="1896"/>
                  <a:pt x="2342" y="2175"/>
                  <a:pt x="2342" y="2481"/>
                </a:cubicBezTo>
                <a:cubicBezTo>
                  <a:pt x="2342" y="2788"/>
                  <a:pt x="2063" y="3067"/>
                  <a:pt x="1757" y="3067"/>
                </a:cubicBezTo>
                <a:cubicBezTo>
                  <a:pt x="1422" y="3067"/>
                  <a:pt x="1143" y="2788"/>
                  <a:pt x="1143" y="2481"/>
                </a:cubicBezTo>
                <a:cubicBezTo>
                  <a:pt x="1143" y="2119"/>
                  <a:pt x="1422" y="1896"/>
                  <a:pt x="1757" y="1896"/>
                </a:cubicBezTo>
                <a:close/>
                <a:moveTo>
                  <a:pt x="8447" y="1896"/>
                </a:moveTo>
                <a:cubicBezTo>
                  <a:pt x="8781" y="1896"/>
                  <a:pt x="9032" y="2175"/>
                  <a:pt x="9032" y="2481"/>
                </a:cubicBezTo>
                <a:cubicBezTo>
                  <a:pt x="9032" y="2788"/>
                  <a:pt x="8753" y="3067"/>
                  <a:pt x="8447" y="3067"/>
                </a:cubicBezTo>
                <a:cubicBezTo>
                  <a:pt x="8112" y="3067"/>
                  <a:pt x="7834" y="2788"/>
                  <a:pt x="7834" y="2481"/>
                </a:cubicBezTo>
                <a:cubicBezTo>
                  <a:pt x="7834" y="2119"/>
                  <a:pt x="8112" y="1896"/>
                  <a:pt x="8447" y="1896"/>
                </a:cubicBezTo>
                <a:close/>
                <a:moveTo>
                  <a:pt x="1701" y="3624"/>
                </a:moveTo>
                <a:cubicBezTo>
                  <a:pt x="2370" y="3624"/>
                  <a:pt x="2927" y="4182"/>
                  <a:pt x="2927" y="4851"/>
                </a:cubicBezTo>
                <a:lnTo>
                  <a:pt x="2927" y="6412"/>
                </a:lnTo>
                <a:cubicBezTo>
                  <a:pt x="2955" y="6635"/>
                  <a:pt x="2816" y="6719"/>
                  <a:pt x="2649" y="6719"/>
                </a:cubicBezTo>
                <a:cubicBezTo>
                  <a:pt x="2481" y="6719"/>
                  <a:pt x="2342" y="6858"/>
                  <a:pt x="2342" y="7053"/>
                </a:cubicBezTo>
                <a:lnTo>
                  <a:pt x="2342" y="8865"/>
                </a:lnTo>
                <a:cubicBezTo>
                  <a:pt x="2342" y="9032"/>
                  <a:pt x="2203" y="9172"/>
                  <a:pt x="2035" y="9172"/>
                </a:cubicBezTo>
                <a:lnTo>
                  <a:pt x="1422" y="9172"/>
                </a:lnTo>
                <a:cubicBezTo>
                  <a:pt x="1255" y="9172"/>
                  <a:pt x="1116" y="9032"/>
                  <a:pt x="1116" y="8865"/>
                </a:cubicBezTo>
                <a:lnTo>
                  <a:pt x="1116" y="7053"/>
                </a:lnTo>
                <a:cubicBezTo>
                  <a:pt x="1116" y="6858"/>
                  <a:pt x="976" y="6719"/>
                  <a:pt x="809" y="6719"/>
                </a:cubicBezTo>
                <a:cubicBezTo>
                  <a:pt x="642" y="6719"/>
                  <a:pt x="502" y="6579"/>
                  <a:pt x="502" y="6412"/>
                </a:cubicBezTo>
                <a:lnTo>
                  <a:pt x="502" y="4851"/>
                </a:lnTo>
                <a:cubicBezTo>
                  <a:pt x="502" y="4182"/>
                  <a:pt x="1060" y="3624"/>
                  <a:pt x="1701" y="3624"/>
                </a:cubicBezTo>
                <a:close/>
                <a:moveTo>
                  <a:pt x="8391" y="3624"/>
                </a:moveTo>
                <a:cubicBezTo>
                  <a:pt x="9060" y="3624"/>
                  <a:pt x="9618" y="4182"/>
                  <a:pt x="9618" y="4851"/>
                </a:cubicBezTo>
                <a:lnTo>
                  <a:pt x="9618" y="6440"/>
                </a:lnTo>
                <a:lnTo>
                  <a:pt x="9645" y="6440"/>
                </a:lnTo>
                <a:cubicBezTo>
                  <a:pt x="9645" y="6635"/>
                  <a:pt x="9506" y="6774"/>
                  <a:pt x="9339" y="6774"/>
                </a:cubicBezTo>
                <a:cubicBezTo>
                  <a:pt x="9172" y="6774"/>
                  <a:pt x="9032" y="6914"/>
                  <a:pt x="9032" y="7081"/>
                </a:cubicBezTo>
                <a:lnTo>
                  <a:pt x="9032" y="8893"/>
                </a:lnTo>
                <a:cubicBezTo>
                  <a:pt x="9032" y="9060"/>
                  <a:pt x="8893" y="9199"/>
                  <a:pt x="8726" y="9199"/>
                </a:cubicBezTo>
                <a:lnTo>
                  <a:pt x="8112" y="9199"/>
                </a:lnTo>
                <a:cubicBezTo>
                  <a:pt x="7945" y="9199"/>
                  <a:pt x="7806" y="9060"/>
                  <a:pt x="7806" y="8893"/>
                </a:cubicBezTo>
                <a:lnTo>
                  <a:pt x="7806" y="7053"/>
                </a:lnTo>
                <a:cubicBezTo>
                  <a:pt x="7806" y="6858"/>
                  <a:pt x="7666" y="6719"/>
                  <a:pt x="7499" y="6719"/>
                </a:cubicBezTo>
                <a:cubicBezTo>
                  <a:pt x="7332" y="6719"/>
                  <a:pt x="7192" y="6579"/>
                  <a:pt x="7192" y="6412"/>
                </a:cubicBezTo>
                <a:lnTo>
                  <a:pt x="7192" y="4851"/>
                </a:lnTo>
                <a:cubicBezTo>
                  <a:pt x="7192" y="4182"/>
                  <a:pt x="7750" y="3624"/>
                  <a:pt x="8391" y="3624"/>
                </a:cubicBezTo>
                <a:close/>
                <a:moveTo>
                  <a:pt x="5381" y="3095"/>
                </a:moveTo>
                <a:cubicBezTo>
                  <a:pt x="6077" y="3234"/>
                  <a:pt x="6635" y="3875"/>
                  <a:pt x="6635" y="4600"/>
                </a:cubicBezTo>
                <a:lnTo>
                  <a:pt x="6635" y="6440"/>
                </a:lnTo>
                <a:cubicBezTo>
                  <a:pt x="6663" y="6635"/>
                  <a:pt x="6523" y="6719"/>
                  <a:pt x="6356" y="6719"/>
                </a:cubicBezTo>
                <a:cubicBezTo>
                  <a:pt x="6161" y="6719"/>
                  <a:pt x="6022" y="6858"/>
                  <a:pt x="6022" y="7053"/>
                </a:cubicBezTo>
                <a:lnTo>
                  <a:pt x="6022" y="9478"/>
                </a:lnTo>
                <a:cubicBezTo>
                  <a:pt x="6022" y="9645"/>
                  <a:pt x="5882" y="9785"/>
                  <a:pt x="5715" y="9785"/>
                </a:cubicBezTo>
                <a:lnTo>
                  <a:pt x="4461" y="9785"/>
                </a:lnTo>
                <a:cubicBezTo>
                  <a:pt x="4293" y="9785"/>
                  <a:pt x="4154" y="9645"/>
                  <a:pt x="4154" y="9478"/>
                </a:cubicBezTo>
                <a:lnTo>
                  <a:pt x="4154" y="7053"/>
                </a:lnTo>
                <a:cubicBezTo>
                  <a:pt x="4154" y="6858"/>
                  <a:pt x="4015" y="6719"/>
                  <a:pt x="3847" y="6719"/>
                </a:cubicBezTo>
                <a:cubicBezTo>
                  <a:pt x="3652" y="6719"/>
                  <a:pt x="3513" y="6579"/>
                  <a:pt x="3513" y="6412"/>
                </a:cubicBezTo>
                <a:lnTo>
                  <a:pt x="3513" y="4851"/>
                </a:lnTo>
                <a:lnTo>
                  <a:pt x="3513" y="4600"/>
                </a:lnTo>
                <a:cubicBezTo>
                  <a:pt x="3513" y="3875"/>
                  <a:pt x="4043" y="3234"/>
                  <a:pt x="4739" y="3095"/>
                </a:cubicBezTo>
                <a:lnTo>
                  <a:pt x="4739" y="5185"/>
                </a:lnTo>
                <a:cubicBezTo>
                  <a:pt x="4739" y="5381"/>
                  <a:pt x="4879" y="5520"/>
                  <a:pt x="5046" y="5520"/>
                </a:cubicBezTo>
                <a:cubicBezTo>
                  <a:pt x="5241" y="5520"/>
                  <a:pt x="5381" y="5381"/>
                  <a:pt x="5381" y="5185"/>
                </a:cubicBezTo>
                <a:lnTo>
                  <a:pt x="5381" y="3095"/>
                </a:lnTo>
                <a:close/>
                <a:moveTo>
                  <a:pt x="5130" y="1"/>
                </a:moveTo>
                <a:cubicBezTo>
                  <a:pt x="4293" y="1"/>
                  <a:pt x="3624" y="670"/>
                  <a:pt x="3624" y="1506"/>
                </a:cubicBezTo>
                <a:cubicBezTo>
                  <a:pt x="3624" y="1952"/>
                  <a:pt x="3847" y="2370"/>
                  <a:pt x="4154" y="2649"/>
                </a:cubicBezTo>
                <a:cubicBezTo>
                  <a:pt x="3736" y="2872"/>
                  <a:pt x="3373" y="3234"/>
                  <a:pt x="3206" y="3652"/>
                </a:cubicBezTo>
                <a:cubicBezTo>
                  <a:pt x="3067" y="3485"/>
                  <a:pt x="2900" y="3346"/>
                  <a:pt x="2677" y="3234"/>
                </a:cubicBezTo>
                <a:cubicBezTo>
                  <a:pt x="2900" y="3039"/>
                  <a:pt x="3039" y="2732"/>
                  <a:pt x="3039" y="2398"/>
                </a:cubicBezTo>
                <a:cubicBezTo>
                  <a:pt x="3039" y="1757"/>
                  <a:pt x="2481" y="1199"/>
                  <a:pt x="1812" y="1199"/>
                </a:cubicBezTo>
                <a:cubicBezTo>
                  <a:pt x="1143" y="1199"/>
                  <a:pt x="586" y="1757"/>
                  <a:pt x="586" y="2398"/>
                </a:cubicBezTo>
                <a:cubicBezTo>
                  <a:pt x="586" y="2732"/>
                  <a:pt x="725" y="3039"/>
                  <a:pt x="948" y="3234"/>
                </a:cubicBezTo>
                <a:cubicBezTo>
                  <a:pt x="391" y="3569"/>
                  <a:pt x="1" y="4154"/>
                  <a:pt x="1" y="4851"/>
                </a:cubicBezTo>
                <a:lnTo>
                  <a:pt x="1" y="6412"/>
                </a:lnTo>
                <a:cubicBezTo>
                  <a:pt x="1" y="6802"/>
                  <a:pt x="251" y="7137"/>
                  <a:pt x="586" y="7276"/>
                </a:cubicBezTo>
                <a:lnTo>
                  <a:pt x="586" y="8865"/>
                </a:lnTo>
                <a:cubicBezTo>
                  <a:pt x="586" y="9339"/>
                  <a:pt x="1004" y="9757"/>
                  <a:pt x="1506" y="9757"/>
                </a:cubicBezTo>
                <a:lnTo>
                  <a:pt x="2091" y="9757"/>
                </a:lnTo>
                <a:cubicBezTo>
                  <a:pt x="2593" y="9757"/>
                  <a:pt x="3011" y="9339"/>
                  <a:pt x="3011" y="8865"/>
                </a:cubicBezTo>
                <a:lnTo>
                  <a:pt x="3011" y="7276"/>
                </a:lnTo>
                <a:cubicBezTo>
                  <a:pt x="3095" y="7248"/>
                  <a:pt x="3206" y="7192"/>
                  <a:pt x="3318" y="7109"/>
                </a:cubicBezTo>
                <a:cubicBezTo>
                  <a:pt x="3429" y="7192"/>
                  <a:pt x="3485" y="7248"/>
                  <a:pt x="3624" y="7276"/>
                </a:cubicBezTo>
                <a:lnTo>
                  <a:pt x="3624" y="9450"/>
                </a:lnTo>
                <a:cubicBezTo>
                  <a:pt x="3624" y="9924"/>
                  <a:pt x="4043" y="10342"/>
                  <a:pt x="4544" y="10342"/>
                </a:cubicBezTo>
                <a:lnTo>
                  <a:pt x="5799" y="10342"/>
                </a:lnTo>
                <a:cubicBezTo>
                  <a:pt x="6273" y="10342"/>
                  <a:pt x="6691" y="9924"/>
                  <a:pt x="6691" y="9450"/>
                </a:cubicBezTo>
                <a:lnTo>
                  <a:pt x="6691" y="7276"/>
                </a:lnTo>
                <a:cubicBezTo>
                  <a:pt x="6802" y="7248"/>
                  <a:pt x="6914" y="7192"/>
                  <a:pt x="6997" y="7109"/>
                </a:cubicBezTo>
                <a:cubicBezTo>
                  <a:pt x="7109" y="7192"/>
                  <a:pt x="7192" y="7248"/>
                  <a:pt x="7332" y="7276"/>
                </a:cubicBezTo>
                <a:lnTo>
                  <a:pt x="7332" y="8865"/>
                </a:lnTo>
                <a:cubicBezTo>
                  <a:pt x="7332" y="9339"/>
                  <a:pt x="7750" y="9757"/>
                  <a:pt x="8224" y="9757"/>
                </a:cubicBezTo>
                <a:lnTo>
                  <a:pt x="8809" y="9757"/>
                </a:lnTo>
                <a:cubicBezTo>
                  <a:pt x="9311" y="9757"/>
                  <a:pt x="9729" y="9339"/>
                  <a:pt x="9729" y="8865"/>
                </a:cubicBezTo>
                <a:lnTo>
                  <a:pt x="9729" y="7276"/>
                </a:lnTo>
                <a:cubicBezTo>
                  <a:pt x="10064" y="7137"/>
                  <a:pt x="10314" y="6830"/>
                  <a:pt x="10314" y="6412"/>
                </a:cubicBezTo>
                <a:lnTo>
                  <a:pt x="10314" y="4851"/>
                </a:lnTo>
                <a:cubicBezTo>
                  <a:pt x="10287" y="4210"/>
                  <a:pt x="9896" y="3596"/>
                  <a:pt x="9339" y="3318"/>
                </a:cubicBezTo>
                <a:cubicBezTo>
                  <a:pt x="9562" y="3095"/>
                  <a:pt x="9701" y="2788"/>
                  <a:pt x="9701" y="2481"/>
                </a:cubicBezTo>
                <a:cubicBezTo>
                  <a:pt x="9701" y="1812"/>
                  <a:pt x="9144" y="1255"/>
                  <a:pt x="8475" y="1255"/>
                </a:cubicBezTo>
                <a:cubicBezTo>
                  <a:pt x="7806" y="1255"/>
                  <a:pt x="7248" y="1812"/>
                  <a:pt x="7248" y="2481"/>
                </a:cubicBezTo>
                <a:cubicBezTo>
                  <a:pt x="7248" y="2788"/>
                  <a:pt x="7388" y="3095"/>
                  <a:pt x="7611" y="3318"/>
                </a:cubicBezTo>
                <a:cubicBezTo>
                  <a:pt x="7388" y="3429"/>
                  <a:pt x="7220" y="3569"/>
                  <a:pt x="7081" y="3736"/>
                </a:cubicBezTo>
                <a:cubicBezTo>
                  <a:pt x="6969" y="3485"/>
                  <a:pt x="6802" y="3290"/>
                  <a:pt x="6635" y="3067"/>
                </a:cubicBezTo>
                <a:cubicBezTo>
                  <a:pt x="6496" y="2927"/>
                  <a:pt x="6300" y="2788"/>
                  <a:pt x="6105" y="2677"/>
                </a:cubicBezTo>
                <a:cubicBezTo>
                  <a:pt x="6440" y="2370"/>
                  <a:pt x="6663" y="1952"/>
                  <a:pt x="6663" y="1534"/>
                </a:cubicBezTo>
                <a:cubicBezTo>
                  <a:pt x="6663" y="1116"/>
                  <a:pt x="6496" y="725"/>
                  <a:pt x="6217" y="447"/>
                </a:cubicBezTo>
                <a:cubicBezTo>
                  <a:pt x="5938" y="168"/>
                  <a:pt x="5520" y="1"/>
                  <a:pt x="513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14" name="Google Shape;12424;p89">
            <a:extLst>
              <a:ext uri="{FF2B5EF4-FFF2-40B4-BE49-F238E27FC236}">
                <a16:creationId xmlns:a16="http://schemas.microsoft.com/office/drawing/2014/main" id="{676FAC45-C746-B09B-CC8E-751252FD73FB}"/>
              </a:ext>
            </a:extLst>
          </p:cNvPr>
          <p:cNvSpPr/>
          <p:nvPr/>
        </p:nvSpPr>
        <p:spPr>
          <a:xfrm>
            <a:off x="588878" y="2630133"/>
            <a:ext cx="152593" cy="38176"/>
          </a:xfrm>
          <a:custGeom>
            <a:avLst/>
            <a:gdLst/>
            <a:ahLst/>
            <a:cxnLst/>
            <a:rect l="l" t="t" r="r" b="b"/>
            <a:pathLst>
              <a:path w="2774" h="694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79" y="693"/>
                </a:cubicBezTo>
                <a:lnTo>
                  <a:pt x="2427" y="693"/>
                </a:lnTo>
                <a:cubicBezTo>
                  <a:pt x="2616" y="693"/>
                  <a:pt x="2773" y="536"/>
                  <a:pt x="2773" y="347"/>
                </a:cubicBezTo>
                <a:cubicBezTo>
                  <a:pt x="2773" y="158"/>
                  <a:pt x="2616" y="0"/>
                  <a:pt x="24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15" name="Google Shape;12425;p89">
            <a:extLst>
              <a:ext uri="{FF2B5EF4-FFF2-40B4-BE49-F238E27FC236}">
                <a16:creationId xmlns:a16="http://schemas.microsoft.com/office/drawing/2014/main" id="{1468B595-3D9A-CB85-779F-F5703951D088}"/>
              </a:ext>
            </a:extLst>
          </p:cNvPr>
          <p:cNvSpPr/>
          <p:nvPr/>
        </p:nvSpPr>
        <p:spPr>
          <a:xfrm>
            <a:off x="401738" y="2481060"/>
            <a:ext cx="649923" cy="641288"/>
          </a:xfrm>
          <a:custGeom>
            <a:avLst/>
            <a:gdLst/>
            <a:ahLst/>
            <a:cxnLst/>
            <a:rect l="l" t="t" r="r" b="b"/>
            <a:pathLst>
              <a:path w="11815" h="11658" extrusionOk="0">
                <a:moveTo>
                  <a:pt x="2048" y="1167"/>
                </a:moveTo>
                <a:lnTo>
                  <a:pt x="2048" y="2017"/>
                </a:lnTo>
                <a:lnTo>
                  <a:pt x="1166" y="2017"/>
                </a:lnTo>
                <a:lnTo>
                  <a:pt x="2048" y="1167"/>
                </a:lnTo>
                <a:close/>
                <a:moveTo>
                  <a:pt x="10330" y="2773"/>
                </a:moveTo>
                <a:cubicBezTo>
                  <a:pt x="10507" y="2773"/>
                  <a:pt x="10680" y="2836"/>
                  <a:pt x="10806" y="2962"/>
                </a:cubicBezTo>
                <a:cubicBezTo>
                  <a:pt x="11058" y="3246"/>
                  <a:pt x="11058" y="3687"/>
                  <a:pt x="10775" y="3908"/>
                </a:cubicBezTo>
                <a:lnTo>
                  <a:pt x="10176" y="4506"/>
                </a:lnTo>
                <a:lnTo>
                  <a:pt x="9231" y="3561"/>
                </a:lnTo>
                <a:lnTo>
                  <a:pt x="9830" y="2962"/>
                </a:lnTo>
                <a:cubicBezTo>
                  <a:pt x="9972" y="2836"/>
                  <a:pt x="10153" y="2773"/>
                  <a:pt x="10330" y="2773"/>
                </a:cubicBezTo>
                <a:close/>
                <a:moveTo>
                  <a:pt x="8727" y="4034"/>
                </a:moveTo>
                <a:lnTo>
                  <a:pt x="9672" y="4979"/>
                </a:lnTo>
                <a:cubicBezTo>
                  <a:pt x="8538" y="6207"/>
                  <a:pt x="7026" y="7688"/>
                  <a:pt x="5892" y="8854"/>
                </a:cubicBezTo>
                <a:lnTo>
                  <a:pt x="4915" y="7846"/>
                </a:lnTo>
                <a:lnTo>
                  <a:pt x="8727" y="4034"/>
                </a:lnTo>
                <a:close/>
                <a:moveTo>
                  <a:pt x="4600" y="8539"/>
                </a:moveTo>
                <a:lnTo>
                  <a:pt x="5230" y="9169"/>
                </a:lnTo>
                <a:lnTo>
                  <a:pt x="4285" y="9421"/>
                </a:lnTo>
                <a:cubicBezTo>
                  <a:pt x="4348" y="9232"/>
                  <a:pt x="4505" y="8728"/>
                  <a:pt x="4600" y="8539"/>
                </a:cubicBezTo>
                <a:close/>
                <a:moveTo>
                  <a:pt x="7908" y="694"/>
                </a:moveTo>
                <a:cubicBezTo>
                  <a:pt x="8097" y="694"/>
                  <a:pt x="8255" y="852"/>
                  <a:pt x="8255" y="1041"/>
                </a:cubicBezTo>
                <a:lnTo>
                  <a:pt x="8255" y="3592"/>
                </a:lnTo>
                <a:lnTo>
                  <a:pt x="7467" y="4380"/>
                </a:lnTo>
                <a:cubicBezTo>
                  <a:pt x="7435" y="4286"/>
                  <a:pt x="7309" y="4160"/>
                  <a:pt x="7152" y="4160"/>
                </a:cubicBezTo>
                <a:lnTo>
                  <a:pt x="1733" y="4160"/>
                </a:lnTo>
                <a:cubicBezTo>
                  <a:pt x="1512" y="4160"/>
                  <a:pt x="1386" y="4317"/>
                  <a:pt x="1386" y="4506"/>
                </a:cubicBezTo>
                <a:cubicBezTo>
                  <a:pt x="1386" y="4695"/>
                  <a:pt x="1512" y="4853"/>
                  <a:pt x="1733" y="4853"/>
                </a:cubicBezTo>
                <a:lnTo>
                  <a:pt x="6994" y="4853"/>
                </a:lnTo>
                <a:lnTo>
                  <a:pt x="6333" y="5546"/>
                </a:lnTo>
                <a:lnTo>
                  <a:pt x="1733" y="5546"/>
                </a:lnTo>
                <a:cubicBezTo>
                  <a:pt x="1512" y="5546"/>
                  <a:pt x="1355" y="5703"/>
                  <a:pt x="1355" y="5892"/>
                </a:cubicBezTo>
                <a:cubicBezTo>
                  <a:pt x="1355" y="6081"/>
                  <a:pt x="1512" y="6239"/>
                  <a:pt x="1733" y="6239"/>
                </a:cubicBezTo>
                <a:lnTo>
                  <a:pt x="5608" y="6239"/>
                </a:lnTo>
                <a:lnTo>
                  <a:pt x="4947" y="6901"/>
                </a:lnTo>
                <a:lnTo>
                  <a:pt x="1733" y="6901"/>
                </a:lnTo>
                <a:cubicBezTo>
                  <a:pt x="1512" y="6901"/>
                  <a:pt x="1355" y="7058"/>
                  <a:pt x="1355" y="7279"/>
                </a:cubicBezTo>
                <a:cubicBezTo>
                  <a:pt x="1355" y="7468"/>
                  <a:pt x="1512" y="7625"/>
                  <a:pt x="1733" y="7625"/>
                </a:cubicBezTo>
                <a:lnTo>
                  <a:pt x="4285" y="7625"/>
                </a:lnTo>
                <a:cubicBezTo>
                  <a:pt x="4190" y="7688"/>
                  <a:pt x="4159" y="7751"/>
                  <a:pt x="4127" y="7814"/>
                </a:cubicBezTo>
                <a:lnTo>
                  <a:pt x="3970" y="8287"/>
                </a:lnTo>
                <a:lnTo>
                  <a:pt x="1733" y="8287"/>
                </a:lnTo>
                <a:cubicBezTo>
                  <a:pt x="1512" y="8287"/>
                  <a:pt x="1355" y="8444"/>
                  <a:pt x="1355" y="8633"/>
                </a:cubicBezTo>
                <a:cubicBezTo>
                  <a:pt x="1355" y="8854"/>
                  <a:pt x="1512" y="9011"/>
                  <a:pt x="1733" y="9011"/>
                </a:cubicBezTo>
                <a:lnTo>
                  <a:pt x="3718" y="9011"/>
                </a:lnTo>
                <a:lnTo>
                  <a:pt x="3466" y="9893"/>
                </a:lnTo>
                <a:cubicBezTo>
                  <a:pt x="3385" y="10136"/>
                  <a:pt x="3557" y="10355"/>
                  <a:pt x="3766" y="10355"/>
                </a:cubicBezTo>
                <a:cubicBezTo>
                  <a:pt x="3802" y="10355"/>
                  <a:pt x="3839" y="10348"/>
                  <a:pt x="3875" y="10335"/>
                </a:cubicBezTo>
                <a:lnTo>
                  <a:pt x="6018" y="9704"/>
                </a:lnTo>
                <a:cubicBezTo>
                  <a:pt x="6049" y="9704"/>
                  <a:pt x="6144" y="9673"/>
                  <a:pt x="6175" y="9641"/>
                </a:cubicBezTo>
                <a:lnTo>
                  <a:pt x="8286" y="7499"/>
                </a:lnTo>
                <a:lnTo>
                  <a:pt x="8286" y="10681"/>
                </a:lnTo>
                <a:cubicBezTo>
                  <a:pt x="8255" y="10839"/>
                  <a:pt x="8097" y="10996"/>
                  <a:pt x="7908" y="10996"/>
                </a:cubicBezTo>
                <a:lnTo>
                  <a:pt x="1040" y="10996"/>
                </a:lnTo>
                <a:cubicBezTo>
                  <a:pt x="851" y="10996"/>
                  <a:pt x="693" y="10839"/>
                  <a:pt x="693" y="10650"/>
                </a:cubicBezTo>
                <a:lnTo>
                  <a:pt x="693" y="2742"/>
                </a:lnTo>
                <a:lnTo>
                  <a:pt x="2395" y="2742"/>
                </a:lnTo>
                <a:cubicBezTo>
                  <a:pt x="2584" y="2742"/>
                  <a:pt x="2741" y="2584"/>
                  <a:pt x="2741" y="2395"/>
                </a:cubicBezTo>
                <a:lnTo>
                  <a:pt x="2741" y="694"/>
                </a:lnTo>
                <a:close/>
                <a:moveTo>
                  <a:pt x="2363" y="1"/>
                </a:moveTo>
                <a:cubicBezTo>
                  <a:pt x="2237" y="1"/>
                  <a:pt x="2143" y="64"/>
                  <a:pt x="2111" y="127"/>
                </a:cubicBezTo>
                <a:lnTo>
                  <a:pt x="158" y="2112"/>
                </a:lnTo>
                <a:cubicBezTo>
                  <a:pt x="63" y="2175"/>
                  <a:pt x="0" y="2269"/>
                  <a:pt x="0" y="2364"/>
                </a:cubicBezTo>
                <a:lnTo>
                  <a:pt x="0" y="10650"/>
                </a:lnTo>
                <a:cubicBezTo>
                  <a:pt x="0" y="11217"/>
                  <a:pt x="473" y="11658"/>
                  <a:pt x="1008" y="11658"/>
                </a:cubicBezTo>
                <a:lnTo>
                  <a:pt x="7908" y="11658"/>
                </a:lnTo>
                <a:cubicBezTo>
                  <a:pt x="8444" y="11658"/>
                  <a:pt x="8916" y="11217"/>
                  <a:pt x="8916" y="10650"/>
                </a:cubicBezTo>
                <a:lnTo>
                  <a:pt x="8916" y="6774"/>
                </a:lnTo>
                <a:lnTo>
                  <a:pt x="11279" y="4412"/>
                </a:lnTo>
                <a:cubicBezTo>
                  <a:pt x="11815" y="3876"/>
                  <a:pt x="11815" y="3025"/>
                  <a:pt x="11279" y="2490"/>
                </a:cubicBezTo>
                <a:cubicBezTo>
                  <a:pt x="11011" y="2222"/>
                  <a:pt x="10657" y="2088"/>
                  <a:pt x="10306" y="2088"/>
                </a:cubicBezTo>
                <a:cubicBezTo>
                  <a:pt x="9956" y="2088"/>
                  <a:pt x="9609" y="2222"/>
                  <a:pt x="9357" y="2490"/>
                </a:cubicBezTo>
                <a:lnTo>
                  <a:pt x="8916" y="2931"/>
                </a:lnTo>
                <a:lnTo>
                  <a:pt x="8916" y="1041"/>
                </a:lnTo>
                <a:cubicBezTo>
                  <a:pt x="8916" y="474"/>
                  <a:pt x="8444" y="1"/>
                  <a:pt x="790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65" name="Google Shape;12430;p89">
            <a:extLst>
              <a:ext uri="{FF2B5EF4-FFF2-40B4-BE49-F238E27FC236}">
                <a16:creationId xmlns:a16="http://schemas.microsoft.com/office/drawing/2014/main" id="{4AAF84BC-32F9-34E0-639B-6589E83005D8}"/>
              </a:ext>
            </a:extLst>
          </p:cNvPr>
          <p:cNvSpPr/>
          <p:nvPr/>
        </p:nvSpPr>
        <p:spPr>
          <a:xfrm>
            <a:off x="4525976" y="2481695"/>
            <a:ext cx="641288" cy="639583"/>
          </a:xfrm>
          <a:custGeom>
            <a:avLst/>
            <a:gdLst/>
            <a:ahLst/>
            <a:cxnLst/>
            <a:rect l="l" t="t" r="r" b="b"/>
            <a:pathLst>
              <a:path w="11658" h="11627" extrusionOk="0">
                <a:moveTo>
                  <a:pt x="6806" y="2017"/>
                </a:moveTo>
                <a:lnTo>
                  <a:pt x="6806" y="2773"/>
                </a:lnTo>
                <a:lnTo>
                  <a:pt x="4758" y="2773"/>
                </a:lnTo>
                <a:lnTo>
                  <a:pt x="4758" y="2017"/>
                </a:lnTo>
                <a:close/>
                <a:moveTo>
                  <a:pt x="7152" y="694"/>
                </a:moveTo>
                <a:cubicBezTo>
                  <a:pt x="7688" y="694"/>
                  <a:pt x="8192" y="1167"/>
                  <a:pt x="8192" y="1702"/>
                </a:cubicBezTo>
                <a:lnTo>
                  <a:pt x="8192" y="2773"/>
                </a:lnTo>
                <a:lnTo>
                  <a:pt x="7499" y="2773"/>
                </a:lnTo>
                <a:lnTo>
                  <a:pt x="7499" y="1702"/>
                </a:lnTo>
                <a:cubicBezTo>
                  <a:pt x="7499" y="1513"/>
                  <a:pt x="7341" y="1356"/>
                  <a:pt x="7152" y="1356"/>
                </a:cubicBezTo>
                <a:lnTo>
                  <a:pt x="4411" y="1356"/>
                </a:lnTo>
                <a:cubicBezTo>
                  <a:pt x="4191" y="1356"/>
                  <a:pt x="4033" y="1513"/>
                  <a:pt x="4033" y="1702"/>
                </a:cubicBezTo>
                <a:lnTo>
                  <a:pt x="4033" y="2773"/>
                </a:lnTo>
                <a:lnTo>
                  <a:pt x="3371" y="2773"/>
                </a:lnTo>
                <a:lnTo>
                  <a:pt x="3371" y="1702"/>
                </a:lnTo>
                <a:cubicBezTo>
                  <a:pt x="3371" y="1167"/>
                  <a:pt x="3844" y="694"/>
                  <a:pt x="4411" y="694"/>
                </a:cubicBezTo>
                <a:close/>
                <a:moveTo>
                  <a:pt x="10618" y="3498"/>
                </a:moveTo>
                <a:cubicBezTo>
                  <a:pt x="10807" y="3498"/>
                  <a:pt x="10964" y="3656"/>
                  <a:pt x="10964" y="3845"/>
                </a:cubicBezTo>
                <a:lnTo>
                  <a:pt x="10964" y="5010"/>
                </a:lnTo>
                <a:cubicBezTo>
                  <a:pt x="9546" y="6239"/>
                  <a:pt x="7688" y="6901"/>
                  <a:pt x="5766" y="6901"/>
                </a:cubicBezTo>
                <a:cubicBezTo>
                  <a:pt x="3876" y="6901"/>
                  <a:pt x="2080" y="6239"/>
                  <a:pt x="662" y="5010"/>
                </a:cubicBezTo>
                <a:lnTo>
                  <a:pt x="662" y="3971"/>
                </a:lnTo>
                <a:cubicBezTo>
                  <a:pt x="662" y="3687"/>
                  <a:pt x="851" y="3498"/>
                  <a:pt x="1135" y="3498"/>
                </a:cubicBezTo>
                <a:close/>
                <a:moveTo>
                  <a:pt x="6806" y="7531"/>
                </a:moveTo>
                <a:lnTo>
                  <a:pt x="6806" y="7940"/>
                </a:lnTo>
                <a:cubicBezTo>
                  <a:pt x="6806" y="8129"/>
                  <a:pt x="6648" y="8287"/>
                  <a:pt x="6459" y="8287"/>
                </a:cubicBezTo>
                <a:lnTo>
                  <a:pt x="5073" y="8287"/>
                </a:lnTo>
                <a:cubicBezTo>
                  <a:pt x="4884" y="8287"/>
                  <a:pt x="4726" y="8129"/>
                  <a:pt x="4726" y="7940"/>
                </a:cubicBezTo>
                <a:lnTo>
                  <a:pt x="4726" y="7531"/>
                </a:lnTo>
                <a:lnTo>
                  <a:pt x="4758" y="7531"/>
                </a:lnTo>
                <a:cubicBezTo>
                  <a:pt x="5104" y="7594"/>
                  <a:pt x="5419" y="7625"/>
                  <a:pt x="5766" y="7625"/>
                </a:cubicBezTo>
                <a:cubicBezTo>
                  <a:pt x="6112" y="7625"/>
                  <a:pt x="6427" y="7594"/>
                  <a:pt x="6806" y="7531"/>
                </a:cubicBezTo>
                <a:close/>
                <a:moveTo>
                  <a:pt x="10964" y="5892"/>
                </a:moveTo>
                <a:lnTo>
                  <a:pt x="10964" y="9988"/>
                </a:lnTo>
                <a:cubicBezTo>
                  <a:pt x="10964" y="10524"/>
                  <a:pt x="10492" y="10996"/>
                  <a:pt x="9956" y="10996"/>
                </a:cubicBezTo>
                <a:lnTo>
                  <a:pt x="1670" y="10996"/>
                </a:lnTo>
                <a:cubicBezTo>
                  <a:pt x="1135" y="10996"/>
                  <a:pt x="662" y="10524"/>
                  <a:pt x="662" y="9988"/>
                </a:cubicBezTo>
                <a:lnTo>
                  <a:pt x="662" y="5892"/>
                </a:lnTo>
                <a:cubicBezTo>
                  <a:pt x="1670" y="6649"/>
                  <a:pt x="2804" y="7184"/>
                  <a:pt x="4065" y="7436"/>
                </a:cubicBezTo>
                <a:lnTo>
                  <a:pt x="4065" y="7940"/>
                </a:lnTo>
                <a:cubicBezTo>
                  <a:pt x="4065" y="8476"/>
                  <a:pt x="4537" y="8948"/>
                  <a:pt x="5104" y="8948"/>
                </a:cubicBezTo>
                <a:lnTo>
                  <a:pt x="6490" y="8948"/>
                </a:lnTo>
                <a:cubicBezTo>
                  <a:pt x="7026" y="8948"/>
                  <a:pt x="7499" y="8476"/>
                  <a:pt x="7499" y="7940"/>
                </a:cubicBezTo>
                <a:lnTo>
                  <a:pt x="7499" y="7436"/>
                </a:lnTo>
                <a:cubicBezTo>
                  <a:pt x="7971" y="7342"/>
                  <a:pt x="8444" y="7184"/>
                  <a:pt x="8916" y="7027"/>
                </a:cubicBezTo>
                <a:cubicBezTo>
                  <a:pt x="9672" y="6743"/>
                  <a:pt x="10334" y="6365"/>
                  <a:pt x="10964" y="5892"/>
                </a:cubicBezTo>
                <a:close/>
                <a:moveTo>
                  <a:pt x="4411" y="1"/>
                </a:moveTo>
                <a:cubicBezTo>
                  <a:pt x="3466" y="1"/>
                  <a:pt x="2710" y="757"/>
                  <a:pt x="2710" y="1702"/>
                </a:cubicBezTo>
                <a:lnTo>
                  <a:pt x="2710" y="2773"/>
                </a:lnTo>
                <a:lnTo>
                  <a:pt x="1135" y="2773"/>
                </a:lnTo>
                <a:cubicBezTo>
                  <a:pt x="505" y="2773"/>
                  <a:pt x="0" y="3277"/>
                  <a:pt x="0" y="3908"/>
                </a:cubicBezTo>
                <a:lnTo>
                  <a:pt x="0" y="9957"/>
                </a:lnTo>
                <a:cubicBezTo>
                  <a:pt x="0" y="10902"/>
                  <a:pt x="725" y="11626"/>
                  <a:pt x="1670" y="11626"/>
                </a:cubicBezTo>
                <a:lnTo>
                  <a:pt x="9956" y="11626"/>
                </a:lnTo>
                <a:cubicBezTo>
                  <a:pt x="10901" y="11626"/>
                  <a:pt x="11657" y="10902"/>
                  <a:pt x="11657" y="9957"/>
                </a:cubicBezTo>
                <a:lnTo>
                  <a:pt x="11657" y="3813"/>
                </a:lnTo>
                <a:cubicBezTo>
                  <a:pt x="11626" y="3246"/>
                  <a:pt x="11153" y="2773"/>
                  <a:pt x="10618" y="2773"/>
                </a:cubicBezTo>
                <a:lnTo>
                  <a:pt x="8853" y="2773"/>
                </a:lnTo>
                <a:lnTo>
                  <a:pt x="8853" y="1702"/>
                </a:lnTo>
                <a:cubicBezTo>
                  <a:pt x="8853" y="757"/>
                  <a:pt x="8097" y="1"/>
                  <a:pt x="715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9" name="Google Shape;12439;p89">
            <a:extLst>
              <a:ext uri="{FF2B5EF4-FFF2-40B4-BE49-F238E27FC236}">
                <a16:creationId xmlns:a16="http://schemas.microsoft.com/office/drawing/2014/main" id="{626C73F2-642E-C92B-9400-6185D4DF7769}"/>
              </a:ext>
            </a:extLst>
          </p:cNvPr>
          <p:cNvSpPr/>
          <p:nvPr/>
        </p:nvSpPr>
        <p:spPr>
          <a:xfrm>
            <a:off x="8665203" y="2480321"/>
            <a:ext cx="641288" cy="642773"/>
          </a:xfrm>
          <a:custGeom>
            <a:avLst/>
            <a:gdLst/>
            <a:ahLst/>
            <a:cxnLst/>
            <a:rect l="l" t="t" r="r" b="b"/>
            <a:pathLst>
              <a:path w="11658" h="11685" extrusionOk="0">
                <a:moveTo>
                  <a:pt x="10618" y="662"/>
                </a:moveTo>
                <a:cubicBezTo>
                  <a:pt x="10807" y="662"/>
                  <a:pt x="10964" y="851"/>
                  <a:pt x="10964" y="1040"/>
                </a:cubicBezTo>
                <a:lnTo>
                  <a:pt x="10964" y="2741"/>
                </a:lnTo>
                <a:lnTo>
                  <a:pt x="662" y="2741"/>
                </a:lnTo>
                <a:lnTo>
                  <a:pt x="662" y="1040"/>
                </a:lnTo>
                <a:cubicBezTo>
                  <a:pt x="662" y="851"/>
                  <a:pt x="820" y="662"/>
                  <a:pt x="1009" y="662"/>
                </a:cubicBezTo>
                <a:close/>
                <a:moveTo>
                  <a:pt x="10964" y="3403"/>
                </a:moveTo>
                <a:lnTo>
                  <a:pt x="10964" y="8601"/>
                </a:lnTo>
                <a:cubicBezTo>
                  <a:pt x="10964" y="8790"/>
                  <a:pt x="10838" y="8947"/>
                  <a:pt x="10618" y="8947"/>
                </a:cubicBezTo>
                <a:lnTo>
                  <a:pt x="10145" y="8947"/>
                </a:lnTo>
                <a:cubicBezTo>
                  <a:pt x="10208" y="8727"/>
                  <a:pt x="10240" y="8443"/>
                  <a:pt x="10240" y="8160"/>
                </a:cubicBezTo>
                <a:lnTo>
                  <a:pt x="10240" y="5860"/>
                </a:lnTo>
                <a:cubicBezTo>
                  <a:pt x="10240" y="5673"/>
                  <a:pt x="10058" y="5531"/>
                  <a:pt x="9868" y="5531"/>
                </a:cubicBezTo>
                <a:cubicBezTo>
                  <a:pt x="9835" y="5531"/>
                  <a:pt x="9801" y="5535"/>
                  <a:pt x="9767" y="5545"/>
                </a:cubicBezTo>
                <a:cubicBezTo>
                  <a:pt x="9545" y="5641"/>
                  <a:pt x="9341" y="5691"/>
                  <a:pt x="9142" y="5691"/>
                </a:cubicBezTo>
                <a:cubicBezTo>
                  <a:pt x="8693" y="5691"/>
                  <a:pt x="8275" y="5439"/>
                  <a:pt x="7751" y="4915"/>
                </a:cubicBezTo>
                <a:cubicBezTo>
                  <a:pt x="7688" y="4868"/>
                  <a:pt x="7601" y="4844"/>
                  <a:pt x="7515" y="4844"/>
                </a:cubicBezTo>
                <a:cubicBezTo>
                  <a:pt x="7428" y="4844"/>
                  <a:pt x="7341" y="4868"/>
                  <a:pt x="7278" y="4915"/>
                </a:cubicBezTo>
                <a:cubicBezTo>
                  <a:pt x="6753" y="5440"/>
                  <a:pt x="6334" y="5677"/>
                  <a:pt x="5884" y="5677"/>
                </a:cubicBezTo>
                <a:cubicBezTo>
                  <a:pt x="5686" y="5677"/>
                  <a:pt x="5483" y="5631"/>
                  <a:pt x="5262" y="5545"/>
                </a:cubicBezTo>
                <a:cubicBezTo>
                  <a:pt x="5229" y="5535"/>
                  <a:pt x="5195" y="5531"/>
                  <a:pt x="5161" y="5531"/>
                </a:cubicBezTo>
                <a:cubicBezTo>
                  <a:pt x="4971" y="5531"/>
                  <a:pt x="4789" y="5673"/>
                  <a:pt x="4789" y="5860"/>
                </a:cubicBezTo>
                <a:lnTo>
                  <a:pt x="4789" y="8160"/>
                </a:lnTo>
                <a:cubicBezTo>
                  <a:pt x="4789" y="8443"/>
                  <a:pt x="4821" y="8664"/>
                  <a:pt x="4884" y="8947"/>
                </a:cubicBezTo>
                <a:lnTo>
                  <a:pt x="1009" y="8947"/>
                </a:lnTo>
                <a:cubicBezTo>
                  <a:pt x="820" y="8947"/>
                  <a:pt x="662" y="8790"/>
                  <a:pt x="662" y="8601"/>
                </a:cubicBezTo>
                <a:lnTo>
                  <a:pt x="662" y="3403"/>
                </a:lnTo>
                <a:close/>
                <a:moveTo>
                  <a:pt x="7152" y="5923"/>
                </a:moveTo>
                <a:lnTo>
                  <a:pt x="7152" y="10838"/>
                </a:lnTo>
                <a:cubicBezTo>
                  <a:pt x="6144" y="10365"/>
                  <a:pt x="5451" y="9357"/>
                  <a:pt x="5451" y="8160"/>
                </a:cubicBezTo>
                <a:lnTo>
                  <a:pt x="5451" y="6301"/>
                </a:lnTo>
                <a:cubicBezTo>
                  <a:pt x="5604" y="6330"/>
                  <a:pt x="5750" y="6344"/>
                  <a:pt x="5891" y="6344"/>
                </a:cubicBezTo>
                <a:cubicBezTo>
                  <a:pt x="6359" y="6344"/>
                  <a:pt x="6765" y="6189"/>
                  <a:pt x="7152" y="5923"/>
                </a:cubicBezTo>
                <a:close/>
                <a:moveTo>
                  <a:pt x="7877" y="5923"/>
                </a:moveTo>
                <a:cubicBezTo>
                  <a:pt x="8242" y="6166"/>
                  <a:pt x="8644" y="6353"/>
                  <a:pt x="9128" y="6353"/>
                </a:cubicBezTo>
                <a:cubicBezTo>
                  <a:pt x="9271" y="6353"/>
                  <a:pt x="9420" y="6337"/>
                  <a:pt x="9578" y="6301"/>
                </a:cubicBezTo>
                <a:lnTo>
                  <a:pt x="9578" y="8160"/>
                </a:lnTo>
                <a:cubicBezTo>
                  <a:pt x="9547" y="9357"/>
                  <a:pt x="8885" y="10365"/>
                  <a:pt x="7877" y="10838"/>
                </a:cubicBezTo>
                <a:lnTo>
                  <a:pt x="7877" y="5923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40"/>
                </a:cubicBezTo>
                <a:lnTo>
                  <a:pt x="1" y="8601"/>
                </a:lnTo>
                <a:cubicBezTo>
                  <a:pt x="1" y="9136"/>
                  <a:pt x="473" y="9609"/>
                  <a:pt x="1009" y="9609"/>
                </a:cubicBezTo>
                <a:lnTo>
                  <a:pt x="5073" y="9609"/>
                </a:lnTo>
                <a:cubicBezTo>
                  <a:pt x="5199" y="9893"/>
                  <a:pt x="5357" y="10145"/>
                  <a:pt x="5514" y="10365"/>
                </a:cubicBezTo>
                <a:cubicBezTo>
                  <a:pt x="5987" y="10995"/>
                  <a:pt x="6617" y="11436"/>
                  <a:pt x="7404" y="11657"/>
                </a:cubicBezTo>
                <a:cubicBezTo>
                  <a:pt x="7446" y="11657"/>
                  <a:pt x="7488" y="11685"/>
                  <a:pt x="7530" y="11685"/>
                </a:cubicBezTo>
                <a:cubicBezTo>
                  <a:pt x="7551" y="11685"/>
                  <a:pt x="7572" y="11678"/>
                  <a:pt x="7593" y="11657"/>
                </a:cubicBezTo>
                <a:cubicBezTo>
                  <a:pt x="8350" y="11436"/>
                  <a:pt x="9011" y="10995"/>
                  <a:pt x="9484" y="10365"/>
                </a:cubicBezTo>
                <a:cubicBezTo>
                  <a:pt x="9641" y="10145"/>
                  <a:pt x="9799" y="9893"/>
                  <a:pt x="9925" y="9609"/>
                </a:cubicBezTo>
                <a:lnTo>
                  <a:pt x="10618" y="9609"/>
                </a:lnTo>
                <a:cubicBezTo>
                  <a:pt x="11185" y="9609"/>
                  <a:pt x="11658" y="9136"/>
                  <a:pt x="11658" y="8601"/>
                </a:cubicBezTo>
                <a:lnTo>
                  <a:pt x="11658" y="1040"/>
                </a:lnTo>
                <a:cubicBezTo>
                  <a:pt x="11658" y="473"/>
                  <a:pt x="11217" y="0"/>
                  <a:pt x="106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10" name="Google Shape;12440;p89">
            <a:extLst>
              <a:ext uri="{FF2B5EF4-FFF2-40B4-BE49-F238E27FC236}">
                <a16:creationId xmlns:a16="http://schemas.microsoft.com/office/drawing/2014/main" id="{809303BC-F836-F0AB-1FC1-963BB0C2FD1D}"/>
              </a:ext>
            </a:extLst>
          </p:cNvPr>
          <p:cNvSpPr/>
          <p:nvPr/>
        </p:nvSpPr>
        <p:spPr>
          <a:xfrm>
            <a:off x="8737979" y="2554800"/>
            <a:ext cx="39936" cy="38176"/>
          </a:xfrm>
          <a:custGeom>
            <a:avLst/>
            <a:gdLst/>
            <a:ahLst/>
            <a:cxnLst/>
            <a:rect l="l" t="t" r="r" b="b"/>
            <a:pathLst>
              <a:path w="726" h="694" extrusionOk="0">
                <a:moveTo>
                  <a:pt x="348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694"/>
                  <a:pt x="348" y="694"/>
                </a:cubicBezTo>
                <a:cubicBezTo>
                  <a:pt x="568" y="694"/>
                  <a:pt x="726" y="536"/>
                  <a:pt x="726" y="347"/>
                </a:cubicBezTo>
                <a:cubicBezTo>
                  <a:pt x="726" y="158"/>
                  <a:pt x="568" y="1"/>
                  <a:pt x="3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11" name="Google Shape;12441;p89">
            <a:extLst>
              <a:ext uri="{FF2B5EF4-FFF2-40B4-BE49-F238E27FC236}">
                <a16:creationId xmlns:a16="http://schemas.microsoft.com/office/drawing/2014/main" id="{236DA8B8-9354-B0AE-4CD7-FF57E44E7A72}"/>
              </a:ext>
            </a:extLst>
          </p:cNvPr>
          <p:cNvSpPr/>
          <p:nvPr/>
        </p:nvSpPr>
        <p:spPr>
          <a:xfrm>
            <a:off x="8814275" y="2554800"/>
            <a:ext cx="38176" cy="38176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6"/>
                  <a:pt x="158" y="694"/>
                  <a:pt x="347" y="694"/>
                </a:cubicBezTo>
                <a:cubicBezTo>
                  <a:pt x="536" y="694"/>
                  <a:pt x="693" y="536"/>
                  <a:pt x="693" y="347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12" name="Google Shape;12442;p89">
            <a:extLst>
              <a:ext uri="{FF2B5EF4-FFF2-40B4-BE49-F238E27FC236}">
                <a16:creationId xmlns:a16="http://schemas.microsoft.com/office/drawing/2014/main" id="{D8BF3911-2A33-1F0C-3206-136776517D31}"/>
              </a:ext>
            </a:extLst>
          </p:cNvPr>
          <p:cNvSpPr/>
          <p:nvPr/>
        </p:nvSpPr>
        <p:spPr>
          <a:xfrm>
            <a:off x="8890516" y="2554800"/>
            <a:ext cx="38176" cy="38176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6"/>
                  <a:pt x="158" y="694"/>
                  <a:pt x="347" y="694"/>
                </a:cubicBezTo>
                <a:cubicBezTo>
                  <a:pt x="536" y="694"/>
                  <a:pt x="693" y="536"/>
                  <a:pt x="693" y="347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13" name="Google Shape;12443;p89">
            <a:extLst>
              <a:ext uri="{FF2B5EF4-FFF2-40B4-BE49-F238E27FC236}">
                <a16:creationId xmlns:a16="http://schemas.microsoft.com/office/drawing/2014/main" id="{1793ADB4-AB22-E4CE-3D42-3224BBBDF482}"/>
              </a:ext>
            </a:extLst>
          </p:cNvPr>
          <p:cNvSpPr/>
          <p:nvPr/>
        </p:nvSpPr>
        <p:spPr>
          <a:xfrm>
            <a:off x="8963294" y="2554800"/>
            <a:ext cx="265196" cy="38176"/>
          </a:xfrm>
          <a:custGeom>
            <a:avLst/>
            <a:gdLst/>
            <a:ahLst/>
            <a:cxnLst/>
            <a:rect l="l" t="t" r="r" b="b"/>
            <a:pathLst>
              <a:path w="4821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32" y="536"/>
                  <a:pt x="190" y="694"/>
                  <a:pt x="347" y="694"/>
                </a:cubicBezTo>
                <a:lnTo>
                  <a:pt x="4443" y="694"/>
                </a:lnTo>
                <a:cubicBezTo>
                  <a:pt x="4663" y="694"/>
                  <a:pt x="4821" y="536"/>
                  <a:pt x="4821" y="347"/>
                </a:cubicBezTo>
                <a:cubicBezTo>
                  <a:pt x="4821" y="158"/>
                  <a:pt x="4663" y="1"/>
                  <a:pt x="444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67" name="Google Shape;12455;p89">
            <a:extLst>
              <a:ext uri="{FF2B5EF4-FFF2-40B4-BE49-F238E27FC236}">
                <a16:creationId xmlns:a16="http://schemas.microsoft.com/office/drawing/2014/main" id="{8F5C8250-684A-70A8-5911-DACE9C468F3E}"/>
              </a:ext>
            </a:extLst>
          </p:cNvPr>
          <p:cNvSpPr/>
          <p:nvPr/>
        </p:nvSpPr>
        <p:spPr>
          <a:xfrm>
            <a:off x="1223365" y="2479326"/>
            <a:ext cx="648219" cy="644315"/>
          </a:xfrm>
          <a:custGeom>
            <a:avLst/>
            <a:gdLst/>
            <a:ahLst/>
            <a:cxnLst/>
            <a:rect l="l" t="t" r="r" b="b"/>
            <a:pathLst>
              <a:path w="11784" h="11713" extrusionOk="0">
                <a:moveTo>
                  <a:pt x="5136" y="4128"/>
                </a:moveTo>
                <a:cubicBezTo>
                  <a:pt x="5671" y="4128"/>
                  <a:pt x="6112" y="4569"/>
                  <a:pt x="6144" y="5136"/>
                </a:cubicBezTo>
                <a:lnTo>
                  <a:pt x="5230" y="4853"/>
                </a:lnTo>
                <a:cubicBezTo>
                  <a:pt x="5198" y="4839"/>
                  <a:pt x="5165" y="4832"/>
                  <a:pt x="5131" y="4832"/>
                </a:cubicBezTo>
                <a:cubicBezTo>
                  <a:pt x="4934" y="4832"/>
                  <a:pt x="4735" y="5052"/>
                  <a:pt x="4789" y="5294"/>
                </a:cubicBezTo>
                <a:lnTo>
                  <a:pt x="5073" y="6239"/>
                </a:lnTo>
                <a:cubicBezTo>
                  <a:pt x="4537" y="6176"/>
                  <a:pt x="4096" y="5703"/>
                  <a:pt x="4096" y="5168"/>
                </a:cubicBezTo>
                <a:cubicBezTo>
                  <a:pt x="4096" y="4601"/>
                  <a:pt x="4569" y="4128"/>
                  <a:pt x="5136" y="4128"/>
                </a:cubicBezTo>
                <a:close/>
                <a:moveTo>
                  <a:pt x="5199" y="2364"/>
                </a:moveTo>
                <a:cubicBezTo>
                  <a:pt x="6680" y="2364"/>
                  <a:pt x="7940" y="3592"/>
                  <a:pt x="7940" y="5136"/>
                </a:cubicBezTo>
                <a:cubicBezTo>
                  <a:pt x="7940" y="5294"/>
                  <a:pt x="7940" y="5388"/>
                  <a:pt x="7908" y="5546"/>
                </a:cubicBezTo>
                <a:lnTo>
                  <a:pt x="6932" y="5294"/>
                </a:lnTo>
                <a:lnTo>
                  <a:pt x="6932" y="5136"/>
                </a:lnTo>
                <a:cubicBezTo>
                  <a:pt x="6806" y="4223"/>
                  <a:pt x="6049" y="3466"/>
                  <a:pt x="5104" y="3466"/>
                </a:cubicBezTo>
                <a:cubicBezTo>
                  <a:pt x="4159" y="3466"/>
                  <a:pt x="3435" y="4223"/>
                  <a:pt x="3435" y="5168"/>
                </a:cubicBezTo>
                <a:cubicBezTo>
                  <a:pt x="3435" y="5609"/>
                  <a:pt x="3624" y="6081"/>
                  <a:pt x="3939" y="6396"/>
                </a:cubicBezTo>
                <a:cubicBezTo>
                  <a:pt x="4254" y="6743"/>
                  <a:pt x="4695" y="6900"/>
                  <a:pt x="5167" y="6900"/>
                </a:cubicBezTo>
                <a:lnTo>
                  <a:pt x="5325" y="6900"/>
                </a:lnTo>
                <a:lnTo>
                  <a:pt x="5577" y="7877"/>
                </a:lnTo>
                <a:cubicBezTo>
                  <a:pt x="5482" y="7909"/>
                  <a:pt x="5325" y="7909"/>
                  <a:pt x="5199" y="7909"/>
                </a:cubicBezTo>
                <a:cubicBezTo>
                  <a:pt x="3687" y="7909"/>
                  <a:pt x="2426" y="6648"/>
                  <a:pt x="2426" y="5136"/>
                </a:cubicBezTo>
                <a:cubicBezTo>
                  <a:pt x="2426" y="3624"/>
                  <a:pt x="3655" y="2364"/>
                  <a:pt x="5199" y="2364"/>
                </a:cubicBezTo>
                <a:close/>
                <a:moveTo>
                  <a:pt x="5167" y="726"/>
                </a:moveTo>
                <a:cubicBezTo>
                  <a:pt x="7940" y="726"/>
                  <a:pt x="10051" y="3277"/>
                  <a:pt x="9515" y="6018"/>
                </a:cubicBezTo>
                <a:lnTo>
                  <a:pt x="8507" y="5766"/>
                </a:lnTo>
                <a:cubicBezTo>
                  <a:pt x="8538" y="5546"/>
                  <a:pt x="8538" y="5357"/>
                  <a:pt x="8538" y="5136"/>
                </a:cubicBezTo>
                <a:cubicBezTo>
                  <a:pt x="8538" y="3246"/>
                  <a:pt x="7026" y="1702"/>
                  <a:pt x="5104" y="1702"/>
                </a:cubicBezTo>
                <a:cubicBezTo>
                  <a:pt x="3214" y="1702"/>
                  <a:pt x="1702" y="3246"/>
                  <a:pt x="1702" y="5136"/>
                </a:cubicBezTo>
                <a:cubicBezTo>
                  <a:pt x="1702" y="7027"/>
                  <a:pt x="3214" y="8602"/>
                  <a:pt x="5104" y="8602"/>
                </a:cubicBezTo>
                <a:cubicBezTo>
                  <a:pt x="5325" y="8602"/>
                  <a:pt x="5514" y="8602"/>
                  <a:pt x="5703" y="8539"/>
                </a:cubicBezTo>
                <a:lnTo>
                  <a:pt x="5986" y="9578"/>
                </a:lnTo>
                <a:cubicBezTo>
                  <a:pt x="5695" y="9636"/>
                  <a:pt x="5405" y="9664"/>
                  <a:pt x="5119" y="9664"/>
                </a:cubicBezTo>
                <a:cubicBezTo>
                  <a:pt x="2751" y="9664"/>
                  <a:pt x="694" y="7758"/>
                  <a:pt x="694" y="5199"/>
                </a:cubicBezTo>
                <a:cubicBezTo>
                  <a:pt x="694" y="2679"/>
                  <a:pt x="2773" y="726"/>
                  <a:pt x="5167" y="726"/>
                </a:cubicBezTo>
                <a:close/>
                <a:moveTo>
                  <a:pt x="5671" y="5672"/>
                </a:moveTo>
                <a:lnTo>
                  <a:pt x="5671" y="5672"/>
                </a:lnTo>
                <a:cubicBezTo>
                  <a:pt x="10240" y="6964"/>
                  <a:pt x="9578" y="6774"/>
                  <a:pt x="9704" y="6806"/>
                </a:cubicBezTo>
                <a:lnTo>
                  <a:pt x="8853" y="7373"/>
                </a:lnTo>
                <a:cubicBezTo>
                  <a:pt x="8664" y="7499"/>
                  <a:pt x="8664" y="7751"/>
                  <a:pt x="8822" y="7877"/>
                </a:cubicBezTo>
                <a:lnTo>
                  <a:pt x="10964" y="9956"/>
                </a:lnTo>
                <a:cubicBezTo>
                  <a:pt x="11027" y="10114"/>
                  <a:pt x="11027" y="10335"/>
                  <a:pt x="10901" y="10492"/>
                </a:cubicBezTo>
                <a:lnTo>
                  <a:pt x="10429" y="10965"/>
                </a:lnTo>
                <a:cubicBezTo>
                  <a:pt x="10366" y="11012"/>
                  <a:pt x="10279" y="11035"/>
                  <a:pt x="10192" y="11035"/>
                </a:cubicBezTo>
                <a:cubicBezTo>
                  <a:pt x="10106" y="11035"/>
                  <a:pt x="10019" y="11012"/>
                  <a:pt x="9956" y="10965"/>
                </a:cubicBezTo>
                <a:lnTo>
                  <a:pt x="7845" y="8854"/>
                </a:lnTo>
                <a:cubicBezTo>
                  <a:pt x="7777" y="8786"/>
                  <a:pt x="7691" y="8753"/>
                  <a:pt x="7606" y="8753"/>
                </a:cubicBezTo>
                <a:cubicBezTo>
                  <a:pt x="7493" y="8753"/>
                  <a:pt x="7381" y="8809"/>
                  <a:pt x="7310" y="8917"/>
                </a:cubicBezTo>
                <a:cubicBezTo>
                  <a:pt x="7247" y="8980"/>
                  <a:pt x="6806" y="9641"/>
                  <a:pt x="6774" y="9736"/>
                </a:cubicBezTo>
                <a:cubicBezTo>
                  <a:pt x="6680" y="9484"/>
                  <a:pt x="5703" y="5861"/>
                  <a:pt x="5671" y="5672"/>
                </a:cubicBezTo>
                <a:close/>
                <a:moveTo>
                  <a:pt x="5104" y="1"/>
                </a:moveTo>
                <a:cubicBezTo>
                  <a:pt x="2363" y="1"/>
                  <a:pt x="0" y="2238"/>
                  <a:pt x="0" y="5168"/>
                </a:cubicBezTo>
                <a:cubicBezTo>
                  <a:pt x="0" y="8066"/>
                  <a:pt x="2332" y="10303"/>
                  <a:pt x="5104" y="10303"/>
                </a:cubicBezTo>
                <a:cubicBezTo>
                  <a:pt x="5482" y="10303"/>
                  <a:pt x="5797" y="10272"/>
                  <a:pt x="6144" y="10208"/>
                </a:cubicBezTo>
                <a:lnTo>
                  <a:pt x="6270" y="10587"/>
                </a:lnTo>
                <a:cubicBezTo>
                  <a:pt x="6307" y="10755"/>
                  <a:pt x="6444" y="10845"/>
                  <a:pt x="6596" y="10845"/>
                </a:cubicBezTo>
                <a:cubicBezTo>
                  <a:pt x="6700" y="10845"/>
                  <a:pt x="6810" y="10802"/>
                  <a:pt x="6900" y="10713"/>
                </a:cubicBezTo>
                <a:lnTo>
                  <a:pt x="7625" y="9610"/>
                </a:lnTo>
                <a:lnTo>
                  <a:pt x="9483" y="11406"/>
                </a:lnTo>
                <a:cubicBezTo>
                  <a:pt x="9688" y="11610"/>
                  <a:pt x="9956" y="11713"/>
                  <a:pt x="10220" y="11713"/>
                </a:cubicBezTo>
                <a:cubicBezTo>
                  <a:pt x="10484" y="11713"/>
                  <a:pt x="10744" y="11610"/>
                  <a:pt x="10933" y="11406"/>
                </a:cubicBezTo>
                <a:lnTo>
                  <a:pt x="11405" y="10933"/>
                </a:lnTo>
                <a:cubicBezTo>
                  <a:pt x="11783" y="10555"/>
                  <a:pt x="11783" y="9893"/>
                  <a:pt x="11374" y="9484"/>
                </a:cubicBezTo>
                <a:lnTo>
                  <a:pt x="9515" y="7720"/>
                </a:lnTo>
                <a:lnTo>
                  <a:pt x="10618" y="6964"/>
                </a:lnTo>
                <a:cubicBezTo>
                  <a:pt x="10870" y="6806"/>
                  <a:pt x="10838" y="6428"/>
                  <a:pt x="10555" y="6333"/>
                </a:cubicBezTo>
                <a:lnTo>
                  <a:pt x="10145" y="6239"/>
                </a:lnTo>
                <a:cubicBezTo>
                  <a:pt x="10303" y="5483"/>
                  <a:pt x="10271" y="4695"/>
                  <a:pt x="10082" y="3908"/>
                </a:cubicBezTo>
                <a:cubicBezTo>
                  <a:pt x="9483" y="1576"/>
                  <a:pt x="7436" y="1"/>
                  <a:pt x="510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7" name="Google Shape;12465;p89">
            <a:extLst>
              <a:ext uri="{FF2B5EF4-FFF2-40B4-BE49-F238E27FC236}">
                <a16:creationId xmlns:a16="http://schemas.microsoft.com/office/drawing/2014/main" id="{372AA4E3-5773-3CC9-920E-EA871657B7C4}"/>
              </a:ext>
            </a:extLst>
          </p:cNvPr>
          <p:cNvSpPr/>
          <p:nvPr/>
        </p:nvSpPr>
        <p:spPr>
          <a:xfrm>
            <a:off x="5348294" y="2478450"/>
            <a:ext cx="648219" cy="646515"/>
          </a:xfrm>
          <a:custGeom>
            <a:avLst/>
            <a:gdLst/>
            <a:ahLst/>
            <a:cxnLst/>
            <a:rect l="l" t="t" r="r" b="b"/>
            <a:pathLst>
              <a:path w="11784" h="11753" extrusionOk="0">
                <a:moveTo>
                  <a:pt x="5734" y="694"/>
                </a:moveTo>
                <a:cubicBezTo>
                  <a:pt x="7624" y="694"/>
                  <a:pt x="9168" y="2238"/>
                  <a:pt x="9168" y="4128"/>
                </a:cubicBezTo>
                <a:cubicBezTo>
                  <a:pt x="9168" y="6050"/>
                  <a:pt x="7624" y="7594"/>
                  <a:pt x="5734" y="7594"/>
                </a:cubicBezTo>
                <a:cubicBezTo>
                  <a:pt x="3844" y="7594"/>
                  <a:pt x="2332" y="6018"/>
                  <a:pt x="2332" y="4128"/>
                </a:cubicBezTo>
                <a:cubicBezTo>
                  <a:pt x="2332" y="2238"/>
                  <a:pt x="3844" y="694"/>
                  <a:pt x="5734" y="694"/>
                </a:cubicBezTo>
                <a:close/>
                <a:moveTo>
                  <a:pt x="977" y="7531"/>
                </a:moveTo>
                <a:cubicBezTo>
                  <a:pt x="1166" y="7531"/>
                  <a:pt x="1323" y="7688"/>
                  <a:pt x="1323" y="7909"/>
                </a:cubicBezTo>
                <a:cubicBezTo>
                  <a:pt x="1292" y="8129"/>
                  <a:pt x="1134" y="8255"/>
                  <a:pt x="977" y="8255"/>
                </a:cubicBezTo>
                <a:cubicBezTo>
                  <a:pt x="788" y="8255"/>
                  <a:pt x="630" y="8098"/>
                  <a:pt x="630" y="7909"/>
                </a:cubicBezTo>
                <a:cubicBezTo>
                  <a:pt x="630" y="7688"/>
                  <a:pt x="788" y="7531"/>
                  <a:pt x="977" y="7531"/>
                </a:cubicBezTo>
                <a:close/>
                <a:moveTo>
                  <a:pt x="10586" y="7531"/>
                </a:moveTo>
                <a:cubicBezTo>
                  <a:pt x="10775" y="7531"/>
                  <a:pt x="10932" y="7688"/>
                  <a:pt x="10932" y="7909"/>
                </a:cubicBezTo>
                <a:cubicBezTo>
                  <a:pt x="10932" y="8129"/>
                  <a:pt x="10775" y="8255"/>
                  <a:pt x="10586" y="8255"/>
                </a:cubicBezTo>
                <a:cubicBezTo>
                  <a:pt x="10397" y="8255"/>
                  <a:pt x="10239" y="8098"/>
                  <a:pt x="10239" y="7909"/>
                </a:cubicBezTo>
                <a:cubicBezTo>
                  <a:pt x="10239" y="7688"/>
                  <a:pt x="10397" y="7531"/>
                  <a:pt x="10586" y="7531"/>
                </a:cubicBezTo>
                <a:close/>
                <a:moveTo>
                  <a:pt x="3025" y="9641"/>
                </a:moveTo>
                <a:cubicBezTo>
                  <a:pt x="3214" y="9641"/>
                  <a:pt x="3371" y="9799"/>
                  <a:pt x="3371" y="9988"/>
                </a:cubicBezTo>
                <a:cubicBezTo>
                  <a:pt x="3340" y="10177"/>
                  <a:pt x="3214" y="10335"/>
                  <a:pt x="3025" y="10335"/>
                </a:cubicBezTo>
                <a:cubicBezTo>
                  <a:pt x="2836" y="10335"/>
                  <a:pt x="2678" y="10177"/>
                  <a:pt x="2678" y="9988"/>
                </a:cubicBezTo>
                <a:cubicBezTo>
                  <a:pt x="2678" y="9799"/>
                  <a:pt x="2836" y="9641"/>
                  <a:pt x="3025" y="9641"/>
                </a:cubicBezTo>
                <a:close/>
                <a:moveTo>
                  <a:pt x="8475" y="9641"/>
                </a:moveTo>
                <a:cubicBezTo>
                  <a:pt x="8696" y="9641"/>
                  <a:pt x="8822" y="9799"/>
                  <a:pt x="8822" y="9988"/>
                </a:cubicBezTo>
                <a:cubicBezTo>
                  <a:pt x="8822" y="10177"/>
                  <a:pt x="8664" y="10335"/>
                  <a:pt x="8475" y="10335"/>
                </a:cubicBezTo>
                <a:cubicBezTo>
                  <a:pt x="8255" y="10335"/>
                  <a:pt x="8128" y="10177"/>
                  <a:pt x="8128" y="9988"/>
                </a:cubicBezTo>
                <a:cubicBezTo>
                  <a:pt x="8128" y="9799"/>
                  <a:pt x="8255" y="9641"/>
                  <a:pt x="8475" y="9641"/>
                </a:cubicBezTo>
                <a:close/>
                <a:moveTo>
                  <a:pt x="5734" y="10303"/>
                </a:moveTo>
                <a:cubicBezTo>
                  <a:pt x="5955" y="10303"/>
                  <a:pt x="6112" y="10461"/>
                  <a:pt x="6112" y="10650"/>
                </a:cubicBezTo>
                <a:cubicBezTo>
                  <a:pt x="6112" y="10839"/>
                  <a:pt x="5955" y="10996"/>
                  <a:pt x="5734" y="10996"/>
                </a:cubicBezTo>
                <a:cubicBezTo>
                  <a:pt x="5545" y="10996"/>
                  <a:pt x="5388" y="10839"/>
                  <a:pt x="5388" y="10650"/>
                </a:cubicBezTo>
                <a:cubicBezTo>
                  <a:pt x="5388" y="10461"/>
                  <a:pt x="5545" y="10303"/>
                  <a:pt x="5734" y="10303"/>
                </a:cubicBezTo>
                <a:close/>
                <a:moveTo>
                  <a:pt x="5797" y="1"/>
                </a:moveTo>
                <a:cubicBezTo>
                  <a:pt x="3497" y="1"/>
                  <a:pt x="1701" y="1860"/>
                  <a:pt x="1701" y="4097"/>
                </a:cubicBezTo>
                <a:cubicBezTo>
                  <a:pt x="1701" y="5010"/>
                  <a:pt x="2017" y="5924"/>
                  <a:pt x="2552" y="6617"/>
                </a:cubicBezTo>
                <a:lnTo>
                  <a:pt x="1701" y="7153"/>
                </a:lnTo>
                <a:cubicBezTo>
                  <a:pt x="1481" y="6995"/>
                  <a:pt x="1260" y="6901"/>
                  <a:pt x="1040" y="6901"/>
                </a:cubicBezTo>
                <a:cubicBezTo>
                  <a:pt x="473" y="6901"/>
                  <a:pt x="0" y="7373"/>
                  <a:pt x="0" y="7940"/>
                </a:cubicBezTo>
                <a:cubicBezTo>
                  <a:pt x="0" y="8476"/>
                  <a:pt x="473" y="8948"/>
                  <a:pt x="1040" y="8948"/>
                </a:cubicBezTo>
                <a:cubicBezTo>
                  <a:pt x="1575" y="8948"/>
                  <a:pt x="2048" y="8476"/>
                  <a:pt x="2048" y="7940"/>
                </a:cubicBezTo>
                <a:lnTo>
                  <a:pt x="2048" y="7751"/>
                </a:lnTo>
                <a:lnTo>
                  <a:pt x="3088" y="7153"/>
                </a:lnTo>
                <a:cubicBezTo>
                  <a:pt x="3340" y="7373"/>
                  <a:pt x="3623" y="7625"/>
                  <a:pt x="3970" y="7783"/>
                </a:cubicBezTo>
                <a:lnTo>
                  <a:pt x="3308" y="8948"/>
                </a:lnTo>
                <a:lnTo>
                  <a:pt x="3119" y="8948"/>
                </a:lnTo>
                <a:cubicBezTo>
                  <a:pt x="2552" y="8948"/>
                  <a:pt x="2080" y="9421"/>
                  <a:pt x="2080" y="9988"/>
                </a:cubicBezTo>
                <a:cubicBezTo>
                  <a:pt x="2080" y="10524"/>
                  <a:pt x="2552" y="10996"/>
                  <a:pt x="3119" y="10996"/>
                </a:cubicBezTo>
                <a:cubicBezTo>
                  <a:pt x="3655" y="10996"/>
                  <a:pt x="4127" y="10524"/>
                  <a:pt x="4127" y="9988"/>
                </a:cubicBezTo>
                <a:cubicBezTo>
                  <a:pt x="4127" y="9736"/>
                  <a:pt x="4064" y="9515"/>
                  <a:pt x="3907" y="9326"/>
                </a:cubicBezTo>
                <a:lnTo>
                  <a:pt x="4600" y="8098"/>
                </a:lnTo>
                <a:cubicBezTo>
                  <a:pt x="4883" y="8161"/>
                  <a:pt x="5199" y="8255"/>
                  <a:pt x="5514" y="8287"/>
                </a:cubicBezTo>
                <a:lnTo>
                  <a:pt x="5514" y="9736"/>
                </a:lnTo>
                <a:cubicBezTo>
                  <a:pt x="5136" y="9894"/>
                  <a:pt x="4852" y="10272"/>
                  <a:pt x="4852" y="10713"/>
                </a:cubicBezTo>
                <a:cubicBezTo>
                  <a:pt x="4852" y="11280"/>
                  <a:pt x="5325" y="11752"/>
                  <a:pt x="5860" y="11752"/>
                </a:cubicBezTo>
                <a:cubicBezTo>
                  <a:pt x="6427" y="11752"/>
                  <a:pt x="6900" y="11280"/>
                  <a:pt x="6900" y="10713"/>
                </a:cubicBezTo>
                <a:cubicBezTo>
                  <a:pt x="6900" y="10303"/>
                  <a:pt x="6616" y="9894"/>
                  <a:pt x="6238" y="9736"/>
                </a:cubicBezTo>
                <a:lnTo>
                  <a:pt x="6238" y="8287"/>
                </a:lnTo>
                <a:cubicBezTo>
                  <a:pt x="6553" y="8255"/>
                  <a:pt x="6868" y="8224"/>
                  <a:pt x="7120" y="8098"/>
                </a:cubicBezTo>
                <a:lnTo>
                  <a:pt x="7845" y="9326"/>
                </a:lnTo>
                <a:cubicBezTo>
                  <a:pt x="7687" y="9515"/>
                  <a:pt x="7593" y="9736"/>
                  <a:pt x="7593" y="9988"/>
                </a:cubicBezTo>
                <a:cubicBezTo>
                  <a:pt x="7593" y="10524"/>
                  <a:pt x="8065" y="10996"/>
                  <a:pt x="8633" y="10996"/>
                </a:cubicBezTo>
                <a:cubicBezTo>
                  <a:pt x="9168" y="10996"/>
                  <a:pt x="9641" y="10524"/>
                  <a:pt x="9641" y="9988"/>
                </a:cubicBezTo>
                <a:cubicBezTo>
                  <a:pt x="9641" y="9421"/>
                  <a:pt x="9168" y="8948"/>
                  <a:pt x="8633" y="8948"/>
                </a:cubicBezTo>
                <a:lnTo>
                  <a:pt x="8444" y="8948"/>
                </a:lnTo>
                <a:lnTo>
                  <a:pt x="7750" y="7783"/>
                </a:lnTo>
                <a:cubicBezTo>
                  <a:pt x="8065" y="7625"/>
                  <a:pt x="8381" y="7373"/>
                  <a:pt x="8664" y="7153"/>
                </a:cubicBezTo>
                <a:lnTo>
                  <a:pt x="9735" y="7751"/>
                </a:lnTo>
                <a:lnTo>
                  <a:pt x="9735" y="7940"/>
                </a:lnTo>
                <a:cubicBezTo>
                  <a:pt x="9735" y="8476"/>
                  <a:pt x="10208" y="8948"/>
                  <a:pt x="10743" y="8948"/>
                </a:cubicBezTo>
                <a:cubicBezTo>
                  <a:pt x="11310" y="8948"/>
                  <a:pt x="11783" y="8476"/>
                  <a:pt x="11783" y="7940"/>
                </a:cubicBezTo>
                <a:cubicBezTo>
                  <a:pt x="11626" y="7342"/>
                  <a:pt x="11153" y="6901"/>
                  <a:pt x="10586" y="6901"/>
                </a:cubicBezTo>
                <a:cubicBezTo>
                  <a:pt x="10302" y="6901"/>
                  <a:pt x="10082" y="6995"/>
                  <a:pt x="9924" y="7153"/>
                </a:cubicBezTo>
                <a:lnTo>
                  <a:pt x="9011" y="6617"/>
                </a:lnTo>
                <a:cubicBezTo>
                  <a:pt x="9578" y="5924"/>
                  <a:pt x="9893" y="5010"/>
                  <a:pt x="9893" y="4097"/>
                </a:cubicBezTo>
                <a:cubicBezTo>
                  <a:pt x="9893" y="1828"/>
                  <a:pt x="8034" y="1"/>
                  <a:pt x="579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8" name="Google Shape;12466;p89">
            <a:extLst>
              <a:ext uri="{FF2B5EF4-FFF2-40B4-BE49-F238E27FC236}">
                <a16:creationId xmlns:a16="http://schemas.microsoft.com/office/drawing/2014/main" id="{431BB44A-650B-3F4A-0C0A-4EB0D6C0FD91}"/>
              </a:ext>
            </a:extLst>
          </p:cNvPr>
          <p:cNvSpPr/>
          <p:nvPr/>
        </p:nvSpPr>
        <p:spPr>
          <a:xfrm>
            <a:off x="5551055" y="2552987"/>
            <a:ext cx="228780" cy="265196"/>
          </a:xfrm>
          <a:custGeom>
            <a:avLst/>
            <a:gdLst/>
            <a:ahLst/>
            <a:cxnLst/>
            <a:rect l="l" t="t" r="r" b="b"/>
            <a:pathLst>
              <a:path w="4159" h="4821" extrusionOk="0">
                <a:moveTo>
                  <a:pt x="2048" y="725"/>
                </a:moveTo>
                <a:cubicBezTo>
                  <a:pt x="2458" y="725"/>
                  <a:pt x="2741" y="1040"/>
                  <a:pt x="2741" y="1387"/>
                </a:cubicBezTo>
                <a:cubicBezTo>
                  <a:pt x="2741" y="1765"/>
                  <a:pt x="2426" y="2049"/>
                  <a:pt x="2048" y="2049"/>
                </a:cubicBezTo>
                <a:cubicBezTo>
                  <a:pt x="1702" y="2049"/>
                  <a:pt x="1387" y="1733"/>
                  <a:pt x="1387" y="1387"/>
                </a:cubicBezTo>
                <a:cubicBezTo>
                  <a:pt x="1387" y="1040"/>
                  <a:pt x="1702" y="725"/>
                  <a:pt x="2048" y="725"/>
                </a:cubicBezTo>
                <a:close/>
                <a:moveTo>
                  <a:pt x="2363" y="2773"/>
                </a:moveTo>
                <a:cubicBezTo>
                  <a:pt x="2930" y="2773"/>
                  <a:pt x="3403" y="3246"/>
                  <a:pt x="3403" y="3781"/>
                </a:cubicBezTo>
                <a:lnTo>
                  <a:pt x="3403" y="4128"/>
                </a:lnTo>
                <a:lnTo>
                  <a:pt x="630" y="4128"/>
                </a:lnTo>
                <a:lnTo>
                  <a:pt x="630" y="3781"/>
                </a:lnTo>
                <a:lnTo>
                  <a:pt x="693" y="3781"/>
                </a:lnTo>
                <a:cubicBezTo>
                  <a:pt x="693" y="3246"/>
                  <a:pt x="1166" y="2773"/>
                  <a:pt x="1702" y="2773"/>
                </a:cubicBezTo>
                <a:close/>
                <a:moveTo>
                  <a:pt x="2111" y="1"/>
                </a:moveTo>
                <a:cubicBezTo>
                  <a:pt x="1355" y="1"/>
                  <a:pt x="725" y="631"/>
                  <a:pt x="725" y="1387"/>
                </a:cubicBezTo>
                <a:cubicBezTo>
                  <a:pt x="725" y="1702"/>
                  <a:pt x="851" y="2017"/>
                  <a:pt x="1040" y="2238"/>
                </a:cubicBezTo>
                <a:cubicBezTo>
                  <a:pt x="441" y="2521"/>
                  <a:pt x="63" y="3120"/>
                  <a:pt x="63" y="3781"/>
                </a:cubicBezTo>
                <a:lnTo>
                  <a:pt x="63" y="4443"/>
                </a:lnTo>
                <a:cubicBezTo>
                  <a:pt x="0" y="4663"/>
                  <a:pt x="158" y="4821"/>
                  <a:pt x="378" y="4821"/>
                </a:cubicBezTo>
                <a:lnTo>
                  <a:pt x="3781" y="4821"/>
                </a:lnTo>
                <a:cubicBezTo>
                  <a:pt x="4001" y="4821"/>
                  <a:pt x="4159" y="4663"/>
                  <a:pt x="4159" y="4443"/>
                </a:cubicBezTo>
                <a:lnTo>
                  <a:pt x="4159" y="3781"/>
                </a:lnTo>
                <a:cubicBezTo>
                  <a:pt x="4159" y="3120"/>
                  <a:pt x="3749" y="2521"/>
                  <a:pt x="3151" y="2238"/>
                </a:cubicBezTo>
                <a:cubicBezTo>
                  <a:pt x="3371" y="2017"/>
                  <a:pt x="3466" y="1733"/>
                  <a:pt x="3466" y="1387"/>
                </a:cubicBezTo>
                <a:cubicBezTo>
                  <a:pt x="3466" y="631"/>
                  <a:pt x="2836" y="1"/>
                  <a:pt x="211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0" name="Google Shape;12478;p89">
            <a:extLst>
              <a:ext uri="{FF2B5EF4-FFF2-40B4-BE49-F238E27FC236}">
                <a16:creationId xmlns:a16="http://schemas.microsoft.com/office/drawing/2014/main" id="{C2BA814A-14CC-2A10-EDA1-941003E7E476}"/>
              </a:ext>
            </a:extLst>
          </p:cNvPr>
          <p:cNvSpPr/>
          <p:nvPr/>
        </p:nvSpPr>
        <p:spPr>
          <a:xfrm>
            <a:off x="9506180" y="2481091"/>
            <a:ext cx="642992" cy="641232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9547" y="725"/>
                </a:moveTo>
                <a:cubicBezTo>
                  <a:pt x="9704" y="725"/>
                  <a:pt x="9830" y="788"/>
                  <a:pt x="9893" y="914"/>
                </a:cubicBezTo>
                <a:lnTo>
                  <a:pt x="10681" y="2772"/>
                </a:lnTo>
                <a:lnTo>
                  <a:pt x="1135" y="2772"/>
                </a:lnTo>
                <a:lnTo>
                  <a:pt x="1891" y="914"/>
                </a:lnTo>
                <a:cubicBezTo>
                  <a:pt x="1922" y="788"/>
                  <a:pt x="2080" y="725"/>
                  <a:pt x="2206" y="725"/>
                </a:cubicBezTo>
                <a:close/>
                <a:moveTo>
                  <a:pt x="10649" y="3403"/>
                </a:moveTo>
                <a:cubicBezTo>
                  <a:pt x="10870" y="3403"/>
                  <a:pt x="11027" y="3560"/>
                  <a:pt x="11027" y="3749"/>
                </a:cubicBezTo>
                <a:lnTo>
                  <a:pt x="11027" y="5167"/>
                </a:lnTo>
                <a:cubicBezTo>
                  <a:pt x="11027" y="5356"/>
                  <a:pt x="10870" y="5513"/>
                  <a:pt x="10649" y="5513"/>
                </a:cubicBezTo>
                <a:lnTo>
                  <a:pt x="1040" y="5513"/>
                </a:lnTo>
                <a:cubicBezTo>
                  <a:pt x="851" y="5513"/>
                  <a:pt x="694" y="5356"/>
                  <a:pt x="694" y="5167"/>
                </a:cubicBezTo>
                <a:lnTo>
                  <a:pt x="694" y="3749"/>
                </a:lnTo>
                <a:cubicBezTo>
                  <a:pt x="694" y="3560"/>
                  <a:pt x="851" y="3403"/>
                  <a:pt x="1040" y="3403"/>
                </a:cubicBezTo>
                <a:close/>
                <a:moveTo>
                  <a:pt x="10681" y="6206"/>
                </a:moveTo>
                <a:cubicBezTo>
                  <a:pt x="10870" y="6238"/>
                  <a:pt x="11027" y="6364"/>
                  <a:pt x="11027" y="6553"/>
                </a:cubicBezTo>
                <a:lnTo>
                  <a:pt x="11027" y="7939"/>
                </a:lnTo>
                <a:cubicBezTo>
                  <a:pt x="11027" y="8128"/>
                  <a:pt x="10870" y="8286"/>
                  <a:pt x="10681" y="8286"/>
                </a:cubicBezTo>
                <a:lnTo>
                  <a:pt x="1072" y="8286"/>
                </a:lnTo>
                <a:cubicBezTo>
                  <a:pt x="851" y="8286"/>
                  <a:pt x="694" y="8128"/>
                  <a:pt x="694" y="7939"/>
                </a:cubicBezTo>
                <a:lnTo>
                  <a:pt x="694" y="6553"/>
                </a:lnTo>
                <a:cubicBezTo>
                  <a:pt x="694" y="6364"/>
                  <a:pt x="851" y="6206"/>
                  <a:pt x="1072" y="6206"/>
                </a:cubicBezTo>
                <a:close/>
                <a:moveTo>
                  <a:pt x="10681" y="8947"/>
                </a:moveTo>
                <a:cubicBezTo>
                  <a:pt x="10870" y="8947"/>
                  <a:pt x="11027" y="9105"/>
                  <a:pt x="11027" y="9294"/>
                </a:cubicBezTo>
                <a:lnTo>
                  <a:pt x="11027" y="10680"/>
                </a:lnTo>
                <a:cubicBezTo>
                  <a:pt x="11027" y="10869"/>
                  <a:pt x="10870" y="11027"/>
                  <a:pt x="10681" y="11027"/>
                </a:cubicBezTo>
                <a:lnTo>
                  <a:pt x="1072" y="11027"/>
                </a:lnTo>
                <a:cubicBezTo>
                  <a:pt x="851" y="11027"/>
                  <a:pt x="694" y="10869"/>
                  <a:pt x="694" y="10680"/>
                </a:cubicBezTo>
                <a:lnTo>
                  <a:pt x="694" y="9294"/>
                </a:lnTo>
                <a:cubicBezTo>
                  <a:pt x="694" y="9105"/>
                  <a:pt x="851" y="8947"/>
                  <a:pt x="1072" y="8947"/>
                </a:cubicBezTo>
                <a:close/>
                <a:moveTo>
                  <a:pt x="2174" y="0"/>
                </a:moveTo>
                <a:cubicBezTo>
                  <a:pt x="1733" y="0"/>
                  <a:pt x="1387" y="252"/>
                  <a:pt x="1229" y="630"/>
                </a:cubicBezTo>
                <a:lnTo>
                  <a:pt x="64" y="3403"/>
                </a:lnTo>
                <a:cubicBezTo>
                  <a:pt x="32" y="3529"/>
                  <a:pt x="0" y="3686"/>
                  <a:pt x="0" y="3781"/>
                </a:cubicBezTo>
                <a:lnTo>
                  <a:pt x="0" y="5198"/>
                </a:lnTo>
                <a:cubicBezTo>
                  <a:pt x="0" y="5482"/>
                  <a:pt x="127" y="5734"/>
                  <a:pt x="284" y="5860"/>
                </a:cubicBezTo>
                <a:cubicBezTo>
                  <a:pt x="127" y="6080"/>
                  <a:pt x="0" y="6301"/>
                  <a:pt x="0" y="6553"/>
                </a:cubicBezTo>
                <a:lnTo>
                  <a:pt x="0" y="7908"/>
                </a:lnTo>
                <a:cubicBezTo>
                  <a:pt x="0" y="8191"/>
                  <a:pt x="127" y="8443"/>
                  <a:pt x="284" y="8601"/>
                </a:cubicBezTo>
                <a:cubicBezTo>
                  <a:pt x="127" y="8790"/>
                  <a:pt x="0" y="9010"/>
                  <a:pt x="0" y="9262"/>
                </a:cubicBezTo>
                <a:lnTo>
                  <a:pt x="0" y="10649"/>
                </a:lnTo>
                <a:cubicBezTo>
                  <a:pt x="0" y="11184"/>
                  <a:pt x="473" y="11657"/>
                  <a:pt x="1009" y="11657"/>
                </a:cubicBezTo>
                <a:lnTo>
                  <a:pt x="10618" y="11657"/>
                </a:lnTo>
                <a:cubicBezTo>
                  <a:pt x="11185" y="11657"/>
                  <a:pt x="11657" y="11184"/>
                  <a:pt x="11657" y="10649"/>
                </a:cubicBezTo>
                <a:lnTo>
                  <a:pt x="11657" y="9262"/>
                </a:lnTo>
                <a:cubicBezTo>
                  <a:pt x="11657" y="8979"/>
                  <a:pt x="11531" y="8758"/>
                  <a:pt x="11374" y="8601"/>
                </a:cubicBezTo>
                <a:cubicBezTo>
                  <a:pt x="11531" y="8380"/>
                  <a:pt x="11657" y="8160"/>
                  <a:pt x="11657" y="7908"/>
                </a:cubicBezTo>
                <a:lnTo>
                  <a:pt x="11657" y="6553"/>
                </a:lnTo>
                <a:cubicBezTo>
                  <a:pt x="11657" y="6269"/>
                  <a:pt x="11531" y="6017"/>
                  <a:pt x="11374" y="5860"/>
                </a:cubicBezTo>
                <a:cubicBezTo>
                  <a:pt x="11531" y="5671"/>
                  <a:pt x="11657" y="5450"/>
                  <a:pt x="11657" y="5198"/>
                </a:cubicBezTo>
                <a:lnTo>
                  <a:pt x="11657" y="3781"/>
                </a:lnTo>
                <a:lnTo>
                  <a:pt x="11689" y="3781"/>
                </a:lnTo>
                <a:cubicBezTo>
                  <a:pt x="11689" y="3686"/>
                  <a:pt x="11657" y="3529"/>
                  <a:pt x="11594" y="3403"/>
                </a:cubicBezTo>
                <a:lnTo>
                  <a:pt x="10460" y="630"/>
                </a:lnTo>
                <a:cubicBezTo>
                  <a:pt x="10303" y="252"/>
                  <a:pt x="9925" y="0"/>
                  <a:pt x="95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1" name="Google Shape;12479;p89">
            <a:extLst>
              <a:ext uri="{FF2B5EF4-FFF2-40B4-BE49-F238E27FC236}">
                <a16:creationId xmlns:a16="http://schemas.microsoft.com/office/drawing/2014/main" id="{C3057708-B0CD-45C5-8085-6CF06DE57308}"/>
              </a:ext>
            </a:extLst>
          </p:cNvPr>
          <p:cNvSpPr/>
          <p:nvPr/>
        </p:nvSpPr>
        <p:spPr>
          <a:xfrm>
            <a:off x="9694903" y="3021327"/>
            <a:ext cx="381319" cy="39936"/>
          </a:xfrm>
          <a:custGeom>
            <a:avLst/>
            <a:gdLst/>
            <a:ahLst/>
            <a:cxnLst/>
            <a:rect l="l" t="t" r="r" b="b"/>
            <a:pathLst>
              <a:path w="6932" h="726" extrusionOk="0">
                <a:moveTo>
                  <a:pt x="378" y="1"/>
                </a:moveTo>
                <a:cubicBezTo>
                  <a:pt x="158" y="1"/>
                  <a:pt x="0" y="159"/>
                  <a:pt x="0" y="379"/>
                </a:cubicBezTo>
                <a:cubicBezTo>
                  <a:pt x="0" y="568"/>
                  <a:pt x="158" y="726"/>
                  <a:pt x="378" y="726"/>
                </a:cubicBezTo>
                <a:lnTo>
                  <a:pt x="6585" y="726"/>
                </a:lnTo>
                <a:cubicBezTo>
                  <a:pt x="6774" y="726"/>
                  <a:pt x="6931" y="568"/>
                  <a:pt x="6931" y="379"/>
                </a:cubicBezTo>
                <a:cubicBezTo>
                  <a:pt x="6931" y="159"/>
                  <a:pt x="6774" y="1"/>
                  <a:pt x="658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2" name="Google Shape;12480;p89">
            <a:extLst>
              <a:ext uri="{FF2B5EF4-FFF2-40B4-BE49-F238E27FC236}">
                <a16:creationId xmlns:a16="http://schemas.microsoft.com/office/drawing/2014/main" id="{78C3C1A0-F0BD-50AE-669A-4EF79583756A}"/>
              </a:ext>
            </a:extLst>
          </p:cNvPr>
          <p:cNvSpPr/>
          <p:nvPr/>
        </p:nvSpPr>
        <p:spPr>
          <a:xfrm>
            <a:off x="9694903" y="2718067"/>
            <a:ext cx="381319" cy="39936"/>
          </a:xfrm>
          <a:custGeom>
            <a:avLst/>
            <a:gdLst/>
            <a:ahLst/>
            <a:cxnLst/>
            <a:rect l="l" t="t" r="r" b="b"/>
            <a:pathLst>
              <a:path w="6932" h="726" extrusionOk="0">
                <a:moveTo>
                  <a:pt x="378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78" y="725"/>
                </a:cubicBezTo>
                <a:lnTo>
                  <a:pt x="6585" y="725"/>
                </a:lnTo>
                <a:cubicBezTo>
                  <a:pt x="6774" y="725"/>
                  <a:pt x="6931" y="568"/>
                  <a:pt x="6931" y="379"/>
                </a:cubicBezTo>
                <a:cubicBezTo>
                  <a:pt x="6931" y="158"/>
                  <a:pt x="6774" y="1"/>
                  <a:pt x="658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3" name="Google Shape;12481;p89">
            <a:extLst>
              <a:ext uri="{FF2B5EF4-FFF2-40B4-BE49-F238E27FC236}">
                <a16:creationId xmlns:a16="http://schemas.microsoft.com/office/drawing/2014/main" id="{E5D43975-3506-7B20-4AEA-B8AF766B2816}"/>
              </a:ext>
            </a:extLst>
          </p:cNvPr>
          <p:cNvSpPr/>
          <p:nvPr/>
        </p:nvSpPr>
        <p:spPr>
          <a:xfrm>
            <a:off x="9575607" y="2718069"/>
            <a:ext cx="39881" cy="41641"/>
          </a:xfrm>
          <a:custGeom>
            <a:avLst/>
            <a:gdLst/>
            <a:ahLst/>
            <a:cxnLst/>
            <a:rect l="l" t="t" r="r" b="b"/>
            <a:pathLst>
              <a:path w="725" h="757" extrusionOk="0">
                <a:moveTo>
                  <a:pt x="378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57"/>
                  <a:pt x="378" y="757"/>
                </a:cubicBezTo>
                <a:cubicBezTo>
                  <a:pt x="567" y="757"/>
                  <a:pt x="725" y="568"/>
                  <a:pt x="725" y="379"/>
                </a:cubicBezTo>
                <a:cubicBezTo>
                  <a:pt x="725" y="158"/>
                  <a:pt x="567" y="1"/>
                  <a:pt x="37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4" name="Google Shape;12482;p89">
            <a:extLst>
              <a:ext uri="{FF2B5EF4-FFF2-40B4-BE49-F238E27FC236}">
                <a16:creationId xmlns:a16="http://schemas.microsoft.com/office/drawing/2014/main" id="{F735D201-8F6F-41C5-62FC-E62E499790F6}"/>
              </a:ext>
            </a:extLst>
          </p:cNvPr>
          <p:cNvSpPr/>
          <p:nvPr/>
        </p:nvSpPr>
        <p:spPr>
          <a:xfrm>
            <a:off x="9695757" y="2870549"/>
            <a:ext cx="379612" cy="38176"/>
          </a:xfrm>
          <a:custGeom>
            <a:avLst/>
            <a:gdLst/>
            <a:ahLst/>
            <a:cxnLst/>
            <a:rect l="l" t="t" r="r" b="b"/>
            <a:pathLst>
              <a:path w="6901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32" y="536"/>
                  <a:pt x="158" y="693"/>
                  <a:pt x="347" y="693"/>
                </a:cubicBezTo>
                <a:lnTo>
                  <a:pt x="6554" y="693"/>
                </a:lnTo>
                <a:cubicBezTo>
                  <a:pt x="6774" y="693"/>
                  <a:pt x="6900" y="536"/>
                  <a:pt x="6900" y="347"/>
                </a:cubicBezTo>
                <a:cubicBezTo>
                  <a:pt x="6900" y="158"/>
                  <a:pt x="6774" y="0"/>
                  <a:pt x="65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5" name="Google Shape;12483;p89">
            <a:extLst>
              <a:ext uri="{FF2B5EF4-FFF2-40B4-BE49-F238E27FC236}">
                <a16:creationId xmlns:a16="http://schemas.microsoft.com/office/drawing/2014/main" id="{4D781F73-CF8F-4D17-DA9F-51AB1977C757}"/>
              </a:ext>
            </a:extLst>
          </p:cNvPr>
          <p:cNvSpPr/>
          <p:nvPr/>
        </p:nvSpPr>
        <p:spPr>
          <a:xfrm>
            <a:off x="9575607" y="2870549"/>
            <a:ext cx="39881" cy="38176"/>
          </a:xfrm>
          <a:custGeom>
            <a:avLst/>
            <a:gdLst/>
            <a:ahLst/>
            <a:cxnLst/>
            <a:rect l="l" t="t" r="r" b="b"/>
            <a:pathLst>
              <a:path w="725" h="694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78" y="693"/>
                </a:cubicBezTo>
                <a:cubicBezTo>
                  <a:pt x="567" y="693"/>
                  <a:pt x="725" y="536"/>
                  <a:pt x="725" y="347"/>
                </a:cubicBezTo>
                <a:cubicBezTo>
                  <a:pt x="725" y="158"/>
                  <a:pt x="567" y="0"/>
                  <a:pt x="37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606" name="Google Shape;12484;p89">
            <a:extLst>
              <a:ext uri="{FF2B5EF4-FFF2-40B4-BE49-F238E27FC236}">
                <a16:creationId xmlns:a16="http://schemas.microsoft.com/office/drawing/2014/main" id="{CF812D41-DFEC-D9DA-954C-57B31B662F9E}"/>
              </a:ext>
            </a:extLst>
          </p:cNvPr>
          <p:cNvSpPr/>
          <p:nvPr/>
        </p:nvSpPr>
        <p:spPr>
          <a:xfrm>
            <a:off x="9575607" y="3021327"/>
            <a:ext cx="39881" cy="39936"/>
          </a:xfrm>
          <a:custGeom>
            <a:avLst/>
            <a:gdLst/>
            <a:ahLst/>
            <a:cxnLst/>
            <a:rect l="l" t="t" r="r" b="b"/>
            <a:pathLst>
              <a:path w="725" h="726" extrusionOk="0">
                <a:moveTo>
                  <a:pt x="378" y="1"/>
                </a:moveTo>
                <a:cubicBezTo>
                  <a:pt x="158" y="1"/>
                  <a:pt x="0" y="159"/>
                  <a:pt x="0" y="379"/>
                </a:cubicBezTo>
                <a:cubicBezTo>
                  <a:pt x="0" y="568"/>
                  <a:pt x="158" y="726"/>
                  <a:pt x="378" y="726"/>
                </a:cubicBezTo>
                <a:cubicBezTo>
                  <a:pt x="567" y="726"/>
                  <a:pt x="725" y="568"/>
                  <a:pt x="725" y="379"/>
                </a:cubicBezTo>
                <a:cubicBezTo>
                  <a:pt x="725" y="159"/>
                  <a:pt x="567" y="1"/>
                  <a:pt x="37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7" name="Google Shape;12512;p89">
            <a:extLst>
              <a:ext uri="{FF2B5EF4-FFF2-40B4-BE49-F238E27FC236}">
                <a16:creationId xmlns:a16="http://schemas.microsoft.com/office/drawing/2014/main" id="{E9F18254-B020-1029-7327-8A2E406EBA65}"/>
              </a:ext>
            </a:extLst>
          </p:cNvPr>
          <p:cNvSpPr/>
          <p:nvPr/>
        </p:nvSpPr>
        <p:spPr>
          <a:xfrm>
            <a:off x="6249889" y="2478450"/>
            <a:ext cx="490509" cy="646515"/>
          </a:xfrm>
          <a:custGeom>
            <a:avLst/>
            <a:gdLst/>
            <a:ahLst/>
            <a:cxnLst/>
            <a:rect l="l" t="t" r="r" b="b"/>
            <a:pathLst>
              <a:path w="8917" h="11753" extrusionOk="0">
                <a:moveTo>
                  <a:pt x="4474" y="694"/>
                </a:moveTo>
                <a:cubicBezTo>
                  <a:pt x="6553" y="694"/>
                  <a:pt x="8254" y="2395"/>
                  <a:pt x="8254" y="4475"/>
                </a:cubicBezTo>
                <a:cubicBezTo>
                  <a:pt x="8191" y="5262"/>
                  <a:pt x="7971" y="6018"/>
                  <a:pt x="7530" y="6649"/>
                </a:cubicBezTo>
                <a:lnTo>
                  <a:pt x="4474" y="10776"/>
                </a:lnTo>
                <a:lnTo>
                  <a:pt x="1418" y="6712"/>
                </a:lnTo>
                <a:cubicBezTo>
                  <a:pt x="945" y="6050"/>
                  <a:pt x="693" y="5294"/>
                  <a:pt x="693" y="4475"/>
                </a:cubicBezTo>
                <a:cubicBezTo>
                  <a:pt x="693" y="2395"/>
                  <a:pt x="2363" y="694"/>
                  <a:pt x="4474" y="694"/>
                </a:cubicBezTo>
                <a:close/>
                <a:moveTo>
                  <a:pt x="4474" y="1"/>
                </a:moveTo>
                <a:cubicBezTo>
                  <a:pt x="2017" y="1"/>
                  <a:pt x="0" y="2017"/>
                  <a:pt x="0" y="4475"/>
                </a:cubicBezTo>
                <a:cubicBezTo>
                  <a:pt x="0" y="5451"/>
                  <a:pt x="315" y="6365"/>
                  <a:pt x="882" y="7153"/>
                </a:cubicBezTo>
                <a:lnTo>
                  <a:pt x="4190" y="11595"/>
                </a:lnTo>
                <a:cubicBezTo>
                  <a:pt x="4253" y="11689"/>
                  <a:pt x="4348" y="11752"/>
                  <a:pt x="4474" y="11752"/>
                </a:cubicBezTo>
                <a:cubicBezTo>
                  <a:pt x="4568" y="11752"/>
                  <a:pt x="4663" y="11721"/>
                  <a:pt x="4726" y="11595"/>
                </a:cubicBezTo>
                <a:lnTo>
                  <a:pt x="8097" y="7058"/>
                </a:lnTo>
                <a:cubicBezTo>
                  <a:pt x="8633" y="6333"/>
                  <a:pt x="8916" y="5420"/>
                  <a:pt x="8916" y="4506"/>
                </a:cubicBezTo>
                <a:cubicBezTo>
                  <a:pt x="8916" y="1986"/>
                  <a:pt x="6900" y="1"/>
                  <a:pt x="447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8" name="Google Shape;12513;p89">
            <a:extLst>
              <a:ext uri="{FF2B5EF4-FFF2-40B4-BE49-F238E27FC236}">
                <a16:creationId xmlns:a16="http://schemas.microsoft.com/office/drawing/2014/main" id="{A5F056DA-37E3-2F07-F17E-E36785A2B82E}"/>
              </a:ext>
            </a:extLst>
          </p:cNvPr>
          <p:cNvSpPr/>
          <p:nvPr/>
        </p:nvSpPr>
        <p:spPr>
          <a:xfrm>
            <a:off x="6438787" y="2667406"/>
            <a:ext cx="112712" cy="112657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40" y="630"/>
                </a:moveTo>
                <a:cubicBezTo>
                  <a:pt x="1229" y="630"/>
                  <a:pt x="1386" y="788"/>
                  <a:pt x="1386" y="1008"/>
                </a:cubicBezTo>
                <a:cubicBezTo>
                  <a:pt x="1386" y="1197"/>
                  <a:pt x="1197" y="1355"/>
                  <a:pt x="1040" y="1355"/>
                </a:cubicBezTo>
                <a:cubicBezTo>
                  <a:pt x="819" y="1355"/>
                  <a:pt x="662" y="1197"/>
                  <a:pt x="662" y="1008"/>
                </a:cubicBezTo>
                <a:cubicBezTo>
                  <a:pt x="662" y="788"/>
                  <a:pt x="819" y="630"/>
                  <a:pt x="1040" y="630"/>
                </a:cubicBez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cubicBezTo>
                  <a:pt x="0" y="1575"/>
                  <a:pt x="473" y="2048"/>
                  <a:pt x="1040" y="2048"/>
                </a:cubicBezTo>
                <a:cubicBezTo>
                  <a:pt x="1575" y="2048"/>
                  <a:pt x="2048" y="1575"/>
                  <a:pt x="2048" y="1040"/>
                </a:cubicBezTo>
                <a:cubicBezTo>
                  <a:pt x="2048" y="441"/>
                  <a:pt x="1575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9" name="Google Shape;12514;p89">
            <a:extLst>
              <a:ext uri="{FF2B5EF4-FFF2-40B4-BE49-F238E27FC236}">
                <a16:creationId xmlns:a16="http://schemas.microsoft.com/office/drawing/2014/main" id="{5C90FEA6-66B3-0848-44D0-78D85B67ADB1}"/>
              </a:ext>
            </a:extLst>
          </p:cNvPr>
          <p:cNvSpPr/>
          <p:nvPr/>
        </p:nvSpPr>
        <p:spPr>
          <a:xfrm>
            <a:off x="6322665" y="2552987"/>
            <a:ext cx="343197" cy="341492"/>
          </a:xfrm>
          <a:custGeom>
            <a:avLst/>
            <a:gdLst/>
            <a:ahLst/>
            <a:cxnLst/>
            <a:rect l="l" t="t" r="r" b="b"/>
            <a:pathLst>
              <a:path w="6239" h="6208" extrusionOk="0">
                <a:moveTo>
                  <a:pt x="3403" y="694"/>
                </a:moveTo>
                <a:lnTo>
                  <a:pt x="3403" y="1166"/>
                </a:lnTo>
                <a:cubicBezTo>
                  <a:pt x="3403" y="1324"/>
                  <a:pt x="3497" y="1450"/>
                  <a:pt x="3655" y="1481"/>
                </a:cubicBezTo>
                <a:cubicBezTo>
                  <a:pt x="3844" y="1576"/>
                  <a:pt x="4033" y="1670"/>
                  <a:pt x="4191" y="1828"/>
                </a:cubicBezTo>
                <a:cubicBezTo>
                  <a:pt x="4268" y="1867"/>
                  <a:pt x="4358" y="1894"/>
                  <a:pt x="4445" y="1894"/>
                </a:cubicBezTo>
                <a:cubicBezTo>
                  <a:pt x="4499" y="1894"/>
                  <a:pt x="4552" y="1884"/>
                  <a:pt x="4600" y="1859"/>
                </a:cubicBezTo>
                <a:lnTo>
                  <a:pt x="4978" y="1607"/>
                </a:lnTo>
                <a:lnTo>
                  <a:pt x="5356" y="2206"/>
                </a:lnTo>
                <a:lnTo>
                  <a:pt x="4947" y="2458"/>
                </a:lnTo>
                <a:cubicBezTo>
                  <a:pt x="4821" y="2521"/>
                  <a:pt x="4789" y="2647"/>
                  <a:pt x="4789" y="2805"/>
                </a:cubicBezTo>
                <a:cubicBezTo>
                  <a:pt x="4821" y="3025"/>
                  <a:pt x="4821" y="3183"/>
                  <a:pt x="4789" y="3435"/>
                </a:cubicBezTo>
                <a:cubicBezTo>
                  <a:pt x="4758" y="3592"/>
                  <a:pt x="4821" y="3687"/>
                  <a:pt x="4947" y="3781"/>
                </a:cubicBezTo>
                <a:lnTo>
                  <a:pt x="5356" y="4033"/>
                </a:lnTo>
                <a:lnTo>
                  <a:pt x="4978" y="4600"/>
                </a:lnTo>
                <a:lnTo>
                  <a:pt x="4600" y="4380"/>
                </a:lnTo>
                <a:cubicBezTo>
                  <a:pt x="4554" y="4345"/>
                  <a:pt x="4503" y="4332"/>
                  <a:pt x="4452" y="4332"/>
                </a:cubicBezTo>
                <a:cubicBezTo>
                  <a:pt x="4363" y="4332"/>
                  <a:pt x="4270" y="4372"/>
                  <a:pt x="4191" y="4411"/>
                </a:cubicBezTo>
                <a:cubicBezTo>
                  <a:pt x="4033" y="4537"/>
                  <a:pt x="3844" y="4632"/>
                  <a:pt x="3655" y="4726"/>
                </a:cubicBezTo>
                <a:cubicBezTo>
                  <a:pt x="3529" y="4758"/>
                  <a:pt x="3403" y="4915"/>
                  <a:pt x="3403" y="5041"/>
                </a:cubicBezTo>
                <a:lnTo>
                  <a:pt x="3403" y="5514"/>
                </a:lnTo>
                <a:lnTo>
                  <a:pt x="2741" y="5514"/>
                </a:lnTo>
                <a:lnTo>
                  <a:pt x="2741" y="5041"/>
                </a:lnTo>
                <a:cubicBezTo>
                  <a:pt x="2741" y="4884"/>
                  <a:pt x="2678" y="4758"/>
                  <a:pt x="2521" y="4726"/>
                </a:cubicBezTo>
                <a:cubicBezTo>
                  <a:pt x="2300" y="4663"/>
                  <a:pt x="2111" y="4569"/>
                  <a:pt x="1954" y="4411"/>
                </a:cubicBezTo>
                <a:cubicBezTo>
                  <a:pt x="1874" y="4372"/>
                  <a:pt x="1782" y="4332"/>
                  <a:pt x="1701" y="4332"/>
                </a:cubicBezTo>
                <a:cubicBezTo>
                  <a:pt x="1654" y="4332"/>
                  <a:pt x="1610" y="4345"/>
                  <a:pt x="1576" y="4380"/>
                </a:cubicBezTo>
                <a:lnTo>
                  <a:pt x="1166" y="4600"/>
                </a:lnTo>
                <a:lnTo>
                  <a:pt x="820" y="4033"/>
                </a:lnTo>
                <a:lnTo>
                  <a:pt x="1198" y="3781"/>
                </a:lnTo>
                <a:cubicBezTo>
                  <a:pt x="1324" y="3718"/>
                  <a:pt x="1418" y="3592"/>
                  <a:pt x="1355" y="3435"/>
                </a:cubicBezTo>
                <a:cubicBezTo>
                  <a:pt x="1324" y="3183"/>
                  <a:pt x="1324" y="3025"/>
                  <a:pt x="1355" y="2805"/>
                </a:cubicBezTo>
                <a:cubicBezTo>
                  <a:pt x="1418" y="2647"/>
                  <a:pt x="1324" y="2521"/>
                  <a:pt x="1198" y="2458"/>
                </a:cubicBezTo>
                <a:lnTo>
                  <a:pt x="820" y="2206"/>
                </a:lnTo>
                <a:lnTo>
                  <a:pt x="1166" y="1607"/>
                </a:lnTo>
                <a:lnTo>
                  <a:pt x="1576" y="1859"/>
                </a:lnTo>
                <a:cubicBezTo>
                  <a:pt x="1612" y="1884"/>
                  <a:pt x="1657" y="1894"/>
                  <a:pt x="1706" y="1894"/>
                </a:cubicBezTo>
                <a:cubicBezTo>
                  <a:pt x="1786" y="1894"/>
                  <a:pt x="1876" y="1867"/>
                  <a:pt x="1954" y="1828"/>
                </a:cubicBezTo>
                <a:cubicBezTo>
                  <a:pt x="2111" y="1702"/>
                  <a:pt x="2300" y="1576"/>
                  <a:pt x="2521" y="1481"/>
                </a:cubicBezTo>
                <a:cubicBezTo>
                  <a:pt x="2615" y="1450"/>
                  <a:pt x="2741" y="1292"/>
                  <a:pt x="2741" y="1166"/>
                </a:cubicBezTo>
                <a:lnTo>
                  <a:pt x="2741" y="694"/>
                </a:lnTo>
                <a:close/>
                <a:moveTo>
                  <a:pt x="2426" y="1"/>
                </a:moveTo>
                <a:cubicBezTo>
                  <a:pt x="2237" y="1"/>
                  <a:pt x="2080" y="158"/>
                  <a:pt x="2080" y="347"/>
                </a:cubicBezTo>
                <a:lnTo>
                  <a:pt x="2080" y="946"/>
                </a:lnTo>
                <a:cubicBezTo>
                  <a:pt x="1954" y="977"/>
                  <a:pt x="1828" y="1072"/>
                  <a:pt x="1765" y="1135"/>
                </a:cubicBezTo>
                <a:lnTo>
                  <a:pt x="1261" y="851"/>
                </a:lnTo>
                <a:cubicBezTo>
                  <a:pt x="1211" y="831"/>
                  <a:pt x="1158" y="821"/>
                  <a:pt x="1104" y="821"/>
                </a:cubicBezTo>
                <a:cubicBezTo>
                  <a:pt x="990" y="821"/>
                  <a:pt x="874" y="870"/>
                  <a:pt x="788" y="977"/>
                </a:cubicBezTo>
                <a:lnTo>
                  <a:pt x="126" y="2175"/>
                </a:lnTo>
                <a:cubicBezTo>
                  <a:pt x="32" y="2332"/>
                  <a:pt x="63" y="2521"/>
                  <a:pt x="221" y="2647"/>
                </a:cubicBezTo>
                <a:lnTo>
                  <a:pt x="757" y="2899"/>
                </a:lnTo>
                <a:lnTo>
                  <a:pt x="757" y="3120"/>
                </a:lnTo>
                <a:lnTo>
                  <a:pt x="757" y="3309"/>
                </a:lnTo>
                <a:lnTo>
                  <a:pt x="221" y="3592"/>
                </a:lnTo>
                <a:cubicBezTo>
                  <a:pt x="63" y="3655"/>
                  <a:pt x="0" y="3907"/>
                  <a:pt x="126" y="4065"/>
                </a:cubicBezTo>
                <a:lnTo>
                  <a:pt x="788" y="5231"/>
                </a:lnTo>
                <a:cubicBezTo>
                  <a:pt x="831" y="5337"/>
                  <a:pt x="960" y="5415"/>
                  <a:pt x="1088" y="5415"/>
                </a:cubicBezTo>
                <a:cubicBezTo>
                  <a:pt x="1149" y="5415"/>
                  <a:pt x="1210" y="5397"/>
                  <a:pt x="1261" y="5357"/>
                </a:cubicBezTo>
                <a:lnTo>
                  <a:pt x="1765" y="5073"/>
                </a:lnTo>
                <a:cubicBezTo>
                  <a:pt x="1891" y="5167"/>
                  <a:pt x="1954" y="5199"/>
                  <a:pt x="2080" y="5262"/>
                </a:cubicBezTo>
                <a:lnTo>
                  <a:pt x="2080" y="5861"/>
                </a:lnTo>
                <a:cubicBezTo>
                  <a:pt x="2080" y="6050"/>
                  <a:pt x="2237" y="6207"/>
                  <a:pt x="2426" y="6207"/>
                </a:cubicBezTo>
                <a:lnTo>
                  <a:pt x="3812" y="6207"/>
                </a:lnTo>
                <a:cubicBezTo>
                  <a:pt x="4002" y="6207"/>
                  <a:pt x="4159" y="6050"/>
                  <a:pt x="4159" y="5861"/>
                </a:cubicBezTo>
                <a:lnTo>
                  <a:pt x="4159" y="5262"/>
                </a:lnTo>
                <a:cubicBezTo>
                  <a:pt x="4285" y="5231"/>
                  <a:pt x="4411" y="5167"/>
                  <a:pt x="4474" y="5073"/>
                </a:cubicBezTo>
                <a:lnTo>
                  <a:pt x="4978" y="5357"/>
                </a:lnTo>
                <a:cubicBezTo>
                  <a:pt x="5028" y="5376"/>
                  <a:pt x="5084" y="5387"/>
                  <a:pt x="5141" y="5387"/>
                </a:cubicBezTo>
                <a:cubicBezTo>
                  <a:pt x="5263" y="5387"/>
                  <a:pt x="5386" y="5338"/>
                  <a:pt x="5451" y="5231"/>
                </a:cubicBezTo>
                <a:lnTo>
                  <a:pt x="6144" y="4065"/>
                </a:lnTo>
                <a:cubicBezTo>
                  <a:pt x="6207" y="3907"/>
                  <a:pt x="6175" y="3687"/>
                  <a:pt x="6018" y="3592"/>
                </a:cubicBezTo>
                <a:lnTo>
                  <a:pt x="5514" y="3309"/>
                </a:lnTo>
                <a:lnTo>
                  <a:pt x="5514" y="3120"/>
                </a:lnTo>
                <a:lnTo>
                  <a:pt x="5514" y="2899"/>
                </a:lnTo>
                <a:lnTo>
                  <a:pt x="6018" y="2647"/>
                </a:lnTo>
                <a:cubicBezTo>
                  <a:pt x="6175" y="2521"/>
                  <a:pt x="6238" y="2332"/>
                  <a:pt x="6144" y="2175"/>
                </a:cubicBezTo>
                <a:lnTo>
                  <a:pt x="5451" y="977"/>
                </a:lnTo>
                <a:cubicBezTo>
                  <a:pt x="5408" y="870"/>
                  <a:pt x="5278" y="807"/>
                  <a:pt x="5149" y="807"/>
                </a:cubicBezTo>
                <a:cubicBezTo>
                  <a:pt x="5089" y="807"/>
                  <a:pt x="5029" y="821"/>
                  <a:pt x="4978" y="851"/>
                </a:cubicBezTo>
                <a:lnTo>
                  <a:pt x="4474" y="1135"/>
                </a:lnTo>
                <a:cubicBezTo>
                  <a:pt x="4348" y="1072"/>
                  <a:pt x="4285" y="1009"/>
                  <a:pt x="4159" y="946"/>
                </a:cubicBezTo>
                <a:lnTo>
                  <a:pt x="4159" y="347"/>
                </a:lnTo>
                <a:cubicBezTo>
                  <a:pt x="4159" y="158"/>
                  <a:pt x="4002" y="1"/>
                  <a:pt x="381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0" name="Google Shape;12521;p89">
            <a:extLst>
              <a:ext uri="{FF2B5EF4-FFF2-40B4-BE49-F238E27FC236}">
                <a16:creationId xmlns:a16="http://schemas.microsoft.com/office/drawing/2014/main" id="{5AEC82BE-CBD8-4A1D-DB60-24C2D7A99E0F}"/>
              </a:ext>
            </a:extLst>
          </p:cNvPr>
          <p:cNvSpPr/>
          <p:nvPr/>
        </p:nvSpPr>
        <p:spPr>
          <a:xfrm>
            <a:off x="10314963" y="2481061"/>
            <a:ext cx="641288" cy="641288"/>
          </a:xfrm>
          <a:custGeom>
            <a:avLst/>
            <a:gdLst/>
            <a:ahLst/>
            <a:cxnLst/>
            <a:rect l="l" t="t" r="r" b="b"/>
            <a:pathLst>
              <a:path w="11658" h="11658" extrusionOk="0">
                <a:moveTo>
                  <a:pt x="8948" y="725"/>
                </a:moveTo>
                <a:lnTo>
                  <a:pt x="8948" y="2489"/>
                </a:lnTo>
                <a:lnTo>
                  <a:pt x="8948" y="10366"/>
                </a:lnTo>
                <a:cubicBezTo>
                  <a:pt x="8948" y="10586"/>
                  <a:pt x="9011" y="10838"/>
                  <a:pt x="9137" y="11027"/>
                </a:cubicBezTo>
                <a:lnTo>
                  <a:pt x="1733" y="11027"/>
                </a:lnTo>
                <a:cubicBezTo>
                  <a:pt x="1134" y="11027"/>
                  <a:pt x="662" y="10586"/>
                  <a:pt x="662" y="10019"/>
                </a:cubicBezTo>
                <a:lnTo>
                  <a:pt x="662" y="725"/>
                </a:lnTo>
                <a:close/>
                <a:moveTo>
                  <a:pt x="11027" y="2836"/>
                </a:moveTo>
                <a:lnTo>
                  <a:pt x="11027" y="10366"/>
                </a:lnTo>
                <a:lnTo>
                  <a:pt x="10995" y="10366"/>
                </a:lnTo>
                <a:cubicBezTo>
                  <a:pt x="10995" y="10744"/>
                  <a:pt x="10680" y="11027"/>
                  <a:pt x="10334" y="11027"/>
                </a:cubicBezTo>
                <a:cubicBezTo>
                  <a:pt x="9987" y="11027"/>
                  <a:pt x="9672" y="10712"/>
                  <a:pt x="9672" y="10366"/>
                </a:cubicBezTo>
                <a:lnTo>
                  <a:pt x="9672" y="2836"/>
                </a:ln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9956"/>
                </a:lnTo>
                <a:cubicBezTo>
                  <a:pt x="0" y="10901"/>
                  <a:pt x="756" y="11657"/>
                  <a:pt x="1702" y="11657"/>
                </a:cubicBezTo>
                <a:lnTo>
                  <a:pt x="10302" y="11657"/>
                </a:lnTo>
                <a:cubicBezTo>
                  <a:pt x="11027" y="11657"/>
                  <a:pt x="11657" y="11027"/>
                  <a:pt x="11657" y="10271"/>
                </a:cubicBezTo>
                <a:lnTo>
                  <a:pt x="11657" y="2395"/>
                </a:lnTo>
                <a:cubicBezTo>
                  <a:pt x="11657" y="2300"/>
                  <a:pt x="11500" y="2143"/>
                  <a:pt x="11342" y="2143"/>
                </a:cubicBezTo>
                <a:lnTo>
                  <a:pt x="9641" y="2143"/>
                </a:lnTo>
                <a:lnTo>
                  <a:pt x="9641" y="347"/>
                </a:lnTo>
                <a:cubicBezTo>
                  <a:pt x="9641" y="158"/>
                  <a:pt x="9483" y="1"/>
                  <a:pt x="929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1" name="Google Shape;12522;p89">
            <a:extLst>
              <a:ext uri="{FF2B5EF4-FFF2-40B4-BE49-F238E27FC236}">
                <a16:creationId xmlns:a16="http://schemas.microsoft.com/office/drawing/2014/main" id="{B1EB715D-EB0B-84B1-1A43-ADB7C1E9713F}"/>
              </a:ext>
            </a:extLst>
          </p:cNvPr>
          <p:cNvSpPr/>
          <p:nvPr/>
        </p:nvSpPr>
        <p:spPr>
          <a:xfrm>
            <a:off x="10389445" y="2560769"/>
            <a:ext cx="381373" cy="190715"/>
          </a:xfrm>
          <a:custGeom>
            <a:avLst/>
            <a:gdLst/>
            <a:ahLst/>
            <a:cxnLst/>
            <a:rect l="l" t="t" r="r" b="b"/>
            <a:pathLst>
              <a:path w="6933" h="3467" extrusionOk="0">
                <a:moveTo>
                  <a:pt x="6207" y="694"/>
                </a:moveTo>
                <a:lnTo>
                  <a:pt x="6207" y="2742"/>
                </a:lnTo>
                <a:lnTo>
                  <a:pt x="694" y="2742"/>
                </a:lnTo>
                <a:lnTo>
                  <a:pt x="694" y="694"/>
                </a:lnTo>
                <a:close/>
                <a:moveTo>
                  <a:pt x="348" y="1"/>
                </a:moveTo>
                <a:cubicBezTo>
                  <a:pt x="159" y="1"/>
                  <a:pt x="1" y="158"/>
                  <a:pt x="1" y="379"/>
                </a:cubicBezTo>
                <a:lnTo>
                  <a:pt x="1" y="3120"/>
                </a:lnTo>
                <a:cubicBezTo>
                  <a:pt x="1" y="3309"/>
                  <a:pt x="159" y="3466"/>
                  <a:pt x="348" y="3466"/>
                </a:cubicBezTo>
                <a:lnTo>
                  <a:pt x="6554" y="3466"/>
                </a:lnTo>
                <a:cubicBezTo>
                  <a:pt x="6775" y="3466"/>
                  <a:pt x="6932" y="3309"/>
                  <a:pt x="6932" y="3120"/>
                </a:cubicBezTo>
                <a:lnTo>
                  <a:pt x="6932" y="379"/>
                </a:lnTo>
                <a:cubicBezTo>
                  <a:pt x="6869" y="158"/>
                  <a:pt x="6712" y="1"/>
                  <a:pt x="655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2" name="Google Shape;12523;p89">
            <a:extLst>
              <a:ext uri="{FF2B5EF4-FFF2-40B4-BE49-F238E27FC236}">
                <a16:creationId xmlns:a16="http://schemas.microsoft.com/office/drawing/2014/main" id="{D8D26EF5-845C-0354-4A26-4BFC6C76E652}"/>
              </a:ext>
            </a:extLst>
          </p:cNvPr>
          <p:cNvSpPr/>
          <p:nvPr/>
        </p:nvSpPr>
        <p:spPr>
          <a:xfrm>
            <a:off x="10389445" y="2784322"/>
            <a:ext cx="190715" cy="190715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2742" y="757"/>
                </a:moveTo>
                <a:lnTo>
                  <a:pt x="2742" y="2805"/>
                </a:lnTo>
                <a:lnTo>
                  <a:pt x="694" y="2805"/>
                </a:lnTo>
                <a:lnTo>
                  <a:pt x="694" y="757"/>
                </a:lnTo>
                <a:close/>
                <a:moveTo>
                  <a:pt x="348" y="1"/>
                </a:moveTo>
                <a:cubicBezTo>
                  <a:pt x="159" y="1"/>
                  <a:pt x="1" y="158"/>
                  <a:pt x="1" y="347"/>
                </a:cubicBezTo>
                <a:lnTo>
                  <a:pt x="1" y="3120"/>
                </a:lnTo>
                <a:cubicBezTo>
                  <a:pt x="1" y="3309"/>
                  <a:pt x="159" y="3466"/>
                  <a:pt x="348" y="3466"/>
                </a:cubicBezTo>
                <a:lnTo>
                  <a:pt x="3088" y="3466"/>
                </a:lnTo>
                <a:cubicBezTo>
                  <a:pt x="3309" y="3466"/>
                  <a:pt x="3467" y="3309"/>
                  <a:pt x="3467" y="3120"/>
                </a:cubicBezTo>
                <a:lnTo>
                  <a:pt x="3467" y="347"/>
                </a:lnTo>
                <a:cubicBezTo>
                  <a:pt x="3467" y="158"/>
                  <a:pt x="3309" y="1"/>
                  <a:pt x="308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3" name="Google Shape;12524;p89">
            <a:extLst>
              <a:ext uri="{FF2B5EF4-FFF2-40B4-BE49-F238E27FC236}">
                <a16:creationId xmlns:a16="http://schemas.microsoft.com/office/drawing/2014/main" id="{42B43724-B472-435C-0F2B-1DB50EBE3B7C}"/>
              </a:ext>
            </a:extLst>
          </p:cNvPr>
          <p:cNvSpPr/>
          <p:nvPr/>
        </p:nvSpPr>
        <p:spPr>
          <a:xfrm>
            <a:off x="10618226" y="2786086"/>
            <a:ext cx="152593" cy="39881"/>
          </a:xfrm>
          <a:custGeom>
            <a:avLst/>
            <a:gdLst/>
            <a:ahLst/>
            <a:cxnLst/>
            <a:rect l="l" t="t" r="r" b="b"/>
            <a:pathLst>
              <a:path w="2774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2395" y="725"/>
                </a:lnTo>
                <a:cubicBezTo>
                  <a:pt x="2616" y="725"/>
                  <a:pt x="2773" y="567"/>
                  <a:pt x="2773" y="378"/>
                </a:cubicBezTo>
                <a:cubicBezTo>
                  <a:pt x="2710" y="158"/>
                  <a:pt x="2553" y="0"/>
                  <a:pt x="23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4" name="Google Shape;12525;p89">
            <a:extLst>
              <a:ext uri="{FF2B5EF4-FFF2-40B4-BE49-F238E27FC236}">
                <a16:creationId xmlns:a16="http://schemas.microsoft.com/office/drawing/2014/main" id="{7739596A-098C-E616-078E-3AE7DF39811A}"/>
              </a:ext>
            </a:extLst>
          </p:cNvPr>
          <p:cNvSpPr/>
          <p:nvPr/>
        </p:nvSpPr>
        <p:spPr>
          <a:xfrm>
            <a:off x="10618226" y="2862324"/>
            <a:ext cx="152593" cy="39936"/>
          </a:xfrm>
          <a:custGeom>
            <a:avLst/>
            <a:gdLst/>
            <a:ahLst/>
            <a:cxnLst/>
            <a:rect l="l" t="t" r="r" b="b"/>
            <a:pathLst>
              <a:path w="2774" h="72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5"/>
                  <a:pt x="347" y="725"/>
                </a:cubicBezTo>
                <a:lnTo>
                  <a:pt x="2395" y="725"/>
                </a:lnTo>
                <a:cubicBezTo>
                  <a:pt x="2616" y="725"/>
                  <a:pt x="2773" y="568"/>
                  <a:pt x="2773" y="347"/>
                </a:cubicBezTo>
                <a:cubicBezTo>
                  <a:pt x="2710" y="158"/>
                  <a:pt x="2553" y="1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5" name="Google Shape;12526;p89">
            <a:extLst>
              <a:ext uri="{FF2B5EF4-FFF2-40B4-BE49-F238E27FC236}">
                <a16:creationId xmlns:a16="http://schemas.microsoft.com/office/drawing/2014/main" id="{5224A5DC-A196-606D-6CE7-EBF777A23C35}"/>
              </a:ext>
            </a:extLst>
          </p:cNvPr>
          <p:cNvSpPr/>
          <p:nvPr/>
        </p:nvSpPr>
        <p:spPr>
          <a:xfrm>
            <a:off x="10618226" y="2938567"/>
            <a:ext cx="152593" cy="38176"/>
          </a:xfrm>
          <a:custGeom>
            <a:avLst/>
            <a:gdLst/>
            <a:ahLst/>
            <a:cxnLst/>
            <a:rect l="l" t="t" r="r" b="b"/>
            <a:pathLst>
              <a:path w="2774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lnTo>
                  <a:pt x="2395" y="694"/>
                </a:lnTo>
                <a:cubicBezTo>
                  <a:pt x="2616" y="694"/>
                  <a:pt x="2773" y="536"/>
                  <a:pt x="2773" y="347"/>
                </a:cubicBezTo>
                <a:cubicBezTo>
                  <a:pt x="2710" y="158"/>
                  <a:pt x="2553" y="1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96" name="Google Shape;12527;p89">
            <a:extLst>
              <a:ext uri="{FF2B5EF4-FFF2-40B4-BE49-F238E27FC236}">
                <a16:creationId xmlns:a16="http://schemas.microsoft.com/office/drawing/2014/main" id="{D53B987D-B704-7A44-9430-295756DD4B02}"/>
              </a:ext>
            </a:extLst>
          </p:cNvPr>
          <p:cNvSpPr/>
          <p:nvPr/>
        </p:nvSpPr>
        <p:spPr>
          <a:xfrm>
            <a:off x="10389445" y="3011343"/>
            <a:ext cx="381373" cy="39936"/>
          </a:xfrm>
          <a:custGeom>
            <a:avLst/>
            <a:gdLst/>
            <a:ahLst/>
            <a:cxnLst/>
            <a:rect l="l" t="t" r="r" b="b"/>
            <a:pathLst>
              <a:path w="6933" h="726" extrusionOk="0">
                <a:moveTo>
                  <a:pt x="348" y="1"/>
                </a:moveTo>
                <a:cubicBezTo>
                  <a:pt x="159" y="1"/>
                  <a:pt x="1" y="159"/>
                  <a:pt x="1" y="379"/>
                </a:cubicBezTo>
                <a:cubicBezTo>
                  <a:pt x="1" y="568"/>
                  <a:pt x="159" y="726"/>
                  <a:pt x="348" y="726"/>
                </a:cubicBezTo>
                <a:lnTo>
                  <a:pt x="6554" y="726"/>
                </a:lnTo>
                <a:cubicBezTo>
                  <a:pt x="6775" y="726"/>
                  <a:pt x="6932" y="568"/>
                  <a:pt x="6932" y="379"/>
                </a:cubicBezTo>
                <a:cubicBezTo>
                  <a:pt x="6869" y="159"/>
                  <a:pt x="6712" y="1"/>
                  <a:pt x="655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6" name="Google Shape;12536;p89">
            <a:extLst>
              <a:ext uri="{FF2B5EF4-FFF2-40B4-BE49-F238E27FC236}">
                <a16:creationId xmlns:a16="http://schemas.microsoft.com/office/drawing/2014/main" id="{EC696E78-47F1-3CF5-CC70-B981D243974A}"/>
              </a:ext>
            </a:extLst>
          </p:cNvPr>
          <p:cNvSpPr/>
          <p:nvPr/>
        </p:nvSpPr>
        <p:spPr>
          <a:xfrm>
            <a:off x="3009365" y="2810341"/>
            <a:ext cx="175092" cy="194180"/>
          </a:xfrm>
          <a:custGeom>
            <a:avLst/>
            <a:gdLst/>
            <a:ahLst/>
            <a:cxnLst/>
            <a:rect l="l" t="t" r="r" b="b"/>
            <a:pathLst>
              <a:path w="3183" h="3530" extrusionOk="0">
                <a:moveTo>
                  <a:pt x="1088" y="1"/>
                </a:moveTo>
                <a:cubicBezTo>
                  <a:pt x="1001" y="1"/>
                  <a:pt x="915" y="32"/>
                  <a:pt x="852" y="95"/>
                </a:cubicBezTo>
                <a:lnTo>
                  <a:pt x="379" y="568"/>
                </a:lnTo>
                <a:cubicBezTo>
                  <a:pt x="1" y="978"/>
                  <a:pt x="1" y="1639"/>
                  <a:pt x="379" y="2017"/>
                </a:cubicBezTo>
                <a:cubicBezTo>
                  <a:pt x="584" y="2222"/>
                  <a:pt x="852" y="2324"/>
                  <a:pt x="1115" y="2324"/>
                </a:cubicBezTo>
                <a:cubicBezTo>
                  <a:pt x="1379" y="2324"/>
                  <a:pt x="1639" y="2222"/>
                  <a:pt x="1828" y="2017"/>
                </a:cubicBezTo>
                <a:cubicBezTo>
                  <a:pt x="1891" y="1970"/>
                  <a:pt x="1986" y="1946"/>
                  <a:pt x="2076" y="1946"/>
                </a:cubicBezTo>
                <a:cubicBezTo>
                  <a:pt x="2167" y="1946"/>
                  <a:pt x="2253" y="1970"/>
                  <a:pt x="2301" y="2017"/>
                </a:cubicBezTo>
                <a:cubicBezTo>
                  <a:pt x="2427" y="2143"/>
                  <a:pt x="2427" y="2395"/>
                  <a:pt x="2301" y="2490"/>
                </a:cubicBezTo>
                <a:lnTo>
                  <a:pt x="1828" y="2962"/>
                </a:lnTo>
                <a:cubicBezTo>
                  <a:pt x="1734" y="3088"/>
                  <a:pt x="1734" y="3340"/>
                  <a:pt x="1828" y="3435"/>
                </a:cubicBezTo>
                <a:cubicBezTo>
                  <a:pt x="1891" y="3498"/>
                  <a:pt x="1986" y="3529"/>
                  <a:pt x="2076" y="3529"/>
                </a:cubicBezTo>
                <a:cubicBezTo>
                  <a:pt x="2167" y="3529"/>
                  <a:pt x="2253" y="3498"/>
                  <a:pt x="2301" y="3435"/>
                </a:cubicBezTo>
                <a:lnTo>
                  <a:pt x="2773" y="2962"/>
                </a:lnTo>
                <a:cubicBezTo>
                  <a:pt x="3183" y="2584"/>
                  <a:pt x="3183" y="1923"/>
                  <a:pt x="2773" y="1513"/>
                </a:cubicBezTo>
                <a:cubicBezTo>
                  <a:pt x="2569" y="1293"/>
                  <a:pt x="2309" y="1182"/>
                  <a:pt x="2049" y="1182"/>
                </a:cubicBezTo>
                <a:cubicBezTo>
                  <a:pt x="1789" y="1182"/>
                  <a:pt x="1529" y="1293"/>
                  <a:pt x="1324" y="1513"/>
                </a:cubicBezTo>
                <a:cubicBezTo>
                  <a:pt x="1261" y="1576"/>
                  <a:pt x="1174" y="1608"/>
                  <a:pt x="1088" y="1608"/>
                </a:cubicBezTo>
                <a:cubicBezTo>
                  <a:pt x="1001" y="1608"/>
                  <a:pt x="915" y="1576"/>
                  <a:pt x="852" y="1513"/>
                </a:cubicBezTo>
                <a:cubicBezTo>
                  <a:pt x="726" y="1387"/>
                  <a:pt x="726" y="1167"/>
                  <a:pt x="852" y="1041"/>
                </a:cubicBezTo>
                <a:lnTo>
                  <a:pt x="1324" y="568"/>
                </a:lnTo>
                <a:cubicBezTo>
                  <a:pt x="1450" y="442"/>
                  <a:pt x="1450" y="221"/>
                  <a:pt x="1324" y="95"/>
                </a:cubicBezTo>
                <a:cubicBezTo>
                  <a:pt x="1261" y="32"/>
                  <a:pt x="1174" y="1"/>
                  <a:pt x="108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7" name="Google Shape;12537;p89">
            <a:extLst>
              <a:ext uri="{FF2B5EF4-FFF2-40B4-BE49-F238E27FC236}">
                <a16:creationId xmlns:a16="http://schemas.microsoft.com/office/drawing/2014/main" id="{9F9FDF5D-89A7-2CCF-C1ED-CF8EA3DB9133}"/>
              </a:ext>
            </a:extLst>
          </p:cNvPr>
          <p:cNvSpPr/>
          <p:nvPr/>
        </p:nvSpPr>
        <p:spPr>
          <a:xfrm>
            <a:off x="3116850" y="2704671"/>
            <a:ext cx="187195" cy="179823"/>
          </a:xfrm>
          <a:custGeom>
            <a:avLst/>
            <a:gdLst/>
            <a:ahLst/>
            <a:cxnLst/>
            <a:rect l="l" t="t" r="r" b="b"/>
            <a:pathLst>
              <a:path w="3403" h="3269" extrusionOk="0">
                <a:moveTo>
                  <a:pt x="1107" y="0"/>
                </a:moveTo>
                <a:cubicBezTo>
                  <a:pt x="1016" y="0"/>
                  <a:pt x="930" y="32"/>
                  <a:pt x="882" y="95"/>
                </a:cubicBezTo>
                <a:lnTo>
                  <a:pt x="410" y="567"/>
                </a:lnTo>
                <a:cubicBezTo>
                  <a:pt x="0" y="945"/>
                  <a:pt x="0" y="1638"/>
                  <a:pt x="410" y="2016"/>
                </a:cubicBezTo>
                <a:lnTo>
                  <a:pt x="882" y="2489"/>
                </a:lnTo>
                <a:lnTo>
                  <a:pt x="1355" y="2962"/>
                </a:lnTo>
                <a:cubicBezTo>
                  <a:pt x="1544" y="3166"/>
                  <a:pt x="1804" y="3269"/>
                  <a:pt x="2068" y="3269"/>
                </a:cubicBezTo>
                <a:cubicBezTo>
                  <a:pt x="2332" y="3269"/>
                  <a:pt x="2599" y="3166"/>
                  <a:pt x="2804" y="2962"/>
                </a:cubicBezTo>
                <a:lnTo>
                  <a:pt x="3277" y="2489"/>
                </a:lnTo>
                <a:cubicBezTo>
                  <a:pt x="3403" y="2363"/>
                  <a:pt x="3403" y="2142"/>
                  <a:pt x="3277" y="2016"/>
                </a:cubicBezTo>
                <a:cubicBezTo>
                  <a:pt x="3178" y="1918"/>
                  <a:pt x="3070" y="1870"/>
                  <a:pt x="2977" y="1870"/>
                </a:cubicBezTo>
                <a:cubicBezTo>
                  <a:pt x="2892" y="1870"/>
                  <a:pt x="2818" y="1910"/>
                  <a:pt x="2773" y="1985"/>
                </a:cubicBezTo>
                <a:lnTo>
                  <a:pt x="2300" y="2457"/>
                </a:lnTo>
                <a:cubicBezTo>
                  <a:pt x="2237" y="2520"/>
                  <a:pt x="2143" y="2552"/>
                  <a:pt x="2052" y="2552"/>
                </a:cubicBezTo>
                <a:cubicBezTo>
                  <a:pt x="1961" y="2552"/>
                  <a:pt x="1875" y="2520"/>
                  <a:pt x="1827" y="2457"/>
                </a:cubicBezTo>
                <a:lnTo>
                  <a:pt x="1575" y="2205"/>
                </a:lnTo>
                <a:lnTo>
                  <a:pt x="2300" y="1512"/>
                </a:lnTo>
                <a:cubicBezTo>
                  <a:pt x="2395" y="1386"/>
                  <a:pt x="2395" y="1134"/>
                  <a:pt x="2300" y="1040"/>
                </a:cubicBezTo>
                <a:cubicBezTo>
                  <a:pt x="2237" y="977"/>
                  <a:pt x="2143" y="945"/>
                  <a:pt x="2052" y="945"/>
                </a:cubicBezTo>
                <a:cubicBezTo>
                  <a:pt x="1961" y="945"/>
                  <a:pt x="1875" y="977"/>
                  <a:pt x="1827" y="1040"/>
                </a:cubicBezTo>
                <a:lnTo>
                  <a:pt x="1103" y="1733"/>
                </a:lnTo>
                <a:lnTo>
                  <a:pt x="882" y="1512"/>
                </a:lnTo>
                <a:cubicBezTo>
                  <a:pt x="756" y="1386"/>
                  <a:pt x="756" y="1166"/>
                  <a:pt x="882" y="1040"/>
                </a:cubicBezTo>
                <a:lnTo>
                  <a:pt x="1355" y="567"/>
                </a:lnTo>
                <a:cubicBezTo>
                  <a:pt x="1449" y="441"/>
                  <a:pt x="1449" y="221"/>
                  <a:pt x="1355" y="95"/>
                </a:cubicBezTo>
                <a:cubicBezTo>
                  <a:pt x="1292" y="32"/>
                  <a:pt x="1197" y="0"/>
                  <a:pt x="110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8" name="Google Shape;12538;p89">
            <a:extLst>
              <a:ext uri="{FF2B5EF4-FFF2-40B4-BE49-F238E27FC236}">
                <a16:creationId xmlns:a16="http://schemas.microsoft.com/office/drawing/2014/main" id="{19EF25E2-4F10-0DE7-D1E8-3DB495D261E6}"/>
              </a:ext>
            </a:extLst>
          </p:cNvPr>
          <p:cNvSpPr/>
          <p:nvPr/>
        </p:nvSpPr>
        <p:spPr>
          <a:xfrm>
            <a:off x="3219057" y="2611047"/>
            <a:ext cx="176852" cy="166455"/>
          </a:xfrm>
          <a:custGeom>
            <a:avLst/>
            <a:gdLst/>
            <a:ahLst/>
            <a:cxnLst/>
            <a:rect l="l" t="t" r="r" b="b"/>
            <a:pathLst>
              <a:path w="3215" h="3026" extrusionOk="0">
                <a:moveTo>
                  <a:pt x="1100" y="686"/>
                </a:moveTo>
                <a:cubicBezTo>
                  <a:pt x="1190" y="686"/>
                  <a:pt x="1277" y="710"/>
                  <a:pt x="1324" y="757"/>
                </a:cubicBezTo>
                <a:lnTo>
                  <a:pt x="2332" y="1765"/>
                </a:lnTo>
                <a:cubicBezTo>
                  <a:pt x="2490" y="1860"/>
                  <a:pt x="2490" y="2112"/>
                  <a:pt x="2332" y="2238"/>
                </a:cubicBezTo>
                <a:cubicBezTo>
                  <a:pt x="2269" y="2285"/>
                  <a:pt x="2183" y="2309"/>
                  <a:pt x="2096" y="2309"/>
                </a:cubicBezTo>
                <a:cubicBezTo>
                  <a:pt x="2009" y="2309"/>
                  <a:pt x="1923" y="2285"/>
                  <a:pt x="1860" y="2238"/>
                </a:cubicBezTo>
                <a:lnTo>
                  <a:pt x="852" y="1229"/>
                </a:lnTo>
                <a:cubicBezTo>
                  <a:pt x="757" y="1135"/>
                  <a:pt x="757" y="883"/>
                  <a:pt x="852" y="757"/>
                </a:cubicBezTo>
                <a:cubicBezTo>
                  <a:pt x="915" y="710"/>
                  <a:pt x="1009" y="686"/>
                  <a:pt x="1100" y="686"/>
                </a:cubicBezTo>
                <a:close/>
                <a:moveTo>
                  <a:pt x="1119" y="1"/>
                </a:moveTo>
                <a:cubicBezTo>
                  <a:pt x="852" y="1"/>
                  <a:pt x="584" y="95"/>
                  <a:pt x="379" y="284"/>
                </a:cubicBezTo>
                <a:cubicBezTo>
                  <a:pt x="1" y="694"/>
                  <a:pt x="1" y="1356"/>
                  <a:pt x="379" y="1765"/>
                </a:cubicBezTo>
                <a:lnTo>
                  <a:pt x="1387" y="2742"/>
                </a:lnTo>
                <a:cubicBezTo>
                  <a:pt x="1576" y="2931"/>
                  <a:pt x="1836" y="3025"/>
                  <a:pt x="2100" y="3025"/>
                </a:cubicBezTo>
                <a:cubicBezTo>
                  <a:pt x="2364" y="3025"/>
                  <a:pt x="2632" y="2931"/>
                  <a:pt x="2836" y="2742"/>
                </a:cubicBezTo>
                <a:cubicBezTo>
                  <a:pt x="3214" y="2332"/>
                  <a:pt x="3214" y="1671"/>
                  <a:pt x="2836" y="1293"/>
                </a:cubicBezTo>
                <a:lnTo>
                  <a:pt x="1860" y="284"/>
                </a:lnTo>
                <a:cubicBezTo>
                  <a:pt x="1655" y="95"/>
                  <a:pt x="1387" y="1"/>
                  <a:pt x="11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9" name="Google Shape;12539;p89">
            <a:extLst>
              <a:ext uri="{FF2B5EF4-FFF2-40B4-BE49-F238E27FC236}">
                <a16:creationId xmlns:a16="http://schemas.microsoft.com/office/drawing/2014/main" id="{97A19001-7387-CB60-9BCF-7E1DB26A4122}"/>
              </a:ext>
            </a:extLst>
          </p:cNvPr>
          <p:cNvSpPr/>
          <p:nvPr/>
        </p:nvSpPr>
        <p:spPr>
          <a:xfrm>
            <a:off x="2872450" y="2481060"/>
            <a:ext cx="649979" cy="641288"/>
          </a:xfrm>
          <a:custGeom>
            <a:avLst/>
            <a:gdLst/>
            <a:ahLst/>
            <a:cxnLst/>
            <a:rect l="l" t="t" r="r" b="b"/>
            <a:pathLst>
              <a:path w="11816" h="11658" extrusionOk="0">
                <a:moveTo>
                  <a:pt x="9185" y="1479"/>
                </a:moveTo>
                <a:cubicBezTo>
                  <a:pt x="9245" y="1479"/>
                  <a:pt x="9245" y="1482"/>
                  <a:pt x="9263" y="1482"/>
                </a:cubicBezTo>
                <a:cubicBezTo>
                  <a:pt x="9421" y="1482"/>
                  <a:pt x="9579" y="1513"/>
                  <a:pt x="9673" y="1545"/>
                </a:cubicBezTo>
                <a:lnTo>
                  <a:pt x="9106" y="2143"/>
                </a:lnTo>
                <a:cubicBezTo>
                  <a:pt x="8980" y="2269"/>
                  <a:pt x="8980" y="2490"/>
                  <a:pt x="9106" y="2616"/>
                </a:cubicBezTo>
                <a:cubicBezTo>
                  <a:pt x="9153" y="2679"/>
                  <a:pt x="9240" y="2710"/>
                  <a:pt x="9330" y="2710"/>
                </a:cubicBezTo>
                <a:cubicBezTo>
                  <a:pt x="9421" y="2710"/>
                  <a:pt x="9515" y="2679"/>
                  <a:pt x="9579" y="2616"/>
                </a:cubicBezTo>
                <a:lnTo>
                  <a:pt x="10146" y="2017"/>
                </a:lnTo>
                <a:cubicBezTo>
                  <a:pt x="10272" y="2175"/>
                  <a:pt x="10303" y="2332"/>
                  <a:pt x="10303" y="2553"/>
                </a:cubicBezTo>
                <a:lnTo>
                  <a:pt x="10146" y="5325"/>
                </a:lnTo>
                <a:cubicBezTo>
                  <a:pt x="10114" y="5798"/>
                  <a:pt x="9925" y="6239"/>
                  <a:pt x="9515" y="6554"/>
                </a:cubicBezTo>
                <a:lnTo>
                  <a:pt x="9484" y="6585"/>
                </a:lnTo>
                <a:lnTo>
                  <a:pt x="8570" y="7499"/>
                </a:lnTo>
                <a:cubicBezTo>
                  <a:pt x="5231" y="10902"/>
                  <a:pt x="5829" y="10303"/>
                  <a:pt x="5199" y="10902"/>
                </a:cubicBezTo>
                <a:cubicBezTo>
                  <a:pt x="5136" y="10949"/>
                  <a:pt x="5050" y="10972"/>
                  <a:pt x="4963" y="10972"/>
                </a:cubicBezTo>
                <a:cubicBezTo>
                  <a:pt x="4876" y="10972"/>
                  <a:pt x="4790" y="10949"/>
                  <a:pt x="4727" y="10902"/>
                </a:cubicBezTo>
                <a:lnTo>
                  <a:pt x="820" y="6995"/>
                </a:lnTo>
                <a:cubicBezTo>
                  <a:pt x="694" y="6869"/>
                  <a:pt x="694" y="6648"/>
                  <a:pt x="820" y="6522"/>
                </a:cubicBezTo>
                <a:lnTo>
                  <a:pt x="5262" y="2112"/>
                </a:lnTo>
                <a:cubicBezTo>
                  <a:pt x="5577" y="1797"/>
                  <a:pt x="5987" y="1639"/>
                  <a:pt x="6365" y="1608"/>
                </a:cubicBezTo>
                <a:cubicBezTo>
                  <a:pt x="8503" y="1495"/>
                  <a:pt x="9033" y="1479"/>
                  <a:pt x="9185" y="1479"/>
                </a:cubicBezTo>
                <a:close/>
                <a:moveTo>
                  <a:pt x="11422" y="1"/>
                </a:moveTo>
                <a:cubicBezTo>
                  <a:pt x="11335" y="1"/>
                  <a:pt x="11248" y="32"/>
                  <a:pt x="11185" y="95"/>
                </a:cubicBezTo>
                <a:lnTo>
                  <a:pt x="10240" y="1041"/>
                </a:lnTo>
                <a:cubicBezTo>
                  <a:pt x="9958" y="871"/>
                  <a:pt x="9650" y="752"/>
                  <a:pt x="9316" y="752"/>
                </a:cubicBezTo>
                <a:cubicBezTo>
                  <a:pt x="9278" y="752"/>
                  <a:pt x="9239" y="754"/>
                  <a:pt x="9200" y="757"/>
                </a:cubicBezTo>
                <a:lnTo>
                  <a:pt x="6428" y="883"/>
                </a:lnTo>
                <a:cubicBezTo>
                  <a:pt x="5829" y="915"/>
                  <a:pt x="5262" y="1167"/>
                  <a:pt x="4853" y="1608"/>
                </a:cubicBezTo>
                <a:lnTo>
                  <a:pt x="379" y="6018"/>
                </a:lnTo>
                <a:cubicBezTo>
                  <a:pt x="1" y="6396"/>
                  <a:pt x="1" y="7058"/>
                  <a:pt x="379" y="7468"/>
                </a:cubicBezTo>
                <a:lnTo>
                  <a:pt x="4286" y="11374"/>
                </a:lnTo>
                <a:cubicBezTo>
                  <a:pt x="4490" y="11563"/>
                  <a:pt x="4758" y="11658"/>
                  <a:pt x="5022" y="11658"/>
                </a:cubicBezTo>
                <a:cubicBezTo>
                  <a:pt x="5286" y="11658"/>
                  <a:pt x="5546" y="11563"/>
                  <a:pt x="5735" y="11374"/>
                </a:cubicBezTo>
                <a:lnTo>
                  <a:pt x="9137" y="7972"/>
                </a:lnTo>
                <a:lnTo>
                  <a:pt x="10051" y="7058"/>
                </a:lnTo>
                <a:cubicBezTo>
                  <a:pt x="10555" y="6648"/>
                  <a:pt x="10870" y="6018"/>
                  <a:pt x="10902" y="5388"/>
                </a:cubicBezTo>
                <a:lnTo>
                  <a:pt x="11059" y="2584"/>
                </a:lnTo>
                <a:cubicBezTo>
                  <a:pt x="11059" y="2238"/>
                  <a:pt x="10996" y="1828"/>
                  <a:pt x="10776" y="1545"/>
                </a:cubicBezTo>
                <a:lnTo>
                  <a:pt x="11721" y="600"/>
                </a:lnTo>
                <a:cubicBezTo>
                  <a:pt x="11815" y="442"/>
                  <a:pt x="11815" y="221"/>
                  <a:pt x="11658" y="95"/>
                </a:cubicBezTo>
                <a:cubicBezTo>
                  <a:pt x="11595" y="32"/>
                  <a:pt x="11508" y="1"/>
                  <a:pt x="1142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4" name="Google Shape;12547;p89">
            <a:extLst>
              <a:ext uri="{FF2B5EF4-FFF2-40B4-BE49-F238E27FC236}">
                <a16:creationId xmlns:a16="http://schemas.microsoft.com/office/drawing/2014/main" id="{974EF6A2-7632-2FB6-3E46-1574411B874C}"/>
              </a:ext>
            </a:extLst>
          </p:cNvPr>
          <p:cNvSpPr/>
          <p:nvPr/>
        </p:nvSpPr>
        <p:spPr>
          <a:xfrm>
            <a:off x="6981825" y="2478478"/>
            <a:ext cx="648219" cy="646459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6994" y="694"/>
                </a:moveTo>
                <a:lnTo>
                  <a:pt x="6994" y="1103"/>
                </a:lnTo>
                <a:cubicBezTo>
                  <a:pt x="6994" y="1261"/>
                  <a:pt x="7120" y="1387"/>
                  <a:pt x="7278" y="1418"/>
                </a:cubicBezTo>
                <a:cubicBezTo>
                  <a:pt x="7467" y="1481"/>
                  <a:pt x="7719" y="1576"/>
                  <a:pt x="7908" y="1702"/>
                </a:cubicBezTo>
                <a:cubicBezTo>
                  <a:pt x="7954" y="1736"/>
                  <a:pt x="8009" y="1750"/>
                  <a:pt x="8066" y="1750"/>
                </a:cubicBezTo>
                <a:cubicBezTo>
                  <a:pt x="8164" y="1750"/>
                  <a:pt x="8269" y="1710"/>
                  <a:pt x="8349" y="1670"/>
                </a:cubicBezTo>
                <a:lnTo>
                  <a:pt x="8664" y="1355"/>
                </a:lnTo>
                <a:lnTo>
                  <a:pt x="9137" y="1828"/>
                </a:lnTo>
                <a:lnTo>
                  <a:pt x="8822" y="2143"/>
                </a:lnTo>
                <a:cubicBezTo>
                  <a:pt x="8696" y="2269"/>
                  <a:pt x="8696" y="2426"/>
                  <a:pt x="8759" y="2584"/>
                </a:cubicBezTo>
                <a:cubicBezTo>
                  <a:pt x="8885" y="2773"/>
                  <a:pt x="8979" y="2962"/>
                  <a:pt x="9042" y="3214"/>
                </a:cubicBezTo>
                <a:cubicBezTo>
                  <a:pt x="9074" y="3372"/>
                  <a:pt x="9200" y="3466"/>
                  <a:pt x="9357" y="3466"/>
                </a:cubicBezTo>
                <a:lnTo>
                  <a:pt x="9798" y="3466"/>
                </a:lnTo>
                <a:lnTo>
                  <a:pt x="9798" y="4159"/>
                </a:lnTo>
                <a:lnTo>
                  <a:pt x="9357" y="4159"/>
                </a:lnTo>
                <a:cubicBezTo>
                  <a:pt x="9200" y="4159"/>
                  <a:pt x="9074" y="4222"/>
                  <a:pt x="9042" y="4380"/>
                </a:cubicBezTo>
                <a:cubicBezTo>
                  <a:pt x="9011" y="4569"/>
                  <a:pt x="8885" y="4821"/>
                  <a:pt x="8759" y="5010"/>
                </a:cubicBezTo>
                <a:cubicBezTo>
                  <a:pt x="8696" y="5136"/>
                  <a:pt x="8727" y="5325"/>
                  <a:pt x="8822" y="5451"/>
                </a:cubicBezTo>
                <a:lnTo>
                  <a:pt x="9137" y="5766"/>
                </a:lnTo>
                <a:lnTo>
                  <a:pt x="8664" y="6238"/>
                </a:lnTo>
                <a:lnTo>
                  <a:pt x="8349" y="5923"/>
                </a:lnTo>
                <a:cubicBezTo>
                  <a:pt x="8275" y="5850"/>
                  <a:pt x="8191" y="5819"/>
                  <a:pt x="8101" y="5819"/>
                </a:cubicBezTo>
                <a:cubicBezTo>
                  <a:pt x="8038" y="5819"/>
                  <a:pt x="7973" y="5834"/>
                  <a:pt x="7908" y="5860"/>
                </a:cubicBezTo>
                <a:cubicBezTo>
                  <a:pt x="7719" y="5986"/>
                  <a:pt x="7498" y="6081"/>
                  <a:pt x="7278" y="6144"/>
                </a:cubicBezTo>
                <a:cubicBezTo>
                  <a:pt x="7120" y="6175"/>
                  <a:pt x="6994" y="6301"/>
                  <a:pt x="6994" y="6459"/>
                </a:cubicBezTo>
                <a:lnTo>
                  <a:pt x="6994" y="6900"/>
                </a:lnTo>
                <a:lnTo>
                  <a:pt x="6333" y="6900"/>
                </a:lnTo>
                <a:lnTo>
                  <a:pt x="6333" y="6459"/>
                </a:lnTo>
                <a:cubicBezTo>
                  <a:pt x="6333" y="6301"/>
                  <a:pt x="6207" y="6207"/>
                  <a:pt x="6049" y="6144"/>
                </a:cubicBezTo>
                <a:cubicBezTo>
                  <a:pt x="5860" y="6112"/>
                  <a:pt x="5608" y="5986"/>
                  <a:pt x="5419" y="5860"/>
                </a:cubicBezTo>
                <a:cubicBezTo>
                  <a:pt x="5374" y="5838"/>
                  <a:pt x="5322" y="5828"/>
                  <a:pt x="5267" y="5828"/>
                </a:cubicBezTo>
                <a:cubicBezTo>
                  <a:pt x="5167" y="5828"/>
                  <a:pt x="5059" y="5862"/>
                  <a:pt x="4978" y="5923"/>
                </a:cubicBezTo>
                <a:lnTo>
                  <a:pt x="4663" y="6238"/>
                </a:lnTo>
                <a:lnTo>
                  <a:pt x="4190" y="5766"/>
                </a:lnTo>
                <a:lnTo>
                  <a:pt x="4505" y="5451"/>
                </a:lnTo>
                <a:cubicBezTo>
                  <a:pt x="4631" y="5325"/>
                  <a:pt x="4631" y="5167"/>
                  <a:pt x="4568" y="5010"/>
                </a:cubicBezTo>
                <a:cubicBezTo>
                  <a:pt x="4442" y="4821"/>
                  <a:pt x="4348" y="4632"/>
                  <a:pt x="4285" y="4380"/>
                </a:cubicBezTo>
                <a:cubicBezTo>
                  <a:pt x="4253" y="4254"/>
                  <a:pt x="4127" y="4159"/>
                  <a:pt x="4001" y="4159"/>
                </a:cubicBezTo>
                <a:lnTo>
                  <a:pt x="3529" y="4159"/>
                </a:lnTo>
                <a:lnTo>
                  <a:pt x="3529" y="3466"/>
                </a:lnTo>
                <a:lnTo>
                  <a:pt x="3970" y="3466"/>
                </a:lnTo>
                <a:cubicBezTo>
                  <a:pt x="4127" y="3466"/>
                  <a:pt x="4253" y="3372"/>
                  <a:pt x="4285" y="3214"/>
                </a:cubicBezTo>
                <a:cubicBezTo>
                  <a:pt x="4316" y="2993"/>
                  <a:pt x="4442" y="2773"/>
                  <a:pt x="4568" y="2584"/>
                </a:cubicBezTo>
                <a:cubicBezTo>
                  <a:pt x="4631" y="2458"/>
                  <a:pt x="4600" y="2269"/>
                  <a:pt x="4505" y="2143"/>
                </a:cubicBezTo>
                <a:lnTo>
                  <a:pt x="4190" y="1828"/>
                </a:lnTo>
                <a:lnTo>
                  <a:pt x="4663" y="1355"/>
                </a:lnTo>
                <a:lnTo>
                  <a:pt x="4978" y="1670"/>
                </a:lnTo>
                <a:cubicBezTo>
                  <a:pt x="5046" y="1738"/>
                  <a:pt x="5122" y="1769"/>
                  <a:pt x="5203" y="1769"/>
                </a:cubicBezTo>
                <a:cubicBezTo>
                  <a:pt x="5273" y="1769"/>
                  <a:pt x="5346" y="1746"/>
                  <a:pt x="5419" y="1702"/>
                </a:cubicBezTo>
                <a:cubicBezTo>
                  <a:pt x="5608" y="1576"/>
                  <a:pt x="5829" y="1513"/>
                  <a:pt x="6049" y="1418"/>
                </a:cubicBezTo>
                <a:cubicBezTo>
                  <a:pt x="6207" y="1387"/>
                  <a:pt x="6333" y="1261"/>
                  <a:pt x="6333" y="1103"/>
                </a:cubicBezTo>
                <a:lnTo>
                  <a:pt x="6333" y="694"/>
                </a:lnTo>
                <a:close/>
                <a:moveTo>
                  <a:pt x="10964" y="4821"/>
                </a:moveTo>
                <a:lnTo>
                  <a:pt x="9830" y="8255"/>
                </a:lnTo>
                <a:lnTo>
                  <a:pt x="2773" y="8255"/>
                </a:lnTo>
                <a:lnTo>
                  <a:pt x="2143" y="4821"/>
                </a:lnTo>
                <a:lnTo>
                  <a:pt x="3686" y="4821"/>
                </a:lnTo>
                <a:cubicBezTo>
                  <a:pt x="3718" y="4947"/>
                  <a:pt x="3781" y="5010"/>
                  <a:pt x="3812" y="5136"/>
                </a:cubicBezTo>
                <a:lnTo>
                  <a:pt x="3466" y="5482"/>
                </a:lnTo>
                <a:cubicBezTo>
                  <a:pt x="3340" y="5608"/>
                  <a:pt x="3340" y="5829"/>
                  <a:pt x="3466" y="5955"/>
                </a:cubicBezTo>
                <a:lnTo>
                  <a:pt x="4442" y="6932"/>
                </a:lnTo>
                <a:cubicBezTo>
                  <a:pt x="4505" y="6995"/>
                  <a:pt x="4592" y="7026"/>
                  <a:pt x="4679" y="7026"/>
                </a:cubicBezTo>
                <a:cubicBezTo>
                  <a:pt x="4765" y="7026"/>
                  <a:pt x="4852" y="6995"/>
                  <a:pt x="4915" y="6932"/>
                </a:cubicBezTo>
                <a:lnTo>
                  <a:pt x="5262" y="6585"/>
                </a:lnTo>
                <a:cubicBezTo>
                  <a:pt x="5356" y="6617"/>
                  <a:pt x="5451" y="6680"/>
                  <a:pt x="5577" y="6711"/>
                </a:cubicBezTo>
                <a:lnTo>
                  <a:pt x="5577" y="7215"/>
                </a:lnTo>
                <a:cubicBezTo>
                  <a:pt x="5577" y="7404"/>
                  <a:pt x="5734" y="7562"/>
                  <a:pt x="5923" y="7562"/>
                </a:cubicBezTo>
                <a:lnTo>
                  <a:pt x="7309" y="7562"/>
                </a:lnTo>
                <a:cubicBezTo>
                  <a:pt x="7498" y="7562"/>
                  <a:pt x="7656" y="7404"/>
                  <a:pt x="7656" y="7215"/>
                </a:cubicBezTo>
                <a:lnTo>
                  <a:pt x="7656" y="6711"/>
                </a:lnTo>
                <a:cubicBezTo>
                  <a:pt x="7782" y="6680"/>
                  <a:pt x="7876" y="6617"/>
                  <a:pt x="7971" y="6585"/>
                </a:cubicBezTo>
                <a:lnTo>
                  <a:pt x="8349" y="6932"/>
                </a:lnTo>
                <a:cubicBezTo>
                  <a:pt x="8396" y="6995"/>
                  <a:pt x="8483" y="7026"/>
                  <a:pt x="8574" y="7026"/>
                </a:cubicBezTo>
                <a:cubicBezTo>
                  <a:pt x="8664" y="7026"/>
                  <a:pt x="8759" y="6995"/>
                  <a:pt x="8822" y="6932"/>
                </a:cubicBezTo>
                <a:lnTo>
                  <a:pt x="9798" y="5955"/>
                </a:lnTo>
                <a:cubicBezTo>
                  <a:pt x="9924" y="5829"/>
                  <a:pt x="9924" y="5608"/>
                  <a:pt x="9798" y="5482"/>
                </a:cubicBezTo>
                <a:lnTo>
                  <a:pt x="9452" y="5136"/>
                </a:lnTo>
                <a:cubicBezTo>
                  <a:pt x="9483" y="5041"/>
                  <a:pt x="9515" y="4947"/>
                  <a:pt x="9546" y="4821"/>
                </a:cubicBezTo>
                <a:close/>
                <a:moveTo>
                  <a:pt x="3907" y="10334"/>
                </a:moveTo>
                <a:cubicBezTo>
                  <a:pt x="4096" y="10366"/>
                  <a:pt x="4253" y="10523"/>
                  <a:pt x="4253" y="10681"/>
                </a:cubicBezTo>
                <a:cubicBezTo>
                  <a:pt x="4253" y="10870"/>
                  <a:pt x="4096" y="11027"/>
                  <a:pt x="3907" y="11027"/>
                </a:cubicBezTo>
                <a:cubicBezTo>
                  <a:pt x="3686" y="11027"/>
                  <a:pt x="3529" y="10870"/>
                  <a:pt x="3529" y="10681"/>
                </a:cubicBezTo>
                <a:cubicBezTo>
                  <a:pt x="3529" y="10492"/>
                  <a:pt x="3686" y="10334"/>
                  <a:pt x="3907" y="10334"/>
                </a:cubicBezTo>
                <a:close/>
                <a:moveTo>
                  <a:pt x="8664" y="10334"/>
                </a:moveTo>
                <a:cubicBezTo>
                  <a:pt x="8853" y="10366"/>
                  <a:pt x="9011" y="10523"/>
                  <a:pt x="9011" y="10681"/>
                </a:cubicBezTo>
                <a:cubicBezTo>
                  <a:pt x="9011" y="10870"/>
                  <a:pt x="8853" y="11027"/>
                  <a:pt x="8664" y="11027"/>
                </a:cubicBezTo>
                <a:cubicBezTo>
                  <a:pt x="8444" y="11027"/>
                  <a:pt x="8286" y="10870"/>
                  <a:pt x="8286" y="10681"/>
                </a:cubicBezTo>
                <a:cubicBezTo>
                  <a:pt x="8286" y="10492"/>
                  <a:pt x="8444" y="10334"/>
                  <a:pt x="8664" y="10334"/>
                </a:cubicBezTo>
                <a:close/>
                <a:moveTo>
                  <a:pt x="5892" y="0"/>
                </a:moveTo>
                <a:cubicBezTo>
                  <a:pt x="5703" y="0"/>
                  <a:pt x="5545" y="158"/>
                  <a:pt x="5545" y="379"/>
                </a:cubicBezTo>
                <a:lnTo>
                  <a:pt x="5545" y="883"/>
                </a:lnTo>
                <a:cubicBezTo>
                  <a:pt x="5419" y="914"/>
                  <a:pt x="5356" y="946"/>
                  <a:pt x="5230" y="1009"/>
                </a:cubicBezTo>
                <a:lnTo>
                  <a:pt x="4883" y="631"/>
                </a:lnTo>
                <a:cubicBezTo>
                  <a:pt x="4820" y="583"/>
                  <a:pt x="4734" y="560"/>
                  <a:pt x="4647" y="560"/>
                </a:cubicBezTo>
                <a:cubicBezTo>
                  <a:pt x="4561" y="560"/>
                  <a:pt x="4474" y="583"/>
                  <a:pt x="4411" y="631"/>
                </a:cubicBezTo>
                <a:lnTo>
                  <a:pt x="3434" y="1639"/>
                </a:lnTo>
                <a:cubicBezTo>
                  <a:pt x="3308" y="1733"/>
                  <a:pt x="3308" y="1985"/>
                  <a:pt x="3434" y="2111"/>
                </a:cubicBezTo>
                <a:lnTo>
                  <a:pt x="3781" y="2458"/>
                </a:lnTo>
                <a:cubicBezTo>
                  <a:pt x="3718" y="2521"/>
                  <a:pt x="3686" y="2647"/>
                  <a:pt x="3655" y="2773"/>
                </a:cubicBezTo>
                <a:lnTo>
                  <a:pt x="3151" y="2773"/>
                </a:lnTo>
                <a:cubicBezTo>
                  <a:pt x="2930" y="2773"/>
                  <a:pt x="2773" y="2930"/>
                  <a:pt x="2773" y="3119"/>
                </a:cubicBezTo>
                <a:lnTo>
                  <a:pt x="2773" y="4159"/>
                </a:lnTo>
                <a:lnTo>
                  <a:pt x="1985" y="4159"/>
                </a:lnTo>
                <a:lnTo>
                  <a:pt x="1765" y="2930"/>
                </a:lnTo>
                <a:cubicBezTo>
                  <a:pt x="1670" y="2458"/>
                  <a:pt x="1197" y="2111"/>
                  <a:pt x="693" y="2111"/>
                </a:cubicBezTo>
                <a:lnTo>
                  <a:pt x="347" y="2111"/>
                </a:lnTo>
                <a:cubicBezTo>
                  <a:pt x="158" y="2111"/>
                  <a:pt x="0" y="2269"/>
                  <a:pt x="0" y="2458"/>
                </a:cubicBezTo>
                <a:cubicBezTo>
                  <a:pt x="0" y="2647"/>
                  <a:pt x="158" y="2804"/>
                  <a:pt x="347" y="2804"/>
                </a:cubicBezTo>
                <a:lnTo>
                  <a:pt x="693" y="2804"/>
                </a:lnTo>
                <a:cubicBezTo>
                  <a:pt x="882" y="2804"/>
                  <a:pt x="1103" y="2930"/>
                  <a:pt x="1103" y="3088"/>
                </a:cubicBezTo>
                <a:lnTo>
                  <a:pt x="2080" y="8570"/>
                </a:lnTo>
                <a:cubicBezTo>
                  <a:pt x="1891" y="8759"/>
                  <a:pt x="1765" y="9042"/>
                  <a:pt x="1765" y="9357"/>
                </a:cubicBezTo>
                <a:cubicBezTo>
                  <a:pt x="1765" y="9861"/>
                  <a:pt x="2143" y="10366"/>
                  <a:pt x="2867" y="10366"/>
                </a:cubicBezTo>
                <a:cubicBezTo>
                  <a:pt x="2836" y="10492"/>
                  <a:pt x="2836" y="10618"/>
                  <a:pt x="2836" y="10712"/>
                </a:cubicBezTo>
                <a:cubicBezTo>
                  <a:pt x="2836" y="11279"/>
                  <a:pt x="3308" y="11752"/>
                  <a:pt x="3844" y="11752"/>
                </a:cubicBezTo>
                <a:cubicBezTo>
                  <a:pt x="4411" y="11752"/>
                  <a:pt x="4883" y="11279"/>
                  <a:pt x="4883" y="10712"/>
                </a:cubicBezTo>
                <a:cubicBezTo>
                  <a:pt x="4883" y="10618"/>
                  <a:pt x="4820" y="10492"/>
                  <a:pt x="4820" y="10366"/>
                </a:cubicBezTo>
                <a:lnTo>
                  <a:pt x="7719" y="10366"/>
                </a:lnTo>
                <a:cubicBezTo>
                  <a:pt x="7656" y="10492"/>
                  <a:pt x="7656" y="10618"/>
                  <a:pt x="7656" y="10712"/>
                </a:cubicBezTo>
                <a:cubicBezTo>
                  <a:pt x="7656" y="11279"/>
                  <a:pt x="8129" y="11752"/>
                  <a:pt x="8696" y="11752"/>
                </a:cubicBezTo>
                <a:cubicBezTo>
                  <a:pt x="9231" y="11752"/>
                  <a:pt x="9735" y="11279"/>
                  <a:pt x="9735" y="10712"/>
                </a:cubicBezTo>
                <a:cubicBezTo>
                  <a:pt x="9735" y="10618"/>
                  <a:pt x="9672" y="10492"/>
                  <a:pt x="9672" y="10366"/>
                </a:cubicBezTo>
                <a:lnTo>
                  <a:pt x="10082" y="10366"/>
                </a:lnTo>
                <a:cubicBezTo>
                  <a:pt x="10271" y="10366"/>
                  <a:pt x="10428" y="10208"/>
                  <a:pt x="10428" y="10019"/>
                </a:cubicBezTo>
                <a:cubicBezTo>
                  <a:pt x="10428" y="9830"/>
                  <a:pt x="10271" y="9672"/>
                  <a:pt x="10082" y="9672"/>
                </a:cubicBezTo>
                <a:lnTo>
                  <a:pt x="2867" y="9672"/>
                </a:lnTo>
                <a:cubicBezTo>
                  <a:pt x="2678" y="9672"/>
                  <a:pt x="2521" y="9515"/>
                  <a:pt x="2521" y="9294"/>
                </a:cubicBezTo>
                <a:cubicBezTo>
                  <a:pt x="2521" y="9137"/>
                  <a:pt x="2678" y="8948"/>
                  <a:pt x="2867" y="8948"/>
                </a:cubicBezTo>
                <a:lnTo>
                  <a:pt x="10082" y="8948"/>
                </a:lnTo>
                <a:cubicBezTo>
                  <a:pt x="10239" y="8948"/>
                  <a:pt x="10334" y="8885"/>
                  <a:pt x="10397" y="8727"/>
                </a:cubicBezTo>
                <a:lnTo>
                  <a:pt x="11720" y="4663"/>
                </a:lnTo>
                <a:cubicBezTo>
                  <a:pt x="11783" y="4537"/>
                  <a:pt x="11720" y="4411"/>
                  <a:pt x="11689" y="4348"/>
                </a:cubicBezTo>
                <a:cubicBezTo>
                  <a:pt x="11563" y="4191"/>
                  <a:pt x="11405" y="4191"/>
                  <a:pt x="11279" y="4191"/>
                </a:cubicBezTo>
                <a:lnTo>
                  <a:pt x="10397" y="4191"/>
                </a:lnTo>
                <a:lnTo>
                  <a:pt x="10397" y="3119"/>
                </a:lnTo>
                <a:cubicBezTo>
                  <a:pt x="10397" y="2930"/>
                  <a:pt x="10239" y="2773"/>
                  <a:pt x="10019" y="2773"/>
                </a:cubicBezTo>
                <a:lnTo>
                  <a:pt x="9515" y="2773"/>
                </a:lnTo>
                <a:cubicBezTo>
                  <a:pt x="9483" y="2647"/>
                  <a:pt x="9452" y="2584"/>
                  <a:pt x="9389" y="2458"/>
                </a:cubicBezTo>
                <a:lnTo>
                  <a:pt x="9767" y="2080"/>
                </a:lnTo>
                <a:cubicBezTo>
                  <a:pt x="9861" y="1985"/>
                  <a:pt x="9861" y="1733"/>
                  <a:pt x="9767" y="1607"/>
                </a:cubicBezTo>
                <a:lnTo>
                  <a:pt x="8759" y="631"/>
                </a:lnTo>
                <a:cubicBezTo>
                  <a:pt x="8711" y="568"/>
                  <a:pt x="8625" y="536"/>
                  <a:pt x="8534" y="536"/>
                </a:cubicBezTo>
                <a:cubicBezTo>
                  <a:pt x="8444" y="536"/>
                  <a:pt x="8349" y="568"/>
                  <a:pt x="8286" y="631"/>
                </a:cubicBezTo>
                <a:lnTo>
                  <a:pt x="7939" y="1009"/>
                </a:lnTo>
                <a:cubicBezTo>
                  <a:pt x="7876" y="946"/>
                  <a:pt x="7750" y="914"/>
                  <a:pt x="7624" y="883"/>
                </a:cubicBezTo>
                <a:lnTo>
                  <a:pt x="7624" y="379"/>
                </a:lnTo>
                <a:cubicBezTo>
                  <a:pt x="7624" y="158"/>
                  <a:pt x="7467" y="0"/>
                  <a:pt x="727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5" name="Google Shape;12548;p89">
            <a:extLst>
              <a:ext uri="{FF2B5EF4-FFF2-40B4-BE49-F238E27FC236}">
                <a16:creationId xmlns:a16="http://schemas.microsoft.com/office/drawing/2014/main" id="{E17825E2-2644-0611-3F23-4171B2C02599}"/>
              </a:ext>
            </a:extLst>
          </p:cNvPr>
          <p:cNvSpPr/>
          <p:nvPr/>
        </p:nvSpPr>
        <p:spPr>
          <a:xfrm>
            <a:off x="7252191" y="2596305"/>
            <a:ext cx="185488" cy="185488"/>
          </a:xfrm>
          <a:custGeom>
            <a:avLst/>
            <a:gdLst/>
            <a:ahLst/>
            <a:cxnLst/>
            <a:rect l="l" t="t" r="r" b="b"/>
            <a:pathLst>
              <a:path w="3372" h="3372" extrusionOk="0">
                <a:moveTo>
                  <a:pt x="1701" y="631"/>
                </a:moveTo>
                <a:cubicBezTo>
                  <a:pt x="2237" y="631"/>
                  <a:pt x="2709" y="1103"/>
                  <a:pt x="2709" y="1639"/>
                </a:cubicBezTo>
                <a:cubicBezTo>
                  <a:pt x="2709" y="2206"/>
                  <a:pt x="2237" y="2679"/>
                  <a:pt x="1701" y="2679"/>
                </a:cubicBezTo>
                <a:cubicBezTo>
                  <a:pt x="1134" y="2679"/>
                  <a:pt x="662" y="2206"/>
                  <a:pt x="662" y="1639"/>
                </a:cubicBezTo>
                <a:cubicBezTo>
                  <a:pt x="662" y="1103"/>
                  <a:pt x="1134" y="631"/>
                  <a:pt x="1701" y="631"/>
                </a:cubicBezTo>
                <a:close/>
                <a:moveTo>
                  <a:pt x="1701" y="1"/>
                </a:moveTo>
                <a:cubicBezTo>
                  <a:pt x="756" y="1"/>
                  <a:pt x="0" y="725"/>
                  <a:pt x="0" y="1702"/>
                </a:cubicBezTo>
                <a:cubicBezTo>
                  <a:pt x="0" y="2647"/>
                  <a:pt x="756" y="3372"/>
                  <a:pt x="1701" y="3372"/>
                </a:cubicBezTo>
                <a:cubicBezTo>
                  <a:pt x="2646" y="3372"/>
                  <a:pt x="3371" y="2647"/>
                  <a:pt x="3371" y="1702"/>
                </a:cubicBezTo>
                <a:cubicBezTo>
                  <a:pt x="3371" y="725"/>
                  <a:pt x="2646" y="1"/>
                  <a:pt x="170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74" name="Google Shape;12553;p89">
            <a:extLst>
              <a:ext uri="{FF2B5EF4-FFF2-40B4-BE49-F238E27FC236}">
                <a16:creationId xmlns:a16="http://schemas.microsoft.com/office/drawing/2014/main" id="{F17007CF-EB98-6623-D199-A2DD396CB1A9}"/>
              </a:ext>
            </a:extLst>
          </p:cNvPr>
          <p:cNvSpPr/>
          <p:nvPr/>
        </p:nvSpPr>
        <p:spPr>
          <a:xfrm>
            <a:off x="11151816" y="2480867"/>
            <a:ext cx="642992" cy="641232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75" name="Google Shape;12565;p89">
            <a:extLst>
              <a:ext uri="{FF2B5EF4-FFF2-40B4-BE49-F238E27FC236}">
                <a16:creationId xmlns:a16="http://schemas.microsoft.com/office/drawing/2014/main" id="{51B1B8CF-CED2-63AA-3399-56DA2F390B0E}"/>
              </a:ext>
            </a:extLst>
          </p:cNvPr>
          <p:cNvSpPr/>
          <p:nvPr/>
        </p:nvSpPr>
        <p:spPr>
          <a:xfrm>
            <a:off x="3705149" y="2500120"/>
            <a:ext cx="655149" cy="602727"/>
          </a:xfrm>
          <a:custGeom>
            <a:avLst/>
            <a:gdLst/>
            <a:ahLst/>
            <a:cxnLst/>
            <a:rect l="l" t="t" r="r" b="b"/>
            <a:pathLst>
              <a:path w="11910" h="10957" extrusionOk="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0" name="Google Shape;12576;p89">
            <a:extLst>
              <a:ext uri="{FF2B5EF4-FFF2-40B4-BE49-F238E27FC236}">
                <a16:creationId xmlns:a16="http://schemas.microsoft.com/office/drawing/2014/main" id="{395C6C5E-E8FF-C81D-78B6-9B0CAD065F52}"/>
              </a:ext>
            </a:extLst>
          </p:cNvPr>
          <p:cNvSpPr/>
          <p:nvPr/>
        </p:nvSpPr>
        <p:spPr>
          <a:xfrm>
            <a:off x="7877846" y="2479331"/>
            <a:ext cx="568457" cy="644753"/>
          </a:xfrm>
          <a:custGeom>
            <a:avLst/>
            <a:gdLst/>
            <a:ahLst/>
            <a:cxnLst/>
            <a:rect l="l" t="t" r="r" b="b"/>
            <a:pathLst>
              <a:path w="10334" h="11721" extrusionOk="0">
                <a:moveTo>
                  <a:pt x="6018" y="694"/>
                </a:moveTo>
                <a:cubicBezTo>
                  <a:pt x="6175" y="694"/>
                  <a:pt x="6301" y="757"/>
                  <a:pt x="6333" y="915"/>
                </a:cubicBezTo>
                <a:lnTo>
                  <a:pt x="6490" y="1450"/>
                </a:lnTo>
                <a:lnTo>
                  <a:pt x="3781" y="1450"/>
                </a:lnTo>
                <a:lnTo>
                  <a:pt x="3970" y="915"/>
                </a:lnTo>
                <a:cubicBezTo>
                  <a:pt x="4033" y="757"/>
                  <a:pt x="4127" y="694"/>
                  <a:pt x="4285" y="694"/>
                </a:cubicBezTo>
                <a:close/>
                <a:moveTo>
                  <a:pt x="9326" y="2049"/>
                </a:moveTo>
                <a:cubicBezTo>
                  <a:pt x="9546" y="2049"/>
                  <a:pt x="9704" y="2206"/>
                  <a:pt x="9704" y="2427"/>
                </a:cubicBezTo>
                <a:lnTo>
                  <a:pt x="9704" y="2773"/>
                </a:lnTo>
                <a:lnTo>
                  <a:pt x="756" y="2773"/>
                </a:lnTo>
                <a:lnTo>
                  <a:pt x="756" y="2427"/>
                </a:lnTo>
                <a:cubicBezTo>
                  <a:pt x="756" y="2206"/>
                  <a:pt x="914" y="2049"/>
                  <a:pt x="1103" y="2049"/>
                </a:cubicBezTo>
                <a:close/>
                <a:moveTo>
                  <a:pt x="8916" y="3498"/>
                </a:moveTo>
                <a:lnTo>
                  <a:pt x="8317" y="10681"/>
                </a:lnTo>
                <a:cubicBezTo>
                  <a:pt x="8317" y="10839"/>
                  <a:pt x="8160" y="10996"/>
                  <a:pt x="7971" y="10996"/>
                </a:cubicBezTo>
                <a:lnTo>
                  <a:pt x="2363" y="10996"/>
                </a:lnTo>
                <a:cubicBezTo>
                  <a:pt x="2174" y="10996"/>
                  <a:pt x="2048" y="10902"/>
                  <a:pt x="2016" y="10681"/>
                </a:cubicBezTo>
                <a:lnTo>
                  <a:pt x="1418" y="3498"/>
                </a:lnTo>
                <a:close/>
                <a:moveTo>
                  <a:pt x="4285" y="1"/>
                </a:moveTo>
                <a:cubicBezTo>
                  <a:pt x="3875" y="1"/>
                  <a:pt x="3466" y="285"/>
                  <a:pt x="3308" y="726"/>
                </a:cubicBezTo>
                <a:lnTo>
                  <a:pt x="3088" y="1450"/>
                </a:lnTo>
                <a:lnTo>
                  <a:pt x="1040" y="1450"/>
                </a:lnTo>
                <a:cubicBezTo>
                  <a:pt x="473" y="1450"/>
                  <a:pt x="0" y="1923"/>
                  <a:pt x="0" y="2458"/>
                </a:cubicBezTo>
                <a:lnTo>
                  <a:pt x="0" y="3120"/>
                </a:lnTo>
                <a:cubicBezTo>
                  <a:pt x="0" y="3341"/>
                  <a:pt x="158" y="3498"/>
                  <a:pt x="347" y="3498"/>
                </a:cubicBezTo>
                <a:lnTo>
                  <a:pt x="725" y="3498"/>
                </a:lnTo>
                <a:lnTo>
                  <a:pt x="1292" y="10776"/>
                </a:lnTo>
                <a:cubicBezTo>
                  <a:pt x="1355" y="11311"/>
                  <a:pt x="1764" y="11721"/>
                  <a:pt x="2331" y="11721"/>
                </a:cubicBezTo>
                <a:lnTo>
                  <a:pt x="7908" y="11721"/>
                </a:lnTo>
                <a:cubicBezTo>
                  <a:pt x="8475" y="11721"/>
                  <a:pt x="8916" y="11311"/>
                  <a:pt x="8948" y="10776"/>
                </a:cubicBezTo>
                <a:lnTo>
                  <a:pt x="9546" y="3498"/>
                </a:lnTo>
                <a:lnTo>
                  <a:pt x="9893" y="3498"/>
                </a:lnTo>
                <a:cubicBezTo>
                  <a:pt x="10082" y="3498"/>
                  <a:pt x="10239" y="3341"/>
                  <a:pt x="10239" y="3120"/>
                </a:cubicBezTo>
                <a:lnTo>
                  <a:pt x="10239" y="2458"/>
                </a:lnTo>
                <a:cubicBezTo>
                  <a:pt x="10334" y="1860"/>
                  <a:pt x="9861" y="1450"/>
                  <a:pt x="9294" y="1450"/>
                </a:cubicBezTo>
                <a:lnTo>
                  <a:pt x="7246" y="1450"/>
                </a:lnTo>
                <a:lnTo>
                  <a:pt x="7026" y="726"/>
                </a:lnTo>
                <a:cubicBezTo>
                  <a:pt x="6868" y="285"/>
                  <a:pt x="6490" y="1"/>
                  <a:pt x="601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1" name="Google Shape;12577;p89">
            <a:extLst>
              <a:ext uri="{FF2B5EF4-FFF2-40B4-BE49-F238E27FC236}">
                <a16:creationId xmlns:a16="http://schemas.microsoft.com/office/drawing/2014/main" id="{6912FD3D-436C-9923-2868-FB3C5C2478AD}"/>
              </a:ext>
            </a:extLst>
          </p:cNvPr>
          <p:cNvSpPr/>
          <p:nvPr/>
        </p:nvSpPr>
        <p:spPr>
          <a:xfrm>
            <a:off x="8032088" y="2708110"/>
            <a:ext cx="38176" cy="339732"/>
          </a:xfrm>
          <a:custGeom>
            <a:avLst/>
            <a:gdLst/>
            <a:ahLst/>
            <a:cxnLst/>
            <a:rect l="l" t="t" r="r" b="b"/>
            <a:pathLst>
              <a:path w="694" h="617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5829"/>
                </a:lnTo>
                <a:cubicBezTo>
                  <a:pt x="0" y="6018"/>
                  <a:pt x="158" y="6176"/>
                  <a:pt x="347" y="6176"/>
                </a:cubicBezTo>
                <a:cubicBezTo>
                  <a:pt x="536" y="6176"/>
                  <a:pt x="693" y="6018"/>
                  <a:pt x="693" y="5829"/>
                </a:cubicBezTo>
                <a:lnTo>
                  <a:pt x="693" y="347"/>
                </a:ln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2" name="Google Shape;12578;p89">
            <a:extLst>
              <a:ext uri="{FF2B5EF4-FFF2-40B4-BE49-F238E27FC236}">
                <a16:creationId xmlns:a16="http://schemas.microsoft.com/office/drawing/2014/main" id="{233A32E1-93E6-9101-3729-5C219EFD206E}"/>
              </a:ext>
            </a:extLst>
          </p:cNvPr>
          <p:cNvSpPr/>
          <p:nvPr/>
        </p:nvSpPr>
        <p:spPr>
          <a:xfrm>
            <a:off x="8144691" y="2708110"/>
            <a:ext cx="38176" cy="339732"/>
          </a:xfrm>
          <a:custGeom>
            <a:avLst/>
            <a:gdLst/>
            <a:ahLst/>
            <a:cxnLst/>
            <a:rect l="l" t="t" r="r" b="b"/>
            <a:pathLst>
              <a:path w="694" h="617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5829"/>
                </a:lnTo>
                <a:cubicBezTo>
                  <a:pt x="1" y="6018"/>
                  <a:pt x="158" y="6176"/>
                  <a:pt x="347" y="6176"/>
                </a:cubicBezTo>
                <a:cubicBezTo>
                  <a:pt x="536" y="6176"/>
                  <a:pt x="694" y="6018"/>
                  <a:pt x="694" y="5829"/>
                </a:cubicBezTo>
                <a:lnTo>
                  <a:pt x="694" y="347"/>
                </a:lnTo>
                <a:cubicBezTo>
                  <a:pt x="694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83" name="Google Shape;12579;p89">
            <a:extLst>
              <a:ext uri="{FF2B5EF4-FFF2-40B4-BE49-F238E27FC236}">
                <a16:creationId xmlns:a16="http://schemas.microsoft.com/office/drawing/2014/main" id="{38F05447-64EE-F582-0B4D-C096409D117B}"/>
              </a:ext>
            </a:extLst>
          </p:cNvPr>
          <p:cNvSpPr/>
          <p:nvPr/>
        </p:nvSpPr>
        <p:spPr>
          <a:xfrm>
            <a:off x="8257347" y="2708110"/>
            <a:ext cx="38176" cy="339732"/>
          </a:xfrm>
          <a:custGeom>
            <a:avLst/>
            <a:gdLst/>
            <a:ahLst/>
            <a:cxnLst/>
            <a:rect l="l" t="t" r="r" b="b"/>
            <a:pathLst>
              <a:path w="694" h="617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5829"/>
                </a:lnTo>
                <a:cubicBezTo>
                  <a:pt x="1" y="6018"/>
                  <a:pt x="158" y="6176"/>
                  <a:pt x="347" y="6176"/>
                </a:cubicBezTo>
                <a:cubicBezTo>
                  <a:pt x="536" y="6176"/>
                  <a:pt x="694" y="6018"/>
                  <a:pt x="694" y="5829"/>
                </a:cubicBezTo>
                <a:lnTo>
                  <a:pt x="694" y="347"/>
                </a:lnTo>
                <a:cubicBezTo>
                  <a:pt x="694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78" name="Google Shape;12606;p89">
            <a:extLst>
              <a:ext uri="{FF2B5EF4-FFF2-40B4-BE49-F238E27FC236}">
                <a16:creationId xmlns:a16="http://schemas.microsoft.com/office/drawing/2014/main" id="{8EB883E9-7595-1896-EB3F-76D94D9865FD}"/>
              </a:ext>
            </a:extLst>
          </p:cNvPr>
          <p:cNvSpPr/>
          <p:nvPr/>
        </p:nvSpPr>
        <p:spPr>
          <a:xfrm>
            <a:off x="2047705" y="2483650"/>
            <a:ext cx="640885" cy="635903"/>
          </a:xfrm>
          <a:custGeom>
            <a:avLst/>
            <a:gdLst/>
            <a:ahLst/>
            <a:cxnLst/>
            <a:rect l="l" t="t" r="r" b="b"/>
            <a:pathLst>
              <a:path w="10510" h="10427" extrusionOk="0">
                <a:moveTo>
                  <a:pt x="5269" y="1924"/>
                </a:moveTo>
                <a:cubicBezTo>
                  <a:pt x="6022" y="1924"/>
                  <a:pt x="6635" y="2454"/>
                  <a:pt x="6774" y="3151"/>
                </a:cubicBezTo>
                <a:lnTo>
                  <a:pt x="3791" y="3151"/>
                </a:lnTo>
                <a:cubicBezTo>
                  <a:pt x="3931" y="2454"/>
                  <a:pt x="4544" y="1924"/>
                  <a:pt x="5269" y="1924"/>
                </a:cubicBezTo>
                <a:close/>
                <a:moveTo>
                  <a:pt x="4962" y="3764"/>
                </a:moveTo>
                <a:lnTo>
                  <a:pt x="4962" y="9785"/>
                </a:lnTo>
                <a:cubicBezTo>
                  <a:pt x="3959" y="9646"/>
                  <a:pt x="3150" y="8754"/>
                  <a:pt x="3150" y="7694"/>
                </a:cubicBezTo>
                <a:lnTo>
                  <a:pt x="3150" y="4071"/>
                </a:lnTo>
                <a:cubicBezTo>
                  <a:pt x="3150" y="3903"/>
                  <a:pt x="3290" y="3764"/>
                  <a:pt x="3485" y="3764"/>
                </a:cubicBezTo>
                <a:close/>
                <a:moveTo>
                  <a:pt x="7109" y="3764"/>
                </a:moveTo>
                <a:cubicBezTo>
                  <a:pt x="7276" y="3764"/>
                  <a:pt x="7415" y="3903"/>
                  <a:pt x="7415" y="4071"/>
                </a:cubicBezTo>
                <a:lnTo>
                  <a:pt x="7415" y="7694"/>
                </a:lnTo>
                <a:cubicBezTo>
                  <a:pt x="7415" y="8754"/>
                  <a:pt x="6607" y="9646"/>
                  <a:pt x="5603" y="9785"/>
                </a:cubicBezTo>
                <a:lnTo>
                  <a:pt x="5603" y="3764"/>
                </a:lnTo>
                <a:close/>
                <a:moveTo>
                  <a:pt x="3987" y="1"/>
                </a:moveTo>
                <a:cubicBezTo>
                  <a:pt x="3819" y="1"/>
                  <a:pt x="3680" y="140"/>
                  <a:pt x="3680" y="307"/>
                </a:cubicBezTo>
                <a:lnTo>
                  <a:pt x="3680" y="921"/>
                </a:lnTo>
                <a:cubicBezTo>
                  <a:pt x="3680" y="1199"/>
                  <a:pt x="3819" y="1422"/>
                  <a:pt x="3987" y="1618"/>
                </a:cubicBezTo>
                <a:cubicBezTo>
                  <a:pt x="3513" y="1952"/>
                  <a:pt x="3150" y="2482"/>
                  <a:pt x="3095" y="3095"/>
                </a:cubicBezTo>
                <a:cubicBezTo>
                  <a:pt x="2732" y="3206"/>
                  <a:pt x="2453" y="3569"/>
                  <a:pt x="2453" y="3987"/>
                </a:cubicBezTo>
                <a:lnTo>
                  <a:pt x="2453" y="4294"/>
                </a:lnTo>
                <a:lnTo>
                  <a:pt x="1840" y="4294"/>
                </a:lnTo>
                <a:cubicBezTo>
                  <a:pt x="1450" y="4294"/>
                  <a:pt x="1115" y="4043"/>
                  <a:pt x="976" y="3652"/>
                </a:cubicBezTo>
                <a:lnTo>
                  <a:pt x="642" y="2677"/>
                </a:lnTo>
                <a:cubicBezTo>
                  <a:pt x="600" y="2551"/>
                  <a:pt x="511" y="2489"/>
                  <a:pt x="399" y="2489"/>
                </a:cubicBezTo>
                <a:cubicBezTo>
                  <a:pt x="361" y="2489"/>
                  <a:pt x="321" y="2496"/>
                  <a:pt x="279" y="2510"/>
                </a:cubicBezTo>
                <a:cubicBezTo>
                  <a:pt x="84" y="2565"/>
                  <a:pt x="28" y="2705"/>
                  <a:pt x="84" y="2900"/>
                </a:cubicBezTo>
                <a:lnTo>
                  <a:pt x="419" y="3875"/>
                </a:lnTo>
                <a:cubicBezTo>
                  <a:pt x="614" y="4489"/>
                  <a:pt x="1171" y="4907"/>
                  <a:pt x="1840" y="4907"/>
                </a:cubicBezTo>
                <a:lnTo>
                  <a:pt x="2453" y="4907"/>
                </a:lnTo>
                <a:lnTo>
                  <a:pt x="2453" y="6133"/>
                </a:lnTo>
                <a:lnTo>
                  <a:pt x="335" y="6133"/>
                </a:lnTo>
                <a:cubicBezTo>
                  <a:pt x="168" y="6133"/>
                  <a:pt x="28" y="6273"/>
                  <a:pt x="28" y="6440"/>
                </a:cubicBezTo>
                <a:cubicBezTo>
                  <a:pt x="28" y="6635"/>
                  <a:pt x="168" y="6775"/>
                  <a:pt x="335" y="6775"/>
                </a:cubicBezTo>
                <a:lnTo>
                  <a:pt x="2453" y="6775"/>
                </a:lnTo>
                <a:lnTo>
                  <a:pt x="2453" y="7667"/>
                </a:lnTo>
                <a:lnTo>
                  <a:pt x="2453" y="7973"/>
                </a:lnTo>
                <a:lnTo>
                  <a:pt x="1812" y="7973"/>
                </a:lnTo>
                <a:cubicBezTo>
                  <a:pt x="1143" y="7973"/>
                  <a:pt x="586" y="8391"/>
                  <a:pt x="363" y="9032"/>
                </a:cubicBezTo>
                <a:lnTo>
                  <a:pt x="56" y="10008"/>
                </a:lnTo>
                <a:cubicBezTo>
                  <a:pt x="0" y="10175"/>
                  <a:pt x="84" y="10315"/>
                  <a:pt x="223" y="10398"/>
                </a:cubicBezTo>
                <a:cubicBezTo>
                  <a:pt x="259" y="10408"/>
                  <a:pt x="292" y="10413"/>
                  <a:pt x="323" y="10413"/>
                </a:cubicBezTo>
                <a:cubicBezTo>
                  <a:pt x="466" y="10413"/>
                  <a:pt x="568" y="10317"/>
                  <a:pt x="614" y="10203"/>
                </a:cubicBezTo>
                <a:lnTo>
                  <a:pt x="920" y="9228"/>
                </a:lnTo>
                <a:cubicBezTo>
                  <a:pt x="1060" y="8865"/>
                  <a:pt x="1394" y="8614"/>
                  <a:pt x="1812" y="8614"/>
                </a:cubicBezTo>
                <a:lnTo>
                  <a:pt x="2593" y="8614"/>
                </a:lnTo>
                <a:cubicBezTo>
                  <a:pt x="2983" y="9646"/>
                  <a:pt x="3987" y="10426"/>
                  <a:pt x="5185" y="10426"/>
                </a:cubicBezTo>
                <a:cubicBezTo>
                  <a:pt x="6356" y="10426"/>
                  <a:pt x="7387" y="9646"/>
                  <a:pt x="7750" y="8614"/>
                </a:cubicBezTo>
                <a:lnTo>
                  <a:pt x="8586" y="8614"/>
                </a:lnTo>
                <a:cubicBezTo>
                  <a:pt x="8976" y="8614"/>
                  <a:pt x="9339" y="8837"/>
                  <a:pt x="9478" y="9228"/>
                </a:cubicBezTo>
                <a:lnTo>
                  <a:pt x="9785" y="10203"/>
                </a:lnTo>
                <a:cubicBezTo>
                  <a:pt x="9827" y="10351"/>
                  <a:pt x="9917" y="10419"/>
                  <a:pt x="10043" y="10419"/>
                </a:cubicBezTo>
                <a:cubicBezTo>
                  <a:pt x="10084" y="10419"/>
                  <a:pt x="10128" y="10412"/>
                  <a:pt x="10175" y="10398"/>
                </a:cubicBezTo>
                <a:cubicBezTo>
                  <a:pt x="10342" y="10315"/>
                  <a:pt x="10398" y="10175"/>
                  <a:pt x="10342" y="10008"/>
                </a:cubicBezTo>
                <a:lnTo>
                  <a:pt x="10119" y="9032"/>
                </a:lnTo>
                <a:cubicBezTo>
                  <a:pt x="9924" y="8391"/>
                  <a:pt x="9367" y="7973"/>
                  <a:pt x="8698" y="7973"/>
                </a:cubicBezTo>
                <a:lnTo>
                  <a:pt x="8001" y="7973"/>
                </a:lnTo>
                <a:lnTo>
                  <a:pt x="8001" y="7667"/>
                </a:lnTo>
                <a:lnTo>
                  <a:pt x="8001" y="6775"/>
                </a:lnTo>
                <a:lnTo>
                  <a:pt x="10175" y="6775"/>
                </a:lnTo>
                <a:cubicBezTo>
                  <a:pt x="10342" y="6775"/>
                  <a:pt x="10482" y="6635"/>
                  <a:pt x="10482" y="6440"/>
                </a:cubicBezTo>
                <a:cubicBezTo>
                  <a:pt x="10482" y="6273"/>
                  <a:pt x="10342" y="6133"/>
                  <a:pt x="10175" y="6133"/>
                </a:cubicBezTo>
                <a:lnTo>
                  <a:pt x="8001" y="6133"/>
                </a:lnTo>
                <a:lnTo>
                  <a:pt x="8001" y="4907"/>
                </a:lnTo>
                <a:lnTo>
                  <a:pt x="8698" y="4907"/>
                </a:lnTo>
                <a:cubicBezTo>
                  <a:pt x="9367" y="4907"/>
                  <a:pt x="9924" y="4489"/>
                  <a:pt x="10119" y="3875"/>
                </a:cubicBezTo>
                <a:lnTo>
                  <a:pt x="10454" y="2900"/>
                </a:lnTo>
                <a:cubicBezTo>
                  <a:pt x="10509" y="2705"/>
                  <a:pt x="10398" y="2565"/>
                  <a:pt x="10259" y="2510"/>
                </a:cubicBezTo>
                <a:cubicBezTo>
                  <a:pt x="10223" y="2498"/>
                  <a:pt x="10188" y="2492"/>
                  <a:pt x="10156" y="2492"/>
                </a:cubicBezTo>
                <a:cubicBezTo>
                  <a:pt x="10036" y="2492"/>
                  <a:pt x="9940" y="2567"/>
                  <a:pt x="9896" y="2677"/>
                </a:cubicBezTo>
                <a:lnTo>
                  <a:pt x="9562" y="3652"/>
                </a:lnTo>
                <a:cubicBezTo>
                  <a:pt x="9422" y="4043"/>
                  <a:pt x="9116" y="4294"/>
                  <a:pt x="8698" y="4294"/>
                </a:cubicBezTo>
                <a:lnTo>
                  <a:pt x="8001" y="4294"/>
                </a:lnTo>
                <a:lnTo>
                  <a:pt x="8001" y="3987"/>
                </a:lnTo>
                <a:cubicBezTo>
                  <a:pt x="8001" y="3597"/>
                  <a:pt x="7750" y="3234"/>
                  <a:pt x="7387" y="3095"/>
                </a:cubicBezTo>
                <a:cubicBezTo>
                  <a:pt x="7304" y="2482"/>
                  <a:pt x="6969" y="1952"/>
                  <a:pt x="6468" y="1618"/>
                </a:cubicBezTo>
                <a:cubicBezTo>
                  <a:pt x="6691" y="1422"/>
                  <a:pt x="6774" y="1199"/>
                  <a:pt x="6774" y="921"/>
                </a:cubicBezTo>
                <a:lnTo>
                  <a:pt x="6774" y="307"/>
                </a:lnTo>
                <a:cubicBezTo>
                  <a:pt x="6774" y="140"/>
                  <a:pt x="6635" y="1"/>
                  <a:pt x="6468" y="1"/>
                </a:cubicBezTo>
                <a:cubicBezTo>
                  <a:pt x="6300" y="1"/>
                  <a:pt x="6161" y="140"/>
                  <a:pt x="6161" y="307"/>
                </a:cubicBezTo>
                <a:lnTo>
                  <a:pt x="6161" y="921"/>
                </a:lnTo>
                <a:cubicBezTo>
                  <a:pt x="6161" y="1088"/>
                  <a:pt x="6022" y="1255"/>
                  <a:pt x="5854" y="1255"/>
                </a:cubicBezTo>
                <a:lnTo>
                  <a:pt x="4628" y="1255"/>
                </a:lnTo>
                <a:cubicBezTo>
                  <a:pt x="4488" y="1255"/>
                  <a:pt x="4321" y="1088"/>
                  <a:pt x="4321" y="921"/>
                </a:cubicBezTo>
                <a:lnTo>
                  <a:pt x="4321" y="307"/>
                </a:lnTo>
                <a:cubicBezTo>
                  <a:pt x="4321" y="140"/>
                  <a:pt x="4182" y="1"/>
                  <a:pt x="39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79" name="Google Shape;12607;p89">
            <a:extLst>
              <a:ext uri="{FF2B5EF4-FFF2-40B4-BE49-F238E27FC236}">
                <a16:creationId xmlns:a16="http://schemas.microsoft.com/office/drawing/2014/main" id="{5EE67E7C-C05C-A001-8F0A-959ED9001223}"/>
              </a:ext>
            </a:extLst>
          </p:cNvPr>
          <p:cNvSpPr/>
          <p:nvPr/>
        </p:nvSpPr>
        <p:spPr>
          <a:xfrm flipH="1">
            <a:off x="2047705" y="2483650"/>
            <a:ext cx="640885" cy="635903"/>
          </a:xfrm>
          <a:custGeom>
            <a:avLst/>
            <a:gdLst/>
            <a:ahLst/>
            <a:cxnLst/>
            <a:rect l="l" t="t" r="r" b="b"/>
            <a:pathLst>
              <a:path w="10510" h="10427" extrusionOk="0">
                <a:moveTo>
                  <a:pt x="5269" y="1924"/>
                </a:moveTo>
                <a:cubicBezTo>
                  <a:pt x="6022" y="1924"/>
                  <a:pt x="6635" y="2454"/>
                  <a:pt x="6774" y="3151"/>
                </a:cubicBezTo>
                <a:lnTo>
                  <a:pt x="3791" y="3151"/>
                </a:lnTo>
                <a:cubicBezTo>
                  <a:pt x="3931" y="2454"/>
                  <a:pt x="4544" y="1924"/>
                  <a:pt x="5269" y="1924"/>
                </a:cubicBezTo>
                <a:close/>
                <a:moveTo>
                  <a:pt x="4962" y="3764"/>
                </a:moveTo>
                <a:lnTo>
                  <a:pt x="4962" y="9785"/>
                </a:lnTo>
                <a:cubicBezTo>
                  <a:pt x="3959" y="9646"/>
                  <a:pt x="3150" y="8754"/>
                  <a:pt x="3150" y="7694"/>
                </a:cubicBezTo>
                <a:lnTo>
                  <a:pt x="3150" y="4071"/>
                </a:lnTo>
                <a:cubicBezTo>
                  <a:pt x="3150" y="3903"/>
                  <a:pt x="3290" y="3764"/>
                  <a:pt x="3485" y="3764"/>
                </a:cubicBezTo>
                <a:close/>
                <a:moveTo>
                  <a:pt x="7109" y="3764"/>
                </a:moveTo>
                <a:cubicBezTo>
                  <a:pt x="7276" y="3764"/>
                  <a:pt x="7415" y="3903"/>
                  <a:pt x="7415" y="4071"/>
                </a:cubicBezTo>
                <a:lnTo>
                  <a:pt x="7415" y="7694"/>
                </a:lnTo>
                <a:cubicBezTo>
                  <a:pt x="7415" y="8754"/>
                  <a:pt x="6607" y="9646"/>
                  <a:pt x="5603" y="9785"/>
                </a:cubicBezTo>
                <a:lnTo>
                  <a:pt x="5603" y="3764"/>
                </a:lnTo>
                <a:close/>
                <a:moveTo>
                  <a:pt x="3987" y="1"/>
                </a:moveTo>
                <a:cubicBezTo>
                  <a:pt x="3819" y="1"/>
                  <a:pt x="3680" y="140"/>
                  <a:pt x="3680" y="307"/>
                </a:cubicBezTo>
                <a:lnTo>
                  <a:pt x="3680" y="921"/>
                </a:lnTo>
                <a:cubicBezTo>
                  <a:pt x="3680" y="1199"/>
                  <a:pt x="3819" y="1422"/>
                  <a:pt x="3987" y="1618"/>
                </a:cubicBezTo>
                <a:cubicBezTo>
                  <a:pt x="3513" y="1952"/>
                  <a:pt x="3150" y="2482"/>
                  <a:pt x="3095" y="3095"/>
                </a:cubicBezTo>
                <a:cubicBezTo>
                  <a:pt x="2732" y="3206"/>
                  <a:pt x="2453" y="3569"/>
                  <a:pt x="2453" y="3987"/>
                </a:cubicBezTo>
                <a:lnTo>
                  <a:pt x="2453" y="4294"/>
                </a:lnTo>
                <a:lnTo>
                  <a:pt x="1840" y="4294"/>
                </a:lnTo>
                <a:cubicBezTo>
                  <a:pt x="1450" y="4294"/>
                  <a:pt x="1115" y="4043"/>
                  <a:pt x="976" y="3652"/>
                </a:cubicBezTo>
                <a:lnTo>
                  <a:pt x="642" y="2677"/>
                </a:lnTo>
                <a:cubicBezTo>
                  <a:pt x="600" y="2551"/>
                  <a:pt x="511" y="2489"/>
                  <a:pt x="399" y="2489"/>
                </a:cubicBezTo>
                <a:cubicBezTo>
                  <a:pt x="361" y="2489"/>
                  <a:pt x="321" y="2496"/>
                  <a:pt x="279" y="2510"/>
                </a:cubicBezTo>
                <a:cubicBezTo>
                  <a:pt x="84" y="2565"/>
                  <a:pt x="28" y="2705"/>
                  <a:pt x="84" y="2900"/>
                </a:cubicBezTo>
                <a:lnTo>
                  <a:pt x="419" y="3875"/>
                </a:lnTo>
                <a:cubicBezTo>
                  <a:pt x="614" y="4489"/>
                  <a:pt x="1171" y="4907"/>
                  <a:pt x="1840" y="4907"/>
                </a:cubicBezTo>
                <a:lnTo>
                  <a:pt x="2453" y="4907"/>
                </a:lnTo>
                <a:lnTo>
                  <a:pt x="2453" y="6133"/>
                </a:lnTo>
                <a:lnTo>
                  <a:pt x="335" y="6133"/>
                </a:lnTo>
                <a:cubicBezTo>
                  <a:pt x="168" y="6133"/>
                  <a:pt x="28" y="6273"/>
                  <a:pt x="28" y="6440"/>
                </a:cubicBezTo>
                <a:cubicBezTo>
                  <a:pt x="28" y="6635"/>
                  <a:pt x="168" y="6775"/>
                  <a:pt x="335" y="6775"/>
                </a:cubicBezTo>
                <a:lnTo>
                  <a:pt x="2453" y="6775"/>
                </a:lnTo>
                <a:lnTo>
                  <a:pt x="2453" y="7667"/>
                </a:lnTo>
                <a:lnTo>
                  <a:pt x="2453" y="7973"/>
                </a:lnTo>
                <a:lnTo>
                  <a:pt x="1812" y="7973"/>
                </a:lnTo>
                <a:cubicBezTo>
                  <a:pt x="1143" y="7973"/>
                  <a:pt x="586" y="8391"/>
                  <a:pt x="363" y="9032"/>
                </a:cubicBezTo>
                <a:lnTo>
                  <a:pt x="56" y="10008"/>
                </a:lnTo>
                <a:cubicBezTo>
                  <a:pt x="0" y="10175"/>
                  <a:pt x="84" y="10315"/>
                  <a:pt x="223" y="10398"/>
                </a:cubicBezTo>
                <a:cubicBezTo>
                  <a:pt x="259" y="10408"/>
                  <a:pt x="292" y="10413"/>
                  <a:pt x="323" y="10413"/>
                </a:cubicBezTo>
                <a:cubicBezTo>
                  <a:pt x="466" y="10413"/>
                  <a:pt x="568" y="10317"/>
                  <a:pt x="614" y="10203"/>
                </a:cubicBezTo>
                <a:lnTo>
                  <a:pt x="920" y="9228"/>
                </a:lnTo>
                <a:cubicBezTo>
                  <a:pt x="1060" y="8865"/>
                  <a:pt x="1394" y="8614"/>
                  <a:pt x="1812" y="8614"/>
                </a:cubicBezTo>
                <a:lnTo>
                  <a:pt x="2593" y="8614"/>
                </a:lnTo>
                <a:cubicBezTo>
                  <a:pt x="2983" y="9646"/>
                  <a:pt x="3987" y="10426"/>
                  <a:pt x="5185" y="10426"/>
                </a:cubicBezTo>
                <a:cubicBezTo>
                  <a:pt x="6356" y="10426"/>
                  <a:pt x="7387" y="9646"/>
                  <a:pt x="7750" y="8614"/>
                </a:cubicBezTo>
                <a:lnTo>
                  <a:pt x="8586" y="8614"/>
                </a:lnTo>
                <a:cubicBezTo>
                  <a:pt x="8976" y="8614"/>
                  <a:pt x="9339" y="8837"/>
                  <a:pt x="9478" y="9228"/>
                </a:cubicBezTo>
                <a:lnTo>
                  <a:pt x="9785" y="10203"/>
                </a:lnTo>
                <a:cubicBezTo>
                  <a:pt x="9827" y="10351"/>
                  <a:pt x="9917" y="10419"/>
                  <a:pt x="10043" y="10419"/>
                </a:cubicBezTo>
                <a:cubicBezTo>
                  <a:pt x="10084" y="10419"/>
                  <a:pt x="10128" y="10412"/>
                  <a:pt x="10175" y="10398"/>
                </a:cubicBezTo>
                <a:cubicBezTo>
                  <a:pt x="10342" y="10315"/>
                  <a:pt x="10398" y="10175"/>
                  <a:pt x="10342" y="10008"/>
                </a:cubicBezTo>
                <a:lnTo>
                  <a:pt x="10119" y="9032"/>
                </a:lnTo>
                <a:cubicBezTo>
                  <a:pt x="9924" y="8391"/>
                  <a:pt x="9367" y="7973"/>
                  <a:pt x="8698" y="7973"/>
                </a:cubicBezTo>
                <a:lnTo>
                  <a:pt x="8001" y="7973"/>
                </a:lnTo>
                <a:lnTo>
                  <a:pt x="8001" y="7667"/>
                </a:lnTo>
                <a:lnTo>
                  <a:pt x="8001" y="6775"/>
                </a:lnTo>
                <a:lnTo>
                  <a:pt x="10175" y="6775"/>
                </a:lnTo>
                <a:cubicBezTo>
                  <a:pt x="10342" y="6775"/>
                  <a:pt x="10482" y="6635"/>
                  <a:pt x="10482" y="6440"/>
                </a:cubicBezTo>
                <a:cubicBezTo>
                  <a:pt x="10482" y="6273"/>
                  <a:pt x="10342" y="6133"/>
                  <a:pt x="10175" y="6133"/>
                </a:cubicBezTo>
                <a:lnTo>
                  <a:pt x="8001" y="6133"/>
                </a:lnTo>
                <a:lnTo>
                  <a:pt x="8001" y="4907"/>
                </a:lnTo>
                <a:lnTo>
                  <a:pt x="8698" y="4907"/>
                </a:lnTo>
                <a:cubicBezTo>
                  <a:pt x="9367" y="4907"/>
                  <a:pt x="9924" y="4489"/>
                  <a:pt x="10119" y="3875"/>
                </a:cubicBezTo>
                <a:lnTo>
                  <a:pt x="10454" y="2900"/>
                </a:lnTo>
                <a:cubicBezTo>
                  <a:pt x="10509" y="2705"/>
                  <a:pt x="10398" y="2565"/>
                  <a:pt x="10259" y="2510"/>
                </a:cubicBezTo>
                <a:cubicBezTo>
                  <a:pt x="10223" y="2498"/>
                  <a:pt x="10188" y="2492"/>
                  <a:pt x="10156" y="2492"/>
                </a:cubicBezTo>
                <a:cubicBezTo>
                  <a:pt x="10036" y="2492"/>
                  <a:pt x="9940" y="2567"/>
                  <a:pt x="9896" y="2677"/>
                </a:cubicBezTo>
                <a:lnTo>
                  <a:pt x="9562" y="3652"/>
                </a:lnTo>
                <a:cubicBezTo>
                  <a:pt x="9422" y="4043"/>
                  <a:pt x="9116" y="4294"/>
                  <a:pt x="8698" y="4294"/>
                </a:cubicBezTo>
                <a:lnTo>
                  <a:pt x="8001" y="4294"/>
                </a:lnTo>
                <a:lnTo>
                  <a:pt x="8001" y="3987"/>
                </a:lnTo>
                <a:cubicBezTo>
                  <a:pt x="8001" y="3597"/>
                  <a:pt x="7750" y="3234"/>
                  <a:pt x="7387" y="3095"/>
                </a:cubicBezTo>
                <a:cubicBezTo>
                  <a:pt x="7304" y="2482"/>
                  <a:pt x="6969" y="1952"/>
                  <a:pt x="6468" y="1618"/>
                </a:cubicBezTo>
                <a:cubicBezTo>
                  <a:pt x="6691" y="1422"/>
                  <a:pt x="6774" y="1199"/>
                  <a:pt x="6774" y="921"/>
                </a:cubicBezTo>
                <a:lnTo>
                  <a:pt x="6774" y="307"/>
                </a:lnTo>
                <a:cubicBezTo>
                  <a:pt x="6774" y="140"/>
                  <a:pt x="6635" y="1"/>
                  <a:pt x="6468" y="1"/>
                </a:cubicBezTo>
                <a:cubicBezTo>
                  <a:pt x="6300" y="1"/>
                  <a:pt x="6161" y="140"/>
                  <a:pt x="6161" y="307"/>
                </a:cubicBezTo>
                <a:lnTo>
                  <a:pt x="6161" y="921"/>
                </a:lnTo>
                <a:cubicBezTo>
                  <a:pt x="6161" y="1088"/>
                  <a:pt x="6022" y="1255"/>
                  <a:pt x="5854" y="1255"/>
                </a:cubicBezTo>
                <a:lnTo>
                  <a:pt x="4628" y="1255"/>
                </a:lnTo>
                <a:cubicBezTo>
                  <a:pt x="4488" y="1255"/>
                  <a:pt x="4321" y="1088"/>
                  <a:pt x="4321" y="921"/>
                </a:cubicBezTo>
                <a:lnTo>
                  <a:pt x="4321" y="307"/>
                </a:lnTo>
                <a:cubicBezTo>
                  <a:pt x="4321" y="140"/>
                  <a:pt x="4182" y="1"/>
                  <a:pt x="39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61" name="Google Shape;12609;p89">
            <a:extLst>
              <a:ext uri="{FF2B5EF4-FFF2-40B4-BE49-F238E27FC236}">
                <a16:creationId xmlns:a16="http://schemas.microsoft.com/office/drawing/2014/main" id="{B79664C7-41E4-3234-4D8A-0288052CC8CD}"/>
              </a:ext>
            </a:extLst>
          </p:cNvPr>
          <p:cNvSpPr/>
          <p:nvPr/>
        </p:nvSpPr>
        <p:spPr>
          <a:xfrm>
            <a:off x="9718055" y="5561947"/>
            <a:ext cx="219236" cy="218305"/>
          </a:xfrm>
          <a:custGeom>
            <a:avLst/>
            <a:gdLst/>
            <a:ahLst/>
            <a:cxnLst/>
            <a:rect l="l" t="t" r="r" b="b"/>
            <a:pathLst>
              <a:path w="7056" h="7026" extrusionOk="0">
                <a:moveTo>
                  <a:pt x="4114" y="2928"/>
                </a:moveTo>
                <a:lnTo>
                  <a:pt x="4114" y="4099"/>
                </a:lnTo>
                <a:lnTo>
                  <a:pt x="2943" y="4099"/>
                </a:lnTo>
                <a:lnTo>
                  <a:pt x="2943" y="2928"/>
                </a:lnTo>
                <a:close/>
                <a:moveTo>
                  <a:pt x="2354" y="1"/>
                </a:moveTo>
                <a:cubicBezTo>
                  <a:pt x="2032" y="1"/>
                  <a:pt x="1771" y="263"/>
                  <a:pt x="1771" y="586"/>
                </a:cubicBezTo>
                <a:lnTo>
                  <a:pt x="1771" y="1757"/>
                </a:lnTo>
                <a:lnTo>
                  <a:pt x="618" y="1757"/>
                </a:lnTo>
                <a:cubicBezTo>
                  <a:pt x="301" y="1757"/>
                  <a:pt x="31" y="1999"/>
                  <a:pt x="17" y="2314"/>
                </a:cubicBezTo>
                <a:cubicBezTo>
                  <a:pt x="1" y="2650"/>
                  <a:pt x="268" y="2928"/>
                  <a:pt x="600" y="2928"/>
                </a:cubicBezTo>
                <a:lnTo>
                  <a:pt x="1771" y="2928"/>
                </a:lnTo>
                <a:lnTo>
                  <a:pt x="1771" y="4099"/>
                </a:lnTo>
                <a:lnTo>
                  <a:pt x="618" y="4099"/>
                </a:lnTo>
                <a:cubicBezTo>
                  <a:pt x="301" y="4099"/>
                  <a:pt x="31" y="4341"/>
                  <a:pt x="17" y="4656"/>
                </a:cubicBezTo>
                <a:cubicBezTo>
                  <a:pt x="1" y="4992"/>
                  <a:pt x="268" y="5270"/>
                  <a:pt x="600" y="5270"/>
                </a:cubicBezTo>
                <a:lnTo>
                  <a:pt x="1771" y="5270"/>
                </a:lnTo>
                <a:lnTo>
                  <a:pt x="1771" y="6423"/>
                </a:lnTo>
                <a:cubicBezTo>
                  <a:pt x="1771" y="6738"/>
                  <a:pt x="2014" y="7011"/>
                  <a:pt x="2329" y="7025"/>
                </a:cubicBezTo>
                <a:cubicBezTo>
                  <a:pt x="2338" y="7025"/>
                  <a:pt x="2348" y="7025"/>
                  <a:pt x="2357" y="7025"/>
                </a:cubicBezTo>
                <a:cubicBezTo>
                  <a:pt x="2680" y="7025"/>
                  <a:pt x="2943" y="6764"/>
                  <a:pt x="2943" y="6441"/>
                </a:cubicBezTo>
                <a:lnTo>
                  <a:pt x="2943" y="5270"/>
                </a:lnTo>
                <a:lnTo>
                  <a:pt x="4114" y="5270"/>
                </a:lnTo>
                <a:lnTo>
                  <a:pt x="4114" y="6423"/>
                </a:lnTo>
                <a:cubicBezTo>
                  <a:pt x="4114" y="6738"/>
                  <a:pt x="4356" y="7011"/>
                  <a:pt x="4671" y="7025"/>
                </a:cubicBezTo>
                <a:cubicBezTo>
                  <a:pt x="4680" y="7025"/>
                  <a:pt x="4690" y="7025"/>
                  <a:pt x="4699" y="7025"/>
                </a:cubicBezTo>
                <a:cubicBezTo>
                  <a:pt x="5023" y="7025"/>
                  <a:pt x="5285" y="6764"/>
                  <a:pt x="5285" y="6441"/>
                </a:cubicBezTo>
                <a:lnTo>
                  <a:pt x="5285" y="5270"/>
                </a:lnTo>
                <a:lnTo>
                  <a:pt x="6456" y="5270"/>
                </a:lnTo>
                <a:cubicBezTo>
                  <a:pt x="6788" y="5270"/>
                  <a:pt x="7056" y="4992"/>
                  <a:pt x="7040" y="4656"/>
                </a:cubicBezTo>
                <a:cubicBezTo>
                  <a:pt x="7025" y="4341"/>
                  <a:pt x="6753" y="4099"/>
                  <a:pt x="6438" y="4099"/>
                </a:cubicBezTo>
                <a:lnTo>
                  <a:pt x="5285" y="4099"/>
                </a:lnTo>
                <a:lnTo>
                  <a:pt x="5285" y="2928"/>
                </a:lnTo>
                <a:lnTo>
                  <a:pt x="6438" y="2928"/>
                </a:lnTo>
                <a:cubicBezTo>
                  <a:pt x="6753" y="2928"/>
                  <a:pt x="7025" y="2685"/>
                  <a:pt x="7040" y="2370"/>
                </a:cubicBezTo>
                <a:cubicBezTo>
                  <a:pt x="7056" y="2034"/>
                  <a:pt x="6788" y="1757"/>
                  <a:pt x="6456" y="1757"/>
                </a:cubicBezTo>
                <a:lnTo>
                  <a:pt x="5285" y="1757"/>
                </a:lnTo>
                <a:lnTo>
                  <a:pt x="5285" y="603"/>
                </a:lnTo>
                <a:cubicBezTo>
                  <a:pt x="5285" y="287"/>
                  <a:pt x="5042" y="16"/>
                  <a:pt x="4727" y="2"/>
                </a:cubicBezTo>
                <a:cubicBezTo>
                  <a:pt x="4717" y="1"/>
                  <a:pt x="4707" y="1"/>
                  <a:pt x="4696" y="1"/>
                </a:cubicBezTo>
                <a:cubicBezTo>
                  <a:pt x="4374" y="1"/>
                  <a:pt x="4114" y="263"/>
                  <a:pt x="4114" y="586"/>
                </a:cubicBezTo>
                <a:lnTo>
                  <a:pt x="4114" y="1757"/>
                </a:lnTo>
                <a:lnTo>
                  <a:pt x="2943" y="1757"/>
                </a:lnTo>
                <a:lnTo>
                  <a:pt x="2943" y="603"/>
                </a:lnTo>
                <a:cubicBezTo>
                  <a:pt x="2943" y="287"/>
                  <a:pt x="2700" y="16"/>
                  <a:pt x="2385" y="2"/>
                </a:cubicBezTo>
                <a:cubicBezTo>
                  <a:pt x="2375" y="1"/>
                  <a:pt x="2364" y="1"/>
                  <a:pt x="235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62" name="Google Shape;12610;p89">
            <a:extLst>
              <a:ext uri="{FF2B5EF4-FFF2-40B4-BE49-F238E27FC236}">
                <a16:creationId xmlns:a16="http://schemas.microsoft.com/office/drawing/2014/main" id="{CD4FA922-F981-8A4F-062B-A4D08E7B210F}"/>
              </a:ext>
            </a:extLst>
          </p:cNvPr>
          <p:cNvSpPr/>
          <p:nvPr/>
        </p:nvSpPr>
        <p:spPr>
          <a:xfrm>
            <a:off x="9658993" y="5798390"/>
            <a:ext cx="337429" cy="114311"/>
          </a:xfrm>
          <a:custGeom>
            <a:avLst/>
            <a:gdLst/>
            <a:ahLst/>
            <a:cxnLst/>
            <a:rect l="l" t="t" r="r" b="b"/>
            <a:pathLst>
              <a:path w="10860" h="3679" extrusionOk="0">
                <a:moveTo>
                  <a:pt x="747" y="0"/>
                </a:moveTo>
                <a:cubicBezTo>
                  <a:pt x="280" y="0"/>
                  <a:pt x="0" y="520"/>
                  <a:pt x="258" y="910"/>
                </a:cubicBezTo>
                <a:cubicBezTo>
                  <a:pt x="1470" y="2730"/>
                  <a:pt x="3430" y="3678"/>
                  <a:pt x="5429" y="3678"/>
                </a:cubicBezTo>
                <a:cubicBezTo>
                  <a:pt x="7423" y="3678"/>
                  <a:pt x="9385" y="2733"/>
                  <a:pt x="10600" y="911"/>
                </a:cubicBezTo>
                <a:cubicBezTo>
                  <a:pt x="10860" y="523"/>
                  <a:pt x="10578" y="2"/>
                  <a:pt x="10116" y="2"/>
                </a:cubicBezTo>
                <a:cubicBezTo>
                  <a:pt x="10115" y="2"/>
                  <a:pt x="10114" y="2"/>
                  <a:pt x="10113" y="2"/>
                </a:cubicBezTo>
                <a:cubicBezTo>
                  <a:pt x="9924" y="2"/>
                  <a:pt x="9738" y="92"/>
                  <a:pt x="9625" y="262"/>
                </a:cubicBezTo>
                <a:cubicBezTo>
                  <a:pt x="8688" y="1668"/>
                  <a:pt x="7119" y="2507"/>
                  <a:pt x="5429" y="2507"/>
                </a:cubicBezTo>
                <a:cubicBezTo>
                  <a:pt x="3740" y="2507"/>
                  <a:pt x="2172" y="1668"/>
                  <a:pt x="1235" y="264"/>
                </a:cubicBezTo>
                <a:cubicBezTo>
                  <a:pt x="1125" y="101"/>
                  <a:pt x="943" y="0"/>
                  <a:pt x="7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63" name="Google Shape;12611;p89">
            <a:extLst>
              <a:ext uri="{FF2B5EF4-FFF2-40B4-BE49-F238E27FC236}">
                <a16:creationId xmlns:a16="http://schemas.microsoft.com/office/drawing/2014/main" id="{EBCBEA3D-E47D-146D-731C-FEE8A93C628F}"/>
              </a:ext>
            </a:extLst>
          </p:cNvPr>
          <p:cNvSpPr/>
          <p:nvPr/>
        </p:nvSpPr>
        <p:spPr>
          <a:xfrm>
            <a:off x="9554818" y="5469824"/>
            <a:ext cx="545729" cy="620859"/>
          </a:xfrm>
          <a:custGeom>
            <a:avLst/>
            <a:gdLst/>
            <a:ahLst/>
            <a:cxnLst/>
            <a:rect l="l" t="t" r="r" b="b"/>
            <a:pathLst>
              <a:path w="17564" h="19982" extrusionOk="0">
                <a:moveTo>
                  <a:pt x="14636" y="1169"/>
                </a:moveTo>
                <a:cubicBezTo>
                  <a:pt x="15587" y="1169"/>
                  <a:pt x="16392" y="1992"/>
                  <a:pt x="16392" y="2965"/>
                </a:cubicBezTo>
                <a:lnTo>
                  <a:pt x="16392" y="14674"/>
                </a:lnTo>
                <a:cubicBezTo>
                  <a:pt x="16392" y="15643"/>
                  <a:pt x="15607" y="16431"/>
                  <a:pt x="14636" y="16431"/>
                </a:cubicBezTo>
                <a:lnTo>
                  <a:pt x="11124" y="16431"/>
                </a:lnTo>
                <a:cubicBezTo>
                  <a:pt x="10967" y="16431"/>
                  <a:pt x="10816" y="16493"/>
                  <a:pt x="10707" y="16604"/>
                </a:cubicBezTo>
                <a:lnTo>
                  <a:pt x="8782" y="18561"/>
                </a:lnTo>
                <a:lnTo>
                  <a:pt x="6857" y="16604"/>
                </a:lnTo>
                <a:cubicBezTo>
                  <a:pt x="6748" y="16493"/>
                  <a:pt x="6597" y="16431"/>
                  <a:pt x="6440" y="16431"/>
                </a:cubicBezTo>
                <a:lnTo>
                  <a:pt x="2928" y="16431"/>
                </a:lnTo>
                <a:cubicBezTo>
                  <a:pt x="1959" y="16431"/>
                  <a:pt x="1172" y="15643"/>
                  <a:pt x="1172" y="14674"/>
                </a:cubicBezTo>
                <a:lnTo>
                  <a:pt x="1172" y="2965"/>
                </a:lnTo>
                <a:cubicBezTo>
                  <a:pt x="1172" y="1992"/>
                  <a:pt x="1977" y="1169"/>
                  <a:pt x="2928" y="1169"/>
                </a:cubicBezTo>
                <a:close/>
                <a:moveTo>
                  <a:pt x="2928" y="0"/>
                </a:moveTo>
                <a:cubicBezTo>
                  <a:pt x="1310" y="0"/>
                  <a:pt x="1" y="1346"/>
                  <a:pt x="1" y="2965"/>
                </a:cubicBezTo>
                <a:lnTo>
                  <a:pt x="1" y="14674"/>
                </a:lnTo>
                <a:cubicBezTo>
                  <a:pt x="1" y="16291"/>
                  <a:pt x="1312" y="17600"/>
                  <a:pt x="2928" y="17600"/>
                </a:cubicBezTo>
                <a:lnTo>
                  <a:pt x="6196" y="17600"/>
                </a:lnTo>
                <a:lnTo>
                  <a:pt x="8365" y="19806"/>
                </a:lnTo>
                <a:cubicBezTo>
                  <a:pt x="8474" y="19919"/>
                  <a:pt x="8625" y="19981"/>
                  <a:pt x="8782" y="19981"/>
                </a:cubicBezTo>
                <a:cubicBezTo>
                  <a:pt x="8940" y="19981"/>
                  <a:pt x="9090" y="19919"/>
                  <a:pt x="9200" y="19806"/>
                </a:cubicBezTo>
                <a:lnTo>
                  <a:pt x="11370" y="17600"/>
                </a:lnTo>
                <a:lnTo>
                  <a:pt x="14636" y="17600"/>
                </a:lnTo>
                <a:cubicBezTo>
                  <a:pt x="16251" y="17600"/>
                  <a:pt x="17563" y="16287"/>
                  <a:pt x="17563" y="14674"/>
                </a:cubicBezTo>
                <a:lnTo>
                  <a:pt x="17563" y="2965"/>
                </a:lnTo>
                <a:cubicBezTo>
                  <a:pt x="17563" y="1348"/>
                  <a:pt x="16254" y="0"/>
                  <a:pt x="146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9" name="Google Shape;12613;p89">
            <a:extLst>
              <a:ext uri="{FF2B5EF4-FFF2-40B4-BE49-F238E27FC236}">
                <a16:creationId xmlns:a16="http://schemas.microsoft.com/office/drawing/2014/main" id="{6D991871-14CB-621A-B5C6-81493BAA8679}"/>
              </a:ext>
            </a:extLst>
          </p:cNvPr>
          <p:cNvSpPr/>
          <p:nvPr/>
        </p:nvSpPr>
        <p:spPr>
          <a:xfrm>
            <a:off x="5797697" y="5469824"/>
            <a:ext cx="620859" cy="620859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9990" y="1171"/>
                </a:moveTo>
                <a:cubicBezTo>
                  <a:pt x="14855" y="1171"/>
                  <a:pt x="18810" y="5127"/>
                  <a:pt x="18810" y="9991"/>
                </a:cubicBezTo>
                <a:cubicBezTo>
                  <a:pt x="18810" y="14854"/>
                  <a:pt x="14855" y="18810"/>
                  <a:pt x="9990" y="18810"/>
                </a:cubicBezTo>
                <a:cubicBezTo>
                  <a:pt x="5127" y="18810"/>
                  <a:pt x="1170" y="14854"/>
                  <a:pt x="1170" y="9991"/>
                </a:cubicBezTo>
                <a:cubicBezTo>
                  <a:pt x="1170" y="5127"/>
                  <a:pt x="5127" y="1171"/>
                  <a:pt x="9990" y="1171"/>
                </a:cubicBezTo>
                <a:close/>
                <a:moveTo>
                  <a:pt x="9990" y="0"/>
                </a:moveTo>
                <a:cubicBezTo>
                  <a:pt x="4488" y="0"/>
                  <a:pt x="0" y="4490"/>
                  <a:pt x="0" y="9990"/>
                </a:cubicBezTo>
                <a:cubicBezTo>
                  <a:pt x="0" y="15493"/>
                  <a:pt x="4490" y="19981"/>
                  <a:pt x="9990" y="19981"/>
                </a:cubicBezTo>
                <a:cubicBezTo>
                  <a:pt x="15492" y="19981"/>
                  <a:pt x="19981" y="15491"/>
                  <a:pt x="19981" y="9990"/>
                </a:cubicBezTo>
                <a:cubicBezTo>
                  <a:pt x="19981" y="4488"/>
                  <a:pt x="15492" y="0"/>
                  <a:pt x="999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60" name="Google Shape;12614;p89">
            <a:extLst>
              <a:ext uri="{FF2B5EF4-FFF2-40B4-BE49-F238E27FC236}">
                <a16:creationId xmlns:a16="http://schemas.microsoft.com/office/drawing/2014/main" id="{1EB42AEB-D17C-9FBA-4549-306EA9B0D395}"/>
              </a:ext>
            </a:extLst>
          </p:cNvPr>
          <p:cNvSpPr/>
          <p:nvPr/>
        </p:nvSpPr>
        <p:spPr>
          <a:xfrm>
            <a:off x="5926202" y="5598329"/>
            <a:ext cx="309249" cy="361852"/>
          </a:xfrm>
          <a:custGeom>
            <a:avLst/>
            <a:gdLst/>
            <a:ahLst/>
            <a:cxnLst/>
            <a:rect l="l" t="t" r="r" b="b"/>
            <a:pathLst>
              <a:path w="9953" h="11646" extrusionOk="0">
                <a:moveTo>
                  <a:pt x="8782" y="1300"/>
                </a:moveTo>
                <a:lnTo>
                  <a:pt x="8782" y="2448"/>
                </a:lnTo>
                <a:lnTo>
                  <a:pt x="4099" y="3384"/>
                </a:lnTo>
                <a:lnTo>
                  <a:pt x="4099" y="2236"/>
                </a:lnTo>
                <a:lnTo>
                  <a:pt x="8782" y="1300"/>
                </a:lnTo>
                <a:close/>
                <a:moveTo>
                  <a:pt x="8782" y="7304"/>
                </a:moveTo>
                <a:lnTo>
                  <a:pt x="8782" y="8447"/>
                </a:lnTo>
                <a:cubicBezTo>
                  <a:pt x="8782" y="8766"/>
                  <a:pt x="8591" y="9047"/>
                  <a:pt x="8295" y="9165"/>
                </a:cubicBezTo>
                <a:cubicBezTo>
                  <a:pt x="8163" y="9218"/>
                  <a:pt x="7987" y="9306"/>
                  <a:pt x="7782" y="9306"/>
                </a:cubicBezTo>
                <a:cubicBezTo>
                  <a:pt x="7653" y="9306"/>
                  <a:pt x="7513" y="9271"/>
                  <a:pt x="7365" y="9171"/>
                </a:cubicBezTo>
                <a:cubicBezTo>
                  <a:pt x="6850" y="8824"/>
                  <a:pt x="6937" y="8042"/>
                  <a:pt x="7512" y="7812"/>
                </a:cubicBezTo>
                <a:lnTo>
                  <a:pt x="8782" y="7304"/>
                </a:lnTo>
                <a:close/>
                <a:moveTo>
                  <a:pt x="2928" y="8475"/>
                </a:moveTo>
                <a:lnTo>
                  <a:pt x="2928" y="9618"/>
                </a:lnTo>
                <a:cubicBezTo>
                  <a:pt x="2928" y="9937"/>
                  <a:pt x="2737" y="10218"/>
                  <a:pt x="2442" y="10336"/>
                </a:cubicBezTo>
                <a:cubicBezTo>
                  <a:pt x="2308" y="10389"/>
                  <a:pt x="2132" y="10476"/>
                  <a:pt x="1928" y="10476"/>
                </a:cubicBezTo>
                <a:cubicBezTo>
                  <a:pt x="1799" y="10476"/>
                  <a:pt x="1659" y="10442"/>
                  <a:pt x="1511" y="10342"/>
                </a:cubicBezTo>
                <a:cubicBezTo>
                  <a:pt x="996" y="9993"/>
                  <a:pt x="1083" y="9213"/>
                  <a:pt x="1658" y="8983"/>
                </a:cubicBezTo>
                <a:lnTo>
                  <a:pt x="2928" y="8475"/>
                </a:lnTo>
                <a:close/>
                <a:moveTo>
                  <a:pt x="9369" y="1"/>
                </a:moveTo>
                <a:cubicBezTo>
                  <a:pt x="9330" y="1"/>
                  <a:pt x="9291" y="4"/>
                  <a:pt x="9252" y="12"/>
                </a:cubicBezTo>
                <a:lnTo>
                  <a:pt x="3399" y="1182"/>
                </a:lnTo>
                <a:cubicBezTo>
                  <a:pt x="3124" y="1237"/>
                  <a:pt x="2928" y="1477"/>
                  <a:pt x="2928" y="1757"/>
                </a:cubicBezTo>
                <a:lnTo>
                  <a:pt x="2928" y="7214"/>
                </a:lnTo>
                <a:lnTo>
                  <a:pt x="1223" y="7897"/>
                </a:lnTo>
                <a:cubicBezTo>
                  <a:pt x="480" y="8192"/>
                  <a:pt x="0" y="8902"/>
                  <a:pt x="0" y="9701"/>
                </a:cubicBezTo>
                <a:cubicBezTo>
                  <a:pt x="0" y="10782"/>
                  <a:pt x="880" y="11645"/>
                  <a:pt x="1944" y="11645"/>
                </a:cubicBezTo>
                <a:cubicBezTo>
                  <a:pt x="2362" y="11645"/>
                  <a:pt x="2624" y="11523"/>
                  <a:pt x="2877" y="11423"/>
                </a:cubicBezTo>
                <a:cubicBezTo>
                  <a:pt x="3618" y="11125"/>
                  <a:pt x="4099" y="10418"/>
                  <a:pt x="4099" y="9618"/>
                </a:cubicBezTo>
                <a:lnTo>
                  <a:pt x="4099" y="4578"/>
                </a:lnTo>
                <a:lnTo>
                  <a:pt x="8782" y="3641"/>
                </a:lnTo>
                <a:lnTo>
                  <a:pt x="8782" y="6043"/>
                </a:lnTo>
                <a:lnTo>
                  <a:pt x="7076" y="6726"/>
                </a:lnTo>
                <a:cubicBezTo>
                  <a:pt x="6335" y="7023"/>
                  <a:pt x="5854" y="7731"/>
                  <a:pt x="5854" y="8530"/>
                </a:cubicBezTo>
                <a:cubicBezTo>
                  <a:pt x="5854" y="9611"/>
                  <a:pt x="6733" y="10476"/>
                  <a:pt x="7798" y="10476"/>
                </a:cubicBezTo>
                <a:cubicBezTo>
                  <a:pt x="8216" y="10476"/>
                  <a:pt x="8477" y="10354"/>
                  <a:pt x="8730" y="10251"/>
                </a:cubicBezTo>
                <a:cubicBezTo>
                  <a:pt x="9473" y="9956"/>
                  <a:pt x="9953" y="9247"/>
                  <a:pt x="9953" y="8447"/>
                </a:cubicBezTo>
                <a:lnTo>
                  <a:pt x="9953" y="586"/>
                </a:lnTo>
                <a:cubicBezTo>
                  <a:pt x="9953" y="410"/>
                  <a:pt x="9873" y="244"/>
                  <a:pt x="9739" y="133"/>
                </a:cubicBezTo>
                <a:cubicBezTo>
                  <a:pt x="9633" y="47"/>
                  <a:pt x="9503" y="1"/>
                  <a:pt x="936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5" name="Google Shape;12616;p89">
            <a:extLst>
              <a:ext uri="{FF2B5EF4-FFF2-40B4-BE49-F238E27FC236}">
                <a16:creationId xmlns:a16="http://schemas.microsoft.com/office/drawing/2014/main" id="{AB730599-4D2F-A263-D611-E42BE7E57E50}"/>
              </a:ext>
            </a:extLst>
          </p:cNvPr>
          <p:cNvSpPr/>
          <p:nvPr/>
        </p:nvSpPr>
        <p:spPr>
          <a:xfrm>
            <a:off x="6956459" y="5698362"/>
            <a:ext cx="90944" cy="236483"/>
          </a:xfrm>
          <a:custGeom>
            <a:avLst/>
            <a:gdLst/>
            <a:ahLst/>
            <a:cxnLst/>
            <a:rect l="l" t="t" r="r" b="b"/>
            <a:pathLst>
              <a:path w="2927" h="7611" extrusionOk="0">
                <a:moveTo>
                  <a:pt x="1463" y="1172"/>
                </a:moveTo>
                <a:cubicBezTo>
                  <a:pt x="1624" y="1172"/>
                  <a:pt x="1757" y="1303"/>
                  <a:pt x="1757" y="1465"/>
                </a:cubicBezTo>
                <a:lnTo>
                  <a:pt x="1757" y="6148"/>
                </a:lnTo>
                <a:cubicBezTo>
                  <a:pt x="1757" y="6309"/>
                  <a:pt x="1624" y="6440"/>
                  <a:pt x="1463" y="6440"/>
                </a:cubicBezTo>
                <a:cubicBezTo>
                  <a:pt x="1302" y="6440"/>
                  <a:pt x="1171" y="6309"/>
                  <a:pt x="1171" y="6148"/>
                </a:cubicBezTo>
                <a:lnTo>
                  <a:pt x="1171" y="1465"/>
                </a:lnTo>
                <a:cubicBezTo>
                  <a:pt x="1171" y="1303"/>
                  <a:pt x="1302" y="1172"/>
                  <a:pt x="1463" y="1172"/>
                </a:cubicBezTo>
                <a:close/>
                <a:moveTo>
                  <a:pt x="1463" y="1"/>
                </a:moveTo>
                <a:cubicBezTo>
                  <a:pt x="657" y="1"/>
                  <a:pt x="0" y="657"/>
                  <a:pt x="0" y="1465"/>
                </a:cubicBezTo>
                <a:lnTo>
                  <a:pt x="0" y="6148"/>
                </a:lnTo>
                <a:cubicBezTo>
                  <a:pt x="0" y="6955"/>
                  <a:pt x="657" y="7611"/>
                  <a:pt x="1463" y="7611"/>
                </a:cubicBezTo>
                <a:cubicBezTo>
                  <a:pt x="2270" y="7611"/>
                  <a:pt x="2926" y="6955"/>
                  <a:pt x="2926" y="6148"/>
                </a:cubicBezTo>
                <a:lnTo>
                  <a:pt x="2926" y="1465"/>
                </a:lnTo>
                <a:cubicBezTo>
                  <a:pt x="2926" y="657"/>
                  <a:pt x="2270" y="1"/>
                  <a:pt x="146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6" name="Google Shape;12617;p89">
            <a:extLst>
              <a:ext uri="{FF2B5EF4-FFF2-40B4-BE49-F238E27FC236}">
                <a16:creationId xmlns:a16="http://schemas.microsoft.com/office/drawing/2014/main" id="{6FFE0B14-3831-90CA-97A0-5CDF9BBCDF0A}"/>
              </a:ext>
            </a:extLst>
          </p:cNvPr>
          <p:cNvSpPr/>
          <p:nvPr/>
        </p:nvSpPr>
        <p:spPr>
          <a:xfrm>
            <a:off x="7266880" y="5752951"/>
            <a:ext cx="90944" cy="90944"/>
          </a:xfrm>
          <a:custGeom>
            <a:avLst/>
            <a:gdLst/>
            <a:ahLst/>
            <a:cxnLst/>
            <a:rect l="l" t="t" r="r" b="b"/>
            <a:pathLst>
              <a:path w="2927" h="2927" extrusionOk="0">
                <a:moveTo>
                  <a:pt x="1464" y="1171"/>
                </a:moveTo>
                <a:cubicBezTo>
                  <a:pt x="1625" y="1171"/>
                  <a:pt x="1756" y="1302"/>
                  <a:pt x="1756" y="1463"/>
                </a:cubicBezTo>
                <a:cubicBezTo>
                  <a:pt x="1756" y="1626"/>
                  <a:pt x="1625" y="1757"/>
                  <a:pt x="1464" y="1757"/>
                </a:cubicBezTo>
                <a:cubicBezTo>
                  <a:pt x="1303" y="1757"/>
                  <a:pt x="1170" y="1626"/>
                  <a:pt x="1170" y="1463"/>
                </a:cubicBezTo>
                <a:cubicBezTo>
                  <a:pt x="1170" y="1302"/>
                  <a:pt x="1303" y="1171"/>
                  <a:pt x="1464" y="1171"/>
                </a:cubicBezTo>
                <a:close/>
                <a:moveTo>
                  <a:pt x="1464" y="0"/>
                </a:moveTo>
                <a:cubicBezTo>
                  <a:pt x="657" y="0"/>
                  <a:pt x="1" y="657"/>
                  <a:pt x="1" y="1463"/>
                </a:cubicBezTo>
                <a:cubicBezTo>
                  <a:pt x="1" y="2270"/>
                  <a:pt x="657" y="2926"/>
                  <a:pt x="1464" y="2926"/>
                </a:cubicBezTo>
                <a:cubicBezTo>
                  <a:pt x="2270" y="2926"/>
                  <a:pt x="2927" y="2270"/>
                  <a:pt x="2927" y="1463"/>
                </a:cubicBezTo>
                <a:cubicBezTo>
                  <a:pt x="2927" y="657"/>
                  <a:pt x="2270" y="0"/>
                  <a:pt x="1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7" name="Google Shape;12618;p89">
            <a:extLst>
              <a:ext uri="{FF2B5EF4-FFF2-40B4-BE49-F238E27FC236}">
                <a16:creationId xmlns:a16="http://schemas.microsoft.com/office/drawing/2014/main" id="{7EA6EC4E-7E48-131F-193E-AF695C0181B6}"/>
              </a:ext>
            </a:extLst>
          </p:cNvPr>
          <p:cNvSpPr/>
          <p:nvPr/>
        </p:nvSpPr>
        <p:spPr>
          <a:xfrm>
            <a:off x="7066758" y="5625658"/>
            <a:ext cx="201651" cy="309187"/>
          </a:xfrm>
          <a:custGeom>
            <a:avLst/>
            <a:gdLst/>
            <a:ahLst/>
            <a:cxnLst/>
            <a:rect l="l" t="t" r="r" b="b"/>
            <a:pathLst>
              <a:path w="6488" h="9951" extrusionOk="0">
                <a:moveTo>
                  <a:pt x="1466" y="1171"/>
                </a:moveTo>
                <a:cubicBezTo>
                  <a:pt x="1627" y="1171"/>
                  <a:pt x="1757" y="1302"/>
                  <a:pt x="1757" y="1463"/>
                </a:cubicBezTo>
                <a:lnTo>
                  <a:pt x="1757" y="6026"/>
                </a:lnTo>
                <a:lnTo>
                  <a:pt x="4186" y="3598"/>
                </a:lnTo>
                <a:cubicBezTo>
                  <a:pt x="4243" y="3541"/>
                  <a:pt x="4318" y="3512"/>
                  <a:pt x="4392" y="3512"/>
                </a:cubicBezTo>
                <a:cubicBezTo>
                  <a:pt x="4467" y="3512"/>
                  <a:pt x="4542" y="3541"/>
                  <a:pt x="4598" y="3598"/>
                </a:cubicBezTo>
                <a:cubicBezTo>
                  <a:pt x="4713" y="3712"/>
                  <a:pt x="4713" y="3897"/>
                  <a:pt x="4598" y="4012"/>
                </a:cubicBezTo>
                <a:lnTo>
                  <a:pt x="3247" y="5364"/>
                </a:lnTo>
                <a:lnTo>
                  <a:pt x="5221" y="8325"/>
                </a:lnTo>
                <a:cubicBezTo>
                  <a:pt x="5280" y="8414"/>
                  <a:pt x="5274" y="8500"/>
                  <a:pt x="5265" y="8546"/>
                </a:cubicBezTo>
                <a:cubicBezTo>
                  <a:pt x="5257" y="8591"/>
                  <a:pt x="5228" y="8674"/>
                  <a:pt x="5140" y="8732"/>
                </a:cubicBezTo>
                <a:cubicBezTo>
                  <a:pt x="5090" y="8764"/>
                  <a:pt x="5037" y="8780"/>
                  <a:pt x="4979" y="8780"/>
                </a:cubicBezTo>
                <a:cubicBezTo>
                  <a:pt x="4880" y="8780"/>
                  <a:pt x="4788" y="8732"/>
                  <a:pt x="4735" y="8651"/>
                </a:cubicBezTo>
                <a:lnTo>
                  <a:pt x="2824" y="5787"/>
                </a:lnTo>
                <a:lnTo>
                  <a:pt x="1757" y="6853"/>
                </a:lnTo>
                <a:lnTo>
                  <a:pt x="1757" y="8488"/>
                </a:lnTo>
                <a:cubicBezTo>
                  <a:pt x="1757" y="8649"/>
                  <a:pt x="1627" y="8782"/>
                  <a:pt x="1466" y="8782"/>
                </a:cubicBezTo>
                <a:cubicBezTo>
                  <a:pt x="1305" y="8782"/>
                  <a:pt x="1172" y="8649"/>
                  <a:pt x="1172" y="8488"/>
                </a:cubicBezTo>
                <a:lnTo>
                  <a:pt x="1172" y="1463"/>
                </a:lnTo>
                <a:cubicBezTo>
                  <a:pt x="1172" y="1302"/>
                  <a:pt x="1305" y="1171"/>
                  <a:pt x="1466" y="1171"/>
                </a:cubicBezTo>
                <a:close/>
                <a:moveTo>
                  <a:pt x="1466" y="0"/>
                </a:moveTo>
                <a:cubicBezTo>
                  <a:pt x="659" y="0"/>
                  <a:pt x="1" y="657"/>
                  <a:pt x="1" y="1463"/>
                </a:cubicBezTo>
                <a:lnTo>
                  <a:pt x="1" y="8488"/>
                </a:lnTo>
                <a:cubicBezTo>
                  <a:pt x="1" y="9295"/>
                  <a:pt x="659" y="9951"/>
                  <a:pt x="1466" y="9951"/>
                </a:cubicBezTo>
                <a:cubicBezTo>
                  <a:pt x="2272" y="9951"/>
                  <a:pt x="2929" y="9295"/>
                  <a:pt x="2929" y="8488"/>
                </a:cubicBezTo>
                <a:lnTo>
                  <a:pt x="2929" y="8053"/>
                </a:lnTo>
                <a:lnTo>
                  <a:pt x="3760" y="9300"/>
                </a:lnTo>
                <a:cubicBezTo>
                  <a:pt x="4032" y="9709"/>
                  <a:pt x="4487" y="9951"/>
                  <a:pt x="4979" y="9951"/>
                </a:cubicBezTo>
                <a:cubicBezTo>
                  <a:pt x="5269" y="9951"/>
                  <a:pt x="5548" y="9866"/>
                  <a:pt x="5789" y="9705"/>
                </a:cubicBezTo>
                <a:cubicBezTo>
                  <a:pt x="6114" y="9489"/>
                  <a:pt x="6336" y="9158"/>
                  <a:pt x="6413" y="8775"/>
                </a:cubicBezTo>
                <a:cubicBezTo>
                  <a:pt x="6490" y="8391"/>
                  <a:pt x="6412" y="8001"/>
                  <a:pt x="6196" y="7676"/>
                </a:cubicBezTo>
                <a:lnTo>
                  <a:pt x="4754" y="5512"/>
                </a:lnTo>
                <a:lnTo>
                  <a:pt x="5426" y="4840"/>
                </a:lnTo>
                <a:cubicBezTo>
                  <a:pt x="5998" y="4269"/>
                  <a:pt x="5998" y="3340"/>
                  <a:pt x="5426" y="2771"/>
                </a:cubicBezTo>
                <a:cubicBezTo>
                  <a:pt x="5142" y="2485"/>
                  <a:pt x="4767" y="2342"/>
                  <a:pt x="4392" y="2342"/>
                </a:cubicBezTo>
                <a:cubicBezTo>
                  <a:pt x="4017" y="2342"/>
                  <a:pt x="3642" y="2485"/>
                  <a:pt x="3357" y="2771"/>
                </a:cubicBezTo>
                <a:lnTo>
                  <a:pt x="2929" y="3199"/>
                </a:lnTo>
                <a:lnTo>
                  <a:pt x="2929" y="1463"/>
                </a:lnTo>
                <a:cubicBezTo>
                  <a:pt x="2929" y="657"/>
                  <a:pt x="2272" y="0"/>
                  <a:pt x="146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8" name="Google Shape;12619;p89">
            <a:extLst>
              <a:ext uri="{FF2B5EF4-FFF2-40B4-BE49-F238E27FC236}">
                <a16:creationId xmlns:a16="http://schemas.microsoft.com/office/drawing/2014/main" id="{0B090842-BBE6-4FD8-4EEE-FC3938444231}"/>
              </a:ext>
            </a:extLst>
          </p:cNvPr>
          <p:cNvSpPr/>
          <p:nvPr/>
        </p:nvSpPr>
        <p:spPr>
          <a:xfrm>
            <a:off x="6736983" y="5625658"/>
            <a:ext cx="201589" cy="309187"/>
          </a:xfrm>
          <a:custGeom>
            <a:avLst/>
            <a:gdLst/>
            <a:ahLst/>
            <a:cxnLst/>
            <a:rect l="l" t="t" r="r" b="b"/>
            <a:pathLst>
              <a:path w="6488" h="9951" extrusionOk="0">
                <a:moveTo>
                  <a:pt x="1464" y="1171"/>
                </a:moveTo>
                <a:cubicBezTo>
                  <a:pt x="1625" y="1171"/>
                  <a:pt x="1757" y="1302"/>
                  <a:pt x="1757" y="1463"/>
                </a:cubicBezTo>
                <a:lnTo>
                  <a:pt x="1757" y="6026"/>
                </a:lnTo>
                <a:lnTo>
                  <a:pt x="4184" y="3598"/>
                </a:lnTo>
                <a:cubicBezTo>
                  <a:pt x="4241" y="3541"/>
                  <a:pt x="4316" y="3512"/>
                  <a:pt x="4391" y="3512"/>
                </a:cubicBezTo>
                <a:cubicBezTo>
                  <a:pt x="4466" y="3512"/>
                  <a:pt x="4541" y="3541"/>
                  <a:pt x="4598" y="3598"/>
                </a:cubicBezTo>
                <a:cubicBezTo>
                  <a:pt x="4712" y="3712"/>
                  <a:pt x="4712" y="3897"/>
                  <a:pt x="4598" y="4012"/>
                </a:cubicBezTo>
                <a:lnTo>
                  <a:pt x="3245" y="5364"/>
                </a:lnTo>
                <a:lnTo>
                  <a:pt x="5219" y="8325"/>
                </a:lnTo>
                <a:cubicBezTo>
                  <a:pt x="5278" y="8414"/>
                  <a:pt x="5272" y="8500"/>
                  <a:pt x="5264" y="8546"/>
                </a:cubicBezTo>
                <a:cubicBezTo>
                  <a:pt x="5255" y="8591"/>
                  <a:pt x="5226" y="8674"/>
                  <a:pt x="5138" y="8732"/>
                </a:cubicBezTo>
                <a:cubicBezTo>
                  <a:pt x="5090" y="8764"/>
                  <a:pt x="5035" y="8780"/>
                  <a:pt x="4977" y="8780"/>
                </a:cubicBezTo>
                <a:cubicBezTo>
                  <a:pt x="4878" y="8780"/>
                  <a:pt x="4788" y="8732"/>
                  <a:pt x="4733" y="8651"/>
                </a:cubicBezTo>
                <a:lnTo>
                  <a:pt x="2824" y="5787"/>
                </a:lnTo>
                <a:lnTo>
                  <a:pt x="1757" y="6853"/>
                </a:lnTo>
                <a:lnTo>
                  <a:pt x="1757" y="8488"/>
                </a:lnTo>
                <a:cubicBezTo>
                  <a:pt x="1757" y="8649"/>
                  <a:pt x="1625" y="8782"/>
                  <a:pt x="1464" y="8782"/>
                </a:cubicBezTo>
                <a:cubicBezTo>
                  <a:pt x="1303" y="8782"/>
                  <a:pt x="1172" y="8649"/>
                  <a:pt x="1172" y="8488"/>
                </a:cubicBezTo>
                <a:lnTo>
                  <a:pt x="1172" y="1463"/>
                </a:lnTo>
                <a:cubicBezTo>
                  <a:pt x="1172" y="1302"/>
                  <a:pt x="1303" y="1171"/>
                  <a:pt x="1464" y="1171"/>
                </a:cubicBezTo>
                <a:close/>
                <a:moveTo>
                  <a:pt x="1464" y="0"/>
                </a:moveTo>
                <a:cubicBezTo>
                  <a:pt x="657" y="0"/>
                  <a:pt x="1" y="657"/>
                  <a:pt x="1" y="1463"/>
                </a:cubicBezTo>
                <a:lnTo>
                  <a:pt x="1" y="8488"/>
                </a:lnTo>
                <a:cubicBezTo>
                  <a:pt x="1" y="9295"/>
                  <a:pt x="657" y="9951"/>
                  <a:pt x="1464" y="9951"/>
                </a:cubicBezTo>
                <a:cubicBezTo>
                  <a:pt x="2270" y="9951"/>
                  <a:pt x="2927" y="9295"/>
                  <a:pt x="2927" y="8488"/>
                </a:cubicBezTo>
                <a:lnTo>
                  <a:pt x="2927" y="8053"/>
                </a:lnTo>
                <a:lnTo>
                  <a:pt x="3758" y="9300"/>
                </a:lnTo>
                <a:cubicBezTo>
                  <a:pt x="4031" y="9709"/>
                  <a:pt x="4485" y="9951"/>
                  <a:pt x="4977" y="9951"/>
                </a:cubicBezTo>
                <a:cubicBezTo>
                  <a:pt x="5267" y="9951"/>
                  <a:pt x="5548" y="9866"/>
                  <a:pt x="5787" y="9705"/>
                </a:cubicBezTo>
                <a:cubicBezTo>
                  <a:pt x="6113" y="9489"/>
                  <a:pt x="6336" y="9158"/>
                  <a:pt x="6412" y="8775"/>
                </a:cubicBezTo>
                <a:cubicBezTo>
                  <a:pt x="6488" y="8391"/>
                  <a:pt x="6410" y="8001"/>
                  <a:pt x="6194" y="7676"/>
                </a:cubicBezTo>
                <a:lnTo>
                  <a:pt x="4752" y="5512"/>
                </a:lnTo>
                <a:lnTo>
                  <a:pt x="5426" y="4840"/>
                </a:lnTo>
                <a:cubicBezTo>
                  <a:pt x="5996" y="4269"/>
                  <a:pt x="5996" y="3340"/>
                  <a:pt x="5426" y="2771"/>
                </a:cubicBezTo>
                <a:cubicBezTo>
                  <a:pt x="5141" y="2485"/>
                  <a:pt x="4766" y="2342"/>
                  <a:pt x="4391" y="2342"/>
                </a:cubicBezTo>
                <a:cubicBezTo>
                  <a:pt x="4016" y="2342"/>
                  <a:pt x="3641" y="2485"/>
                  <a:pt x="3357" y="2771"/>
                </a:cubicBezTo>
                <a:lnTo>
                  <a:pt x="2927" y="3199"/>
                </a:lnTo>
                <a:lnTo>
                  <a:pt x="2927" y="1463"/>
                </a:lnTo>
                <a:cubicBezTo>
                  <a:pt x="2927" y="657"/>
                  <a:pt x="2270" y="0"/>
                  <a:pt x="1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2" name="Google Shape;12621;p89">
            <a:extLst>
              <a:ext uri="{FF2B5EF4-FFF2-40B4-BE49-F238E27FC236}">
                <a16:creationId xmlns:a16="http://schemas.microsoft.com/office/drawing/2014/main" id="{1A11391E-BAE8-E319-0F00-54AAD895E31F}"/>
              </a:ext>
            </a:extLst>
          </p:cNvPr>
          <p:cNvSpPr/>
          <p:nvPr/>
        </p:nvSpPr>
        <p:spPr>
          <a:xfrm>
            <a:off x="8762214" y="5580123"/>
            <a:ext cx="327457" cy="400224"/>
          </a:xfrm>
          <a:custGeom>
            <a:avLst/>
            <a:gdLst/>
            <a:ahLst/>
            <a:cxnLst/>
            <a:rect l="l" t="t" r="r" b="b"/>
            <a:pathLst>
              <a:path w="10539" h="12881" extrusionOk="0">
                <a:moveTo>
                  <a:pt x="5271" y="1172"/>
                </a:moveTo>
                <a:cubicBezTo>
                  <a:pt x="7530" y="1172"/>
                  <a:pt x="9368" y="3010"/>
                  <a:pt x="9368" y="5270"/>
                </a:cubicBezTo>
                <a:cubicBezTo>
                  <a:pt x="9368" y="6273"/>
                  <a:pt x="8717" y="7797"/>
                  <a:pt x="7624" y="9343"/>
                </a:cubicBezTo>
                <a:cubicBezTo>
                  <a:pt x="6513" y="10917"/>
                  <a:pt x="5536" y="11665"/>
                  <a:pt x="5271" y="11708"/>
                </a:cubicBezTo>
                <a:cubicBezTo>
                  <a:pt x="5004" y="11665"/>
                  <a:pt x="4029" y="10917"/>
                  <a:pt x="2916" y="9343"/>
                </a:cubicBezTo>
                <a:cubicBezTo>
                  <a:pt x="1825" y="7797"/>
                  <a:pt x="1172" y="6273"/>
                  <a:pt x="1172" y="5270"/>
                </a:cubicBezTo>
                <a:cubicBezTo>
                  <a:pt x="1172" y="3010"/>
                  <a:pt x="3010" y="1172"/>
                  <a:pt x="5271" y="1172"/>
                </a:cubicBezTo>
                <a:close/>
                <a:moveTo>
                  <a:pt x="5271" y="1"/>
                </a:moveTo>
                <a:cubicBezTo>
                  <a:pt x="2366" y="1"/>
                  <a:pt x="1" y="2364"/>
                  <a:pt x="1" y="5270"/>
                </a:cubicBezTo>
                <a:cubicBezTo>
                  <a:pt x="1" y="7084"/>
                  <a:pt x="1409" y="9247"/>
                  <a:pt x="2014" y="10093"/>
                </a:cubicBezTo>
                <a:cubicBezTo>
                  <a:pt x="2481" y="10747"/>
                  <a:pt x="4098" y="12881"/>
                  <a:pt x="5271" y="12881"/>
                </a:cubicBezTo>
                <a:cubicBezTo>
                  <a:pt x="6444" y="12881"/>
                  <a:pt x="8059" y="10747"/>
                  <a:pt x="8528" y="10093"/>
                </a:cubicBezTo>
                <a:cubicBezTo>
                  <a:pt x="9133" y="9247"/>
                  <a:pt x="10539" y="7084"/>
                  <a:pt x="10539" y="5270"/>
                </a:cubicBezTo>
                <a:cubicBezTo>
                  <a:pt x="10539" y="2364"/>
                  <a:pt x="8175" y="1"/>
                  <a:pt x="527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3" name="Google Shape;12622;p89">
            <a:extLst>
              <a:ext uri="{FF2B5EF4-FFF2-40B4-BE49-F238E27FC236}">
                <a16:creationId xmlns:a16="http://schemas.microsoft.com/office/drawing/2014/main" id="{BBE14783-8523-A654-5037-44574062993D}"/>
              </a:ext>
            </a:extLst>
          </p:cNvPr>
          <p:cNvSpPr/>
          <p:nvPr/>
        </p:nvSpPr>
        <p:spPr>
          <a:xfrm>
            <a:off x="8615533" y="5469824"/>
            <a:ext cx="620859" cy="620859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9992" y="1171"/>
                </a:moveTo>
                <a:cubicBezTo>
                  <a:pt x="14855" y="1171"/>
                  <a:pt x="18812" y="5127"/>
                  <a:pt x="18812" y="9991"/>
                </a:cubicBezTo>
                <a:cubicBezTo>
                  <a:pt x="18812" y="14854"/>
                  <a:pt x="14855" y="18810"/>
                  <a:pt x="9992" y="18810"/>
                </a:cubicBezTo>
                <a:cubicBezTo>
                  <a:pt x="5127" y="18810"/>
                  <a:pt x="1171" y="14854"/>
                  <a:pt x="1171" y="9991"/>
                </a:cubicBezTo>
                <a:cubicBezTo>
                  <a:pt x="1171" y="5127"/>
                  <a:pt x="5127" y="1171"/>
                  <a:pt x="9992" y="1171"/>
                </a:cubicBezTo>
                <a:close/>
                <a:moveTo>
                  <a:pt x="9992" y="0"/>
                </a:moveTo>
                <a:cubicBezTo>
                  <a:pt x="4490" y="0"/>
                  <a:pt x="0" y="4490"/>
                  <a:pt x="0" y="9990"/>
                </a:cubicBezTo>
                <a:cubicBezTo>
                  <a:pt x="0" y="15491"/>
                  <a:pt x="4490" y="19981"/>
                  <a:pt x="9992" y="19981"/>
                </a:cubicBezTo>
                <a:cubicBezTo>
                  <a:pt x="15493" y="19981"/>
                  <a:pt x="19981" y="15491"/>
                  <a:pt x="19981" y="9990"/>
                </a:cubicBezTo>
                <a:cubicBezTo>
                  <a:pt x="19981" y="4488"/>
                  <a:pt x="15492" y="0"/>
                  <a:pt x="99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4" name="Google Shape;12623;p89">
            <a:extLst>
              <a:ext uri="{FF2B5EF4-FFF2-40B4-BE49-F238E27FC236}">
                <a16:creationId xmlns:a16="http://schemas.microsoft.com/office/drawing/2014/main" id="{2CADC662-E6CE-67B1-4293-B3CC6904BDC3}"/>
              </a:ext>
            </a:extLst>
          </p:cNvPr>
          <p:cNvSpPr/>
          <p:nvPr/>
        </p:nvSpPr>
        <p:spPr>
          <a:xfrm>
            <a:off x="8835011" y="5652890"/>
            <a:ext cx="181889" cy="181921"/>
          </a:xfrm>
          <a:custGeom>
            <a:avLst/>
            <a:gdLst/>
            <a:ahLst/>
            <a:cxnLst/>
            <a:rect l="l" t="t" r="r" b="b"/>
            <a:pathLst>
              <a:path w="5854" h="5855" extrusionOk="0">
                <a:moveTo>
                  <a:pt x="2928" y="1172"/>
                </a:moveTo>
                <a:cubicBezTo>
                  <a:pt x="3895" y="1172"/>
                  <a:pt x="4684" y="1959"/>
                  <a:pt x="4684" y="2928"/>
                </a:cubicBezTo>
                <a:cubicBezTo>
                  <a:pt x="4684" y="3896"/>
                  <a:pt x="3895" y="4683"/>
                  <a:pt x="2928" y="4683"/>
                </a:cubicBezTo>
                <a:cubicBezTo>
                  <a:pt x="1958" y="4683"/>
                  <a:pt x="1171" y="3896"/>
                  <a:pt x="1171" y="2928"/>
                </a:cubicBezTo>
                <a:cubicBezTo>
                  <a:pt x="2139" y="2928"/>
                  <a:pt x="2928" y="2139"/>
                  <a:pt x="2928" y="1172"/>
                </a:cubicBezTo>
                <a:close/>
                <a:moveTo>
                  <a:pt x="2928" y="1"/>
                </a:moveTo>
                <a:cubicBezTo>
                  <a:pt x="2655" y="1"/>
                  <a:pt x="2374" y="47"/>
                  <a:pt x="2066" y="142"/>
                </a:cubicBezTo>
                <a:cubicBezTo>
                  <a:pt x="1732" y="245"/>
                  <a:pt x="1562" y="616"/>
                  <a:pt x="1704" y="936"/>
                </a:cubicBezTo>
                <a:cubicBezTo>
                  <a:pt x="1885" y="1345"/>
                  <a:pt x="1569" y="1756"/>
                  <a:pt x="1177" y="1756"/>
                </a:cubicBezTo>
                <a:cubicBezTo>
                  <a:pt x="1099" y="1756"/>
                  <a:pt x="1018" y="1740"/>
                  <a:pt x="938" y="1704"/>
                </a:cubicBezTo>
                <a:cubicBezTo>
                  <a:pt x="860" y="1670"/>
                  <a:pt x="780" y="1654"/>
                  <a:pt x="701" y="1654"/>
                </a:cubicBezTo>
                <a:cubicBezTo>
                  <a:pt x="453" y="1654"/>
                  <a:pt x="219" y="1813"/>
                  <a:pt x="142" y="2067"/>
                </a:cubicBezTo>
                <a:cubicBezTo>
                  <a:pt x="46" y="2373"/>
                  <a:pt x="0" y="2656"/>
                  <a:pt x="0" y="2928"/>
                </a:cubicBezTo>
                <a:cubicBezTo>
                  <a:pt x="0" y="4542"/>
                  <a:pt x="1313" y="5854"/>
                  <a:pt x="2928" y="5854"/>
                </a:cubicBezTo>
                <a:cubicBezTo>
                  <a:pt x="4541" y="5854"/>
                  <a:pt x="5854" y="4542"/>
                  <a:pt x="5854" y="2928"/>
                </a:cubicBezTo>
                <a:cubicBezTo>
                  <a:pt x="5854" y="1313"/>
                  <a:pt x="4541" y="1"/>
                  <a:pt x="292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7" name="Google Shape;12625;p89">
            <a:extLst>
              <a:ext uri="{FF2B5EF4-FFF2-40B4-BE49-F238E27FC236}">
                <a16:creationId xmlns:a16="http://schemas.microsoft.com/office/drawing/2014/main" id="{B9DDDFF2-55FC-6757-A4AE-B6097F3FBF3F}"/>
              </a:ext>
            </a:extLst>
          </p:cNvPr>
          <p:cNvSpPr/>
          <p:nvPr/>
        </p:nvSpPr>
        <p:spPr>
          <a:xfrm>
            <a:off x="7676250" y="5469824"/>
            <a:ext cx="620859" cy="620859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9991" y="1171"/>
                </a:moveTo>
                <a:cubicBezTo>
                  <a:pt x="14854" y="1171"/>
                  <a:pt x="18812" y="5127"/>
                  <a:pt x="18812" y="9991"/>
                </a:cubicBezTo>
                <a:cubicBezTo>
                  <a:pt x="18812" y="14854"/>
                  <a:pt x="14854" y="18810"/>
                  <a:pt x="9991" y="18810"/>
                </a:cubicBezTo>
                <a:cubicBezTo>
                  <a:pt x="5127" y="18810"/>
                  <a:pt x="1171" y="14854"/>
                  <a:pt x="1171" y="9991"/>
                </a:cubicBezTo>
                <a:cubicBezTo>
                  <a:pt x="1171" y="5127"/>
                  <a:pt x="5127" y="1171"/>
                  <a:pt x="9991" y="1171"/>
                </a:cubicBezTo>
                <a:close/>
                <a:moveTo>
                  <a:pt x="9991" y="0"/>
                </a:moveTo>
                <a:cubicBezTo>
                  <a:pt x="4490" y="0"/>
                  <a:pt x="0" y="4490"/>
                  <a:pt x="0" y="9990"/>
                </a:cubicBezTo>
                <a:cubicBezTo>
                  <a:pt x="0" y="15493"/>
                  <a:pt x="4490" y="19981"/>
                  <a:pt x="9991" y="19981"/>
                </a:cubicBezTo>
                <a:cubicBezTo>
                  <a:pt x="15493" y="19981"/>
                  <a:pt x="19981" y="15491"/>
                  <a:pt x="19981" y="9990"/>
                </a:cubicBezTo>
                <a:cubicBezTo>
                  <a:pt x="19981" y="4488"/>
                  <a:pt x="15491" y="0"/>
                  <a:pt x="99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8" name="Google Shape;12626;p89">
            <a:extLst>
              <a:ext uri="{FF2B5EF4-FFF2-40B4-BE49-F238E27FC236}">
                <a16:creationId xmlns:a16="http://schemas.microsoft.com/office/drawing/2014/main" id="{95E34B17-F0E4-AF8F-10C1-6AB86DECAD41}"/>
              </a:ext>
            </a:extLst>
          </p:cNvPr>
          <p:cNvSpPr/>
          <p:nvPr/>
        </p:nvSpPr>
        <p:spPr>
          <a:xfrm>
            <a:off x="7750166" y="5580123"/>
            <a:ext cx="472993" cy="400224"/>
          </a:xfrm>
          <a:custGeom>
            <a:avLst/>
            <a:gdLst/>
            <a:ahLst/>
            <a:cxnLst/>
            <a:rect l="l" t="t" r="r" b="b"/>
            <a:pathLst>
              <a:path w="15223" h="12881" extrusionOk="0">
                <a:moveTo>
                  <a:pt x="12295" y="1172"/>
                </a:moveTo>
                <a:cubicBezTo>
                  <a:pt x="12619" y="1172"/>
                  <a:pt x="12881" y="1435"/>
                  <a:pt x="12881" y="1757"/>
                </a:cubicBezTo>
                <a:cubicBezTo>
                  <a:pt x="12881" y="2079"/>
                  <a:pt x="12617" y="2343"/>
                  <a:pt x="12295" y="2343"/>
                </a:cubicBezTo>
                <a:cubicBezTo>
                  <a:pt x="11973" y="2343"/>
                  <a:pt x="11709" y="2079"/>
                  <a:pt x="11709" y="1757"/>
                </a:cubicBezTo>
                <a:cubicBezTo>
                  <a:pt x="11709" y="1435"/>
                  <a:pt x="11973" y="1172"/>
                  <a:pt x="12295" y="1172"/>
                </a:cubicBezTo>
                <a:close/>
                <a:moveTo>
                  <a:pt x="2343" y="4685"/>
                </a:moveTo>
                <a:cubicBezTo>
                  <a:pt x="2592" y="4685"/>
                  <a:pt x="2827" y="4763"/>
                  <a:pt x="3022" y="4902"/>
                </a:cubicBezTo>
                <a:cubicBezTo>
                  <a:pt x="2330" y="5410"/>
                  <a:pt x="1821" y="6015"/>
                  <a:pt x="1513" y="6677"/>
                </a:cubicBezTo>
                <a:cubicBezTo>
                  <a:pt x="1301" y="6461"/>
                  <a:pt x="1173" y="6167"/>
                  <a:pt x="1173" y="5856"/>
                </a:cubicBezTo>
                <a:cubicBezTo>
                  <a:pt x="1173" y="5210"/>
                  <a:pt x="1697" y="4685"/>
                  <a:pt x="2343" y="4685"/>
                </a:cubicBezTo>
                <a:close/>
                <a:moveTo>
                  <a:pt x="12881" y="4685"/>
                </a:moveTo>
                <a:cubicBezTo>
                  <a:pt x="13526" y="4685"/>
                  <a:pt x="14052" y="5208"/>
                  <a:pt x="14052" y="5854"/>
                </a:cubicBezTo>
                <a:cubicBezTo>
                  <a:pt x="14052" y="6167"/>
                  <a:pt x="13923" y="6461"/>
                  <a:pt x="13712" y="6677"/>
                </a:cubicBezTo>
                <a:cubicBezTo>
                  <a:pt x="13404" y="6015"/>
                  <a:pt x="12893" y="5410"/>
                  <a:pt x="12201" y="4902"/>
                </a:cubicBezTo>
                <a:cubicBezTo>
                  <a:pt x="12396" y="4763"/>
                  <a:pt x="12633" y="4685"/>
                  <a:pt x="12881" y="4685"/>
                </a:cubicBezTo>
                <a:close/>
                <a:moveTo>
                  <a:pt x="7616" y="4685"/>
                </a:moveTo>
                <a:cubicBezTo>
                  <a:pt x="9058" y="4685"/>
                  <a:pt x="10407" y="5074"/>
                  <a:pt x="11416" y="5778"/>
                </a:cubicBezTo>
                <a:cubicBezTo>
                  <a:pt x="12360" y="6440"/>
                  <a:pt x="12881" y="7299"/>
                  <a:pt x="12881" y="8196"/>
                </a:cubicBezTo>
                <a:cubicBezTo>
                  <a:pt x="12881" y="9095"/>
                  <a:pt x="12360" y="9953"/>
                  <a:pt x="11416" y="10615"/>
                </a:cubicBezTo>
                <a:cubicBezTo>
                  <a:pt x="10407" y="11320"/>
                  <a:pt x="9056" y="11710"/>
                  <a:pt x="7612" y="11710"/>
                </a:cubicBezTo>
                <a:cubicBezTo>
                  <a:pt x="6167" y="11710"/>
                  <a:pt x="4816" y="11320"/>
                  <a:pt x="3807" y="10615"/>
                </a:cubicBezTo>
                <a:cubicBezTo>
                  <a:pt x="2863" y="9953"/>
                  <a:pt x="2343" y="9095"/>
                  <a:pt x="2343" y="8196"/>
                </a:cubicBezTo>
                <a:cubicBezTo>
                  <a:pt x="2343" y="7299"/>
                  <a:pt x="2863" y="6440"/>
                  <a:pt x="3807" y="5778"/>
                </a:cubicBezTo>
                <a:cubicBezTo>
                  <a:pt x="4816" y="5074"/>
                  <a:pt x="6165" y="4685"/>
                  <a:pt x="7609" y="4685"/>
                </a:cubicBezTo>
                <a:close/>
                <a:moveTo>
                  <a:pt x="8782" y="0"/>
                </a:moveTo>
                <a:cubicBezTo>
                  <a:pt x="8538" y="0"/>
                  <a:pt x="8309" y="156"/>
                  <a:pt x="8228" y="402"/>
                </a:cubicBezTo>
                <a:lnTo>
                  <a:pt x="7186" y="3524"/>
                </a:lnTo>
                <a:cubicBezTo>
                  <a:pt x="6065" y="3576"/>
                  <a:pt x="4998" y="3836"/>
                  <a:pt x="4073" y="4276"/>
                </a:cubicBezTo>
                <a:cubicBezTo>
                  <a:pt x="3634" y="3797"/>
                  <a:pt x="3011" y="3514"/>
                  <a:pt x="2343" y="3514"/>
                </a:cubicBezTo>
                <a:cubicBezTo>
                  <a:pt x="1051" y="3514"/>
                  <a:pt x="0" y="4565"/>
                  <a:pt x="0" y="5856"/>
                </a:cubicBezTo>
                <a:cubicBezTo>
                  <a:pt x="0" y="6702"/>
                  <a:pt x="469" y="7478"/>
                  <a:pt x="1186" y="7889"/>
                </a:cubicBezTo>
                <a:cubicBezTo>
                  <a:pt x="1177" y="7991"/>
                  <a:pt x="1171" y="8094"/>
                  <a:pt x="1171" y="8196"/>
                </a:cubicBezTo>
                <a:cubicBezTo>
                  <a:pt x="1171" y="9488"/>
                  <a:pt x="1870" y="10687"/>
                  <a:pt x="3137" y="11573"/>
                </a:cubicBezTo>
                <a:cubicBezTo>
                  <a:pt x="4340" y="12415"/>
                  <a:pt x="5928" y="12881"/>
                  <a:pt x="7611" y="12881"/>
                </a:cubicBezTo>
                <a:cubicBezTo>
                  <a:pt x="9293" y="12881"/>
                  <a:pt x="10883" y="12415"/>
                  <a:pt x="12086" y="11573"/>
                </a:cubicBezTo>
                <a:cubicBezTo>
                  <a:pt x="13353" y="10687"/>
                  <a:pt x="14050" y="9488"/>
                  <a:pt x="14050" y="8196"/>
                </a:cubicBezTo>
                <a:cubicBezTo>
                  <a:pt x="14050" y="8094"/>
                  <a:pt x="14046" y="7991"/>
                  <a:pt x="14037" y="7889"/>
                </a:cubicBezTo>
                <a:cubicBezTo>
                  <a:pt x="14754" y="7478"/>
                  <a:pt x="15223" y="6702"/>
                  <a:pt x="15223" y="5856"/>
                </a:cubicBezTo>
                <a:cubicBezTo>
                  <a:pt x="15223" y="4565"/>
                  <a:pt x="14172" y="3514"/>
                  <a:pt x="12881" y="3514"/>
                </a:cubicBezTo>
                <a:cubicBezTo>
                  <a:pt x="12212" y="3514"/>
                  <a:pt x="11589" y="3797"/>
                  <a:pt x="11152" y="4276"/>
                </a:cubicBezTo>
                <a:cubicBezTo>
                  <a:pt x="10330" y="3885"/>
                  <a:pt x="9396" y="3636"/>
                  <a:pt x="8412" y="3549"/>
                </a:cubicBezTo>
                <a:lnTo>
                  <a:pt x="9153" y="1327"/>
                </a:lnTo>
                <a:lnTo>
                  <a:pt x="10540" y="1789"/>
                </a:lnTo>
                <a:cubicBezTo>
                  <a:pt x="10556" y="2742"/>
                  <a:pt x="11338" y="3514"/>
                  <a:pt x="12295" y="3514"/>
                </a:cubicBezTo>
                <a:cubicBezTo>
                  <a:pt x="13263" y="3514"/>
                  <a:pt x="14052" y="2725"/>
                  <a:pt x="14052" y="1757"/>
                </a:cubicBezTo>
                <a:cubicBezTo>
                  <a:pt x="14052" y="790"/>
                  <a:pt x="13263" y="1"/>
                  <a:pt x="12295" y="1"/>
                </a:cubicBezTo>
                <a:cubicBezTo>
                  <a:pt x="11732" y="1"/>
                  <a:pt x="11232" y="268"/>
                  <a:pt x="10910" y="678"/>
                </a:cubicBezTo>
                <a:lnTo>
                  <a:pt x="8968" y="31"/>
                </a:lnTo>
                <a:cubicBezTo>
                  <a:pt x="8906" y="10"/>
                  <a:pt x="8844" y="0"/>
                  <a:pt x="878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9" name="Google Shape;12627;p89">
            <a:extLst>
              <a:ext uri="{FF2B5EF4-FFF2-40B4-BE49-F238E27FC236}">
                <a16:creationId xmlns:a16="http://schemas.microsoft.com/office/drawing/2014/main" id="{B6B9EE4A-B71F-5C23-68AB-4AC68788E976}"/>
              </a:ext>
            </a:extLst>
          </p:cNvPr>
          <p:cNvSpPr/>
          <p:nvPr/>
        </p:nvSpPr>
        <p:spPr>
          <a:xfrm>
            <a:off x="7877520" y="5762038"/>
            <a:ext cx="72799" cy="72769"/>
          </a:xfrm>
          <a:custGeom>
            <a:avLst/>
            <a:gdLst/>
            <a:ahLst/>
            <a:cxnLst/>
            <a:rect l="l" t="t" r="r" b="b"/>
            <a:pathLst>
              <a:path w="2343" h="2342" extrusionOk="0">
                <a:moveTo>
                  <a:pt x="1171" y="1"/>
                </a:moveTo>
                <a:cubicBezTo>
                  <a:pt x="526" y="1"/>
                  <a:pt x="0" y="525"/>
                  <a:pt x="0" y="1170"/>
                </a:cubicBezTo>
                <a:cubicBezTo>
                  <a:pt x="0" y="1816"/>
                  <a:pt x="526" y="2341"/>
                  <a:pt x="1171" y="2341"/>
                </a:cubicBezTo>
                <a:cubicBezTo>
                  <a:pt x="1817" y="2341"/>
                  <a:pt x="2342" y="1816"/>
                  <a:pt x="2342" y="1170"/>
                </a:cubicBezTo>
                <a:cubicBezTo>
                  <a:pt x="2342" y="525"/>
                  <a:pt x="1817" y="1"/>
                  <a:pt x="117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0" name="Google Shape;12628;p89">
            <a:extLst>
              <a:ext uri="{FF2B5EF4-FFF2-40B4-BE49-F238E27FC236}">
                <a16:creationId xmlns:a16="http://schemas.microsoft.com/office/drawing/2014/main" id="{EC3C4ECD-D74E-DA18-6A8E-A9D58496A445}"/>
              </a:ext>
            </a:extLst>
          </p:cNvPr>
          <p:cNvSpPr/>
          <p:nvPr/>
        </p:nvSpPr>
        <p:spPr>
          <a:xfrm>
            <a:off x="8022991" y="5762038"/>
            <a:ext cx="72799" cy="72769"/>
          </a:xfrm>
          <a:custGeom>
            <a:avLst/>
            <a:gdLst/>
            <a:ahLst/>
            <a:cxnLst/>
            <a:rect l="l" t="t" r="r" b="b"/>
            <a:pathLst>
              <a:path w="2343" h="2342" extrusionOk="0">
                <a:moveTo>
                  <a:pt x="1172" y="1"/>
                </a:moveTo>
                <a:cubicBezTo>
                  <a:pt x="526" y="1"/>
                  <a:pt x="1" y="525"/>
                  <a:pt x="1" y="1170"/>
                </a:cubicBezTo>
                <a:cubicBezTo>
                  <a:pt x="1" y="1816"/>
                  <a:pt x="526" y="2341"/>
                  <a:pt x="1172" y="2341"/>
                </a:cubicBezTo>
                <a:cubicBezTo>
                  <a:pt x="1818" y="2341"/>
                  <a:pt x="2343" y="1816"/>
                  <a:pt x="2343" y="1170"/>
                </a:cubicBezTo>
                <a:cubicBezTo>
                  <a:pt x="2343" y="525"/>
                  <a:pt x="1818" y="1"/>
                  <a:pt x="11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51" name="Google Shape;12629;p89">
            <a:extLst>
              <a:ext uri="{FF2B5EF4-FFF2-40B4-BE49-F238E27FC236}">
                <a16:creationId xmlns:a16="http://schemas.microsoft.com/office/drawing/2014/main" id="{BDCEDA5A-183A-A34F-E038-1ED9791B6C8A}"/>
              </a:ext>
            </a:extLst>
          </p:cNvPr>
          <p:cNvSpPr/>
          <p:nvPr/>
        </p:nvSpPr>
        <p:spPr>
          <a:xfrm>
            <a:off x="7893118" y="5871155"/>
            <a:ext cx="187079" cy="53504"/>
          </a:xfrm>
          <a:custGeom>
            <a:avLst/>
            <a:gdLst/>
            <a:ahLst/>
            <a:cxnLst/>
            <a:rect l="l" t="t" r="r" b="b"/>
            <a:pathLst>
              <a:path w="6021" h="1722" extrusionOk="0">
                <a:moveTo>
                  <a:pt x="670" y="0"/>
                </a:moveTo>
                <a:cubicBezTo>
                  <a:pt x="455" y="0"/>
                  <a:pt x="249" y="119"/>
                  <a:pt x="146" y="324"/>
                </a:cubicBezTo>
                <a:cubicBezTo>
                  <a:pt x="1" y="614"/>
                  <a:pt x="117" y="965"/>
                  <a:pt x="407" y="1110"/>
                </a:cubicBezTo>
                <a:cubicBezTo>
                  <a:pt x="1223" y="1516"/>
                  <a:pt x="2116" y="1722"/>
                  <a:pt x="3011" y="1722"/>
                </a:cubicBezTo>
                <a:cubicBezTo>
                  <a:pt x="3905" y="1722"/>
                  <a:pt x="4800" y="1518"/>
                  <a:pt x="5614" y="1110"/>
                </a:cubicBezTo>
                <a:cubicBezTo>
                  <a:pt x="5904" y="965"/>
                  <a:pt x="6021" y="614"/>
                  <a:pt x="5875" y="324"/>
                </a:cubicBezTo>
                <a:cubicBezTo>
                  <a:pt x="5774" y="119"/>
                  <a:pt x="5567" y="0"/>
                  <a:pt x="5352" y="0"/>
                </a:cubicBezTo>
                <a:cubicBezTo>
                  <a:pt x="5264" y="0"/>
                  <a:pt x="5174" y="20"/>
                  <a:pt x="5090" y="62"/>
                </a:cubicBezTo>
                <a:cubicBezTo>
                  <a:pt x="4439" y="388"/>
                  <a:pt x="3725" y="551"/>
                  <a:pt x="3011" y="551"/>
                </a:cubicBezTo>
                <a:cubicBezTo>
                  <a:pt x="2296" y="551"/>
                  <a:pt x="1582" y="388"/>
                  <a:pt x="931" y="62"/>
                </a:cubicBezTo>
                <a:cubicBezTo>
                  <a:pt x="847" y="20"/>
                  <a:pt x="758" y="0"/>
                  <a:pt x="6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5" name="Google Shape;12634;p89">
            <a:extLst>
              <a:ext uri="{FF2B5EF4-FFF2-40B4-BE49-F238E27FC236}">
                <a16:creationId xmlns:a16="http://schemas.microsoft.com/office/drawing/2014/main" id="{8903131C-69FF-8BF2-7FB1-ACCA91F050B4}"/>
              </a:ext>
            </a:extLst>
          </p:cNvPr>
          <p:cNvSpPr/>
          <p:nvPr/>
        </p:nvSpPr>
        <p:spPr>
          <a:xfrm>
            <a:off x="2040533" y="5561966"/>
            <a:ext cx="620859" cy="436577"/>
          </a:xfrm>
          <a:custGeom>
            <a:avLst/>
            <a:gdLst/>
            <a:ahLst/>
            <a:cxnLst/>
            <a:rect l="l" t="t" r="r" b="b"/>
            <a:pathLst>
              <a:path w="19982" h="14051" extrusionOk="0">
                <a:moveTo>
                  <a:pt x="17056" y="1172"/>
                </a:moveTo>
                <a:cubicBezTo>
                  <a:pt x="18023" y="1172"/>
                  <a:pt x="18811" y="1961"/>
                  <a:pt x="18811" y="2929"/>
                </a:cubicBezTo>
                <a:lnTo>
                  <a:pt x="18811" y="11124"/>
                </a:lnTo>
                <a:cubicBezTo>
                  <a:pt x="18811" y="12092"/>
                  <a:pt x="18023" y="12881"/>
                  <a:pt x="17056" y="12881"/>
                </a:cubicBezTo>
                <a:lnTo>
                  <a:pt x="2927" y="12881"/>
                </a:lnTo>
                <a:cubicBezTo>
                  <a:pt x="1959" y="12881"/>
                  <a:pt x="1172" y="12092"/>
                  <a:pt x="1172" y="11124"/>
                </a:cubicBezTo>
                <a:lnTo>
                  <a:pt x="1172" y="2929"/>
                </a:lnTo>
                <a:cubicBezTo>
                  <a:pt x="1172" y="1961"/>
                  <a:pt x="1959" y="1172"/>
                  <a:pt x="2927" y="1172"/>
                </a:cubicBezTo>
                <a:close/>
                <a:moveTo>
                  <a:pt x="2927" y="1"/>
                </a:moveTo>
                <a:cubicBezTo>
                  <a:pt x="1313" y="1"/>
                  <a:pt x="1" y="1315"/>
                  <a:pt x="1" y="2929"/>
                </a:cubicBezTo>
                <a:lnTo>
                  <a:pt x="1" y="11124"/>
                </a:lnTo>
                <a:cubicBezTo>
                  <a:pt x="1" y="12738"/>
                  <a:pt x="1313" y="14050"/>
                  <a:pt x="2927" y="14050"/>
                </a:cubicBezTo>
                <a:lnTo>
                  <a:pt x="17056" y="14050"/>
                </a:lnTo>
                <a:cubicBezTo>
                  <a:pt x="18669" y="14050"/>
                  <a:pt x="19982" y="12738"/>
                  <a:pt x="19982" y="11124"/>
                </a:cubicBezTo>
                <a:lnTo>
                  <a:pt x="19982" y="2929"/>
                </a:lnTo>
                <a:cubicBezTo>
                  <a:pt x="19982" y="1315"/>
                  <a:pt x="18669" y="1"/>
                  <a:pt x="1705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6" name="Google Shape;12635;p89">
            <a:extLst>
              <a:ext uri="{FF2B5EF4-FFF2-40B4-BE49-F238E27FC236}">
                <a16:creationId xmlns:a16="http://schemas.microsoft.com/office/drawing/2014/main" id="{54471530-0EB1-29E3-FDE2-2FEE6D97C239}"/>
              </a:ext>
            </a:extLst>
          </p:cNvPr>
          <p:cNvSpPr/>
          <p:nvPr/>
        </p:nvSpPr>
        <p:spPr>
          <a:xfrm>
            <a:off x="2278189" y="5671114"/>
            <a:ext cx="181921" cy="218305"/>
          </a:xfrm>
          <a:custGeom>
            <a:avLst/>
            <a:gdLst/>
            <a:ahLst/>
            <a:cxnLst/>
            <a:rect l="l" t="t" r="r" b="b"/>
            <a:pathLst>
              <a:path w="5855" h="7026" extrusionOk="0">
                <a:moveTo>
                  <a:pt x="1172" y="1643"/>
                </a:moveTo>
                <a:lnTo>
                  <a:pt x="4165" y="3514"/>
                </a:lnTo>
                <a:lnTo>
                  <a:pt x="1172" y="5384"/>
                </a:lnTo>
                <a:lnTo>
                  <a:pt x="1172" y="1643"/>
                </a:lnTo>
                <a:close/>
                <a:moveTo>
                  <a:pt x="586" y="0"/>
                </a:moveTo>
                <a:cubicBezTo>
                  <a:pt x="489" y="0"/>
                  <a:pt x="391" y="25"/>
                  <a:pt x="302" y="74"/>
                </a:cubicBezTo>
                <a:cubicBezTo>
                  <a:pt x="116" y="178"/>
                  <a:pt x="1" y="373"/>
                  <a:pt x="1" y="587"/>
                </a:cubicBezTo>
                <a:lnTo>
                  <a:pt x="1" y="6440"/>
                </a:lnTo>
                <a:cubicBezTo>
                  <a:pt x="1" y="6653"/>
                  <a:pt x="116" y="6849"/>
                  <a:pt x="302" y="6953"/>
                </a:cubicBezTo>
                <a:cubicBezTo>
                  <a:pt x="389" y="7001"/>
                  <a:pt x="487" y="7026"/>
                  <a:pt x="585" y="7026"/>
                </a:cubicBezTo>
                <a:cubicBezTo>
                  <a:pt x="693" y="7026"/>
                  <a:pt x="801" y="6997"/>
                  <a:pt x="896" y="6937"/>
                </a:cubicBezTo>
                <a:lnTo>
                  <a:pt x="5580" y="4010"/>
                </a:lnTo>
                <a:cubicBezTo>
                  <a:pt x="5750" y="3903"/>
                  <a:pt x="5854" y="3714"/>
                  <a:pt x="5854" y="3513"/>
                </a:cubicBezTo>
                <a:cubicBezTo>
                  <a:pt x="5854" y="3311"/>
                  <a:pt x="5750" y="3123"/>
                  <a:pt x="5580" y="3017"/>
                </a:cubicBezTo>
                <a:lnTo>
                  <a:pt x="896" y="90"/>
                </a:lnTo>
                <a:cubicBezTo>
                  <a:pt x="801" y="30"/>
                  <a:pt x="694" y="0"/>
                  <a:pt x="58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3" name="Google Shape;12637;p89">
            <a:extLst>
              <a:ext uri="{FF2B5EF4-FFF2-40B4-BE49-F238E27FC236}">
                <a16:creationId xmlns:a16="http://schemas.microsoft.com/office/drawing/2014/main" id="{7E3C00BA-F9FB-371A-835C-E035A87994EE}"/>
              </a:ext>
            </a:extLst>
          </p:cNvPr>
          <p:cNvSpPr/>
          <p:nvPr/>
        </p:nvSpPr>
        <p:spPr>
          <a:xfrm>
            <a:off x="3131840" y="5586942"/>
            <a:ext cx="317296" cy="385995"/>
          </a:xfrm>
          <a:custGeom>
            <a:avLst/>
            <a:gdLst/>
            <a:ahLst/>
            <a:cxnLst/>
            <a:rect l="l" t="t" r="r" b="b"/>
            <a:pathLst>
              <a:path w="10212" h="12423" extrusionOk="0">
                <a:moveTo>
                  <a:pt x="4938" y="1172"/>
                </a:moveTo>
                <a:cubicBezTo>
                  <a:pt x="7267" y="1172"/>
                  <a:pt x="8610" y="2621"/>
                  <a:pt x="8610" y="3081"/>
                </a:cubicBezTo>
                <a:cubicBezTo>
                  <a:pt x="8610" y="3348"/>
                  <a:pt x="8308" y="3471"/>
                  <a:pt x="8102" y="3471"/>
                </a:cubicBezTo>
                <a:cubicBezTo>
                  <a:pt x="7867" y="3471"/>
                  <a:pt x="7733" y="3357"/>
                  <a:pt x="7407" y="3026"/>
                </a:cubicBezTo>
                <a:cubicBezTo>
                  <a:pt x="6933" y="2541"/>
                  <a:pt x="6282" y="1879"/>
                  <a:pt x="4821" y="1879"/>
                </a:cubicBezTo>
                <a:cubicBezTo>
                  <a:pt x="4177" y="1879"/>
                  <a:pt x="3602" y="2046"/>
                  <a:pt x="3162" y="2362"/>
                </a:cubicBezTo>
                <a:cubicBezTo>
                  <a:pt x="2687" y="2700"/>
                  <a:pt x="2417" y="3188"/>
                  <a:pt x="2417" y="3701"/>
                </a:cubicBezTo>
                <a:cubicBezTo>
                  <a:pt x="2417" y="4145"/>
                  <a:pt x="2603" y="4758"/>
                  <a:pt x="3491" y="5152"/>
                </a:cubicBezTo>
                <a:cubicBezTo>
                  <a:pt x="3997" y="5378"/>
                  <a:pt x="4646" y="5506"/>
                  <a:pt x="5334" y="5642"/>
                </a:cubicBezTo>
                <a:cubicBezTo>
                  <a:pt x="7566" y="6081"/>
                  <a:pt x="9029" y="6514"/>
                  <a:pt x="9029" y="8449"/>
                </a:cubicBezTo>
                <a:cubicBezTo>
                  <a:pt x="9029" y="8455"/>
                  <a:pt x="9029" y="8464"/>
                  <a:pt x="9029" y="8478"/>
                </a:cubicBezTo>
                <a:cubicBezTo>
                  <a:pt x="9035" y="8646"/>
                  <a:pt x="9028" y="9518"/>
                  <a:pt x="8347" y="10222"/>
                </a:cubicBezTo>
                <a:cubicBezTo>
                  <a:pt x="7688" y="10903"/>
                  <a:pt x="6597" y="11248"/>
                  <a:pt x="5102" y="11252"/>
                </a:cubicBezTo>
                <a:cubicBezTo>
                  <a:pt x="2240" y="11250"/>
                  <a:pt x="1171" y="9891"/>
                  <a:pt x="1171" y="9033"/>
                </a:cubicBezTo>
                <a:cubicBezTo>
                  <a:pt x="1171" y="8780"/>
                  <a:pt x="1518" y="8672"/>
                  <a:pt x="1656" y="8672"/>
                </a:cubicBezTo>
                <a:cubicBezTo>
                  <a:pt x="1844" y="8672"/>
                  <a:pt x="2005" y="8837"/>
                  <a:pt x="2327" y="9212"/>
                </a:cubicBezTo>
                <a:cubicBezTo>
                  <a:pt x="2843" y="9813"/>
                  <a:pt x="3551" y="10636"/>
                  <a:pt x="5095" y="10636"/>
                </a:cubicBezTo>
                <a:cubicBezTo>
                  <a:pt x="6363" y="10636"/>
                  <a:pt x="7727" y="9881"/>
                  <a:pt x="7727" y="8612"/>
                </a:cubicBezTo>
                <a:cubicBezTo>
                  <a:pt x="7727" y="7951"/>
                  <a:pt x="7363" y="7445"/>
                  <a:pt x="6647" y="7109"/>
                </a:cubicBezTo>
                <a:cubicBezTo>
                  <a:pt x="6130" y="6866"/>
                  <a:pt x="5472" y="6726"/>
                  <a:pt x="4773" y="6578"/>
                </a:cubicBezTo>
                <a:cubicBezTo>
                  <a:pt x="2620" y="6120"/>
                  <a:pt x="1209" y="5683"/>
                  <a:pt x="1209" y="3859"/>
                </a:cubicBezTo>
                <a:cubicBezTo>
                  <a:pt x="1209" y="2893"/>
                  <a:pt x="1667" y="2191"/>
                  <a:pt x="2606" y="1711"/>
                </a:cubicBezTo>
                <a:cubicBezTo>
                  <a:pt x="3388" y="1313"/>
                  <a:pt x="4350" y="1172"/>
                  <a:pt x="4938" y="1172"/>
                </a:cubicBezTo>
                <a:close/>
                <a:moveTo>
                  <a:pt x="4938" y="1"/>
                </a:moveTo>
                <a:cubicBezTo>
                  <a:pt x="2944" y="1"/>
                  <a:pt x="39" y="991"/>
                  <a:pt x="39" y="3861"/>
                </a:cubicBezTo>
                <a:cubicBezTo>
                  <a:pt x="39" y="5149"/>
                  <a:pt x="579" y="6129"/>
                  <a:pt x="1644" y="6772"/>
                </a:cubicBezTo>
                <a:cubicBezTo>
                  <a:pt x="2505" y="7293"/>
                  <a:pt x="3581" y="7523"/>
                  <a:pt x="4529" y="7724"/>
                </a:cubicBezTo>
                <a:cubicBezTo>
                  <a:pt x="5159" y="7857"/>
                  <a:pt x="5755" y="7984"/>
                  <a:pt x="6149" y="8170"/>
                </a:cubicBezTo>
                <a:cubicBezTo>
                  <a:pt x="6556" y="8359"/>
                  <a:pt x="6556" y="8518"/>
                  <a:pt x="6556" y="8612"/>
                </a:cubicBezTo>
                <a:cubicBezTo>
                  <a:pt x="6556" y="9100"/>
                  <a:pt x="5785" y="9465"/>
                  <a:pt x="5095" y="9465"/>
                </a:cubicBezTo>
                <a:cubicBezTo>
                  <a:pt x="4089" y="9465"/>
                  <a:pt x="3664" y="8971"/>
                  <a:pt x="3215" y="8449"/>
                </a:cubicBezTo>
                <a:cubicBezTo>
                  <a:pt x="2833" y="8005"/>
                  <a:pt x="2401" y="7501"/>
                  <a:pt x="1656" y="7501"/>
                </a:cubicBezTo>
                <a:cubicBezTo>
                  <a:pt x="860" y="7501"/>
                  <a:pt x="0" y="8087"/>
                  <a:pt x="0" y="9035"/>
                </a:cubicBezTo>
                <a:cubicBezTo>
                  <a:pt x="0" y="10459"/>
                  <a:pt x="1462" y="12423"/>
                  <a:pt x="5104" y="12423"/>
                </a:cubicBezTo>
                <a:cubicBezTo>
                  <a:pt x="6926" y="12419"/>
                  <a:pt x="8301" y="11954"/>
                  <a:pt x="9187" y="11036"/>
                </a:cubicBezTo>
                <a:cubicBezTo>
                  <a:pt x="10167" y="10024"/>
                  <a:pt x="10211" y="8803"/>
                  <a:pt x="10200" y="8442"/>
                </a:cubicBezTo>
                <a:cubicBezTo>
                  <a:pt x="10199" y="7101"/>
                  <a:pt x="9638" y="6090"/>
                  <a:pt x="8536" y="5435"/>
                </a:cubicBezTo>
                <a:cubicBezTo>
                  <a:pt x="7642" y="4904"/>
                  <a:pt x="6537" y="4685"/>
                  <a:pt x="5560" y="4492"/>
                </a:cubicBezTo>
                <a:cubicBezTo>
                  <a:pt x="4939" y="4370"/>
                  <a:pt x="4354" y="4255"/>
                  <a:pt x="3966" y="4084"/>
                </a:cubicBezTo>
                <a:cubicBezTo>
                  <a:pt x="3588" y="3916"/>
                  <a:pt x="3588" y="3781"/>
                  <a:pt x="3588" y="3703"/>
                </a:cubicBezTo>
                <a:cubicBezTo>
                  <a:pt x="3588" y="3429"/>
                  <a:pt x="4016" y="3050"/>
                  <a:pt x="4821" y="3050"/>
                </a:cubicBezTo>
                <a:cubicBezTo>
                  <a:pt x="5790" y="3050"/>
                  <a:pt x="6153" y="3418"/>
                  <a:pt x="6570" y="3847"/>
                </a:cubicBezTo>
                <a:cubicBezTo>
                  <a:pt x="6921" y="4202"/>
                  <a:pt x="7354" y="4644"/>
                  <a:pt x="8102" y="4644"/>
                </a:cubicBezTo>
                <a:cubicBezTo>
                  <a:pt x="8966" y="4644"/>
                  <a:pt x="9781" y="4016"/>
                  <a:pt x="9781" y="3082"/>
                </a:cubicBezTo>
                <a:cubicBezTo>
                  <a:pt x="9781" y="1768"/>
                  <a:pt x="7722" y="1"/>
                  <a:pt x="493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4" name="Google Shape;12638;p89">
            <a:extLst>
              <a:ext uri="{FF2B5EF4-FFF2-40B4-BE49-F238E27FC236}">
                <a16:creationId xmlns:a16="http://schemas.microsoft.com/office/drawing/2014/main" id="{455D4970-F049-A4E3-496B-028CCA49FC77}"/>
              </a:ext>
            </a:extLst>
          </p:cNvPr>
          <p:cNvSpPr/>
          <p:nvPr/>
        </p:nvSpPr>
        <p:spPr>
          <a:xfrm>
            <a:off x="2979814" y="5469933"/>
            <a:ext cx="620891" cy="620641"/>
          </a:xfrm>
          <a:custGeom>
            <a:avLst/>
            <a:gdLst/>
            <a:ahLst/>
            <a:cxnLst/>
            <a:rect l="l" t="t" r="r" b="b"/>
            <a:pathLst>
              <a:path w="19983" h="19975" extrusionOk="0">
                <a:moveTo>
                  <a:pt x="5465" y="1172"/>
                </a:moveTo>
                <a:cubicBezTo>
                  <a:pt x="6229" y="1172"/>
                  <a:pt x="6714" y="1356"/>
                  <a:pt x="7184" y="1548"/>
                </a:cubicBezTo>
                <a:cubicBezTo>
                  <a:pt x="7842" y="1820"/>
                  <a:pt x="8120" y="1882"/>
                  <a:pt x="8506" y="1882"/>
                </a:cubicBezTo>
                <a:cubicBezTo>
                  <a:pt x="8831" y="1882"/>
                  <a:pt x="9232" y="1838"/>
                  <a:pt x="10000" y="1838"/>
                </a:cubicBezTo>
                <a:cubicBezTo>
                  <a:pt x="13275" y="1838"/>
                  <a:pt x="15226" y="3478"/>
                  <a:pt x="16286" y="4855"/>
                </a:cubicBezTo>
                <a:cubicBezTo>
                  <a:pt x="17660" y="6641"/>
                  <a:pt x="18149" y="8709"/>
                  <a:pt x="18149" y="9937"/>
                </a:cubicBezTo>
                <a:cubicBezTo>
                  <a:pt x="18149" y="11304"/>
                  <a:pt x="17841" y="11405"/>
                  <a:pt x="18414" y="12744"/>
                </a:cubicBezTo>
                <a:cubicBezTo>
                  <a:pt x="18610" y="13203"/>
                  <a:pt x="18812" y="13675"/>
                  <a:pt x="18812" y="14565"/>
                </a:cubicBezTo>
                <a:cubicBezTo>
                  <a:pt x="18812" y="15702"/>
                  <a:pt x="18373" y="16765"/>
                  <a:pt x="17575" y="17561"/>
                </a:cubicBezTo>
                <a:cubicBezTo>
                  <a:pt x="16776" y="18358"/>
                  <a:pt x="15671" y="18803"/>
                  <a:pt x="14546" y="18803"/>
                </a:cubicBezTo>
                <a:cubicBezTo>
                  <a:pt x="14544" y="18803"/>
                  <a:pt x="14542" y="18803"/>
                  <a:pt x="14540" y="18803"/>
                </a:cubicBezTo>
                <a:lnTo>
                  <a:pt x="14519" y="18803"/>
                </a:lnTo>
                <a:cubicBezTo>
                  <a:pt x="13754" y="18803"/>
                  <a:pt x="13270" y="18612"/>
                  <a:pt x="12799" y="18418"/>
                </a:cubicBezTo>
                <a:cubicBezTo>
                  <a:pt x="12161" y="18154"/>
                  <a:pt x="11842" y="18085"/>
                  <a:pt x="11520" y="18085"/>
                </a:cubicBezTo>
                <a:cubicBezTo>
                  <a:pt x="11167" y="18085"/>
                  <a:pt x="10809" y="18168"/>
                  <a:pt x="10022" y="18168"/>
                </a:cubicBezTo>
                <a:cubicBezTo>
                  <a:pt x="6746" y="18168"/>
                  <a:pt x="4785" y="16516"/>
                  <a:pt x="3717" y="15131"/>
                </a:cubicBezTo>
                <a:cubicBezTo>
                  <a:pt x="2328" y="13328"/>
                  <a:pt x="1835" y="11257"/>
                  <a:pt x="1835" y="10031"/>
                </a:cubicBezTo>
                <a:cubicBezTo>
                  <a:pt x="1835" y="8674"/>
                  <a:pt x="2146" y="8571"/>
                  <a:pt x="1569" y="7222"/>
                </a:cubicBezTo>
                <a:cubicBezTo>
                  <a:pt x="1375" y="6765"/>
                  <a:pt x="1173" y="6293"/>
                  <a:pt x="1171" y="5408"/>
                </a:cubicBezTo>
                <a:cubicBezTo>
                  <a:pt x="1175" y="3063"/>
                  <a:pt x="3100" y="1172"/>
                  <a:pt x="5465" y="1172"/>
                </a:cubicBezTo>
                <a:close/>
                <a:moveTo>
                  <a:pt x="5465" y="0"/>
                </a:moveTo>
                <a:cubicBezTo>
                  <a:pt x="3993" y="0"/>
                  <a:pt x="2617" y="552"/>
                  <a:pt x="1587" y="1582"/>
                </a:cubicBezTo>
                <a:cubicBezTo>
                  <a:pt x="566" y="2603"/>
                  <a:pt x="4" y="3960"/>
                  <a:pt x="0" y="5403"/>
                </a:cubicBezTo>
                <a:lnTo>
                  <a:pt x="0" y="5414"/>
                </a:lnTo>
                <a:cubicBezTo>
                  <a:pt x="2" y="6535"/>
                  <a:pt x="274" y="7170"/>
                  <a:pt x="492" y="7682"/>
                </a:cubicBezTo>
                <a:cubicBezTo>
                  <a:pt x="938" y="8725"/>
                  <a:pt x="664" y="8547"/>
                  <a:pt x="664" y="10031"/>
                </a:cubicBezTo>
                <a:cubicBezTo>
                  <a:pt x="664" y="11738"/>
                  <a:pt x="1385" y="14023"/>
                  <a:pt x="2790" y="15845"/>
                </a:cubicBezTo>
                <a:cubicBezTo>
                  <a:pt x="4019" y="17439"/>
                  <a:pt x="6270" y="19339"/>
                  <a:pt x="10022" y="19339"/>
                </a:cubicBezTo>
                <a:cubicBezTo>
                  <a:pt x="10942" y="19339"/>
                  <a:pt x="11234" y="19255"/>
                  <a:pt x="11494" y="19255"/>
                </a:cubicBezTo>
                <a:cubicBezTo>
                  <a:pt x="11700" y="19255"/>
                  <a:pt x="11887" y="19308"/>
                  <a:pt x="12353" y="19500"/>
                </a:cubicBezTo>
                <a:cubicBezTo>
                  <a:pt x="12875" y="19716"/>
                  <a:pt x="13523" y="19974"/>
                  <a:pt x="14519" y="19974"/>
                </a:cubicBezTo>
                <a:lnTo>
                  <a:pt x="14554" y="19974"/>
                </a:lnTo>
                <a:cubicBezTo>
                  <a:pt x="15985" y="19974"/>
                  <a:pt x="17386" y="19403"/>
                  <a:pt x="18402" y="18391"/>
                </a:cubicBezTo>
                <a:cubicBezTo>
                  <a:pt x="19422" y="17374"/>
                  <a:pt x="19983" y="16015"/>
                  <a:pt x="19983" y="14565"/>
                </a:cubicBezTo>
                <a:cubicBezTo>
                  <a:pt x="19983" y="13436"/>
                  <a:pt x="19711" y="12797"/>
                  <a:pt x="19491" y="12284"/>
                </a:cubicBezTo>
                <a:cubicBezTo>
                  <a:pt x="19045" y="11243"/>
                  <a:pt x="19320" y="11421"/>
                  <a:pt x="19320" y="9937"/>
                </a:cubicBezTo>
                <a:cubicBezTo>
                  <a:pt x="19320" y="8218"/>
                  <a:pt x="18603" y="5946"/>
                  <a:pt x="17213" y="4140"/>
                </a:cubicBezTo>
                <a:cubicBezTo>
                  <a:pt x="15994" y="2557"/>
                  <a:pt x="13753" y="667"/>
                  <a:pt x="10000" y="667"/>
                </a:cubicBezTo>
                <a:cubicBezTo>
                  <a:pt x="9146" y="667"/>
                  <a:pt x="8785" y="712"/>
                  <a:pt x="8528" y="712"/>
                </a:cubicBezTo>
                <a:cubicBezTo>
                  <a:pt x="8261" y="712"/>
                  <a:pt x="8109" y="664"/>
                  <a:pt x="7630" y="466"/>
                </a:cubicBezTo>
                <a:cubicBezTo>
                  <a:pt x="7110" y="252"/>
                  <a:pt x="6461" y="0"/>
                  <a:pt x="546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1" name="Google Shape;12640;p89">
            <a:extLst>
              <a:ext uri="{FF2B5EF4-FFF2-40B4-BE49-F238E27FC236}">
                <a16:creationId xmlns:a16="http://schemas.microsoft.com/office/drawing/2014/main" id="{027913FA-8B21-869B-7336-DB83661CC5C6}"/>
              </a:ext>
            </a:extLst>
          </p:cNvPr>
          <p:cNvSpPr/>
          <p:nvPr/>
        </p:nvSpPr>
        <p:spPr>
          <a:xfrm>
            <a:off x="3993108" y="5560735"/>
            <a:ext cx="472963" cy="436577"/>
          </a:xfrm>
          <a:custGeom>
            <a:avLst/>
            <a:gdLst/>
            <a:ahLst/>
            <a:cxnLst/>
            <a:rect l="l" t="t" r="r" b="b"/>
            <a:pathLst>
              <a:path w="15222" h="14051" extrusionOk="0">
                <a:moveTo>
                  <a:pt x="7616" y="1172"/>
                </a:moveTo>
                <a:cubicBezTo>
                  <a:pt x="8529" y="1202"/>
                  <a:pt x="10613" y="1570"/>
                  <a:pt x="10613" y="4280"/>
                </a:cubicBezTo>
                <a:cubicBezTo>
                  <a:pt x="10613" y="4791"/>
                  <a:pt x="10565" y="5662"/>
                  <a:pt x="10565" y="5683"/>
                </a:cubicBezTo>
                <a:cubicBezTo>
                  <a:pt x="10565" y="6490"/>
                  <a:pt x="11186" y="6530"/>
                  <a:pt x="11312" y="6530"/>
                </a:cubicBezTo>
                <a:cubicBezTo>
                  <a:pt x="11563" y="6530"/>
                  <a:pt x="11867" y="6461"/>
                  <a:pt x="12149" y="6399"/>
                </a:cubicBezTo>
                <a:lnTo>
                  <a:pt x="12149" y="6399"/>
                </a:lnTo>
                <a:cubicBezTo>
                  <a:pt x="11697" y="6589"/>
                  <a:pt x="10875" y="6838"/>
                  <a:pt x="10875" y="7608"/>
                </a:cubicBezTo>
                <a:cubicBezTo>
                  <a:pt x="10875" y="9260"/>
                  <a:pt x="12294" y="9897"/>
                  <a:pt x="13233" y="10316"/>
                </a:cubicBezTo>
                <a:cubicBezTo>
                  <a:pt x="13419" y="10399"/>
                  <a:pt x="13661" y="10509"/>
                  <a:pt x="13838" y="10608"/>
                </a:cubicBezTo>
                <a:cubicBezTo>
                  <a:pt x="13590" y="10652"/>
                  <a:pt x="13247" y="10703"/>
                  <a:pt x="12826" y="10802"/>
                </a:cubicBezTo>
                <a:cubicBezTo>
                  <a:pt x="12446" y="10894"/>
                  <a:pt x="12149" y="11195"/>
                  <a:pt x="12067" y="11574"/>
                </a:cubicBezTo>
                <a:cubicBezTo>
                  <a:pt x="12058" y="11614"/>
                  <a:pt x="12049" y="11652"/>
                  <a:pt x="12041" y="11683"/>
                </a:cubicBezTo>
                <a:cubicBezTo>
                  <a:pt x="11837" y="11646"/>
                  <a:pt x="11549" y="11584"/>
                  <a:pt x="11156" y="11584"/>
                </a:cubicBezTo>
                <a:cubicBezTo>
                  <a:pt x="10220" y="11584"/>
                  <a:pt x="9658" y="11968"/>
                  <a:pt x="9161" y="12306"/>
                </a:cubicBezTo>
                <a:cubicBezTo>
                  <a:pt x="8711" y="12614"/>
                  <a:pt x="8322" y="12879"/>
                  <a:pt x="7611" y="12881"/>
                </a:cubicBezTo>
                <a:cubicBezTo>
                  <a:pt x="6900" y="12879"/>
                  <a:pt x="6511" y="12614"/>
                  <a:pt x="6060" y="12306"/>
                </a:cubicBezTo>
                <a:cubicBezTo>
                  <a:pt x="5563" y="11968"/>
                  <a:pt x="5000" y="11584"/>
                  <a:pt x="4064" y="11584"/>
                </a:cubicBezTo>
                <a:cubicBezTo>
                  <a:pt x="3671" y="11584"/>
                  <a:pt x="3381" y="11646"/>
                  <a:pt x="3180" y="11683"/>
                </a:cubicBezTo>
                <a:cubicBezTo>
                  <a:pt x="3171" y="11652"/>
                  <a:pt x="3164" y="11614"/>
                  <a:pt x="3155" y="11574"/>
                </a:cubicBezTo>
                <a:cubicBezTo>
                  <a:pt x="3072" y="11195"/>
                  <a:pt x="2775" y="10894"/>
                  <a:pt x="2394" y="10802"/>
                </a:cubicBezTo>
                <a:cubicBezTo>
                  <a:pt x="1973" y="10703"/>
                  <a:pt x="1630" y="10652"/>
                  <a:pt x="1384" y="10608"/>
                </a:cubicBezTo>
                <a:cubicBezTo>
                  <a:pt x="1559" y="10509"/>
                  <a:pt x="1803" y="10399"/>
                  <a:pt x="1987" y="10316"/>
                </a:cubicBezTo>
                <a:cubicBezTo>
                  <a:pt x="2927" y="9897"/>
                  <a:pt x="4347" y="9260"/>
                  <a:pt x="4347" y="7608"/>
                </a:cubicBezTo>
                <a:cubicBezTo>
                  <a:pt x="4347" y="6838"/>
                  <a:pt x="3525" y="6589"/>
                  <a:pt x="3072" y="6399"/>
                </a:cubicBezTo>
                <a:lnTo>
                  <a:pt x="3072" y="6399"/>
                </a:lnTo>
                <a:cubicBezTo>
                  <a:pt x="3355" y="6461"/>
                  <a:pt x="3657" y="6530"/>
                  <a:pt x="3910" y="6530"/>
                </a:cubicBezTo>
                <a:cubicBezTo>
                  <a:pt x="4034" y="6530"/>
                  <a:pt x="4655" y="6490"/>
                  <a:pt x="4655" y="5683"/>
                </a:cubicBezTo>
                <a:cubicBezTo>
                  <a:pt x="4655" y="5662"/>
                  <a:pt x="4609" y="4793"/>
                  <a:pt x="4609" y="4280"/>
                </a:cubicBezTo>
                <a:cubicBezTo>
                  <a:pt x="4609" y="1558"/>
                  <a:pt x="6698" y="1199"/>
                  <a:pt x="7616" y="1172"/>
                </a:cubicBezTo>
                <a:close/>
                <a:moveTo>
                  <a:pt x="7602" y="1"/>
                </a:moveTo>
                <a:cubicBezTo>
                  <a:pt x="7201" y="11"/>
                  <a:pt x="6164" y="98"/>
                  <a:pt x="5219" y="691"/>
                </a:cubicBezTo>
                <a:cubicBezTo>
                  <a:pt x="4407" y="1200"/>
                  <a:pt x="3438" y="2237"/>
                  <a:pt x="3438" y="4280"/>
                </a:cubicBezTo>
                <a:cubicBezTo>
                  <a:pt x="3438" y="4714"/>
                  <a:pt x="3454" y="5041"/>
                  <a:pt x="3466" y="5288"/>
                </a:cubicBezTo>
                <a:cubicBezTo>
                  <a:pt x="3176" y="5225"/>
                  <a:pt x="2914" y="5159"/>
                  <a:pt x="2711" y="5159"/>
                </a:cubicBezTo>
                <a:cubicBezTo>
                  <a:pt x="2005" y="5159"/>
                  <a:pt x="1492" y="5593"/>
                  <a:pt x="1492" y="6187"/>
                </a:cubicBezTo>
                <a:cubicBezTo>
                  <a:pt x="1492" y="7031"/>
                  <a:pt x="2302" y="7355"/>
                  <a:pt x="2785" y="7547"/>
                </a:cubicBezTo>
                <a:cubicBezTo>
                  <a:pt x="2907" y="7595"/>
                  <a:pt x="3077" y="7664"/>
                  <a:pt x="3173" y="7717"/>
                </a:cubicBezTo>
                <a:cubicBezTo>
                  <a:pt x="3084" y="8885"/>
                  <a:pt x="1453" y="9124"/>
                  <a:pt x="595" y="9723"/>
                </a:cubicBezTo>
                <a:cubicBezTo>
                  <a:pt x="201" y="9999"/>
                  <a:pt x="1" y="10337"/>
                  <a:pt x="1" y="10730"/>
                </a:cubicBezTo>
                <a:cubicBezTo>
                  <a:pt x="1" y="11119"/>
                  <a:pt x="194" y="11425"/>
                  <a:pt x="547" y="11590"/>
                </a:cubicBezTo>
                <a:cubicBezTo>
                  <a:pt x="892" y="11752"/>
                  <a:pt x="1340" y="11765"/>
                  <a:pt x="2032" y="11920"/>
                </a:cubicBezTo>
                <a:cubicBezTo>
                  <a:pt x="2081" y="12138"/>
                  <a:pt x="2134" y="12318"/>
                  <a:pt x="2231" y="12474"/>
                </a:cubicBezTo>
                <a:cubicBezTo>
                  <a:pt x="2428" y="12789"/>
                  <a:pt x="2691" y="12874"/>
                  <a:pt x="2981" y="12874"/>
                </a:cubicBezTo>
                <a:cubicBezTo>
                  <a:pt x="3325" y="12874"/>
                  <a:pt x="3708" y="12754"/>
                  <a:pt x="4064" y="12754"/>
                </a:cubicBezTo>
                <a:cubicBezTo>
                  <a:pt x="4639" y="12754"/>
                  <a:pt x="4975" y="12984"/>
                  <a:pt x="5400" y="13274"/>
                </a:cubicBezTo>
                <a:cubicBezTo>
                  <a:pt x="5907" y="13619"/>
                  <a:pt x="6537" y="14050"/>
                  <a:pt x="7609" y="14050"/>
                </a:cubicBezTo>
                <a:lnTo>
                  <a:pt x="7611" y="14050"/>
                </a:lnTo>
                <a:cubicBezTo>
                  <a:pt x="8683" y="14050"/>
                  <a:pt x="9315" y="13620"/>
                  <a:pt x="9821" y="13274"/>
                </a:cubicBezTo>
                <a:cubicBezTo>
                  <a:pt x="10247" y="12984"/>
                  <a:pt x="10581" y="12754"/>
                  <a:pt x="11156" y="12754"/>
                </a:cubicBezTo>
                <a:cubicBezTo>
                  <a:pt x="11621" y="12754"/>
                  <a:pt x="11881" y="12881"/>
                  <a:pt x="12228" y="12881"/>
                </a:cubicBezTo>
                <a:cubicBezTo>
                  <a:pt x="12647" y="12881"/>
                  <a:pt x="12874" y="12660"/>
                  <a:pt x="12991" y="12474"/>
                </a:cubicBezTo>
                <a:cubicBezTo>
                  <a:pt x="13088" y="12318"/>
                  <a:pt x="13139" y="12136"/>
                  <a:pt x="13189" y="11920"/>
                </a:cubicBezTo>
                <a:cubicBezTo>
                  <a:pt x="13880" y="11765"/>
                  <a:pt x="14328" y="11752"/>
                  <a:pt x="14673" y="11590"/>
                </a:cubicBezTo>
                <a:cubicBezTo>
                  <a:pt x="15027" y="11425"/>
                  <a:pt x="15221" y="11119"/>
                  <a:pt x="15221" y="10730"/>
                </a:cubicBezTo>
                <a:cubicBezTo>
                  <a:pt x="15221" y="10337"/>
                  <a:pt x="15020" y="9999"/>
                  <a:pt x="14625" y="9723"/>
                </a:cubicBezTo>
                <a:cubicBezTo>
                  <a:pt x="13769" y="9124"/>
                  <a:pt x="12136" y="8885"/>
                  <a:pt x="12048" y="7717"/>
                </a:cubicBezTo>
                <a:cubicBezTo>
                  <a:pt x="12143" y="7664"/>
                  <a:pt x="12313" y="7595"/>
                  <a:pt x="12435" y="7547"/>
                </a:cubicBezTo>
                <a:cubicBezTo>
                  <a:pt x="12918" y="7355"/>
                  <a:pt x="13728" y="7031"/>
                  <a:pt x="13728" y="6187"/>
                </a:cubicBezTo>
                <a:cubicBezTo>
                  <a:pt x="13728" y="5593"/>
                  <a:pt x="13215" y="5159"/>
                  <a:pt x="12509" y="5159"/>
                </a:cubicBezTo>
                <a:cubicBezTo>
                  <a:pt x="12306" y="5159"/>
                  <a:pt x="12044" y="5225"/>
                  <a:pt x="11754" y="5288"/>
                </a:cubicBezTo>
                <a:cubicBezTo>
                  <a:pt x="11768" y="5041"/>
                  <a:pt x="11782" y="4714"/>
                  <a:pt x="11782" y="4280"/>
                </a:cubicBezTo>
                <a:cubicBezTo>
                  <a:pt x="11782" y="2246"/>
                  <a:pt x="10822" y="1211"/>
                  <a:pt x="10017" y="700"/>
                </a:cubicBezTo>
                <a:cubicBezTo>
                  <a:pt x="9076" y="105"/>
                  <a:pt x="8037" y="13"/>
                  <a:pt x="763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2" name="Google Shape;12641;p89">
            <a:extLst>
              <a:ext uri="{FF2B5EF4-FFF2-40B4-BE49-F238E27FC236}">
                <a16:creationId xmlns:a16="http://schemas.microsoft.com/office/drawing/2014/main" id="{40E05774-6051-EE1F-53DC-3DA97D10E0AA}"/>
              </a:ext>
            </a:extLst>
          </p:cNvPr>
          <p:cNvSpPr/>
          <p:nvPr/>
        </p:nvSpPr>
        <p:spPr>
          <a:xfrm>
            <a:off x="3919130" y="5469824"/>
            <a:ext cx="620859" cy="620859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7017" y="1172"/>
                </a:moveTo>
                <a:cubicBezTo>
                  <a:pt x="17990" y="1172"/>
                  <a:pt x="18812" y="1975"/>
                  <a:pt x="18812" y="2927"/>
                </a:cubicBezTo>
                <a:lnTo>
                  <a:pt x="18812" y="17017"/>
                </a:lnTo>
                <a:cubicBezTo>
                  <a:pt x="18812" y="17990"/>
                  <a:pt x="17990" y="18811"/>
                  <a:pt x="17017" y="18811"/>
                </a:cubicBezTo>
                <a:lnTo>
                  <a:pt x="2966" y="18811"/>
                </a:lnTo>
                <a:cubicBezTo>
                  <a:pt x="1993" y="18811"/>
                  <a:pt x="1172" y="17990"/>
                  <a:pt x="1172" y="17017"/>
                </a:cubicBezTo>
                <a:lnTo>
                  <a:pt x="1172" y="2927"/>
                </a:lnTo>
                <a:cubicBezTo>
                  <a:pt x="1172" y="1975"/>
                  <a:pt x="1993" y="1172"/>
                  <a:pt x="2966" y="1172"/>
                </a:cubicBezTo>
                <a:close/>
                <a:moveTo>
                  <a:pt x="2966" y="1"/>
                </a:moveTo>
                <a:cubicBezTo>
                  <a:pt x="1349" y="1"/>
                  <a:pt x="1" y="1310"/>
                  <a:pt x="1" y="2927"/>
                </a:cubicBezTo>
                <a:lnTo>
                  <a:pt x="1" y="17015"/>
                </a:lnTo>
                <a:cubicBezTo>
                  <a:pt x="1" y="18636"/>
                  <a:pt x="1349" y="19982"/>
                  <a:pt x="2966" y="19982"/>
                </a:cubicBezTo>
                <a:lnTo>
                  <a:pt x="17017" y="19982"/>
                </a:lnTo>
                <a:cubicBezTo>
                  <a:pt x="18635" y="19982"/>
                  <a:pt x="19982" y="18634"/>
                  <a:pt x="19982" y="17015"/>
                </a:cubicBezTo>
                <a:lnTo>
                  <a:pt x="19982" y="2927"/>
                </a:lnTo>
                <a:cubicBezTo>
                  <a:pt x="19982" y="1310"/>
                  <a:pt x="18635" y="1"/>
                  <a:pt x="1701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39" name="Google Shape;12643;p89">
            <a:extLst>
              <a:ext uri="{FF2B5EF4-FFF2-40B4-BE49-F238E27FC236}">
                <a16:creationId xmlns:a16="http://schemas.microsoft.com/office/drawing/2014/main" id="{308DACE2-5857-D177-8CC8-2B04CC63910B}"/>
              </a:ext>
            </a:extLst>
          </p:cNvPr>
          <p:cNvSpPr/>
          <p:nvPr/>
        </p:nvSpPr>
        <p:spPr>
          <a:xfrm>
            <a:off x="5037844" y="5558342"/>
            <a:ext cx="269199" cy="446707"/>
          </a:xfrm>
          <a:custGeom>
            <a:avLst/>
            <a:gdLst/>
            <a:ahLst/>
            <a:cxnLst/>
            <a:rect l="l" t="t" r="r" b="b"/>
            <a:pathLst>
              <a:path w="8664" h="14377" extrusionOk="0">
                <a:moveTo>
                  <a:pt x="4683" y="1171"/>
                </a:moveTo>
                <a:lnTo>
                  <a:pt x="4683" y="3395"/>
                </a:lnTo>
                <a:cubicBezTo>
                  <a:pt x="4683" y="3719"/>
                  <a:pt x="4945" y="3980"/>
                  <a:pt x="5269" y="3980"/>
                </a:cubicBezTo>
                <a:lnTo>
                  <a:pt x="7493" y="3980"/>
                </a:lnTo>
                <a:lnTo>
                  <a:pt x="7493" y="5620"/>
                </a:lnTo>
                <a:lnTo>
                  <a:pt x="5269" y="5620"/>
                </a:lnTo>
                <a:cubicBezTo>
                  <a:pt x="4945" y="5620"/>
                  <a:pt x="4683" y="5882"/>
                  <a:pt x="4683" y="6206"/>
                </a:cubicBezTo>
                <a:lnTo>
                  <a:pt x="4683" y="9859"/>
                </a:lnTo>
                <a:cubicBezTo>
                  <a:pt x="4683" y="10227"/>
                  <a:pt x="4706" y="10648"/>
                  <a:pt x="4975" y="10986"/>
                </a:cubicBezTo>
                <a:cubicBezTo>
                  <a:pt x="5327" y="11423"/>
                  <a:pt x="5899" y="11474"/>
                  <a:pt x="6299" y="11474"/>
                </a:cubicBezTo>
                <a:lnTo>
                  <a:pt x="7494" y="11474"/>
                </a:lnTo>
                <a:lnTo>
                  <a:pt x="7494" y="13158"/>
                </a:lnTo>
                <a:cubicBezTo>
                  <a:pt x="7137" y="13183"/>
                  <a:pt x="6635" y="13207"/>
                  <a:pt x="6113" y="13207"/>
                </a:cubicBezTo>
                <a:cubicBezTo>
                  <a:pt x="3848" y="13207"/>
                  <a:pt x="3044" y="11806"/>
                  <a:pt x="3044" y="10607"/>
                </a:cubicBezTo>
                <a:lnTo>
                  <a:pt x="3044" y="6206"/>
                </a:lnTo>
                <a:cubicBezTo>
                  <a:pt x="3044" y="5882"/>
                  <a:pt x="2782" y="5620"/>
                  <a:pt x="2460" y="5620"/>
                </a:cubicBezTo>
                <a:lnTo>
                  <a:pt x="1172" y="5620"/>
                </a:lnTo>
                <a:lnTo>
                  <a:pt x="1172" y="4090"/>
                </a:lnTo>
                <a:cubicBezTo>
                  <a:pt x="2035" y="3913"/>
                  <a:pt x="2690" y="3487"/>
                  <a:pt x="3120" y="2820"/>
                </a:cubicBezTo>
                <a:cubicBezTo>
                  <a:pt x="3463" y="2289"/>
                  <a:pt x="3608" y="1697"/>
                  <a:pt x="3703" y="1171"/>
                </a:cubicBezTo>
                <a:close/>
                <a:moveTo>
                  <a:pt x="3208" y="0"/>
                </a:moveTo>
                <a:cubicBezTo>
                  <a:pt x="2922" y="0"/>
                  <a:pt x="2677" y="207"/>
                  <a:pt x="2631" y="490"/>
                </a:cubicBezTo>
                <a:cubicBezTo>
                  <a:pt x="2409" y="1822"/>
                  <a:pt x="2209" y="2861"/>
                  <a:pt x="537" y="3000"/>
                </a:cubicBezTo>
                <a:cubicBezTo>
                  <a:pt x="234" y="3025"/>
                  <a:pt x="1" y="3278"/>
                  <a:pt x="1" y="3582"/>
                </a:cubicBezTo>
                <a:lnTo>
                  <a:pt x="1" y="6206"/>
                </a:lnTo>
                <a:cubicBezTo>
                  <a:pt x="1" y="6529"/>
                  <a:pt x="263" y="6791"/>
                  <a:pt x="586" y="6791"/>
                </a:cubicBezTo>
                <a:lnTo>
                  <a:pt x="1874" y="6791"/>
                </a:lnTo>
                <a:lnTo>
                  <a:pt x="1874" y="10607"/>
                </a:lnTo>
                <a:cubicBezTo>
                  <a:pt x="1874" y="12618"/>
                  <a:pt x="3355" y="14377"/>
                  <a:pt x="6111" y="14377"/>
                </a:cubicBezTo>
                <a:cubicBezTo>
                  <a:pt x="7158" y="14377"/>
                  <a:pt x="8098" y="14285"/>
                  <a:pt x="8137" y="14281"/>
                </a:cubicBezTo>
                <a:cubicBezTo>
                  <a:pt x="8436" y="14251"/>
                  <a:pt x="8664" y="14000"/>
                  <a:pt x="8664" y="13699"/>
                </a:cubicBezTo>
                <a:lnTo>
                  <a:pt x="8664" y="10888"/>
                </a:lnTo>
                <a:cubicBezTo>
                  <a:pt x="8664" y="10565"/>
                  <a:pt x="8402" y="10303"/>
                  <a:pt x="8078" y="10303"/>
                </a:cubicBezTo>
                <a:lnTo>
                  <a:pt x="6299" y="10303"/>
                </a:lnTo>
                <a:cubicBezTo>
                  <a:pt x="5828" y="10303"/>
                  <a:pt x="5855" y="10292"/>
                  <a:pt x="5855" y="9859"/>
                </a:cubicBezTo>
                <a:lnTo>
                  <a:pt x="5855" y="6791"/>
                </a:lnTo>
                <a:lnTo>
                  <a:pt x="8078" y="6791"/>
                </a:lnTo>
                <a:cubicBezTo>
                  <a:pt x="8402" y="6791"/>
                  <a:pt x="8664" y="6529"/>
                  <a:pt x="8664" y="6206"/>
                </a:cubicBezTo>
                <a:lnTo>
                  <a:pt x="8664" y="3397"/>
                </a:lnTo>
                <a:cubicBezTo>
                  <a:pt x="8664" y="3073"/>
                  <a:pt x="8402" y="2811"/>
                  <a:pt x="8078" y="2811"/>
                </a:cubicBezTo>
                <a:lnTo>
                  <a:pt x="5855" y="2811"/>
                </a:lnTo>
                <a:lnTo>
                  <a:pt x="5855" y="586"/>
                </a:lnTo>
                <a:cubicBezTo>
                  <a:pt x="5855" y="262"/>
                  <a:pt x="5593" y="0"/>
                  <a:pt x="52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40" name="Google Shape;12644;p89">
            <a:extLst>
              <a:ext uri="{FF2B5EF4-FFF2-40B4-BE49-F238E27FC236}">
                <a16:creationId xmlns:a16="http://schemas.microsoft.com/office/drawing/2014/main" id="{82B9F4F7-18F6-D3C0-BA45-2A7F2CED5FFC}"/>
              </a:ext>
            </a:extLst>
          </p:cNvPr>
          <p:cNvSpPr/>
          <p:nvPr/>
        </p:nvSpPr>
        <p:spPr>
          <a:xfrm>
            <a:off x="4858414" y="5469824"/>
            <a:ext cx="620859" cy="620859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7053" y="1172"/>
                </a:moveTo>
                <a:cubicBezTo>
                  <a:pt x="18007" y="1172"/>
                  <a:pt x="18810" y="1993"/>
                  <a:pt x="18810" y="2966"/>
                </a:cubicBezTo>
                <a:lnTo>
                  <a:pt x="18810" y="17017"/>
                </a:lnTo>
                <a:cubicBezTo>
                  <a:pt x="18810" y="17990"/>
                  <a:pt x="18007" y="18811"/>
                  <a:pt x="17053" y="18811"/>
                </a:cubicBezTo>
                <a:lnTo>
                  <a:pt x="2965" y="18811"/>
                </a:lnTo>
                <a:cubicBezTo>
                  <a:pt x="1992" y="18811"/>
                  <a:pt x="1169" y="17990"/>
                  <a:pt x="1169" y="17017"/>
                </a:cubicBezTo>
                <a:lnTo>
                  <a:pt x="1169" y="2966"/>
                </a:lnTo>
                <a:cubicBezTo>
                  <a:pt x="1169" y="1993"/>
                  <a:pt x="1992" y="1172"/>
                  <a:pt x="2965" y="1172"/>
                </a:cubicBezTo>
                <a:close/>
                <a:moveTo>
                  <a:pt x="2965" y="1"/>
                </a:moveTo>
                <a:cubicBezTo>
                  <a:pt x="1346" y="1"/>
                  <a:pt x="0" y="1349"/>
                  <a:pt x="0" y="2966"/>
                </a:cubicBezTo>
                <a:lnTo>
                  <a:pt x="0" y="17015"/>
                </a:lnTo>
                <a:cubicBezTo>
                  <a:pt x="0" y="18636"/>
                  <a:pt x="1348" y="19982"/>
                  <a:pt x="2965" y="19982"/>
                </a:cubicBezTo>
                <a:lnTo>
                  <a:pt x="17053" y="19982"/>
                </a:lnTo>
                <a:cubicBezTo>
                  <a:pt x="18672" y="19982"/>
                  <a:pt x="19981" y="18634"/>
                  <a:pt x="19981" y="17015"/>
                </a:cubicBezTo>
                <a:lnTo>
                  <a:pt x="19981" y="2966"/>
                </a:lnTo>
                <a:cubicBezTo>
                  <a:pt x="19981" y="1349"/>
                  <a:pt x="18672" y="1"/>
                  <a:pt x="1705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79" name="Google Shape;12453;p89">
            <a:extLst>
              <a:ext uri="{FF2B5EF4-FFF2-40B4-BE49-F238E27FC236}">
                <a16:creationId xmlns:a16="http://schemas.microsoft.com/office/drawing/2014/main" id="{8EFEE0B3-DD86-561F-A499-0D165375F677}"/>
              </a:ext>
            </a:extLst>
          </p:cNvPr>
          <p:cNvSpPr/>
          <p:nvPr/>
        </p:nvSpPr>
        <p:spPr>
          <a:xfrm>
            <a:off x="1182099" y="4570210"/>
            <a:ext cx="641288" cy="450628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2" name="Google Shape;12490;p89">
            <a:extLst>
              <a:ext uri="{FF2B5EF4-FFF2-40B4-BE49-F238E27FC236}">
                <a16:creationId xmlns:a16="http://schemas.microsoft.com/office/drawing/2014/main" id="{981B8C57-5828-DD77-1A93-1D32810358A4}"/>
              </a:ext>
            </a:extLst>
          </p:cNvPr>
          <p:cNvSpPr/>
          <p:nvPr/>
        </p:nvSpPr>
        <p:spPr>
          <a:xfrm>
            <a:off x="3821694" y="4472555"/>
            <a:ext cx="420759" cy="645964"/>
          </a:xfrm>
          <a:custGeom>
            <a:avLst/>
            <a:gdLst/>
            <a:ahLst/>
            <a:cxnLst/>
            <a:rect l="l" t="t" r="r" b="b"/>
            <a:pathLst>
              <a:path w="7649" h="11743" extrusionOk="0">
                <a:moveTo>
                  <a:pt x="3813" y="684"/>
                </a:moveTo>
                <a:cubicBezTo>
                  <a:pt x="5545" y="684"/>
                  <a:pt x="6900" y="2039"/>
                  <a:pt x="6900" y="3740"/>
                </a:cubicBezTo>
                <a:cubicBezTo>
                  <a:pt x="6931" y="4780"/>
                  <a:pt x="6553" y="5347"/>
                  <a:pt x="6270" y="5788"/>
                </a:cubicBezTo>
                <a:cubicBezTo>
                  <a:pt x="5797" y="6544"/>
                  <a:pt x="5608" y="6922"/>
                  <a:pt x="5608" y="7930"/>
                </a:cubicBezTo>
                <a:cubicBezTo>
                  <a:pt x="5608" y="8119"/>
                  <a:pt x="5451" y="8277"/>
                  <a:pt x="5230" y="8277"/>
                </a:cubicBezTo>
                <a:lnTo>
                  <a:pt x="2489" y="8277"/>
                </a:lnTo>
                <a:cubicBezTo>
                  <a:pt x="2300" y="8277"/>
                  <a:pt x="2143" y="8119"/>
                  <a:pt x="2143" y="7930"/>
                </a:cubicBezTo>
                <a:cubicBezTo>
                  <a:pt x="2143" y="6922"/>
                  <a:pt x="1922" y="6576"/>
                  <a:pt x="1450" y="5820"/>
                </a:cubicBezTo>
                <a:cubicBezTo>
                  <a:pt x="1198" y="5347"/>
                  <a:pt x="567" y="4528"/>
                  <a:pt x="788" y="3205"/>
                </a:cubicBezTo>
                <a:cubicBezTo>
                  <a:pt x="1040" y="1819"/>
                  <a:pt x="2237" y="684"/>
                  <a:pt x="3813" y="684"/>
                </a:cubicBezTo>
                <a:close/>
                <a:moveTo>
                  <a:pt x="4852" y="8907"/>
                </a:moveTo>
                <a:lnTo>
                  <a:pt x="4852" y="9569"/>
                </a:lnTo>
                <a:lnTo>
                  <a:pt x="4506" y="9569"/>
                </a:lnTo>
                <a:cubicBezTo>
                  <a:pt x="4285" y="9569"/>
                  <a:pt x="4128" y="9726"/>
                  <a:pt x="4128" y="9915"/>
                </a:cubicBezTo>
                <a:cubicBezTo>
                  <a:pt x="4128" y="10136"/>
                  <a:pt x="4285" y="10293"/>
                  <a:pt x="4506" y="10293"/>
                </a:cubicBezTo>
                <a:lnTo>
                  <a:pt x="4852" y="10293"/>
                </a:lnTo>
                <a:lnTo>
                  <a:pt x="4852" y="10640"/>
                </a:lnTo>
                <a:cubicBezTo>
                  <a:pt x="4884" y="10829"/>
                  <a:pt x="4726" y="10986"/>
                  <a:pt x="4537" y="10986"/>
                </a:cubicBezTo>
                <a:lnTo>
                  <a:pt x="3151" y="10986"/>
                </a:lnTo>
                <a:cubicBezTo>
                  <a:pt x="2962" y="10986"/>
                  <a:pt x="2804" y="10829"/>
                  <a:pt x="2804" y="10640"/>
                </a:cubicBezTo>
                <a:lnTo>
                  <a:pt x="2804" y="10293"/>
                </a:lnTo>
                <a:lnTo>
                  <a:pt x="3151" y="10293"/>
                </a:lnTo>
                <a:cubicBezTo>
                  <a:pt x="3371" y="10293"/>
                  <a:pt x="3529" y="10136"/>
                  <a:pt x="3529" y="9915"/>
                </a:cubicBezTo>
                <a:cubicBezTo>
                  <a:pt x="3529" y="9726"/>
                  <a:pt x="3371" y="9569"/>
                  <a:pt x="3151" y="9569"/>
                </a:cubicBezTo>
                <a:lnTo>
                  <a:pt x="2804" y="9569"/>
                </a:lnTo>
                <a:lnTo>
                  <a:pt x="2804" y="8907"/>
                </a:lnTo>
                <a:close/>
                <a:moveTo>
                  <a:pt x="3897" y="1"/>
                </a:moveTo>
                <a:cubicBezTo>
                  <a:pt x="3632" y="1"/>
                  <a:pt x="3361" y="28"/>
                  <a:pt x="3088" y="86"/>
                </a:cubicBezTo>
                <a:cubicBezTo>
                  <a:pt x="1607" y="401"/>
                  <a:pt x="441" y="1566"/>
                  <a:pt x="158" y="3079"/>
                </a:cubicBezTo>
                <a:cubicBezTo>
                  <a:pt x="0" y="3992"/>
                  <a:pt x="158" y="4969"/>
                  <a:pt x="631" y="5757"/>
                </a:cubicBezTo>
                <a:cubicBezTo>
                  <a:pt x="757" y="5914"/>
                  <a:pt x="820" y="6072"/>
                  <a:pt x="914" y="6229"/>
                </a:cubicBezTo>
                <a:cubicBezTo>
                  <a:pt x="1355" y="6891"/>
                  <a:pt x="1450" y="7143"/>
                  <a:pt x="1450" y="7962"/>
                </a:cubicBezTo>
                <a:cubicBezTo>
                  <a:pt x="1450" y="8403"/>
                  <a:pt x="1733" y="8781"/>
                  <a:pt x="2143" y="8939"/>
                </a:cubicBezTo>
                <a:lnTo>
                  <a:pt x="2143" y="10703"/>
                </a:lnTo>
                <a:cubicBezTo>
                  <a:pt x="2143" y="11270"/>
                  <a:pt x="2615" y="11743"/>
                  <a:pt x="3151" y="11743"/>
                </a:cubicBezTo>
                <a:lnTo>
                  <a:pt x="4537" y="11743"/>
                </a:lnTo>
                <a:cubicBezTo>
                  <a:pt x="5073" y="11743"/>
                  <a:pt x="5545" y="11270"/>
                  <a:pt x="5545" y="10703"/>
                </a:cubicBezTo>
                <a:lnTo>
                  <a:pt x="5545" y="8939"/>
                </a:lnTo>
                <a:cubicBezTo>
                  <a:pt x="5955" y="8781"/>
                  <a:pt x="6238" y="8435"/>
                  <a:pt x="6238" y="7962"/>
                </a:cubicBezTo>
                <a:lnTo>
                  <a:pt x="6238" y="7930"/>
                </a:lnTo>
                <a:cubicBezTo>
                  <a:pt x="6238" y="7143"/>
                  <a:pt x="6427" y="6828"/>
                  <a:pt x="6805" y="6229"/>
                </a:cubicBezTo>
                <a:cubicBezTo>
                  <a:pt x="7089" y="5788"/>
                  <a:pt x="7593" y="5032"/>
                  <a:pt x="7593" y="3835"/>
                </a:cubicBezTo>
                <a:cubicBezTo>
                  <a:pt x="7649" y="1658"/>
                  <a:pt x="5950" y="1"/>
                  <a:pt x="389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3" name="Google Shape;12491;p89">
            <a:extLst>
              <a:ext uri="{FF2B5EF4-FFF2-40B4-BE49-F238E27FC236}">
                <a16:creationId xmlns:a16="http://schemas.microsoft.com/office/drawing/2014/main" id="{08DDA630-009C-755F-C0E8-8D07C5B2B9DC}"/>
              </a:ext>
            </a:extLst>
          </p:cNvPr>
          <p:cNvSpPr/>
          <p:nvPr/>
        </p:nvSpPr>
        <p:spPr>
          <a:xfrm>
            <a:off x="4280958" y="4662663"/>
            <a:ext cx="76297" cy="39936"/>
          </a:xfrm>
          <a:custGeom>
            <a:avLst/>
            <a:gdLst/>
            <a:ahLst/>
            <a:cxnLst/>
            <a:rect l="l" t="t" r="r" b="b"/>
            <a:pathLst>
              <a:path w="1387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1040" y="725"/>
                </a:lnTo>
                <a:cubicBezTo>
                  <a:pt x="1229" y="725"/>
                  <a:pt x="1386" y="568"/>
                  <a:pt x="1386" y="379"/>
                </a:cubicBezTo>
                <a:cubicBezTo>
                  <a:pt x="1386" y="158"/>
                  <a:pt x="1229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4" name="Google Shape;12492;p89">
            <a:extLst>
              <a:ext uri="{FF2B5EF4-FFF2-40B4-BE49-F238E27FC236}">
                <a16:creationId xmlns:a16="http://schemas.microsoft.com/office/drawing/2014/main" id="{5F21C39E-AF2B-9F9B-E245-C69502E02EDD}"/>
              </a:ext>
            </a:extLst>
          </p:cNvPr>
          <p:cNvSpPr/>
          <p:nvPr/>
        </p:nvSpPr>
        <p:spPr>
          <a:xfrm>
            <a:off x="3714263" y="4662663"/>
            <a:ext cx="76297" cy="39936"/>
          </a:xfrm>
          <a:custGeom>
            <a:avLst/>
            <a:gdLst/>
            <a:ahLst/>
            <a:cxnLst/>
            <a:rect l="l" t="t" r="r" b="b"/>
            <a:pathLst>
              <a:path w="1387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1008" y="725"/>
                </a:lnTo>
                <a:cubicBezTo>
                  <a:pt x="1197" y="694"/>
                  <a:pt x="1386" y="536"/>
                  <a:pt x="1386" y="379"/>
                </a:cubicBezTo>
                <a:cubicBezTo>
                  <a:pt x="1386" y="158"/>
                  <a:pt x="1197" y="1"/>
                  <a:pt x="100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5" name="Google Shape;12493;p89">
            <a:extLst>
              <a:ext uri="{FF2B5EF4-FFF2-40B4-BE49-F238E27FC236}">
                <a16:creationId xmlns:a16="http://schemas.microsoft.com/office/drawing/2014/main" id="{962413BD-F591-1E6E-76C3-64E2E0AC2A5D}"/>
              </a:ext>
            </a:extLst>
          </p:cNvPr>
          <p:cNvSpPr/>
          <p:nvPr/>
        </p:nvSpPr>
        <p:spPr>
          <a:xfrm>
            <a:off x="4242837" y="4510401"/>
            <a:ext cx="78003" cy="58475"/>
          </a:xfrm>
          <a:custGeom>
            <a:avLst/>
            <a:gdLst/>
            <a:ahLst/>
            <a:cxnLst/>
            <a:rect l="l" t="t" r="r" b="b"/>
            <a:pathLst>
              <a:path w="1418" h="1063" extrusionOk="0">
                <a:moveTo>
                  <a:pt x="992" y="1"/>
                </a:moveTo>
                <a:cubicBezTo>
                  <a:pt x="931" y="1"/>
                  <a:pt x="870" y="19"/>
                  <a:pt x="819" y="59"/>
                </a:cubicBezTo>
                <a:lnTo>
                  <a:pt x="221" y="406"/>
                </a:lnTo>
                <a:cubicBezTo>
                  <a:pt x="63" y="500"/>
                  <a:pt x="0" y="721"/>
                  <a:pt x="95" y="878"/>
                </a:cubicBezTo>
                <a:cubicBezTo>
                  <a:pt x="159" y="985"/>
                  <a:pt x="295" y="1063"/>
                  <a:pt x="415" y="1063"/>
                </a:cubicBezTo>
                <a:cubicBezTo>
                  <a:pt x="473" y="1063"/>
                  <a:pt x="527" y="1045"/>
                  <a:pt x="567" y="1005"/>
                </a:cubicBezTo>
                <a:lnTo>
                  <a:pt x="1166" y="658"/>
                </a:lnTo>
                <a:cubicBezTo>
                  <a:pt x="1323" y="563"/>
                  <a:pt x="1418" y="343"/>
                  <a:pt x="1292" y="185"/>
                </a:cubicBezTo>
                <a:cubicBezTo>
                  <a:pt x="1249" y="79"/>
                  <a:pt x="1120" y="1"/>
                  <a:pt x="99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6" name="Google Shape;12494;p89">
            <a:extLst>
              <a:ext uri="{FF2B5EF4-FFF2-40B4-BE49-F238E27FC236}">
                <a16:creationId xmlns:a16="http://schemas.microsoft.com/office/drawing/2014/main" id="{AEFD85EC-6DD1-2BB4-868F-E3F40923E29B}"/>
              </a:ext>
            </a:extLst>
          </p:cNvPr>
          <p:cNvSpPr/>
          <p:nvPr/>
        </p:nvSpPr>
        <p:spPr>
          <a:xfrm>
            <a:off x="3750623" y="4795399"/>
            <a:ext cx="78057" cy="57704"/>
          </a:xfrm>
          <a:custGeom>
            <a:avLst/>
            <a:gdLst/>
            <a:ahLst/>
            <a:cxnLst/>
            <a:rect l="l" t="t" r="r" b="b"/>
            <a:pathLst>
              <a:path w="1419" h="1049" extrusionOk="0">
                <a:moveTo>
                  <a:pt x="1005" y="1"/>
                </a:moveTo>
                <a:cubicBezTo>
                  <a:pt x="944" y="1"/>
                  <a:pt x="880" y="15"/>
                  <a:pt x="820" y="45"/>
                </a:cubicBezTo>
                <a:lnTo>
                  <a:pt x="221" y="392"/>
                </a:lnTo>
                <a:cubicBezTo>
                  <a:pt x="64" y="486"/>
                  <a:pt x="1" y="707"/>
                  <a:pt x="127" y="864"/>
                </a:cubicBezTo>
                <a:cubicBezTo>
                  <a:pt x="169" y="971"/>
                  <a:pt x="299" y="1049"/>
                  <a:pt x="427" y="1049"/>
                </a:cubicBezTo>
                <a:cubicBezTo>
                  <a:pt x="488" y="1049"/>
                  <a:pt x="548" y="1031"/>
                  <a:pt x="599" y="990"/>
                </a:cubicBezTo>
                <a:lnTo>
                  <a:pt x="1166" y="644"/>
                </a:lnTo>
                <a:cubicBezTo>
                  <a:pt x="1324" y="549"/>
                  <a:pt x="1418" y="329"/>
                  <a:pt x="1292" y="171"/>
                </a:cubicBezTo>
                <a:cubicBezTo>
                  <a:pt x="1250" y="64"/>
                  <a:pt x="1134" y="1"/>
                  <a:pt x="100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7" name="Google Shape;12495;p89">
            <a:extLst>
              <a:ext uri="{FF2B5EF4-FFF2-40B4-BE49-F238E27FC236}">
                <a16:creationId xmlns:a16="http://schemas.microsoft.com/office/drawing/2014/main" id="{CBE85620-67F0-3F8E-AF5A-111FEAA77FDC}"/>
              </a:ext>
            </a:extLst>
          </p:cNvPr>
          <p:cNvSpPr/>
          <p:nvPr/>
        </p:nvSpPr>
        <p:spPr>
          <a:xfrm>
            <a:off x="4244543" y="4795399"/>
            <a:ext cx="76297" cy="56164"/>
          </a:xfrm>
          <a:custGeom>
            <a:avLst/>
            <a:gdLst/>
            <a:ahLst/>
            <a:cxnLst/>
            <a:rect l="l" t="t" r="r" b="b"/>
            <a:pathLst>
              <a:path w="1387" h="1021" extrusionOk="0">
                <a:moveTo>
                  <a:pt x="378" y="1"/>
                </a:moveTo>
                <a:cubicBezTo>
                  <a:pt x="264" y="1"/>
                  <a:pt x="149" y="64"/>
                  <a:pt x="64" y="171"/>
                </a:cubicBezTo>
                <a:cubicBezTo>
                  <a:pt x="1" y="329"/>
                  <a:pt x="32" y="518"/>
                  <a:pt x="190" y="644"/>
                </a:cubicBezTo>
                <a:lnTo>
                  <a:pt x="788" y="990"/>
                </a:lnTo>
                <a:cubicBezTo>
                  <a:pt x="838" y="1010"/>
                  <a:pt x="891" y="1021"/>
                  <a:pt x="944" y="1021"/>
                </a:cubicBezTo>
                <a:cubicBezTo>
                  <a:pt x="1059" y="1021"/>
                  <a:pt x="1175" y="972"/>
                  <a:pt x="1261" y="864"/>
                </a:cubicBezTo>
                <a:cubicBezTo>
                  <a:pt x="1387" y="675"/>
                  <a:pt x="1292" y="486"/>
                  <a:pt x="1135" y="392"/>
                </a:cubicBezTo>
                <a:lnTo>
                  <a:pt x="536" y="45"/>
                </a:lnTo>
                <a:cubicBezTo>
                  <a:pt x="486" y="15"/>
                  <a:pt x="432" y="1"/>
                  <a:pt x="37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8" name="Google Shape;12496;p89">
            <a:extLst>
              <a:ext uri="{FF2B5EF4-FFF2-40B4-BE49-F238E27FC236}">
                <a16:creationId xmlns:a16="http://schemas.microsoft.com/office/drawing/2014/main" id="{1D80BE50-0B75-1827-6529-859115FAFCFC}"/>
              </a:ext>
            </a:extLst>
          </p:cNvPr>
          <p:cNvSpPr/>
          <p:nvPr/>
        </p:nvSpPr>
        <p:spPr>
          <a:xfrm>
            <a:off x="3752385" y="4511941"/>
            <a:ext cx="76297" cy="56164"/>
          </a:xfrm>
          <a:custGeom>
            <a:avLst/>
            <a:gdLst/>
            <a:ahLst/>
            <a:cxnLst/>
            <a:rect l="l" t="t" r="r" b="b"/>
            <a:pathLst>
              <a:path w="1387" h="1021" extrusionOk="0">
                <a:moveTo>
                  <a:pt x="405" y="1"/>
                </a:moveTo>
                <a:cubicBezTo>
                  <a:pt x="283" y="1"/>
                  <a:pt x="159" y="50"/>
                  <a:pt x="95" y="157"/>
                </a:cubicBezTo>
                <a:cubicBezTo>
                  <a:pt x="0" y="315"/>
                  <a:pt x="63" y="504"/>
                  <a:pt x="221" y="630"/>
                </a:cubicBezTo>
                <a:lnTo>
                  <a:pt x="788" y="977"/>
                </a:lnTo>
                <a:cubicBezTo>
                  <a:pt x="838" y="1007"/>
                  <a:pt x="895" y="1021"/>
                  <a:pt x="953" y="1021"/>
                </a:cubicBezTo>
                <a:cubicBezTo>
                  <a:pt x="1074" y="1021"/>
                  <a:pt x="1196" y="958"/>
                  <a:pt x="1260" y="850"/>
                </a:cubicBezTo>
                <a:cubicBezTo>
                  <a:pt x="1386" y="693"/>
                  <a:pt x="1292" y="504"/>
                  <a:pt x="1134" y="378"/>
                </a:cubicBezTo>
                <a:lnTo>
                  <a:pt x="567" y="31"/>
                </a:lnTo>
                <a:cubicBezTo>
                  <a:pt x="517" y="11"/>
                  <a:pt x="461" y="1"/>
                  <a:pt x="40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9" name="Google Shape;12497;p89">
            <a:extLst>
              <a:ext uri="{FF2B5EF4-FFF2-40B4-BE49-F238E27FC236}">
                <a16:creationId xmlns:a16="http://schemas.microsoft.com/office/drawing/2014/main" id="{399FC3D9-8B26-D127-3D4B-F756D962283D}"/>
              </a:ext>
            </a:extLst>
          </p:cNvPr>
          <p:cNvSpPr/>
          <p:nvPr/>
        </p:nvSpPr>
        <p:spPr>
          <a:xfrm>
            <a:off x="3922194" y="4551161"/>
            <a:ext cx="225369" cy="336872"/>
          </a:xfrm>
          <a:custGeom>
            <a:avLst/>
            <a:gdLst/>
            <a:ahLst/>
            <a:cxnLst/>
            <a:rect l="l" t="t" r="r" b="b"/>
            <a:pathLst>
              <a:path w="4097" h="6124" extrusionOk="0">
                <a:moveTo>
                  <a:pt x="1733" y="1492"/>
                </a:moveTo>
                <a:lnTo>
                  <a:pt x="1733" y="2343"/>
                </a:lnTo>
                <a:cubicBezTo>
                  <a:pt x="1733" y="2500"/>
                  <a:pt x="1796" y="2626"/>
                  <a:pt x="1922" y="2658"/>
                </a:cubicBezTo>
                <a:lnTo>
                  <a:pt x="3246" y="3225"/>
                </a:lnTo>
                <a:lnTo>
                  <a:pt x="2395" y="4611"/>
                </a:lnTo>
                <a:lnTo>
                  <a:pt x="2395" y="3729"/>
                </a:lnTo>
                <a:cubicBezTo>
                  <a:pt x="2395" y="3572"/>
                  <a:pt x="2332" y="3445"/>
                  <a:pt x="2206" y="3414"/>
                </a:cubicBezTo>
                <a:lnTo>
                  <a:pt x="851" y="2878"/>
                </a:lnTo>
                <a:lnTo>
                  <a:pt x="1733" y="1492"/>
                </a:lnTo>
                <a:close/>
                <a:moveTo>
                  <a:pt x="2038" y="0"/>
                </a:moveTo>
                <a:cubicBezTo>
                  <a:pt x="1919" y="0"/>
                  <a:pt x="1814" y="47"/>
                  <a:pt x="1765" y="169"/>
                </a:cubicBezTo>
                <a:lnTo>
                  <a:pt x="64" y="2941"/>
                </a:lnTo>
                <a:cubicBezTo>
                  <a:pt x="32" y="3004"/>
                  <a:pt x="1" y="3130"/>
                  <a:pt x="32" y="3225"/>
                </a:cubicBezTo>
                <a:cubicBezTo>
                  <a:pt x="64" y="3288"/>
                  <a:pt x="158" y="3382"/>
                  <a:pt x="221" y="3414"/>
                </a:cubicBezTo>
                <a:lnTo>
                  <a:pt x="1733" y="4013"/>
                </a:lnTo>
                <a:lnTo>
                  <a:pt x="1733" y="5808"/>
                </a:lnTo>
                <a:cubicBezTo>
                  <a:pt x="1733" y="5966"/>
                  <a:pt x="1859" y="6092"/>
                  <a:pt x="1954" y="6123"/>
                </a:cubicBezTo>
                <a:lnTo>
                  <a:pt x="2049" y="6123"/>
                </a:lnTo>
                <a:cubicBezTo>
                  <a:pt x="2143" y="6123"/>
                  <a:pt x="2269" y="6092"/>
                  <a:pt x="2301" y="5966"/>
                </a:cubicBezTo>
                <a:lnTo>
                  <a:pt x="4002" y="3225"/>
                </a:lnTo>
                <a:cubicBezTo>
                  <a:pt x="4033" y="3130"/>
                  <a:pt x="4096" y="3004"/>
                  <a:pt x="4033" y="2941"/>
                </a:cubicBezTo>
                <a:cubicBezTo>
                  <a:pt x="4033" y="2878"/>
                  <a:pt x="3970" y="2784"/>
                  <a:pt x="3907" y="2752"/>
                </a:cubicBezTo>
                <a:lnTo>
                  <a:pt x="2395" y="2154"/>
                </a:lnTo>
                <a:lnTo>
                  <a:pt x="2395" y="358"/>
                </a:lnTo>
                <a:cubicBezTo>
                  <a:pt x="2395" y="169"/>
                  <a:pt x="2269" y="74"/>
                  <a:pt x="2143" y="11"/>
                </a:cubicBezTo>
                <a:cubicBezTo>
                  <a:pt x="2108" y="4"/>
                  <a:pt x="2072" y="0"/>
                  <a:pt x="203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0" name="Google Shape;12530;p89">
            <a:extLst>
              <a:ext uri="{FF2B5EF4-FFF2-40B4-BE49-F238E27FC236}">
                <a16:creationId xmlns:a16="http://schemas.microsoft.com/office/drawing/2014/main" id="{58FD638C-2C63-B265-E071-7ADC51B1CDA1}"/>
              </a:ext>
            </a:extLst>
          </p:cNvPr>
          <p:cNvSpPr/>
          <p:nvPr/>
        </p:nvSpPr>
        <p:spPr>
          <a:xfrm>
            <a:off x="6307535" y="4557215"/>
            <a:ext cx="490511" cy="296440"/>
          </a:xfrm>
          <a:custGeom>
            <a:avLst/>
            <a:gdLst/>
            <a:ahLst/>
            <a:cxnLst/>
            <a:rect l="l" t="t" r="r" b="b"/>
            <a:pathLst>
              <a:path w="8917" h="5389" extrusionOk="0">
                <a:moveTo>
                  <a:pt x="7877" y="631"/>
                </a:moveTo>
                <a:cubicBezTo>
                  <a:pt x="8066" y="631"/>
                  <a:pt x="8223" y="789"/>
                  <a:pt x="8223" y="978"/>
                </a:cubicBezTo>
                <a:cubicBezTo>
                  <a:pt x="8223" y="1167"/>
                  <a:pt x="8066" y="1324"/>
                  <a:pt x="7877" y="1324"/>
                </a:cubicBezTo>
                <a:cubicBezTo>
                  <a:pt x="7656" y="1324"/>
                  <a:pt x="7498" y="1167"/>
                  <a:pt x="7498" y="978"/>
                </a:cubicBezTo>
                <a:cubicBezTo>
                  <a:pt x="7498" y="789"/>
                  <a:pt x="7656" y="631"/>
                  <a:pt x="7877" y="631"/>
                </a:cubicBezTo>
                <a:close/>
                <a:moveTo>
                  <a:pt x="3056" y="1293"/>
                </a:moveTo>
                <a:cubicBezTo>
                  <a:pt x="3245" y="1293"/>
                  <a:pt x="3403" y="1450"/>
                  <a:pt x="3403" y="1639"/>
                </a:cubicBezTo>
                <a:cubicBezTo>
                  <a:pt x="3403" y="1828"/>
                  <a:pt x="3245" y="1986"/>
                  <a:pt x="3056" y="1986"/>
                </a:cubicBezTo>
                <a:cubicBezTo>
                  <a:pt x="2867" y="1986"/>
                  <a:pt x="2710" y="1828"/>
                  <a:pt x="2710" y="1639"/>
                </a:cubicBezTo>
                <a:cubicBezTo>
                  <a:pt x="2741" y="1450"/>
                  <a:pt x="2899" y="1293"/>
                  <a:pt x="3056" y="1293"/>
                </a:cubicBezTo>
                <a:close/>
                <a:moveTo>
                  <a:pt x="5797" y="3340"/>
                </a:moveTo>
                <a:cubicBezTo>
                  <a:pt x="6018" y="3340"/>
                  <a:pt x="6175" y="3498"/>
                  <a:pt x="6175" y="3687"/>
                </a:cubicBezTo>
                <a:cubicBezTo>
                  <a:pt x="6175" y="3876"/>
                  <a:pt x="6018" y="4034"/>
                  <a:pt x="5797" y="4034"/>
                </a:cubicBezTo>
                <a:cubicBezTo>
                  <a:pt x="5608" y="4034"/>
                  <a:pt x="5451" y="3876"/>
                  <a:pt x="5451" y="3687"/>
                </a:cubicBezTo>
                <a:cubicBezTo>
                  <a:pt x="5451" y="3498"/>
                  <a:pt x="5608" y="3340"/>
                  <a:pt x="5797" y="3340"/>
                </a:cubicBezTo>
                <a:close/>
                <a:moveTo>
                  <a:pt x="1008" y="4034"/>
                </a:moveTo>
                <a:cubicBezTo>
                  <a:pt x="1198" y="4034"/>
                  <a:pt x="1355" y="4191"/>
                  <a:pt x="1355" y="4412"/>
                </a:cubicBezTo>
                <a:cubicBezTo>
                  <a:pt x="1355" y="4601"/>
                  <a:pt x="1198" y="4758"/>
                  <a:pt x="1008" y="4758"/>
                </a:cubicBezTo>
                <a:cubicBezTo>
                  <a:pt x="819" y="4758"/>
                  <a:pt x="662" y="4601"/>
                  <a:pt x="662" y="4412"/>
                </a:cubicBezTo>
                <a:cubicBezTo>
                  <a:pt x="662" y="4191"/>
                  <a:pt x="819" y="4034"/>
                  <a:pt x="1008" y="4034"/>
                </a:cubicBezTo>
                <a:close/>
                <a:moveTo>
                  <a:pt x="7908" y="1"/>
                </a:moveTo>
                <a:cubicBezTo>
                  <a:pt x="7341" y="1"/>
                  <a:pt x="6868" y="474"/>
                  <a:pt x="6868" y="1009"/>
                </a:cubicBezTo>
                <a:cubicBezTo>
                  <a:pt x="6868" y="1198"/>
                  <a:pt x="6963" y="1419"/>
                  <a:pt x="7026" y="1576"/>
                </a:cubicBezTo>
                <a:lnTo>
                  <a:pt x="6112" y="2742"/>
                </a:lnTo>
                <a:cubicBezTo>
                  <a:pt x="6032" y="2722"/>
                  <a:pt x="5943" y="2711"/>
                  <a:pt x="5850" y="2711"/>
                </a:cubicBezTo>
                <a:cubicBezTo>
                  <a:pt x="5650" y="2711"/>
                  <a:pt x="5434" y="2760"/>
                  <a:pt x="5262" y="2868"/>
                </a:cubicBezTo>
                <a:lnTo>
                  <a:pt x="4096" y="1954"/>
                </a:lnTo>
                <a:cubicBezTo>
                  <a:pt x="4127" y="1891"/>
                  <a:pt x="4127" y="1765"/>
                  <a:pt x="4127" y="1639"/>
                </a:cubicBezTo>
                <a:cubicBezTo>
                  <a:pt x="4127" y="1104"/>
                  <a:pt x="3655" y="631"/>
                  <a:pt x="3088" y="631"/>
                </a:cubicBezTo>
                <a:cubicBezTo>
                  <a:pt x="2552" y="631"/>
                  <a:pt x="2080" y="1104"/>
                  <a:pt x="2080" y="1639"/>
                </a:cubicBezTo>
                <a:cubicBezTo>
                  <a:pt x="2080" y="1828"/>
                  <a:pt x="2143" y="2049"/>
                  <a:pt x="2237" y="2206"/>
                </a:cubicBezTo>
                <a:lnTo>
                  <a:pt x="1324" y="3372"/>
                </a:lnTo>
                <a:cubicBezTo>
                  <a:pt x="1261" y="3340"/>
                  <a:pt x="1134" y="3340"/>
                  <a:pt x="1008" y="3340"/>
                </a:cubicBezTo>
                <a:cubicBezTo>
                  <a:pt x="441" y="3340"/>
                  <a:pt x="0" y="3813"/>
                  <a:pt x="0" y="4349"/>
                </a:cubicBezTo>
                <a:cubicBezTo>
                  <a:pt x="0" y="4947"/>
                  <a:pt x="441" y="5388"/>
                  <a:pt x="1008" y="5388"/>
                </a:cubicBezTo>
                <a:cubicBezTo>
                  <a:pt x="1576" y="5388"/>
                  <a:pt x="2017" y="4916"/>
                  <a:pt x="2017" y="4349"/>
                </a:cubicBezTo>
                <a:cubicBezTo>
                  <a:pt x="2017" y="4160"/>
                  <a:pt x="1954" y="3971"/>
                  <a:pt x="1859" y="3813"/>
                </a:cubicBezTo>
                <a:lnTo>
                  <a:pt x="2773" y="2616"/>
                </a:lnTo>
                <a:cubicBezTo>
                  <a:pt x="2875" y="2650"/>
                  <a:pt x="2980" y="2667"/>
                  <a:pt x="3087" y="2667"/>
                </a:cubicBezTo>
                <a:cubicBezTo>
                  <a:pt x="3278" y="2667"/>
                  <a:pt x="3473" y="2611"/>
                  <a:pt x="3655" y="2490"/>
                </a:cubicBezTo>
                <a:lnTo>
                  <a:pt x="4821" y="3403"/>
                </a:lnTo>
                <a:cubicBezTo>
                  <a:pt x="4789" y="3498"/>
                  <a:pt x="4789" y="3624"/>
                  <a:pt x="4789" y="3719"/>
                </a:cubicBezTo>
                <a:cubicBezTo>
                  <a:pt x="4789" y="4286"/>
                  <a:pt x="5262" y="4758"/>
                  <a:pt x="5797" y="4758"/>
                </a:cubicBezTo>
                <a:cubicBezTo>
                  <a:pt x="6364" y="4758"/>
                  <a:pt x="6837" y="4286"/>
                  <a:pt x="6837" y="3719"/>
                </a:cubicBezTo>
                <a:cubicBezTo>
                  <a:pt x="6837" y="3529"/>
                  <a:pt x="6742" y="3340"/>
                  <a:pt x="6679" y="3183"/>
                </a:cubicBezTo>
                <a:lnTo>
                  <a:pt x="7593" y="1986"/>
                </a:lnTo>
                <a:cubicBezTo>
                  <a:pt x="7656" y="2049"/>
                  <a:pt x="7782" y="2049"/>
                  <a:pt x="7908" y="2049"/>
                </a:cubicBezTo>
                <a:cubicBezTo>
                  <a:pt x="8444" y="2049"/>
                  <a:pt x="8916" y="1576"/>
                  <a:pt x="8916" y="1009"/>
                </a:cubicBezTo>
                <a:cubicBezTo>
                  <a:pt x="8916" y="474"/>
                  <a:pt x="8444" y="1"/>
                  <a:pt x="790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21" name="Google Shape;12531;p89">
            <a:extLst>
              <a:ext uri="{FF2B5EF4-FFF2-40B4-BE49-F238E27FC236}">
                <a16:creationId xmlns:a16="http://schemas.microsoft.com/office/drawing/2014/main" id="{0540B4E3-37CD-2F42-45FF-00174D375F7E}"/>
              </a:ext>
            </a:extLst>
          </p:cNvPr>
          <p:cNvSpPr/>
          <p:nvPr/>
        </p:nvSpPr>
        <p:spPr>
          <a:xfrm>
            <a:off x="6232997" y="4474041"/>
            <a:ext cx="641288" cy="642992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10586" y="725"/>
                </a:moveTo>
                <a:cubicBezTo>
                  <a:pt x="10807" y="725"/>
                  <a:pt x="10964" y="883"/>
                  <a:pt x="10964" y="1072"/>
                </a:cubicBezTo>
                <a:lnTo>
                  <a:pt x="10964" y="7593"/>
                </a:lnTo>
                <a:lnTo>
                  <a:pt x="631" y="7593"/>
                </a:lnTo>
                <a:lnTo>
                  <a:pt x="631" y="1072"/>
                </a:lnTo>
                <a:cubicBezTo>
                  <a:pt x="662" y="883"/>
                  <a:pt x="820" y="725"/>
                  <a:pt x="977" y="725"/>
                </a:cubicBezTo>
                <a:close/>
                <a:moveTo>
                  <a:pt x="10996" y="8286"/>
                </a:moveTo>
                <a:lnTo>
                  <a:pt x="10996" y="8633"/>
                </a:lnTo>
                <a:cubicBezTo>
                  <a:pt x="10996" y="8822"/>
                  <a:pt x="10838" y="8980"/>
                  <a:pt x="10618" y="8980"/>
                </a:cubicBezTo>
                <a:lnTo>
                  <a:pt x="1009" y="8980"/>
                </a:lnTo>
                <a:cubicBezTo>
                  <a:pt x="820" y="8980"/>
                  <a:pt x="662" y="8822"/>
                  <a:pt x="662" y="8633"/>
                </a:cubicBezTo>
                <a:lnTo>
                  <a:pt x="662" y="8286"/>
                </a:lnTo>
                <a:close/>
                <a:moveTo>
                  <a:pt x="6617" y="9641"/>
                </a:moveTo>
                <a:lnTo>
                  <a:pt x="6932" y="11027"/>
                </a:lnTo>
                <a:lnTo>
                  <a:pt x="4632" y="11027"/>
                </a:lnTo>
                <a:lnTo>
                  <a:pt x="4947" y="9641"/>
                </a:lnTo>
                <a:close/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8570"/>
                </a:lnTo>
                <a:cubicBezTo>
                  <a:pt x="1" y="9137"/>
                  <a:pt x="473" y="9610"/>
                  <a:pt x="1009" y="9610"/>
                </a:cubicBezTo>
                <a:lnTo>
                  <a:pt x="4285" y="9610"/>
                </a:lnTo>
                <a:lnTo>
                  <a:pt x="3970" y="10996"/>
                </a:lnTo>
                <a:lnTo>
                  <a:pt x="3057" y="10996"/>
                </a:lnTo>
                <a:cubicBezTo>
                  <a:pt x="2868" y="10996"/>
                  <a:pt x="2710" y="11153"/>
                  <a:pt x="2710" y="11342"/>
                </a:cubicBezTo>
                <a:cubicBezTo>
                  <a:pt x="2710" y="11531"/>
                  <a:pt x="2868" y="11689"/>
                  <a:pt x="3057" y="11689"/>
                </a:cubicBezTo>
                <a:lnTo>
                  <a:pt x="8538" y="11689"/>
                </a:lnTo>
                <a:cubicBezTo>
                  <a:pt x="8727" y="11689"/>
                  <a:pt x="8885" y="11531"/>
                  <a:pt x="8885" y="11342"/>
                </a:cubicBezTo>
                <a:cubicBezTo>
                  <a:pt x="8885" y="11153"/>
                  <a:pt x="8727" y="10996"/>
                  <a:pt x="8538" y="10996"/>
                </a:cubicBezTo>
                <a:lnTo>
                  <a:pt x="7625" y="10996"/>
                </a:lnTo>
                <a:lnTo>
                  <a:pt x="7310" y="9610"/>
                </a:lnTo>
                <a:lnTo>
                  <a:pt x="10618" y="9610"/>
                </a:lnTo>
                <a:cubicBezTo>
                  <a:pt x="11185" y="9610"/>
                  <a:pt x="11657" y="9137"/>
                  <a:pt x="11657" y="8570"/>
                </a:cubicBezTo>
                <a:lnTo>
                  <a:pt x="11657" y="1040"/>
                </a:lnTo>
                <a:cubicBezTo>
                  <a:pt x="11657" y="473"/>
                  <a:pt x="11185" y="1"/>
                  <a:pt x="1061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7" name="Google Shape;12558;p89">
            <a:extLst>
              <a:ext uri="{FF2B5EF4-FFF2-40B4-BE49-F238E27FC236}">
                <a16:creationId xmlns:a16="http://schemas.microsoft.com/office/drawing/2014/main" id="{7B3E9EB0-21E7-AB66-2537-F212F2792D49}"/>
              </a:ext>
            </a:extLst>
          </p:cNvPr>
          <p:cNvSpPr/>
          <p:nvPr/>
        </p:nvSpPr>
        <p:spPr>
          <a:xfrm>
            <a:off x="2254792" y="4629134"/>
            <a:ext cx="190659" cy="187195"/>
          </a:xfrm>
          <a:custGeom>
            <a:avLst/>
            <a:gdLst/>
            <a:ahLst/>
            <a:cxnLst/>
            <a:rect l="l" t="t" r="r" b="b"/>
            <a:pathLst>
              <a:path w="3466" h="3403" extrusionOk="0">
                <a:moveTo>
                  <a:pt x="1702" y="599"/>
                </a:moveTo>
                <a:cubicBezTo>
                  <a:pt x="1922" y="599"/>
                  <a:pt x="2080" y="788"/>
                  <a:pt x="2080" y="977"/>
                </a:cubicBezTo>
                <a:cubicBezTo>
                  <a:pt x="2080" y="1166"/>
                  <a:pt x="1922" y="1324"/>
                  <a:pt x="1702" y="1324"/>
                </a:cubicBezTo>
                <a:cubicBezTo>
                  <a:pt x="1512" y="1324"/>
                  <a:pt x="1355" y="1166"/>
                  <a:pt x="1355" y="977"/>
                </a:cubicBezTo>
                <a:cubicBezTo>
                  <a:pt x="1355" y="788"/>
                  <a:pt x="1512" y="599"/>
                  <a:pt x="1702" y="599"/>
                </a:cubicBezTo>
                <a:close/>
                <a:moveTo>
                  <a:pt x="1765" y="2048"/>
                </a:moveTo>
                <a:cubicBezTo>
                  <a:pt x="2174" y="2048"/>
                  <a:pt x="2584" y="2300"/>
                  <a:pt x="2741" y="2710"/>
                </a:cubicBezTo>
                <a:lnTo>
                  <a:pt x="756" y="2710"/>
                </a:lnTo>
                <a:cubicBezTo>
                  <a:pt x="914" y="2300"/>
                  <a:pt x="1292" y="2048"/>
                  <a:pt x="1765" y="2048"/>
                </a:cubicBezTo>
                <a:close/>
                <a:moveTo>
                  <a:pt x="1702" y="0"/>
                </a:moveTo>
                <a:cubicBezTo>
                  <a:pt x="1166" y="0"/>
                  <a:pt x="693" y="441"/>
                  <a:pt x="693" y="1009"/>
                </a:cubicBezTo>
                <a:cubicBezTo>
                  <a:pt x="693" y="1198"/>
                  <a:pt x="788" y="1387"/>
                  <a:pt x="851" y="1576"/>
                </a:cubicBezTo>
                <a:cubicBezTo>
                  <a:pt x="347" y="1891"/>
                  <a:pt x="0" y="2426"/>
                  <a:pt x="0" y="3056"/>
                </a:cubicBezTo>
                <a:cubicBezTo>
                  <a:pt x="0" y="3245"/>
                  <a:pt x="158" y="3403"/>
                  <a:pt x="347" y="3403"/>
                </a:cubicBezTo>
                <a:lnTo>
                  <a:pt x="3088" y="3403"/>
                </a:lnTo>
                <a:cubicBezTo>
                  <a:pt x="3308" y="3403"/>
                  <a:pt x="3466" y="3245"/>
                  <a:pt x="3466" y="3056"/>
                </a:cubicBezTo>
                <a:cubicBezTo>
                  <a:pt x="3434" y="2426"/>
                  <a:pt x="3088" y="1828"/>
                  <a:pt x="2584" y="1576"/>
                </a:cubicBezTo>
                <a:cubicBezTo>
                  <a:pt x="2710" y="1387"/>
                  <a:pt x="2741" y="1198"/>
                  <a:pt x="2741" y="1009"/>
                </a:cubicBezTo>
                <a:cubicBezTo>
                  <a:pt x="2741" y="441"/>
                  <a:pt x="2269" y="0"/>
                  <a:pt x="170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8" name="Google Shape;12559;p89">
            <a:extLst>
              <a:ext uri="{FF2B5EF4-FFF2-40B4-BE49-F238E27FC236}">
                <a16:creationId xmlns:a16="http://schemas.microsoft.com/office/drawing/2014/main" id="{8BF9A2A0-40AE-043B-CCF5-B73D42DE3C51}"/>
              </a:ext>
            </a:extLst>
          </p:cNvPr>
          <p:cNvSpPr/>
          <p:nvPr/>
        </p:nvSpPr>
        <p:spPr>
          <a:xfrm>
            <a:off x="2031238" y="5003467"/>
            <a:ext cx="637767" cy="112712"/>
          </a:xfrm>
          <a:custGeom>
            <a:avLst/>
            <a:gdLst/>
            <a:ahLst/>
            <a:cxnLst/>
            <a:rect l="l" t="t" r="r" b="b"/>
            <a:pathLst>
              <a:path w="11594" h="2049" extrusionOk="0">
                <a:moveTo>
                  <a:pt x="3056" y="662"/>
                </a:moveTo>
                <a:cubicBezTo>
                  <a:pt x="3277" y="662"/>
                  <a:pt x="3434" y="820"/>
                  <a:pt x="3434" y="1009"/>
                </a:cubicBezTo>
                <a:cubicBezTo>
                  <a:pt x="3434" y="1229"/>
                  <a:pt x="3277" y="1387"/>
                  <a:pt x="3056" y="1387"/>
                </a:cubicBezTo>
                <a:lnTo>
                  <a:pt x="1008" y="1387"/>
                </a:lnTo>
                <a:cubicBezTo>
                  <a:pt x="819" y="1387"/>
                  <a:pt x="662" y="1229"/>
                  <a:pt x="662" y="1009"/>
                </a:cubicBezTo>
                <a:cubicBezTo>
                  <a:pt x="662" y="820"/>
                  <a:pt x="819" y="662"/>
                  <a:pt x="1008" y="662"/>
                </a:cubicBezTo>
                <a:close/>
                <a:moveTo>
                  <a:pt x="10586" y="693"/>
                </a:moveTo>
                <a:cubicBezTo>
                  <a:pt x="10775" y="693"/>
                  <a:pt x="10932" y="851"/>
                  <a:pt x="10932" y="1072"/>
                </a:cubicBezTo>
                <a:cubicBezTo>
                  <a:pt x="10901" y="1229"/>
                  <a:pt x="10775" y="1387"/>
                  <a:pt x="10586" y="1387"/>
                </a:cubicBezTo>
                <a:lnTo>
                  <a:pt x="4001" y="1387"/>
                </a:lnTo>
                <a:cubicBezTo>
                  <a:pt x="4096" y="1166"/>
                  <a:pt x="4096" y="914"/>
                  <a:pt x="4001" y="693"/>
                </a:cubicBezTo>
                <a:close/>
                <a:moveTo>
                  <a:pt x="1008" y="0"/>
                </a:moveTo>
                <a:cubicBezTo>
                  <a:pt x="473" y="0"/>
                  <a:pt x="0" y="473"/>
                  <a:pt x="0" y="1009"/>
                </a:cubicBezTo>
                <a:cubicBezTo>
                  <a:pt x="0" y="1576"/>
                  <a:pt x="473" y="2048"/>
                  <a:pt x="1008" y="2048"/>
                </a:cubicBezTo>
                <a:lnTo>
                  <a:pt x="10586" y="2048"/>
                </a:lnTo>
                <a:cubicBezTo>
                  <a:pt x="11121" y="2048"/>
                  <a:pt x="11594" y="1576"/>
                  <a:pt x="11594" y="1009"/>
                </a:cubicBezTo>
                <a:cubicBezTo>
                  <a:pt x="11594" y="473"/>
                  <a:pt x="11121" y="0"/>
                  <a:pt x="1058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9" name="Google Shape;12560;p89">
            <a:extLst>
              <a:ext uri="{FF2B5EF4-FFF2-40B4-BE49-F238E27FC236}">
                <a16:creationId xmlns:a16="http://schemas.microsoft.com/office/drawing/2014/main" id="{AA416A61-B066-F2B2-26A6-81A48726FDC0}"/>
              </a:ext>
            </a:extLst>
          </p:cNvPr>
          <p:cNvSpPr/>
          <p:nvPr/>
        </p:nvSpPr>
        <p:spPr>
          <a:xfrm>
            <a:off x="2029476" y="4474891"/>
            <a:ext cx="642992" cy="490951"/>
          </a:xfrm>
          <a:custGeom>
            <a:avLst/>
            <a:gdLst/>
            <a:ahLst/>
            <a:cxnLst/>
            <a:rect l="l" t="t" r="r" b="b"/>
            <a:pathLst>
              <a:path w="11689" h="8925" extrusionOk="0">
                <a:moveTo>
                  <a:pt x="3813" y="662"/>
                </a:moveTo>
                <a:cubicBezTo>
                  <a:pt x="4002" y="662"/>
                  <a:pt x="4159" y="820"/>
                  <a:pt x="4159" y="1009"/>
                </a:cubicBezTo>
                <a:lnTo>
                  <a:pt x="4159" y="1355"/>
                </a:lnTo>
                <a:lnTo>
                  <a:pt x="3813" y="1355"/>
                </a:lnTo>
                <a:cubicBezTo>
                  <a:pt x="3246" y="1355"/>
                  <a:pt x="2773" y="1828"/>
                  <a:pt x="2773" y="2395"/>
                </a:cubicBezTo>
                <a:lnTo>
                  <a:pt x="2773" y="4978"/>
                </a:lnTo>
                <a:lnTo>
                  <a:pt x="2080" y="5703"/>
                </a:lnTo>
                <a:lnTo>
                  <a:pt x="2080" y="5199"/>
                </a:lnTo>
                <a:cubicBezTo>
                  <a:pt x="2080" y="4978"/>
                  <a:pt x="1922" y="4821"/>
                  <a:pt x="1702" y="4821"/>
                </a:cubicBezTo>
                <a:lnTo>
                  <a:pt x="1040" y="4821"/>
                </a:lnTo>
                <a:cubicBezTo>
                  <a:pt x="851" y="4821"/>
                  <a:pt x="694" y="4663"/>
                  <a:pt x="694" y="4474"/>
                </a:cubicBezTo>
                <a:lnTo>
                  <a:pt x="694" y="1009"/>
                </a:lnTo>
                <a:cubicBezTo>
                  <a:pt x="694" y="820"/>
                  <a:pt x="851" y="662"/>
                  <a:pt x="1040" y="662"/>
                </a:cubicBezTo>
                <a:close/>
                <a:moveTo>
                  <a:pt x="10649" y="662"/>
                </a:moveTo>
                <a:cubicBezTo>
                  <a:pt x="10838" y="662"/>
                  <a:pt x="10996" y="820"/>
                  <a:pt x="10996" y="1009"/>
                </a:cubicBezTo>
                <a:lnTo>
                  <a:pt x="10996" y="4474"/>
                </a:lnTo>
                <a:cubicBezTo>
                  <a:pt x="10996" y="4695"/>
                  <a:pt x="10838" y="4852"/>
                  <a:pt x="10649" y="4852"/>
                </a:cubicBezTo>
                <a:lnTo>
                  <a:pt x="9893" y="4852"/>
                </a:lnTo>
                <a:cubicBezTo>
                  <a:pt x="9704" y="4852"/>
                  <a:pt x="9547" y="5010"/>
                  <a:pt x="9547" y="5199"/>
                </a:cubicBezTo>
                <a:lnTo>
                  <a:pt x="9547" y="5703"/>
                </a:lnTo>
                <a:lnTo>
                  <a:pt x="8885" y="5010"/>
                </a:lnTo>
                <a:lnTo>
                  <a:pt x="8885" y="2395"/>
                </a:lnTo>
                <a:cubicBezTo>
                  <a:pt x="8885" y="1859"/>
                  <a:pt x="8412" y="1387"/>
                  <a:pt x="7845" y="1387"/>
                </a:cubicBezTo>
                <a:lnTo>
                  <a:pt x="7499" y="1387"/>
                </a:lnTo>
                <a:lnTo>
                  <a:pt x="7499" y="1009"/>
                </a:lnTo>
                <a:cubicBezTo>
                  <a:pt x="7499" y="820"/>
                  <a:pt x="7656" y="662"/>
                  <a:pt x="7845" y="662"/>
                </a:cubicBezTo>
                <a:close/>
                <a:moveTo>
                  <a:pt x="7845" y="2048"/>
                </a:moveTo>
                <a:cubicBezTo>
                  <a:pt x="8066" y="2048"/>
                  <a:pt x="8223" y="2206"/>
                  <a:pt x="8223" y="2395"/>
                </a:cubicBezTo>
                <a:lnTo>
                  <a:pt x="8223" y="6522"/>
                </a:lnTo>
                <a:cubicBezTo>
                  <a:pt x="8223" y="6742"/>
                  <a:pt x="8066" y="6900"/>
                  <a:pt x="7845" y="6900"/>
                </a:cubicBezTo>
                <a:lnTo>
                  <a:pt x="6711" y="6900"/>
                </a:lnTo>
                <a:cubicBezTo>
                  <a:pt x="6585" y="6900"/>
                  <a:pt x="6491" y="6931"/>
                  <a:pt x="6428" y="7057"/>
                </a:cubicBezTo>
                <a:lnTo>
                  <a:pt x="5798" y="8003"/>
                </a:lnTo>
                <a:lnTo>
                  <a:pt x="5167" y="7057"/>
                </a:lnTo>
                <a:cubicBezTo>
                  <a:pt x="5104" y="6963"/>
                  <a:pt x="5010" y="6900"/>
                  <a:pt x="4915" y="6900"/>
                </a:cubicBezTo>
                <a:lnTo>
                  <a:pt x="3750" y="6900"/>
                </a:lnTo>
                <a:cubicBezTo>
                  <a:pt x="3561" y="6900"/>
                  <a:pt x="3403" y="6742"/>
                  <a:pt x="3403" y="6522"/>
                </a:cubicBezTo>
                <a:lnTo>
                  <a:pt x="3403" y="2395"/>
                </a:lnTo>
                <a:cubicBezTo>
                  <a:pt x="3403" y="2206"/>
                  <a:pt x="3561" y="2048"/>
                  <a:pt x="3750" y="2048"/>
                </a:cubicBezTo>
                <a:close/>
                <a:moveTo>
                  <a:pt x="1009" y="0"/>
                </a:moveTo>
                <a:cubicBezTo>
                  <a:pt x="473" y="0"/>
                  <a:pt x="1" y="473"/>
                  <a:pt x="1" y="1009"/>
                </a:cubicBezTo>
                <a:lnTo>
                  <a:pt x="1" y="4474"/>
                </a:lnTo>
                <a:cubicBezTo>
                  <a:pt x="1" y="5041"/>
                  <a:pt x="473" y="5514"/>
                  <a:pt x="1009" y="5514"/>
                </a:cubicBezTo>
                <a:lnTo>
                  <a:pt x="1355" y="5514"/>
                </a:lnTo>
                <a:lnTo>
                  <a:pt x="1355" y="6522"/>
                </a:lnTo>
                <a:cubicBezTo>
                  <a:pt x="1355" y="6736"/>
                  <a:pt x="1544" y="6877"/>
                  <a:pt x="1724" y="6877"/>
                </a:cubicBezTo>
                <a:cubicBezTo>
                  <a:pt x="1809" y="6877"/>
                  <a:pt x="1893" y="6845"/>
                  <a:pt x="1954" y="6774"/>
                </a:cubicBezTo>
                <a:lnTo>
                  <a:pt x="2742" y="5986"/>
                </a:lnTo>
                <a:lnTo>
                  <a:pt x="2742" y="6522"/>
                </a:lnTo>
                <a:cubicBezTo>
                  <a:pt x="2742" y="7089"/>
                  <a:pt x="3214" y="7562"/>
                  <a:pt x="3781" y="7562"/>
                </a:cubicBezTo>
                <a:lnTo>
                  <a:pt x="4726" y="7562"/>
                </a:lnTo>
                <a:lnTo>
                  <a:pt x="5545" y="8759"/>
                </a:lnTo>
                <a:cubicBezTo>
                  <a:pt x="5608" y="8869"/>
                  <a:pt x="5719" y="8924"/>
                  <a:pt x="5825" y="8924"/>
                </a:cubicBezTo>
                <a:cubicBezTo>
                  <a:pt x="5931" y="8924"/>
                  <a:pt x="6034" y="8869"/>
                  <a:pt x="6081" y="8759"/>
                </a:cubicBezTo>
                <a:lnTo>
                  <a:pt x="6932" y="7562"/>
                </a:lnTo>
                <a:lnTo>
                  <a:pt x="7877" y="7562"/>
                </a:lnTo>
                <a:cubicBezTo>
                  <a:pt x="8412" y="7562"/>
                  <a:pt x="8885" y="7089"/>
                  <a:pt x="8885" y="6522"/>
                </a:cubicBezTo>
                <a:lnTo>
                  <a:pt x="8885" y="5986"/>
                </a:lnTo>
                <a:lnTo>
                  <a:pt x="9673" y="6774"/>
                </a:lnTo>
                <a:cubicBezTo>
                  <a:pt x="9733" y="6845"/>
                  <a:pt x="9817" y="6877"/>
                  <a:pt x="9903" y="6877"/>
                </a:cubicBezTo>
                <a:cubicBezTo>
                  <a:pt x="10083" y="6877"/>
                  <a:pt x="10271" y="6736"/>
                  <a:pt x="10271" y="6522"/>
                </a:cubicBezTo>
                <a:lnTo>
                  <a:pt x="10271" y="5514"/>
                </a:lnTo>
                <a:lnTo>
                  <a:pt x="10649" y="5514"/>
                </a:lnTo>
                <a:cubicBezTo>
                  <a:pt x="11216" y="5514"/>
                  <a:pt x="11689" y="5041"/>
                  <a:pt x="11689" y="4474"/>
                </a:cubicBezTo>
                <a:lnTo>
                  <a:pt x="11689" y="1009"/>
                </a:lnTo>
                <a:cubicBezTo>
                  <a:pt x="11689" y="441"/>
                  <a:pt x="11216" y="0"/>
                  <a:pt x="10649" y="0"/>
                </a:cubicBezTo>
                <a:lnTo>
                  <a:pt x="7845" y="0"/>
                </a:lnTo>
                <a:cubicBezTo>
                  <a:pt x="7310" y="0"/>
                  <a:pt x="6837" y="473"/>
                  <a:pt x="6837" y="1009"/>
                </a:cubicBezTo>
                <a:lnTo>
                  <a:pt x="6837" y="1387"/>
                </a:lnTo>
                <a:lnTo>
                  <a:pt x="4789" y="1387"/>
                </a:lnTo>
                <a:lnTo>
                  <a:pt x="4789" y="1009"/>
                </a:lnTo>
                <a:cubicBezTo>
                  <a:pt x="4789" y="473"/>
                  <a:pt x="4317" y="0"/>
                  <a:pt x="37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3" name="Google Shape;12586;p89">
            <a:extLst>
              <a:ext uri="{FF2B5EF4-FFF2-40B4-BE49-F238E27FC236}">
                <a16:creationId xmlns:a16="http://schemas.microsoft.com/office/drawing/2014/main" id="{76E4D3C7-A65B-117E-3ACC-5F1684467418}"/>
              </a:ext>
            </a:extLst>
          </p:cNvPr>
          <p:cNvSpPr/>
          <p:nvPr/>
        </p:nvSpPr>
        <p:spPr>
          <a:xfrm>
            <a:off x="397216" y="4473161"/>
            <a:ext cx="566751" cy="644753"/>
          </a:xfrm>
          <a:custGeom>
            <a:avLst/>
            <a:gdLst/>
            <a:ahLst/>
            <a:cxnLst/>
            <a:rect l="l" t="t" r="r" b="b"/>
            <a:pathLst>
              <a:path w="10303" h="11721" extrusionOk="0">
                <a:moveTo>
                  <a:pt x="1355" y="693"/>
                </a:moveTo>
                <a:lnTo>
                  <a:pt x="1355" y="1387"/>
                </a:lnTo>
                <a:lnTo>
                  <a:pt x="694" y="1387"/>
                </a:lnTo>
                <a:lnTo>
                  <a:pt x="694" y="693"/>
                </a:lnTo>
                <a:close/>
                <a:moveTo>
                  <a:pt x="9546" y="693"/>
                </a:moveTo>
                <a:lnTo>
                  <a:pt x="9546" y="1387"/>
                </a:lnTo>
                <a:lnTo>
                  <a:pt x="8885" y="1387"/>
                </a:lnTo>
                <a:lnTo>
                  <a:pt x="8885" y="693"/>
                </a:lnTo>
                <a:close/>
                <a:moveTo>
                  <a:pt x="8223" y="1387"/>
                </a:moveTo>
                <a:lnTo>
                  <a:pt x="8223" y="1733"/>
                </a:lnTo>
                <a:cubicBezTo>
                  <a:pt x="8223" y="1922"/>
                  <a:pt x="8381" y="2080"/>
                  <a:pt x="8570" y="2080"/>
                </a:cubicBezTo>
                <a:lnTo>
                  <a:pt x="8916" y="2080"/>
                </a:lnTo>
                <a:lnTo>
                  <a:pt x="8916" y="9641"/>
                </a:lnTo>
                <a:lnTo>
                  <a:pt x="8538" y="9641"/>
                </a:lnTo>
                <a:cubicBezTo>
                  <a:pt x="8349" y="9641"/>
                  <a:pt x="8192" y="9798"/>
                  <a:pt x="8192" y="9987"/>
                </a:cubicBezTo>
                <a:lnTo>
                  <a:pt x="8192" y="10365"/>
                </a:lnTo>
                <a:lnTo>
                  <a:pt x="2080" y="10365"/>
                </a:lnTo>
                <a:lnTo>
                  <a:pt x="2080" y="9987"/>
                </a:lnTo>
                <a:cubicBezTo>
                  <a:pt x="2080" y="9798"/>
                  <a:pt x="1922" y="9641"/>
                  <a:pt x="1733" y="9641"/>
                </a:cubicBezTo>
                <a:lnTo>
                  <a:pt x="1355" y="9641"/>
                </a:lnTo>
                <a:lnTo>
                  <a:pt x="1355" y="2080"/>
                </a:lnTo>
                <a:lnTo>
                  <a:pt x="1733" y="2080"/>
                </a:lnTo>
                <a:cubicBezTo>
                  <a:pt x="1922" y="2080"/>
                  <a:pt x="2080" y="1922"/>
                  <a:pt x="2080" y="1733"/>
                </a:cubicBezTo>
                <a:lnTo>
                  <a:pt x="2080" y="1387"/>
                </a:lnTo>
                <a:close/>
                <a:moveTo>
                  <a:pt x="1355" y="10365"/>
                </a:moveTo>
                <a:lnTo>
                  <a:pt x="1355" y="11027"/>
                </a:lnTo>
                <a:lnTo>
                  <a:pt x="694" y="11027"/>
                </a:lnTo>
                <a:lnTo>
                  <a:pt x="694" y="10365"/>
                </a:lnTo>
                <a:close/>
                <a:moveTo>
                  <a:pt x="9609" y="10365"/>
                </a:moveTo>
                <a:lnTo>
                  <a:pt x="9609" y="11027"/>
                </a:lnTo>
                <a:lnTo>
                  <a:pt x="8916" y="11027"/>
                </a:lnTo>
                <a:lnTo>
                  <a:pt x="8916" y="10365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4" y="2080"/>
                </a:lnTo>
                <a:lnTo>
                  <a:pt x="694" y="9641"/>
                </a:lnTo>
                <a:lnTo>
                  <a:pt x="347" y="9641"/>
                </a:lnTo>
                <a:cubicBezTo>
                  <a:pt x="158" y="9641"/>
                  <a:pt x="0" y="9798"/>
                  <a:pt x="0" y="9987"/>
                </a:cubicBezTo>
                <a:lnTo>
                  <a:pt x="0" y="11374"/>
                </a:lnTo>
                <a:cubicBezTo>
                  <a:pt x="0" y="11563"/>
                  <a:pt x="158" y="11720"/>
                  <a:pt x="347" y="11720"/>
                </a:cubicBezTo>
                <a:lnTo>
                  <a:pt x="1733" y="11720"/>
                </a:lnTo>
                <a:cubicBezTo>
                  <a:pt x="1922" y="11720"/>
                  <a:pt x="2080" y="11563"/>
                  <a:pt x="2080" y="11374"/>
                </a:cubicBezTo>
                <a:lnTo>
                  <a:pt x="2080" y="11027"/>
                </a:lnTo>
                <a:lnTo>
                  <a:pt x="8223" y="11027"/>
                </a:lnTo>
                <a:lnTo>
                  <a:pt x="8223" y="11374"/>
                </a:lnTo>
                <a:cubicBezTo>
                  <a:pt x="8223" y="11563"/>
                  <a:pt x="8381" y="11720"/>
                  <a:pt x="8570" y="11720"/>
                </a:cubicBezTo>
                <a:lnTo>
                  <a:pt x="9956" y="11720"/>
                </a:lnTo>
                <a:cubicBezTo>
                  <a:pt x="10145" y="11720"/>
                  <a:pt x="10303" y="11563"/>
                  <a:pt x="10303" y="11374"/>
                </a:cubicBezTo>
                <a:lnTo>
                  <a:pt x="10303" y="9987"/>
                </a:lnTo>
                <a:cubicBezTo>
                  <a:pt x="10303" y="9798"/>
                  <a:pt x="10145" y="9641"/>
                  <a:pt x="9956" y="9641"/>
                </a:cubicBezTo>
                <a:lnTo>
                  <a:pt x="9609" y="9641"/>
                </a:lnTo>
                <a:lnTo>
                  <a:pt x="9609" y="2080"/>
                </a:lnTo>
                <a:lnTo>
                  <a:pt x="9924" y="2080"/>
                </a:lnTo>
                <a:cubicBezTo>
                  <a:pt x="10113" y="2080"/>
                  <a:pt x="10271" y="1922"/>
                  <a:pt x="10271" y="1733"/>
                </a:cubicBezTo>
                <a:lnTo>
                  <a:pt x="10271" y="347"/>
                </a:lnTo>
                <a:cubicBezTo>
                  <a:pt x="10271" y="158"/>
                  <a:pt x="10113" y="0"/>
                  <a:pt x="9924" y="0"/>
                </a:cubicBezTo>
                <a:lnTo>
                  <a:pt x="8538" y="0"/>
                </a:lnTo>
                <a:cubicBezTo>
                  <a:pt x="8349" y="0"/>
                  <a:pt x="8192" y="158"/>
                  <a:pt x="8192" y="347"/>
                </a:cubicBezTo>
                <a:lnTo>
                  <a:pt x="8192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4" name="Google Shape;12587;p89">
            <a:extLst>
              <a:ext uri="{FF2B5EF4-FFF2-40B4-BE49-F238E27FC236}">
                <a16:creationId xmlns:a16="http://schemas.microsoft.com/office/drawing/2014/main" id="{09E376AB-A983-6167-26B0-BFAF7147B94B}"/>
              </a:ext>
            </a:extLst>
          </p:cNvPr>
          <p:cNvSpPr/>
          <p:nvPr/>
        </p:nvSpPr>
        <p:spPr>
          <a:xfrm>
            <a:off x="547994" y="4890781"/>
            <a:ext cx="265195" cy="39936"/>
          </a:xfrm>
          <a:custGeom>
            <a:avLst/>
            <a:gdLst/>
            <a:ahLst/>
            <a:cxnLst/>
            <a:rect l="l" t="t" r="r" b="b"/>
            <a:pathLst>
              <a:path w="4821" h="726" extrusionOk="0">
                <a:moveTo>
                  <a:pt x="347" y="1"/>
                </a:moveTo>
                <a:cubicBezTo>
                  <a:pt x="158" y="1"/>
                  <a:pt x="0" y="159"/>
                  <a:pt x="0" y="348"/>
                </a:cubicBezTo>
                <a:cubicBezTo>
                  <a:pt x="0" y="568"/>
                  <a:pt x="158" y="726"/>
                  <a:pt x="347" y="726"/>
                </a:cubicBezTo>
                <a:lnTo>
                  <a:pt x="4443" y="726"/>
                </a:lnTo>
                <a:cubicBezTo>
                  <a:pt x="4663" y="726"/>
                  <a:pt x="4821" y="568"/>
                  <a:pt x="4821" y="348"/>
                </a:cubicBezTo>
                <a:cubicBezTo>
                  <a:pt x="4821" y="159"/>
                  <a:pt x="4663" y="1"/>
                  <a:pt x="444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5" name="Google Shape;12588;p89">
            <a:extLst>
              <a:ext uri="{FF2B5EF4-FFF2-40B4-BE49-F238E27FC236}">
                <a16:creationId xmlns:a16="http://schemas.microsoft.com/office/drawing/2014/main" id="{6FEE634D-F413-C383-7933-0E447D55E4B5}"/>
              </a:ext>
            </a:extLst>
          </p:cNvPr>
          <p:cNvSpPr/>
          <p:nvPr/>
        </p:nvSpPr>
        <p:spPr>
          <a:xfrm>
            <a:off x="547994" y="4967079"/>
            <a:ext cx="265195" cy="38176"/>
          </a:xfrm>
          <a:custGeom>
            <a:avLst/>
            <a:gdLst/>
            <a:ahLst/>
            <a:cxnLst/>
            <a:rect l="l" t="t" r="r" b="b"/>
            <a:pathLst>
              <a:path w="4821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4443" y="693"/>
                </a:lnTo>
                <a:cubicBezTo>
                  <a:pt x="4663" y="693"/>
                  <a:pt x="4821" y="536"/>
                  <a:pt x="4821" y="347"/>
                </a:cubicBezTo>
                <a:cubicBezTo>
                  <a:pt x="4821" y="158"/>
                  <a:pt x="4663" y="0"/>
                  <a:pt x="44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6" name="Google Shape;12589;p89">
            <a:extLst>
              <a:ext uri="{FF2B5EF4-FFF2-40B4-BE49-F238E27FC236}">
                <a16:creationId xmlns:a16="http://schemas.microsoft.com/office/drawing/2014/main" id="{C767EA98-56B3-9726-183F-425F1CCD8E25}"/>
              </a:ext>
            </a:extLst>
          </p:cNvPr>
          <p:cNvSpPr/>
          <p:nvPr/>
        </p:nvSpPr>
        <p:spPr>
          <a:xfrm>
            <a:off x="515042" y="4587523"/>
            <a:ext cx="338027" cy="256559"/>
          </a:xfrm>
          <a:custGeom>
            <a:avLst/>
            <a:gdLst/>
            <a:ahLst/>
            <a:cxnLst/>
            <a:rect l="l" t="t" r="r" b="b"/>
            <a:pathLst>
              <a:path w="6145" h="4664" extrusionOk="0">
                <a:moveTo>
                  <a:pt x="4695" y="662"/>
                </a:moveTo>
                <a:lnTo>
                  <a:pt x="2994" y="1985"/>
                </a:lnTo>
                <a:lnTo>
                  <a:pt x="1261" y="662"/>
                </a:lnTo>
                <a:close/>
                <a:moveTo>
                  <a:pt x="599" y="1040"/>
                </a:moveTo>
                <a:lnTo>
                  <a:pt x="2427" y="2395"/>
                </a:lnTo>
                <a:lnTo>
                  <a:pt x="599" y="3781"/>
                </a:lnTo>
                <a:lnTo>
                  <a:pt x="599" y="1040"/>
                </a:lnTo>
                <a:close/>
                <a:moveTo>
                  <a:pt x="5357" y="1040"/>
                </a:moveTo>
                <a:lnTo>
                  <a:pt x="5357" y="3781"/>
                </a:lnTo>
                <a:lnTo>
                  <a:pt x="3561" y="2395"/>
                </a:lnTo>
                <a:lnTo>
                  <a:pt x="5357" y="1040"/>
                </a:lnTo>
                <a:close/>
                <a:moveTo>
                  <a:pt x="2994" y="2836"/>
                </a:moveTo>
                <a:lnTo>
                  <a:pt x="4695" y="4128"/>
                </a:lnTo>
                <a:lnTo>
                  <a:pt x="1292" y="4128"/>
                </a:lnTo>
                <a:lnTo>
                  <a:pt x="2994" y="2836"/>
                </a:lnTo>
                <a:close/>
                <a:moveTo>
                  <a:pt x="316" y="1"/>
                </a:moveTo>
                <a:cubicBezTo>
                  <a:pt x="158" y="1"/>
                  <a:pt x="1" y="127"/>
                  <a:pt x="1" y="284"/>
                </a:cubicBezTo>
                <a:lnTo>
                  <a:pt x="1" y="4380"/>
                </a:lnTo>
                <a:cubicBezTo>
                  <a:pt x="64" y="4506"/>
                  <a:pt x="127" y="4600"/>
                  <a:pt x="253" y="4663"/>
                </a:cubicBezTo>
                <a:lnTo>
                  <a:pt x="5798" y="4663"/>
                </a:lnTo>
                <a:cubicBezTo>
                  <a:pt x="5955" y="4663"/>
                  <a:pt x="6113" y="4537"/>
                  <a:pt x="6144" y="4317"/>
                </a:cubicBezTo>
                <a:lnTo>
                  <a:pt x="6081" y="316"/>
                </a:lnTo>
                <a:cubicBezTo>
                  <a:pt x="6081" y="158"/>
                  <a:pt x="5955" y="32"/>
                  <a:pt x="579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84" name="Google Shape;12590;p89">
            <a:extLst>
              <a:ext uri="{FF2B5EF4-FFF2-40B4-BE49-F238E27FC236}">
                <a16:creationId xmlns:a16="http://schemas.microsoft.com/office/drawing/2014/main" id="{D91FE7AF-AE6E-72EB-CC3F-3C43F076BFA4}"/>
              </a:ext>
            </a:extLst>
          </p:cNvPr>
          <p:cNvSpPr/>
          <p:nvPr/>
        </p:nvSpPr>
        <p:spPr>
          <a:xfrm>
            <a:off x="2878544" y="4474440"/>
            <a:ext cx="670717" cy="642168"/>
          </a:xfrm>
          <a:custGeom>
            <a:avLst/>
            <a:gdLst/>
            <a:ahLst/>
            <a:cxnLst/>
            <a:rect l="l" t="t" r="r" b="b"/>
            <a:pathLst>
              <a:path w="12193" h="11674" extrusionOk="0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85" name="Google Shape;12592;p89">
            <a:extLst>
              <a:ext uri="{FF2B5EF4-FFF2-40B4-BE49-F238E27FC236}">
                <a16:creationId xmlns:a16="http://schemas.microsoft.com/office/drawing/2014/main" id="{9F27AFCC-EC4E-BED9-CF21-2660C33900AE}"/>
              </a:ext>
            </a:extLst>
          </p:cNvPr>
          <p:cNvSpPr/>
          <p:nvPr/>
        </p:nvSpPr>
        <p:spPr>
          <a:xfrm>
            <a:off x="5410975" y="4474041"/>
            <a:ext cx="641288" cy="642992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10617" y="662"/>
                </a:moveTo>
                <a:cubicBezTo>
                  <a:pt x="10806" y="662"/>
                  <a:pt x="10964" y="820"/>
                  <a:pt x="10964" y="1009"/>
                </a:cubicBezTo>
                <a:lnTo>
                  <a:pt x="10964" y="2710"/>
                </a:lnTo>
                <a:lnTo>
                  <a:pt x="662" y="2710"/>
                </a:lnTo>
                <a:lnTo>
                  <a:pt x="662" y="1009"/>
                </a:lnTo>
                <a:cubicBezTo>
                  <a:pt x="662" y="820"/>
                  <a:pt x="819" y="662"/>
                  <a:pt x="1008" y="662"/>
                </a:cubicBezTo>
                <a:close/>
                <a:moveTo>
                  <a:pt x="10933" y="3372"/>
                </a:moveTo>
                <a:lnTo>
                  <a:pt x="10933" y="9232"/>
                </a:lnTo>
                <a:cubicBezTo>
                  <a:pt x="10964" y="9484"/>
                  <a:pt x="10806" y="9610"/>
                  <a:pt x="10617" y="9610"/>
                </a:cubicBezTo>
                <a:lnTo>
                  <a:pt x="8916" y="9610"/>
                </a:lnTo>
                <a:lnTo>
                  <a:pt x="8570" y="9232"/>
                </a:lnTo>
                <a:cubicBezTo>
                  <a:pt x="8601" y="9169"/>
                  <a:pt x="8664" y="9043"/>
                  <a:pt x="8696" y="8917"/>
                </a:cubicBezTo>
                <a:lnTo>
                  <a:pt x="9200" y="8917"/>
                </a:lnTo>
                <a:cubicBezTo>
                  <a:pt x="9389" y="8917"/>
                  <a:pt x="9546" y="8759"/>
                  <a:pt x="9546" y="8570"/>
                </a:cubicBezTo>
                <a:lnTo>
                  <a:pt x="9546" y="7184"/>
                </a:lnTo>
                <a:cubicBezTo>
                  <a:pt x="9546" y="6995"/>
                  <a:pt x="9389" y="6837"/>
                  <a:pt x="9200" y="6837"/>
                </a:cubicBezTo>
                <a:lnTo>
                  <a:pt x="8696" y="6837"/>
                </a:lnTo>
                <a:cubicBezTo>
                  <a:pt x="8664" y="6711"/>
                  <a:pt x="8601" y="6648"/>
                  <a:pt x="8570" y="6522"/>
                </a:cubicBezTo>
                <a:lnTo>
                  <a:pt x="8916" y="6176"/>
                </a:lnTo>
                <a:cubicBezTo>
                  <a:pt x="9042" y="6050"/>
                  <a:pt x="9042" y="5798"/>
                  <a:pt x="8916" y="5703"/>
                </a:cubicBezTo>
                <a:lnTo>
                  <a:pt x="7940" y="4695"/>
                </a:lnTo>
                <a:cubicBezTo>
                  <a:pt x="7877" y="4648"/>
                  <a:pt x="7790" y="4624"/>
                  <a:pt x="7703" y="4624"/>
                </a:cubicBezTo>
                <a:cubicBezTo>
                  <a:pt x="7617" y="4624"/>
                  <a:pt x="7530" y="4648"/>
                  <a:pt x="7467" y="4695"/>
                </a:cubicBezTo>
                <a:lnTo>
                  <a:pt x="7120" y="5073"/>
                </a:lnTo>
                <a:cubicBezTo>
                  <a:pt x="7026" y="5041"/>
                  <a:pt x="6931" y="4978"/>
                  <a:pt x="6805" y="4947"/>
                </a:cubicBezTo>
                <a:lnTo>
                  <a:pt x="6805" y="4443"/>
                </a:lnTo>
                <a:cubicBezTo>
                  <a:pt x="6805" y="4222"/>
                  <a:pt x="6648" y="4065"/>
                  <a:pt x="6459" y="4065"/>
                </a:cubicBezTo>
                <a:lnTo>
                  <a:pt x="5073" y="4065"/>
                </a:lnTo>
                <a:cubicBezTo>
                  <a:pt x="4884" y="4065"/>
                  <a:pt x="4726" y="4222"/>
                  <a:pt x="4726" y="4443"/>
                </a:cubicBezTo>
                <a:lnTo>
                  <a:pt x="4726" y="4947"/>
                </a:lnTo>
                <a:cubicBezTo>
                  <a:pt x="4600" y="4978"/>
                  <a:pt x="4506" y="5010"/>
                  <a:pt x="4411" y="5073"/>
                </a:cubicBezTo>
                <a:lnTo>
                  <a:pt x="4033" y="4695"/>
                </a:lnTo>
                <a:cubicBezTo>
                  <a:pt x="3986" y="4648"/>
                  <a:pt x="3899" y="4624"/>
                  <a:pt x="3808" y="4624"/>
                </a:cubicBezTo>
                <a:cubicBezTo>
                  <a:pt x="3718" y="4624"/>
                  <a:pt x="3623" y="4648"/>
                  <a:pt x="3560" y="4695"/>
                </a:cubicBezTo>
                <a:lnTo>
                  <a:pt x="2584" y="5703"/>
                </a:lnTo>
                <a:cubicBezTo>
                  <a:pt x="2458" y="5829"/>
                  <a:pt x="2458" y="6050"/>
                  <a:pt x="2584" y="6176"/>
                </a:cubicBezTo>
                <a:lnTo>
                  <a:pt x="2930" y="6522"/>
                </a:lnTo>
                <a:cubicBezTo>
                  <a:pt x="2899" y="6585"/>
                  <a:pt x="2867" y="6711"/>
                  <a:pt x="2836" y="6837"/>
                </a:cubicBezTo>
                <a:lnTo>
                  <a:pt x="2300" y="6837"/>
                </a:lnTo>
                <a:cubicBezTo>
                  <a:pt x="2111" y="6837"/>
                  <a:pt x="1954" y="6995"/>
                  <a:pt x="1954" y="7184"/>
                </a:cubicBezTo>
                <a:lnTo>
                  <a:pt x="1954" y="8570"/>
                </a:lnTo>
                <a:cubicBezTo>
                  <a:pt x="1954" y="8759"/>
                  <a:pt x="2111" y="8917"/>
                  <a:pt x="2300" y="8917"/>
                </a:cubicBezTo>
                <a:lnTo>
                  <a:pt x="2836" y="8917"/>
                </a:lnTo>
                <a:cubicBezTo>
                  <a:pt x="2867" y="9043"/>
                  <a:pt x="2899" y="9137"/>
                  <a:pt x="2930" y="9232"/>
                </a:cubicBezTo>
                <a:lnTo>
                  <a:pt x="2584" y="9610"/>
                </a:lnTo>
                <a:lnTo>
                  <a:pt x="977" y="9610"/>
                </a:lnTo>
                <a:cubicBezTo>
                  <a:pt x="788" y="9610"/>
                  <a:pt x="630" y="9452"/>
                  <a:pt x="630" y="9232"/>
                </a:cubicBezTo>
                <a:lnTo>
                  <a:pt x="630" y="3372"/>
                </a:lnTo>
                <a:close/>
                <a:moveTo>
                  <a:pt x="6112" y="4726"/>
                </a:moveTo>
                <a:lnTo>
                  <a:pt x="6112" y="5136"/>
                </a:lnTo>
                <a:cubicBezTo>
                  <a:pt x="6112" y="5294"/>
                  <a:pt x="6207" y="5420"/>
                  <a:pt x="6364" y="5451"/>
                </a:cubicBezTo>
                <a:cubicBezTo>
                  <a:pt x="6553" y="5514"/>
                  <a:pt x="6805" y="5609"/>
                  <a:pt x="6994" y="5735"/>
                </a:cubicBezTo>
                <a:cubicBezTo>
                  <a:pt x="7041" y="5769"/>
                  <a:pt x="7096" y="5783"/>
                  <a:pt x="7153" y="5783"/>
                </a:cubicBezTo>
                <a:cubicBezTo>
                  <a:pt x="7251" y="5783"/>
                  <a:pt x="7356" y="5743"/>
                  <a:pt x="7435" y="5703"/>
                </a:cubicBezTo>
                <a:lnTo>
                  <a:pt x="7751" y="5388"/>
                </a:lnTo>
                <a:lnTo>
                  <a:pt x="8223" y="5861"/>
                </a:lnTo>
                <a:lnTo>
                  <a:pt x="7908" y="6176"/>
                </a:lnTo>
                <a:cubicBezTo>
                  <a:pt x="7782" y="6302"/>
                  <a:pt x="7782" y="6459"/>
                  <a:pt x="7877" y="6617"/>
                </a:cubicBezTo>
                <a:cubicBezTo>
                  <a:pt x="7971" y="6806"/>
                  <a:pt x="8066" y="6995"/>
                  <a:pt x="8129" y="7247"/>
                </a:cubicBezTo>
                <a:cubicBezTo>
                  <a:pt x="8192" y="7404"/>
                  <a:pt x="8286" y="7499"/>
                  <a:pt x="8444" y="7499"/>
                </a:cubicBezTo>
                <a:lnTo>
                  <a:pt x="8885" y="7499"/>
                </a:lnTo>
                <a:lnTo>
                  <a:pt x="8885" y="8192"/>
                </a:lnTo>
                <a:lnTo>
                  <a:pt x="8444" y="8192"/>
                </a:lnTo>
                <a:cubicBezTo>
                  <a:pt x="8286" y="8192"/>
                  <a:pt x="8192" y="8286"/>
                  <a:pt x="8129" y="8444"/>
                </a:cubicBezTo>
                <a:cubicBezTo>
                  <a:pt x="8097" y="8665"/>
                  <a:pt x="7971" y="8885"/>
                  <a:pt x="7877" y="9074"/>
                </a:cubicBezTo>
                <a:cubicBezTo>
                  <a:pt x="7782" y="9200"/>
                  <a:pt x="7814" y="9389"/>
                  <a:pt x="7908" y="9515"/>
                </a:cubicBezTo>
                <a:lnTo>
                  <a:pt x="8223" y="9830"/>
                </a:lnTo>
                <a:lnTo>
                  <a:pt x="7751" y="10303"/>
                </a:lnTo>
                <a:lnTo>
                  <a:pt x="7435" y="9988"/>
                </a:lnTo>
                <a:cubicBezTo>
                  <a:pt x="7368" y="9920"/>
                  <a:pt x="7291" y="9889"/>
                  <a:pt x="7211" y="9889"/>
                </a:cubicBezTo>
                <a:cubicBezTo>
                  <a:pt x="7141" y="9889"/>
                  <a:pt x="7068" y="9912"/>
                  <a:pt x="6994" y="9956"/>
                </a:cubicBezTo>
                <a:cubicBezTo>
                  <a:pt x="6805" y="10082"/>
                  <a:pt x="6616" y="10145"/>
                  <a:pt x="6364" y="10208"/>
                </a:cubicBezTo>
                <a:cubicBezTo>
                  <a:pt x="6207" y="10271"/>
                  <a:pt x="6112" y="10366"/>
                  <a:pt x="6112" y="10555"/>
                </a:cubicBezTo>
                <a:lnTo>
                  <a:pt x="6112" y="10964"/>
                </a:lnTo>
                <a:lnTo>
                  <a:pt x="5419" y="10964"/>
                </a:lnTo>
                <a:lnTo>
                  <a:pt x="5419" y="10555"/>
                </a:lnTo>
                <a:cubicBezTo>
                  <a:pt x="5419" y="10366"/>
                  <a:pt x="5325" y="10271"/>
                  <a:pt x="5167" y="10208"/>
                </a:cubicBezTo>
                <a:cubicBezTo>
                  <a:pt x="4947" y="10177"/>
                  <a:pt x="4726" y="10051"/>
                  <a:pt x="4537" y="9956"/>
                </a:cubicBezTo>
                <a:cubicBezTo>
                  <a:pt x="4491" y="9921"/>
                  <a:pt x="4436" y="9908"/>
                  <a:pt x="4379" y="9908"/>
                </a:cubicBezTo>
                <a:cubicBezTo>
                  <a:pt x="4281" y="9908"/>
                  <a:pt x="4176" y="9948"/>
                  <a:pt x="4096" y="9988"/>
                </a:cubicBezTo>
                <a:lnTo>
                  <a:pt x="3781" y="10303"/>
                </a:lnTo>
                <a:lnTo>
                  <a:pt x="3308" y="9830"/>
                </a:lnTo>
                <a:lnTo>
                  <a:pt x="3623" y="9515"/>
                </a:lnTo>
                <a:cubicBezTo>
                  <a:pt x="3749" y="9389"/>
                  <a:pt x="3749" y="9232"/>
                  <a:pt x="3655" y="9074"/>
                </a:cubicBezTo>
                <a:cubicBezTo>
                  <a:pt x="3529" y="8885"/>
                  <a:pt x="3466" y="8696"/>
                  <a:pt x="3371" y="8444"/>
                </a:cubicBezTo>
                <a:cubicBezTo>
                  <a:pt x="3340" y="8286"/>
                  <a:pt x="3214" y="8192"/>
                  <a:pt x="3056" y="8192"/>
                </a:cubicBezTo>
                <a:lnTo>
                  <a:pt x="2647" y="8192"/>
                </a:lnTo>
                <a:lnTo>
                  <a:pt x="2647" y="7499"/>
                </a:lnTo>
                <a:lnTo>
                  <a:pt x="3056" y="7499"/>
                </a:lnTo>
                <a:cubicBezTo>
                  <a:pt x="3214" y="7499"/>
                  <a:pt x="3340" y="7404"/>
                  <a:pt x="3371" y="7247"/>
                </a:cubicBezTo>
                <a:cubicBezTo>
                  <a:pt x="3434" y="7026"/>
                  <a:pt x="3529" y="6806"/>
                  <a:pt x="3655" y="6617"/>
                </a:cubicBezTo>
                <a:cubicBezTo>
                  <a:pt x="3749" y="6491"/>
                  <a:pt x="3686" y="6302"/>
                  <a:pt x="3623" y="6176"/>
                </a:cubicBezTo>
                <a:lnTo>
                  <a:pt x="3308" y="5861"/>
                </a:lnTo>
                <a:lnTo>
                  <a:pt x="3781" y="5388"/>
                </a:lnTo>
                <a:lnTo>
                  <a:pt x="4096" y="5703"/>
                </a:lnTo>
                <a:cubicBezTo>
                  <a:pt x="4163" y="5771"/>
                  <a:pt x="4240" y="5802"/>
                  <a:pt x="4321" y="5802"/>
                </a:cubicBezTo>
                <a:cubicBezTo>
                  <a:pt x="4391" y="5802"/>
                  <a:pt x="4464" y="5778"/>
                  <a:pt x="4537" y="5735"/>
                </a:cubicBezTo>
                <a:cubicBezTo>
                  <a:pt x="4726" y="5609"/>
                  <a:pt x="4915" y="5546"/>
                  <a:pt x="5167" y="5451"/>
                </a:cubicBezTo>
                <a:cubicBezTo>
                  <a:pt x="5325" y="5420"/>
                  <a:pt x="5419" y="5294"/>
                  <a:pt x="5419" y="5136"/>
                </a:cubicBezTo>
                <a:lnTo>
                  <a:pt x="5419" y="4726"/>
                </a:lnTo>
                <a:close/>
                <a:moveTo>
                  <a:pt x="1008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9295"/>
                </a:lnTo>
                <a:cubicBezTo>
                  <a:pt x="0" y="9830"/>
                  <a:pt x="473" y="10303"/>
                  <a:pt x="1008" y="10303"/>
                </a:cubicBezTo>
                <a:lnTo>
                  <a:pt x="2867" y="10303"/>
                </a:lnTo>
                <a:lnTo>
                  <a:pt x="3623" y="11059"/>
                </a:lnTo>
                <a:cubicBezTo>
                  <a:pt x="3671" y="11122"/>
                  <a:pt x="3757" y="11153"/>
                  <a:pt x="3848" y="11153"/>
                </a:cubicBezTo>
                <a:cubicBezTo>
                  <a:pt x="3938" y="11153"/>
                  <a:pt x="4033" y="11122"/>
                  <a:pt x="4096" y="11059"/>
                </a:cubicBezTo>
                <a:lnTo>
                  <a:pt x="4442" y="10712"/>
                </a:lnTo>
                <a:cubicBezTo>
                  <a:pt x="4506" y="10744"/>
                  <a:pt x="4632" y="10775"/>
                  <a:pt x="4758" y="10807"/>
                </a:cubicBezTo>
                <a:lnTo>
                  <a:pt x="4758" y="11342"/>
                </a:lnTo>
                <a:cubicBezTo>
                  <a:pt x="4758" y="11531"/>
                  <a:pt x="4915" y="11689"/>
                  <a:pt x="5104" y="11689"/>
                </a:cubicBezTo>
                <a:lnTo>
                  <a:pt x="6490" y="11689"/>
                </a:lnTo>
                <a:cubicBezTo>
                  <a:pt x="6679" y="11689"/>
                  <a:pt x="6837" y="11531"/>
                  <a:pt x="6837" y="11342"/>
                </a:cubicBezTo>
                <a:lnTo>
                  <a:pt x="6837" y="10807"/>
                </a:lnTo>
                <a:cubicBezTo>
                  <a:pt x="6963" y="10775"/>
                  <a:pt x="7026" y="10744"/>
                  <a:pt x="7152" y="10712"/>
                </a:cubicBezTo>
                <a:lnTo>
                  <a:pt x="7498" y="11059"/>
                </a:lnTo>
                <a:cubicBezTo>
                  <a:pt x="7561" y="11122"/>
                  <a:pt x="7656" y="11153"/>
                  <a:pt x="7747" y="11153"/>
                </a:cubicBezTo>
                <a:cubicBezTo>
                  <a:pt x="7837" y="11153"/>
                  <a:pt x="7924" y="11122"/>
                  <a:pt x="7971" y="11059"/>
                </a:cubicBezTo>
                <a:lnTo>
                  <a:pt x="8727" y="10303"/>
                </a:lnTo>
                <a:lnTo>
                  <a:pt x="10617" y="10303"/>
                </a:lnTo>
                <a:cubicBezTo>
                  <a:pt x="11185" y="10303"/>
                  <a:pt x="11657" y="9830"/>
                  <a:pt x="11657" y="9295"/>
                </a:cubicBezTo>
                <a:lnTo>
                  <a:pt x="11657" y="1009"/>
                </a:lnTo>
                <a:cubicBezTo>
                  <a:pt x="11657" y="473"/>
                  <a:pt x="11216" y="1"/>
                  <a:pt x="1061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86" name="Google Shape;12593;p89">
            <a:extLst>
              <a:ext uri="{FF2B5EF4-FFF2-40B4-BE49-F238E27FC236}">
                <a16:creationId xmlns:a16="http://schemas.microsoft.com/office/drawing/2014/main" id="{880FD2A1-D9F3-8CDA-911A-905CB7B176F1}"/>
              </a:ext>
            </a:extLst>
          </p:cNvPr>
          <p:cNvSpPr/>
          <p:nvPr/>
        </p:nvSpPr>
        <p:spPr>
          <a:xfrm>
            <a:off x="5483751" y="4546817"/>
            <a:ext cx="39936" cy="39936"/>
          </a:xfrm>
          <a:custGeom>
            <a:avLst/>
            <a:gdLst/>
            <a:ahLst/>
            <a:cxnLst/>
            <a:rect l="l" t="t" r="r" b="b"/>
            <a:pathLst>
              <a:path w="726" h="72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726"/>
                  <a:pt x="347" y="726"/>
                </a:cubicBezTo>
                <a:cubicBezTo>
                  <a:pt x="568" y="726"/>
                  <a:pt x="725" y="536"/>
                  <a:pt x="725" y="347"/>
                </a:cubicBezTo>
                <a:cubicBezTo>
                  <a:pt x="725" y="158"/>
                  <a:pt x="568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87" name="Google Shape;12594;p89">
            <a:extLst>
              <a:ext uri="{FF2B5EF4-FFF2-40B4-BE49-F238E27FC236}">
                <a16:creationId xmlns:a16="http://schemas.microsoft.com/office/drawing/2014/main" id="{3FF8C9F0-CF9C-6CC6-AF09-83DD4F47264E}"/>
              </a:ext>
            </a:extLst>
          </p:cNvPr>
          <p:cNvSpPr/>
          <p:nvPr/>
        </p:nvSpPr>
        <p:spPr>
          <a:xfrm>
            <a:off x="5559992" y="4546817"/>
            <a:ext cx="38176" cy="39936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6"/>
                  <a:pt x="347" y="726"/>
                </a:cubicBezTo>
                <a:cubicBezTo>
                  <a:pt x="536" y="726"/>
                  <a:pt x="694" y="568"/>
                  <a:pt x="694" y="347"/>
                </a:cubicBezTo>
                <a:cubicBezTo>
                  <a:pt x="694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88" name="Google Shape;12595;p89">
            <a:extLst>
              <a:ext uri="{FF2B5EF4-FFF2-40B4-BE49-F238E27FC236}">
                <a16:creationId xmlns:a16="http://schemas.microsoft.com/office/drawing/2014/main" id="{983F13C2-3D21-FC42-9695-05455953FA56}"/>
              </a:ext>
            </a:extLst>
          </p:cNvPr>
          <p:cNvSpPr/>
          <p:nvPr/>
        </p:nvSpPr>
        <p:spPr>
          <a:xfrm>
            <a:off x="5636236" y="4546817"/>
            <a:ext cx="38231" cy="39936"/>
          </a:xfrm>
          <a:custGeom>
            <a:avLst/>
            <a:gdLst/>
            <a:ahLst/>
            <a:cxnLst/>
            <a:rect l="l" t="t" r="r" b="b"/>
            <a:pathLst>
              <a:path w="695" h="72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6"/>
                  <a:pt x="347" y="726"/>
                </a:cubicBezTo>
                <a:cubicBezTo>
                  <a:pt x="537" y="726"/>
                  <a:pt x="694" y="568"/>
                  <a:pt x="694" y="347"/>
                </a:cubicBezTo>
                <a:cubicBezTo>
                  <a:pt x="694" y="158"/>
                  <a:pt x="537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89" name="Google Shape;12596;p89">
            <a:extLst>
              <a:ext uri="{FF2B5EF4-FFF2-40B4-BE49-F238E27FC236}">
                <a16:creationId xmlns:a16="http://schemas.microsoft.com/office/drawing/2014/main" id="{37F27979-A40D-4A71-35D6-CCDB90C69608}"/>
              </a:ext>
            </a:extLst>
          </p:cNvPr>
          <p:cNvSpPr/>
          <p:nvPr/>
        </p:nvSpPr>
        <p:spPr>
          <a:xfrm>
            <a:off x="5709066" y="4546817"/>
            <a:ext cx="265196" cy="39936"/>
          </a:xfrm>
          <a:custGeom>
            <a:avLst/>
            <a:gdLst/>
            <a:ahLst/>
            <a:cxnLst/>
            <a:rect l="l" t="t" r="r" b="b"/>
            <a:pathLst>
              <a:path w="4821" h="72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32" y="568"/>
                  <a:pt x="189" y="726"/>
                  <a:pt x="347" y="726"/>
                </a:cubicBezTo>
                <a:lnTo>
                  <a:pt x="4442" y="726"/>
                </a:lnTo>
                <a:cubicBezTo>
                  <a:pt x="4663" y="726"/>
                  <a:pt x="4820" y="568"/>
                  <a:pt x="4820" y="347"/>
                </a:cubicBezTo>
                <a:cubicBezTo>
                  <a:pt x="4820" y="158"/>
                  <a:pt x="4663" y="1"/>
                  <a:pt x="444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90" name="Google Shape;12597;p89">
            <a:extLst>
              <a:ext uri="{FF2B5EF4-FFF2-40B4-BE49-F238E27FC236}">
                <a16:creationId xmlns:a16="http://schemas.microsoft.com/office/drawing/2014/main" id="{2162850C-A065-6CC4-A66A-974CAF84BF3B}"/>
              </a:ext>
            </a:extLst>
          </p:cNvPr>
          <p:cNvSpPr/>
          <p:nvPr/>
        </p:nvSpPr>
        <p:spPr>
          <a:xfrm>
            <a:off x="5636235" y="4815479"/>
            <a:ext cx="187248" cy="187193"/>
          </a:xfrm>
          <a:custGeom>
            <a:avLst/>
            <a:gdLst/>
            <a:ahLst/>
            <a:cxnLst/>
            <a:rect l="l" t="t" r="r" b="b"/>
            <a:pathLst>
              <a:path w="3404" h="3403" extrusionOk="0">
                <a:moveTo>
                  <a:pt x="1671" y="662"/>
                </a:moveTo>
                <a:cubicBezTo>
                  <a:pt x="2238" y="662"/>
                  <a:pt x="2710" y="1134"/>
                  <a:pt x="2710" y="1701"/>
                </a:cubicBezTo>
                <a:cubicBezTo>
                  <a:pt x="2710" y="2237"/>
                  <a:pt x="2269" y="2710"/>
                  <a:pt x="1671" y="2710"/>
                </a:cubicBezTo>
                <a:cubicBezTo>
                  <a:pt x="1135" y="2710"/>
                  <a:pt x="663" y="2237"/>
                  <a:pt x="663" y="1701"/>
                </a:cubicBezTo>
                <a:cubicBezTo>
                  <a:pt x="663" y="1134"/>
                  <a:pt x="1135" y="662"/>
                  <a:pt x="1671" y="662"/>
                </a:cubicBezTo>
                <a:close/>
                <a:moveTo>
                  <a:pt x="1671" y="0"/>
                </a:moveTo>
                <a:cubicBezTo>
                  <a:pt x="726" y="0"/>
                  <a:pt x="1" y="756"/>
                  <a:pt x="1" y="1701"/>
                </a:cubicBezTo>
                <a:cubicBezTo>
                  <a:pt x="1" y="2647"/>
                  <a:pt x="726" y="3403"/>
                  <a:pt x="1671" y="3403"/>
                </a:cubicBezTo>
                <a:cubicBezTo>
                  <a:pt x="2616" y="3403"/>
                  <a:pt x="3372" y="2647"/>
                  <a:pt x="3372" y="1701"/>
                </a:cubicBezTo>
                <a:cubicBezTo>
                  <a:pt x="3403" y="756"/>
                  <a:pt x="2616" y="0"/>
                  <a:pt x="16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0" name="Google Shape;12599;p89">
            <a:extLst>
              <a:ext uri="{FF2B5EF4-FFF2-40B4-BE49-F238E27FC236}">
                <a16:creationId xmlns:a16="http://schemas.microsoft.com/office/drawing/2014/main" id="{F720A2A2-B22C-9195-A806-F05F0CED5E03}"/>
              </a:ext>
            </a:extLst>
          </p:cNvPr>
          <p:cNvSpPr/>
          <p:nvPr/>
        </p:nvSpPr>
        <p:spPr>
          <a:xfrm>
            <a:off x="4678745" y="4627403"/>
            <a:ext cx="185488" cy="112712"/>
          </a:xfrm>
          <a:custGeom>
            <a:avLst/>
            <a:gdLst/>
            <a:ahLst/>
            <a:cxnLst/>
            <a:rect l="l" t="t" r="r" b="b"/>
            <a:pathLst>
              <a:path w="3372" h="2049" extrusionOk="0">
                <a:moveTo>
                  <a:pt x="977" y="631"/>
                </a:moveTo>
                <a:cubicBezTo>
                  <a:pt x="1166" y="631"/>
                  <a:pt x="1324" y="788"/>
                  <a:pt x="1324" y="977"/>
                </a:cubicBezTo>
                <a:cubicBezTo>
                  <a:pt x="1324" y="1198"/>
                  <a:pt x="1166" y="1355"/>
                  <a:pt x="977" y="1355"/>
                </a:cubicBezTo>
                <a:cubicBezTo>
                  <a:pt x="788" y="1355"/>
                  <a:pt x="631" y="1198"/>
                  <a:pt x="631" y="977"/>
                </a:cubicBezTo>
                <a:cubicBezTo>
                  <a:pt x="631" y="788"/>
                  <a:pt x="788" y="631"/>
                  <a:pt x="977" y="631"/>
                </a:cubicBezTo>
                <a:close/>
                <a:moveTo>
                  <a:pt x="2363" y="631"/>
                </a:moveTo>
                <a:cubicBezTo>
                  <a:pt x="2552" y="631"/>
                  <a:pt x="2710" y="788"/>
                  <a:pt x="2710" y="977"/>
                </a:cubicBezTo>
                <a:cubicBezTo>
                  <a:pt x="2710" y="1198"/>
                  <a:pt x="2552" y="1355"/>
                  <a:pt x="2363" y="1355"/>
                </a:cubicBezTo>
                <a:cubicBezTo>
                  <a:pt x="2174" y="1355"/>
                  <a:pt x="2017" y="1198"/>
                  <a:pt x="2017" y="977"/>
                </a:cubicBezTo>
                <a:cubicBezTo>
                  <a:pt x="2017" y="788"/>
                  <a:pt x="2174" y="631"/>
                  <a:pt x="2363" y="631"/>
                </a:cubicBezTo>
                <a:close/>
                <a:moveTo>
                  <a:pt x="1009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09" y="2048"/>
                </a:cubicBezTo>
                <a:cubicBezTo>
                  <a:pt x="1292" y="2048"/>
                  <a:pt x="1544" y="1922"/>
                  <a:pt x="1702" y="1765"/>
                </a:cubicBezTo>
                <a:cubicBezTo>
                  <a:pt x="1891" y="1922"/>
                  <a:pt x="2111" y="2048"/>
                  <a:pt x="2363" y="2048"/>
                </a:cubicBezTo>
                <a:cubicBezTo>
                  <a:pt x="2899" y="2048"/>
                  <a:pt x="3371" y="1576"/>
                  <a:pt x="3371" y="1040"/>
                </a:cubicBezTo>
                <a:cubicBezTo>
                  <a:pt x="3371" y="442"/>
                  <a:pt x="2899" y="1"/>
                  <a:pt x="2363" y="1"/>
                </a:cubicBezTo>
                <a:cubicBezTo>
                  <a:pt x="2080" y="1"/>
                  <a:pt x="1859" y="127"/>
                  <a:pt x="1702" y="284"/>
                </a:cubicBezTo>
                <a:cubicBezTo>
                  <a:pt x="1481" y="127"/>
                  <a:pt x="1261" y="1"/>
                  <a:pt x="10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1" name="Google Shape;12600;p89">
            <a:extLst>
              <a:ext uri="{FF2B5EF4-FFF2-40B4-BE49-F238E27FC236}">
                <a16:creationId xmlns:a16="http://schemas.microsoft.com/office/drawing/2014/main" id="{548BBB48-3051-48CC-B7D4-1E77515FBAE0}"/>
              </a:ext>
            </a:extLst>
          </p:cNvPr>
          <p:cNvSpPr/>
          <p:nvPr/>
        </p:nvSpPr>
        <p:spPr>
          <a:xfrm>
            <a:off x="4600746" y="4473162"/>
            <a:ext cx="566751" cy="644753"/>
          </a:xfrm>
          <a:custGeom>
            <a:avLst/>
            <a:gdLst/>
            <a:ahLst/>
            <a:cxnLst/>
            <a:rect l="l" t="t" r="r" b="b"/>
            <a:pathLst>
              <a:path w="10303" h="11721" extrusionOk="0">
                <a:moveTo>
                  <a:pt x="7152" y="694"/>
                </a:moveTo>
                <a:cubicBezTo>
                  <a:pt x="7373" y="694"/>
                  <a:pt x="7530" y="851"/>
                  <a:pt x="7530" y="1040"/>
                </a:cubicBezTo>
                <a:lnTo>
                  <a:pt x="7530" y="1418"/>
                </a:lnTo>
                <a:lnTo>
                  <a:pt x="662" y="1418"/>
                </a:lnTo>
                <a:lnTo>
                  <a:pt x="662" y="1040"/>
                </a:lnTo>
                <a:cubicBezTo>
                  <a:pt x="694" y="851"/>
                  <a:pt x="851" y="694"/>
                  <a:pt x="1009" y="694"/>
                </a:cubicBezTo>
                <a:close/>
                <a:moveTo>
                  <a:pt x="7562" y="2111"/>
                </a:moveTo>
                <a:lnTo>
                  <a:pt x="7562" y="3403"/>
                </a:lnTo>
                <a:lnTo>
                  <a:pt x="7247" y="3088"/>
                </a:lnTo>
                <a:cubicBezTo>
                  <a:pt x="7042" y="2883"/>
                  <a:pt x="6784" y="2792"/>
                  <a:pt x="6528" y="2792"/>
                </a:cubicBezTo>
                <a:cubicBezTo>
                  <a:pt x="5999" y="2792"/>
                  <a:pt x="5483" y="3186"/>
                  <a:pt x="5483" y="3781"/>
                </a:cubicBezTo>
                <a:cubicBezTo>
                  <a:pt x="5483" y="4065"/>
                  <a:pt x="5577" y="4348"/>
                  <a:pt x="5798" y="4506"/>
                </a:cubicBezTo>
                <a:lnTo>
                  <a:pt x="6774" y="5482"/>
                </a:lnTo>
                <a:lnTo>
                  <a:pt x="1009" y="5482"/>
                </a:lnTo>
                <a:cubicBezTo>
                  <a:pt x="995" y="5485"/>
                  <a:pt x="982" y="5486"/>
                  <a:pt x="968" y="5486"/>
                </a:cubicBezTo>
                <a:cubicBezTo>
                  <a:pt x="825" y="5486"/>
                  <a:pt x="694" y="5340"/>
                  <a:pt x="694" y="5167"/>
                </a:cubicBezTo>
                <a:lnTo>
                  <a:pt x="694" y="2111"/>
                </a:lnTo>
                <a:close/>
                <a:moveTo>
                  <a:pt x="8160" y="2584"/>
                </a:moveTo>
                <a:lnTo>
                  <a:pt x="9200" y="3624"/>
                </a:lnTo>
                <a:cubicBezTo>
                  <a:pt x="9421" y="3844"/>
                  <a:pt x="9515" y="4065"/>
                  <a:pt x="9515" y="4348"/>
                </a:cubicBezTo>
                <a:lnTo>
                  <a:pt x="9515" y="6900"/>
                </a:lnTo>
                <a:cubicBezTo>
                  <a:pt x="9515" y="7373"/>
                  <a:pt x="9358" y="7845"/>
                  <a:pt x="9043" y="8192"/>
                </a:cubicBezTo>
                <a:lnTo>
                  <a:pt x="5955" y="8192"/>
                </a:lnTo>
                <a:cubicBezTo>
                  <a:pt x="5640" y="7845"/>
                  <a:pt x="5483" y="7373"/>
                  <a:pt x="5483" y="6900"/>
                </a:cubicBezTo>
                <a:lnTo>
                  <a:pt x="5483" y="6144"/>
                </a:lnTo>
                <a:lnTo>
                  <a:pt x="6837" y="6144"/>
                </a:lnTo>
                <a:lnTo>
                  <a:pt x="6837" y="6207"/>
                </a:lnTo>
                <a:cubicBezTo>
                  <a:pt x="6837" y="6585"/>
                  <a:pt x="6900" y="6932"/>
                  <a:pt x="7089" y="7373"/>
                </a:cubicBezTo>
                <a:cubicBezTo>
                  <a:pt x="7135" y="7487"/>
                  <a:pt x="7263" y="7568"/>
                  <a:pt x="7403" y="7568"/>
                </a:cubicBezTo>
                <a:cubicBezTo>
                  <a:pt x="7455" y="7568"/>
                  <a:pt x="7510" y="7556"/>
                  <a:pt x="7562" y="7530"/>
                </a:cubicBezTo>
                <a:cubicBezTo>
                  <a:pt x="7719" y="7467"/>
                  <a:pt x="7782" y="7247"/>
                  <a:pt x="7719" y="7058"/>
                </a:cubicBezTo>
                <a:cubicBezTo>
                  <a:pt x="7593" y="6774"/>
                  <a:pt x="7530" y="6522"/>
                  <a:pt x="7530" y="6239"/>
                </a:cubicBezTo>
                <a:lnTo>
                  <a:pt x="7530" y="5451"/>
                </a:lnTo>
                <a:cubicBezTo>
                  <a:pt x="7530" y="5356"/>
                  <a:pt x="7467" y="5262"/>
                  <a:pt x="7404" y="5199"/>
                </a:cubicBezTo>
                <a:lnTo>
                  <a:pt x="6207" y="4033"/>
                </a:lnTo>
                <a:cubicBezTo>
                  <a:pt x="6018" y="3844"/>
                  <a:pt x="6144" y="3435"/>
                  <a:pt x="6459" y="3435"/>
                </a:cubicBezTo>
                <a:cubicBezTo>
                  <a:pt x="6522" y="3435"/>
                  <a:pt x="6648" y="3466"/>
                  <a:pt x="6680" y="3561"/>
                </a:cubicBezTo>
                <a:lnTo>
                  <a:pt x="8255" y="5136"/>
                </a:lnTo>
                <a:cubicBezTo>
                  <a:pt x="8318" y="5199"/>
                  <a:pt x="8413" y="5230"/>
                  <a:pt x="8503" y="5230"/>
                </a:cubicBezTo>
                <a:cubicBezTo>
                  <a:pt x="8594" y="5230"/>
                  <a:pt x="8680" y="5199"/>
                  <a:pt x="8728" y="5136"/>
                </a:cubicBezTo>
                <a:cubicBezTo>
                  <a:pt x="8854" y="5010"/>
                  <a:pt x="8854" y="4789"/>
                  <a:pt x="8728" y="4663"/>
                </a:cubicBezTo>
                <a:lnTo>
                  <a:pt x="8160" y="4065"/>
                </a:lnTo>
                <a:lnTo>
                  <a:pt x="8160" y="2584"/>
                </a:lnTo>
                <a:close/>
                <a:moveTo>
                  <a:pt x="9295" y="8948"/>
                </a:moveTo>
                <a:cubicBezTo>
                  <a:pt x="9484" y="8948"/>
                  <a:pt x="9641" y="9105"/>
                  <a:pt x="9641" y="9295"/>
                </a:cubicBezTo>
                <a:lnTo>
                  <a:pt x="9641" y="10996"/>
                </a:lnTo>
                <a:lnTo>
                  <a:pt x="5514" y="10996"/>
                </a:lnTo>
                <a:lnTo>
                  <a:pt x="5514" y="9295"/>
                </a:lnTo>
                <a:cubicBezTo>
                  <a:pt x="5514" y="9105"/>
                  <a:pt x="5672" y="8948"/>
                  <a:pt x="5861" y="8948"/>
                </a:cubicBezTo>
                <a:close/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5167"/>
                </a:lnTo>
                <a:cubicBezTo>
                  <a:pt x="1" y="5734"/>
                  <a:pt x="473" y="6207"/>
                  <a:pt x="1009" y="6207"/>
                </a:cubicBezTo>
                <a:lnTo>
                  <a:pt x="4789" y="6207"/>
                </a:lnTo>
                <a:lnTo>
                  <a:pt x="4789" y="6932"/>
                </a:lnTo>
                <a:cubicBezTo>
                  <a:pt x="4789" y="7499"/>
                  <a:pt x="4947" y="8003"/>
                  <a:pt x="5231" y="8444"/>
                </a:cubicBezTo>
                <a:cubicBezTo>
                  <a:pt x="4947" y="8633"/>
                  <a:pt x="4789" y="8948"/>
                  <a:pt x="4789" y="9295"/>
                </a:cubicBezTo>
                <a:lnTo>
                  <a:pt x="4789" y="11342"/>
                </a:lnTo>
                <a:cubicBezTo>
                  <a:pt x="4789" y="11563"/>
                  <a:pt x="4947" y="11720"/>
                  <a:pt x="5168" y="11720"/>
                </a:cubicBezTo>
                <a:lnTo>
                  <a:pt x="9956" y="11720"/>
                </a:lnTo>
                <a:cubicBezTo>
                  <a:pt x="10145" y="11720"/>
                  <a:pt x="10303" y="11563"/>
                  <a:pt x="10303" y="11342"/>
                </a:cubicBezTo>
                <a:lnTo>
                  <a:pt x="10303" y="9295"/>
                </a:lnTo>
                <a:cubicBezTo>
                  <a:pt x="10303" y="8948"/>
                  <a:pt x="10114" y="8633"/>
                  <a:pt x="9893" y="8444"/>
                </a:cubicBezTo>
                <a:cubicBezTo>
                  <a:pt x="10177" y="8003"/>
                  <a:pt x="10303" y="7499"/>
                  <a:pt x="10303" y="6932"/>
                </a:cubicBezTo>
                <a:lnTo>
                  <a:pt x="10303" y="4380"/>
                </a:lnTo>
                <a:lnTo>
                  <a:pt x="10271" y="4380"/>
                </a:lnTo>
                <a:cubicBezTo>
                  <a:pt x="10271" y="3907"/>
                  <a:pt x="10082" y="3466"/>
                  <a:pt x="9767" y="3151"/>
                </a:cubicBezTo>
                <a:lnTo>
                  <a:pt x="8224" y="1639"/>
                </a:lnTo>
                <a:lnTo>
                  <a:pt x="8224" y="1040"/>
                </a:lnTo>
                <a:cubicBezTo>
                  <a:pt x="8224" y="473"/>
                  <a:pt x="7751" y="1"/>
                  <a:pt x="721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12" name="Google Shape;12601;p89">
            <a:extLst>
              <a:ext uri="{FF2B5EF4-FFF2-40B4-BE49-F238E27FC236}">
                <a16:creationId xmlns:a16="http://schemas.microsoft.com/office/drawing/2014/main" id="{15F054A0-05AD-AC9F-CD28-C5E5B0E9815C}"/>
              </a:ext>
            </a:extLst>
          </p:cNvPr>
          <p:cNvSpPr/>
          <p:nvPr/>
        </p:nvSpPr>
        <p:spPr>
          <a:xfrm>
            <a:off x="4938717" y="5001735"/>
            <a:ext cx="39881" cy="39936"/>
          </a:xfrm>
          <a:custGeom>
            <a:avLst/>
            <a:gdLst/>
            <a:ahLst/>
            <a:cxnLst/>
            <a:rect l="l" t="t" r="r" b="b"/>
            <a:pathLst>
              <a:path w="725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cubicBezTo>
                  <a:pt x="536" y="725"/>
                  <a:pt x="725" y="568"/>
                  <a:pt x="725" y="379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8" name="Google Shape;12631;p89">
            <a:extLst>
              <a:ext uri="{FF2B5EF4-FFF2-40B4-BE49-F238E27FC236}">
                <a16:creationId xmlns:a16="http://schemas.microsoft.com/office/drawing/2014/main" id="{E34327B5-CBD5-8CF1-9143-53D6652EC598}"/>
              </a:ext>
            </a:extLst>
          </p:cNvPr>
          <p:cNvSpPr/>
          <p:nvPr/>
        </p:nvSpPr>
        <p:spPr>
          <a:xfrm>
            <a:off x="11162866" y="4485116"/>
            <a:ext cx="620891" cy="620891"/>
          </a:xfrm>
          <a:custGeom>
            <a:avLst/>
            <a:gdLst/>
            <a:ahLst/>
            <a:cxnLst/>
            <a:rect l="l" t="t" r="r" b="b"/>
            <a:pathLst>
              <a:path w="19983" h="19983" extrusionOk="0">
                <a:moveTo>
                  <a:pt x="9992" y="1170"/>
                </a:moveTo>
                <a:cubicBezTo>
                  <a:pt x="14855" y="1170"/>
                  <a:pt x="18812" y="4866"/>
                  <a:pt x="18812" y="9405"/>
                </a:cubicBezTo>
                <a:cubicBezTo>
                  <a:pt x="18812" y="13925"/>
                  <a:pt x="14855" y="17601"/>
                  <a:pt x="9992" y="17601"/>
                </a:cubicBezTo>
                <a:cubicBezTo>
                  <a:pt x="9111" y="17601"/>
                  <a:pt x="8240" y="17481"/>
                  <a:pt x="7407" y="17242"/>
                </a:cubicBezTo>
                <a:cubicBezTo>
                  <a:pt x="7354" y="17226"/>
                  <a:pt x="7299" y="17218"/>
                  <a:pt x="7245" y="17218"/>
                </a:cubicBezTo>
                <a:cubicBezTo>
                  <a:pt x="7153" y="17218"/>
                  <a:pt x="7062" y="17240"/>
                  <a:pt x="6979" y="17282"/>
                </a:cubicBezTo>
                <a:lnTo>
                  <a:pt x="4723" y="18439"/>
                </a:lnTo>
                <a:lnTo>
                  <a:pt x="4723" y="16262"/>
                </a:lnTo>
                <a:cubicBezTo>
                  <a:pt x="4723" y="16078"/>
                  <a:pt x="4637" y="15904"/>
                  <a:pt x="4490" y="15793"/>
                </a:cubicBezTo>
                <a:cubicBezTo>
                  <a:pt x="2381" y="14208"/>
                  <a:pt x="1171" y="11880"/>
                  <a:pt x="1171" y="9405"/>
                </a:cubicBezTo>
                <a:cubicBezTo>
                  <a:pt x="1171" y="4866"/>
                  <a:pt x="5129" y="1170"/>
                  <a:pt x="9992" y="1170"/>
                </a:cubicBezTo>
                <a:close/>
                <a:moveTo>
                  <a:pt x="9992" y="1"/>
                </a:moveTo>
                <a:cubicBezTo>
                  <a:pt x="4575" y="1"/>
                  <a:pt x="0" y="4153"/>
                  <a:pt x="0" y="9407"/>
                </a:cubicBezTo>
                <a:cubicBezTo>
                  <a:pt x="0" y="12221"/>
                  <a:pt x="1359" y="14795"/>
                  <a:pt x="3552" y="16548"/>
                </a:cubicBezTo>
                <a:lnTo>
                  <a:pt x="3552" y="19396"/>
                </a:lnTo>
                <a:cubicBezTo>
                  <a:pt x="3552" y="19602"/>
                  <a:pt x="3659" y="19791"/>
                  <a:pt x="3832" y="19897"/>
                </a:cubicBezTo>
                <a:cubicBezTo>
                  <a:pt x="3925" y="19953"/>
                  <a:pt x="4031" y="19982"/>
                  <a:pt x="4138" y="19982"/>
                </a:cubicBezTo>
                <a:cubicBezTo>
                  <a:pt x="4229" y="19982"/>
                  <a:pt x="4320" y="19961"/>
                  <a:pt x="4405" y="19918"/>
                </a:cubicBezTo>
                <a:lnTo>
                  <a:pt x="7310" y="18429"/>
                </a:lnTo>
                <a:cubicBezTo>
                  <a:pt x="8180" y="18657"/>
                  <a:pt x="9081" y="18772"/>
                  <a:pt x="9992" y="18772"/>
                </a:cubicBezTo>
                <a:cubicBezTo>
                  <a:pt x="15500" y="18772"/>
                  <a:pt x="19983" y="14570"/>
                  <a:pt x="19983" y="9407"/>
                </a:cubicBezTo>
                <a:cubicBezTo>
                  <a:pt x="19983" y="4151"/>
                  <a:pt x="15405" y="1"/>
                  <a:pt x="999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9" name="Google Shape;12632;p89">
            <a:extLst>
              <a:ext uri="{FF2B5EF4-FFF2-40B4-BE49-F238E27FC236}">
                <a16:creationId xmlns:a16="http://schemas.microsoft.com/office/drawing/2014/main" id="{CFEC1E71-B06A-3B77-A841-B23EC8722002}"/>
              </a:ext>
            </a:extLst>
          </p:cNvPr>
          <p:cNvSpPr/>
          <p:nvPr/>
        </p:nvSpPr>
        <p:spPr>
          <a:xfrm>
            <a:off x="11271860" y="4668182"/>
            <a:ext cx="402928" cy="218305"/>
          </a:xfrm>
          <a:custGeom>
            <a:avLst/>
            <a:gdLst/>
            <a:ahLst/>
            <a:cxnLst/>
            <a:rect l="l" t="t" r="r" b="b"/>
            <a:pathLst>
              <a:path w="12968" h="7026" extrusionOk="0">
                <a:moveTo>
                  <a:pt x="5362" y="1463"/>
                </a:moveTo>
                <a:lnTo>
                  <a:pt x="7241" y="3341"/>
                </a:lnTo>
                <a:cubicBezTo>
                  <a:pt x="7353" y="3454"/>
                  <a:pt x="7503" y="3513"/>
                  <a:pt x="7655" y="3513"/>
                </a:cubicBezTo>
                <a:cubicBezTo>
                  <a:pt x="7744" y="3513"/>
                  <a:pt x="7833" y="3493"/>
                  <a:pt x="7917" y="3451"/>
                </a:cubicBezTo>
                <a:lnTo>
                  <a:pt x="10216" y="2303"/>
                </a:lnTo>
                <a:lnTo>
                  <a:pt x="7605" y="5565"/>
                </a:lnTo>
                <a:lnTo>
                  <a:pt x="5726" y="3685"/>
                </a:lnTo>
                <a:cubicBezTo>
                  <a:pt x="5614" y="3573"/>
                  <a:pt x="5463" y="3514"/>
                  <a:pt x="5311" y="3514"/>
                </a:cubicBezTo>
                <a:cubicBezTo>
                  <a:pt x="5223" y="3514"/>
                  <a:pt x="5133" y="3534"/>
                  <a:pt x="5051" y="3575"/>
                </a:cubicBezTo>
                <a:lnTo>
                  <a:pt x="2751" y="4725"/>
                </a:lnTo>
                <a:lnTo>
                  <a:pt x="2751" y="4725"/>
                </a:lnTo>
                <a:lnTo>
                  <a:pt x="5362" y="1463"/>
                </a:lnTo>
                <a:close/>
                <a:moveTo>
                  <a:pt x="5312" y="1"/>
                </a:moveTo>
                <a:cubicBezTo>
                  <a:pt x="5302" y="1"/>
                  <a:pt x="5291" y="1"/>
                  <a:pt x="5281" y="2"/>
                </a:cubicBezTo>
                <a:cubicBezTo>
                  <a:pt x="5114" y="12"/>
                  <a:pt x="4959" y="92"/>
                  <a:pt x="4856" y="221"/>
                </a:cubicBezTo>
                <a:lnTo>
                  <a:pt x="172" y="6075"/>
                </a:lnTo>
                <a:cubicBezTo>
                  <a:pt x="0" y="6290"/>
                  <a:pt x="2" y="6595"/>
                  <a:pt x="174" y="6809"/>
                </a:cubicBezTo>
                <a:cubicBezTo>
                  <a:pt x="288" y="6950"/>
                  <a:pt x="457" y="7026"/>
                  <a:pt x="630" y="7026"/>
                </a:cubicBezTo>
                <a:cubicBezTo>
                  <a:pt x="719" y="7026"/>
                  <a:pt x="808" y="7006"/>
                  <a:pt x="892" y="6964"/>
                </a:cubicBezTo>
                <a:lnTo>
                  <a:pt x="5198" y="4811"/>
                </a:lnTo>
                <a:lnTo>
                  <a:pt x="7241" y="6855"/>
                </a:lnTo>
                <a:cubicBezTo>
                  <a:pt x="7349" y="6964"/>
                  <a:pt x="7496" y="7026"/>
                  <a:pt x="7650" y="7026"/>
                </a:cubicBezTo>
                <a:cubicBezTo>
                  <a:pt x="7662" y="7026"/>
                  <a:pt x="7674" y="7025"/>
                  <a:pt x="7687" y="7024"/>
                </a:cubicBezTo>
                <a:cubicBezTo>
                  <a:pt x="7853" y="7016"/>
                  <a:pt x="8007" y="6936"/>
                  <a:pt x="8111" y="6807"/>
                </a:cubicBezTo>
                <a:lnTo>
                  <a:pt x="12795" y="951"/>
                </a:lnTo>
                <a:cubicBezTo>
                  <a:pt x="12967" y="737"/>
                  <a:pt x="12965" y="431"/>
                  <a:pt x="12792" y="219"/>
                </a:cubicBezTo>
                <a:cubicBezTo>
                  <a:pt x="12679" y="78"/>
                  <a:pt x="12510" y="1"/>
                  <a:pt x="12337" y="1"/>
                </a:cubicBezTo>
                <a:cubicBezTo>
                  <a:pt x="12249" y="1"/>
                  <a:pt x="12159" y="21"/>
                  <a:pt x="12075" y="63"/>
                </a:cubicBezTo>
                <a:lnTo>
                  <a:pt x="7770" y="2216"/>
                </a:lnTo>
                <a:lnTo>
                  <a:pt x="5726" y="173"/>
                </a:lnTo>
                <a:cubicBezTo>
                  <a:pt x="5617" y="62"/>
                  <a:pt x="5467" y="1"/>
                  <a:pt x="531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93" name="Google Shape;12645;p89">
            <a:extLst>
              <a:ext uri="{FF2B5EF4-FFF2-40B4-BE49-F238E27FC236}">
                <a16:creationId xmlns:a16="http://schemas.microsoft.com/office/drawing/2014/main" id="{86BD5B24-1FFE-279F-AB5F-5C278705418C}"/>
              </a:ext>
            </a:extLst>
          </p:cNvPr>
          <p:cNvSpPr/>
          <p:nvPr/>
        </p:nvSpPr>
        <p:spPr>
          <a:xfrm>
            <a:off x="7055028" y="4485227"/>
            <a:ext cx="620847" cy="620847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4" name="Google Shape;12647;p89">
            <a:extLst>
              <a:ext uri="{FF2B5EF4-FFF2-40B4-BE49-F238E27FC236}">
                <a16:creationId xmlns:a16="http://schemas.microsoft.com/office/drawing/2014/main" id="{360AD17F-766F-2EE7-C361-15B53FE07276}"/>
              </a:ext>
            </a:extLst>
          </p:cNvPr>
          <p:cNvSpPr/>
          <p:nvPr/>
        </p:nvSpPr>
        <p:spPr>
          <a:xfrm>
            <a:off x="8031419" y="4668225"/>
            <a:ext cx="254688" cy="254688"/>
          </a:xfrm>
          <a:custGeom>
            <a:avLst/>
            <a:gdLst/>
            <a:ahLst/>
            <a:cxnLst/>
            <a:rect l="l" t="t" r="r" b="b"/>
            <a:pathLst>
              <a:path w="8197" h="8197" extrusionOk="0">
                <a:moveTo>
                  <a:pt x="4099" y="1171"/>
                </a:moveTo>
                <a:cubicBezTo>
                  <a:pt x="5712" y="1171"/>
                  <a:pt x="7027" y="2484"/>
                  <a:pt x="7027" y="4097"/>
                </a:cubicBezTo>
                <a:cubicBezTo>
                  <a:pt x="7027" y="5712"/>
                  <a:pt x="5712" y="7025"/>
                  <a:pt x="4099" y="7025"/>
                </a:cubicBezTo>
                <a:cubicBezTo>
                  <a:pt x="2486" y="7025"/>
                  <a:pt x="1171" y="5712"/>
                  <a:pt x="1171" y="4097"/>
                </a:cubicBezTo>
                <a:cubicBezTo>
                  <a:pt x="1171" y="2484"/>
                  <a:pt x="2486" y="1171"/>
                  <a:pt x="4099" y="1171"/>
                </a:cubicBezTo>
                <a:close/>
                <a:moveTo>
                  <a:pt x="4099" y="0"/>
                </a:moveTo>
                <a:cubicBezTo>
                  <a:pt x="1840" y="0"/>
                  <a:pt x="0" y="1838"/>
                  <a:pt x="0" y="4097"/>
                </a:cubicBezTo>
                <a:cubicBezTo>
                  <a:pt x="0" y="6358"/>
                  <a:pt x="1840" y="8196"/>
                  <a:pt x="4099" y="8196"/>
                </a:cubicBezTo>
                <a:cubicBezTo>
                  <a:pt x="6358" y="8196"/>
                  <a:pt x="8196" y="6358"/>
                  <a:pt x="8196" y="4097"/>
                </a:cubicBezTo>
                <a:cubicBezTo>
                  <a:pt x="8196" y="1838"/>
                  <a:pt x="6358" y="0"/>
                  <a:pt x="40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5" name="Google Shape;12648;p89">
            <a:extLst>
              <a:ext uri="{FF2B5EF4-FFF2-40B4-BE49-F238E27FC236}">
                <a16:creationId xmlns:a16="http://schemas.microsoft.com/office/drawing/2014/main" id="{4A1488D3-4A69-C4D0-1AE7-F2E66F1F0132}"/>
              </a:ext>
            </a:extLst>
          </p:cNvPr>
          <p:cNvSpPr/>
          <p:nvPr/>
        </p:nvSpPr>
        <p:spPr>
          <a:xfrm>
            <a:off x="7921090" y="4557866"/>
            <a:ext cx="475387" cy="475355"/>
          </a:xfrm>
          <a:custGeom>
            <a:avLst/>
            <a:gdLst/>
            <a:ahLst/>
            <a:cxnLst/>
            <a:rect l="l" t="t" r="r" b="b"/>
            <a:pathLst>
              <a:path w="15300" h="15299" extrusionOk="0">
                <a:moveTo>
                  <a:pt x="12333" y="1171"/>
                </a:moveTo>
                <a:cubicBezTo>
                  <a:pt x="13306" y="1171"/>
                  <a:pt x="14128" y="1994"/>
                  <a:pt x="14128" y="2967"/>
                </a:cubicBezTo>
                <a:lnTo>
                  <a:pt x="14128" y="12334"/>
                </a:lnTo>
                <a:cubicBezTo>
                  <a:pt x="14128" y="13307"/>
                  <a:pt x="13306" y="14129"/>
                  <a:pt x="12333" y="14129"/>
                </a:cubicBezTo>
                <a:lnTo>
                  <a:pt x="2968" y="14129"/>
                </a:lnTo>
                <a:cubicBezTo>
                  <a:pt x="1993" y="14129"/>
                  <a:pt x="1172" y="13307"/>
                  <a:pt x="1172" y="12334"/>
                </a:cubicBezTo>
                <a:lnTo>
                  <a:pt x="1172" y="2967"/>
                </a:lnTo>
                <a:cubicBezTo>
                  <a:pt x="1172" y="1994"/>
                  <a:pt x="1993" y="1171"/>
                  <a:pt x="2968" y="1171"/>
                </a:cubicBezTo>
                <a:close/>
                <a:moveTo>
                  <a:pt x="2968" y="0"/>
                </a:moveTo>
                <a:cubicBezTo>
                  <a:pt x="1351" y="0"/>
                  <a:pt x="1" y="1346"/>
                  <a:pt x="1" y="2967"/>
                </a:cubicBezTo>
                <a:lnTo>
                  <a:pt x="1" y="12334"/>
                </a:lnTo>
                <a:cubicBezTo>
                  <a:pt x="1" y="13952"/>
                  <a:pt x="1349" y="15299"/>
                  <a:pt x="2968" y="15299"/>
                </a:cubicBezTo>
                <a:lnTo>
                  <a:pt x="12333" y="15299"/>
                </a:lnTo>
                <a:cubicBezTo>
                  <a:pt x="13953" y="15299"/>
                  <a:pt x="15299" y="13951"/>
                  <a:pt x="15299" y="12334"/>
                </a:cubicBezTo>
                <a:lnTo>
                  <a:pt x="15299" y="2967"/>
                </a:lnTo>
                <a:cubicBezTo>
                  <a:pt x="15299" y="1345"/>
                  <a:pt x="13948" y="0"/>
                  <a:pt x="123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6" name="Google Shape;12649;p89">
            <a:extLst>
              <a:ext uri="{FF2B5EF4-FFF2-40B4-BE49-F238E27FC236}">
                <a16:creationId xmlns:a16="http://schemas.microsoft.com/office/drawing/2014/main" id="{8B2BEBD3-9C19-C9EE-214B-E1EE702A95AC}"/>
              </a:ext>
            </a:extLst>
          </p:cNvPr>
          <p:cNvSpPr/>
          <p:nvPr/>
        </p:nvSpPr>
        <p:spPr>
          <a:xfrm>
            <a:off x="7848324" y="4485132"/>
            <a:ext cx="620923" cy="620859"/>
          </a:xfrm>
          <a:custGeom>
            <a:avLst/>
            <a:gdLst/>
            <a:ahLst/>
            <a:cxnLst/>
            <a:rect l="l" t="t" r="r" b="b"/>
            <a:pathLst>
              <a:path w="19984" h="19982" extrusionOk="0">
                <a:moveTo>
                  <a:pt x="17056" y="1172"/>
                </a:moveTo>
                <a:cubicBezTo>
                  <a:pt x="18025" y="1172"/>
                  <a:pt x="18812" y="1959"/>
                  <a:pt x="18812" y="2927"/>
                </a:cubicBezTo>
                <a:lnTo>
                  <a:pt x="18812" y="17056"/>
                </a:lnTo>
                <a:cubicBezTo>
                  <a:pt x="18812" y="18023"/>
                  <a:pt x="18025" y="18811"/>
                  <a:pt x="17056" y="18811"/>
                </a:cubicBezTo>
                <a:lnTo>
                  <a:pt x="2928" y="18811"/>
                </a:lnTo>
                <a:cubicBezTo>
                  <a:pt x="1961" y="18811"/>
                  <a:pt x="1172" y="18023"/>
                  <a:pt x="1172" y="17056"/>
                </a:cubicBezTo>
                <a:lnTo>
                  <a:pt x="1172" y="2927"/>
                </a:lnTo>
                <a:cubicBezTo>
                  <a:pt x="1172" y="1959"/>
                  <a:pt x="1961" y="1172"/>
                  <a:pt x="2928" y="1172"/>
                </a:cubicBezTo>
                <a:close/>
                <a:moveTo>
                  <a:pt x="2928" y="1"/>
                </a:moveTo>
                <a:cubicBezTo>
                  <a:pt x="1313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3" y="19982"/>
                  <a:pt x="2928" y="19982"/>
                </a:cubicBezTo>
                <a:lnTo>
                  <a:pt x="17056" y="19982"/>
                </a:lnTo>
                <a:cubicBezTo>
                  <a:pt x="18669" y="19982"/>
                  <a:pt x="19984" y="18669"/>
                  <a:pt x="19984" y="17056"/>
                </a:cubicBezTo>
                <a:lnTo>
                  <a:pt x="19984" y="2927"/>
                </a:lnTo>
                <a:cubicBezTo>
                  <a:pt x="19984" y="1313"/>
                  <a:pt x="18669" y="1"/>
                  <a:pt x="1705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7" name="Google Shape;12650;p89">
            <a:extLst>
              <a:ext uri="{FF2B5EF4-FFF2-40B4-BE49-F238E27FC236}">
                <a16:creationId xmlns:a16="http://schemas.microsoft.com/office/drawing/2014/main" id="{0B7DA2F5-DCC1-6A2A-AD35-C26AC90135AA}"/>
              </a:ext>
            </a:extLst>
          </p:cNvPr>
          <p:cNvSpPr/>
          <p:nvPr/>
        </p:nvSpPr>
        <p:spPr>
          <a:xfrm>
            <a:off x="8249718" y="4631844"/>
            <a:ext cx="72769" cy="72799"/>
          </a:xfrm>
          <a:custGeom>
            <a:avLst/>
            <a:gdLst/>
            <a:ahLst/>
            <a:cxnLst/>
            <a:rect l="l" t="t" r="r" b="b"/>
            <a:pathLst>
              <a:path w="2342" h="2343" extrusionOk="0">
                <a:moveTo>
                  <a:pt x="1170" y="0"/>
                </a:moveTo>
                <a:cubicBezTo>
                  <a:pt x="524" y="0"/>
                  <a:pt x="1" y="526"/>
                  <a:pt x="1" y="1171"/>
                </a:cubicBezTo>
                <a:cubicBezTo>
                  <a:pt x="1" y="1817"/>
                  <a:pt x="524" y="2342"/>
                  <a:pt x="1170" y="2342"/>
                </a:cubicBezTo>
                <a:cubicBezTo>
                  <a:pt x="1816" y="2342"/>
                  <a:pt x="2341" y="1817"/>
                  <a:pt x="2341" y="1171"/>
                </a:cubicBezTo>
                <a:cubicBezTo>
                  <a:pt x="2341" y="526"/>
                  <a:pt x="1816" y="0"/>
                  <a:pt x="11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0" name="Google Shape;12652;p89">
            <a:extLst>
              <a:ext uri="{FF2B5EF4-FFF2-40B4-BE49-F238E27FC236}">
                <a16:creationId xmlns:a16="http://schemas.microsoft.com/office/drawing/2014/main" id="{B38FDDCE-F766-AD4A-EC47-5A128D6FF336}"/>
              </a:ext>
            </a:extLst>
          </p:cNvPr>
          <p:cNvSpPr/>
          <p:nvPr/>
        </p:nvSpPr>
        <p:spPr>
          <a:xfrm>
            <a:off x="8733828" y="4704610"/>
            <a:ext cx="109183" cy="327395"/>
          </a:xfrm>
          <a:custGeom>
            <a:avLst/>
            <a:gdLst/>
            <a:ahLst/>
            <a:cxnLst/>
            <a:rect l="l" t="t" r="r" b="b"/>
            <a:pathLst>
              <a:path w="3513" h="10537" extrusionOk="0">
                <a:moveTo>
                  <a:pt x="2342" y="1171"/>
                </a:moveTo>
                <a:lnTo>
                  <a:pt x="2342" y="9367"/>
                </a:lnTo>
                <a:lnTo>
                  <a:pt x="1171" y="9367"/>
                </a:lnTo>
                <a:lnTo>
                  <a:pt x="1171" y="1171"/>
                </a:lnTo>
                <a:close/>
                <a:moveTo>
                  <a:pt x="586" y="0"/>
                </a:moveTo>
                <a:cubicBezTo>
                  <a:pt x="264" y="0"/>
                  <a:pt x="0" y="262"/>
                  <a:pt x="0" y="586"/>
                </a:cubicBezTo>
                <a:lnTo>
                  <a:pt x="0" y="9951"/>
                </a:lnTo>
                <a:cubicBezTo>
                  <a:pt x="0" y="10275"/>
                  <a:pt x="264" y="10537"/>
                  <a:pt x="586" y="10537"/>
                </a:cubicBezTo>
                <a:lnTo>
                  <a:pt x="2928" y="10537"/>
                </a:lnTo>
                <a:cubicBezTo>
                  <a:pt x="3252" y="10537"/>
                  <a:pt x="3514" y="10275"/>
                  <a:pt x="3514" y="9951"/>
                </a:cubicBezTo>
                <a:lnTo>
                  <a:pt x="3514" y="586"/>
                </a:lnTo>
                <a:cubicBezTo>
                  <a:pt x="3514" y="262"/>
                  <a:pt x="3252" y="0"/>
                  <a:pt x="29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1" name="Google Shape;12653;p89">
            <a:extLst>
              <a:ext uri="{FF2B5EF4-FFF2-40B4-BE49-F238E27FC236}">
                <a16:creationId xmlns:a16="http://schemas.microsoft.com/office/drawing/2014/main" id="{89DCFD9E-07B6-824C-0800-C897DB4B5A5A}"/>
              </a:ext>
            </a:extLst>
          </p:cNvPr>
          <p:cNvSpPr/>
          <p:nvPr/>
        </p:nvSpPr>
        <p:spPr>
          <a:xfrm>
            <a:off x="8733828" y="4559079"/>
            <a:ext cx="109183" cy="109183"/>
          </a:xfrm>
          <a:custGeom>
            <a:avLst/>
            <a:gdLst/>
            <a:ahLst/>
            <a:cxnLst/>
            <a:rect l="l" t="t" r="r" b="b"/>
            <a:pathLst>
              <a:path w="3513" h="3513" extrusionOk="0">
                <a:moveTo>
                  <a:pt x="1757" y="1171"/>
                </a:moveTo>
                <a:cubicBezTo>
                  <a:pt x="2081" y="1171"/>
                  <a:pt x="2342" y="1435"/>
                  <a:pt x="2342" y="1757"/>
                </a:cubicBezTo>
                <a:cubicBezTo>
                  <a:pt x="2342" y="2080"/>
                  <a:pt x="2081" y="2342"/>
                  <a:pt x="1757" y="2342"/>
                </a:cubicBezTo>
                <a:cubicBezTo>
                  <a:pt x="1435" y="2342"/>
                  <a:pt x="1171" y="2080"/>
                  <a:pt x="1171" y="1757"/>
                </a:cubicBezTo>
                <a:cubicBezTo>
                  <a:pt x="1171" y="1435"/>
                  <a:pt x="1435" y="1171"/>
                  <a:pt x="1757" y="1171"/>
                </a:cubicBezTo>
                <a:close/>
                <a:moveTo>
                  <a:pt x="1757" y="0"/>
                </a:moveTo>
                <a:cubicBezTo>
                  <a:pt x="789" y="0"/>
                  <a:pt x="0" y="789"/>
                  <a:pt x="0" y="1757"/>
                </a:cubicBezTo>
                <a:cubicBezTo>
                  <a:pt x="0" y="2726"/>
                  <a:pt x="789" y="3513"/>
                  <a:pt x="1757" y="3513"/>
                </a:cubicBezTo>
                <a:cubicBezTo>
                  <a:pt x="2726" y="3513"/>
                  <a:pt x="3514" y="2726"/>
                  <a:pt x="3514" y="1757"/>
                </a:cubicBezTo>
                <a:cubicBezTo>
                  <a:pt x="3514" y="789"/>
                  <a:pt x="2726" y="0"/>
                  <a:pt x="175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2" name="Google Shape;12654;p89">
            <a:extLst>
              <a:ext uri="{FF2B5EF4-FFF2-40B4-BE49-F238E27FC236}">
                <a16:creationId xmlns:a16="http://schemas.microsoft.com/office/drawing/2014/main" id="{CD48DF31-64C9-7910-4C2D-77914351C520}"/>
              </a:ext>
            </a:extLst>
          </p:cNvPr>
          <p:cNvSpPr/>
          <p:nvPr/>
        </p:nvSpPr>
        <p:spPr>
          <a:xfrm>
            <a:off x="8879359" y="4704022"/>
            <a:ext cx="291072" cy="327985"/>
          </a:xfrm>
          <a:custGeom>
            <a:avLst/>
            <a:gdLst/>
            <a:ahLst/>
            <a:cxnLst/>
            <a:rect l="l" t="t" r="r" b="b"/>
            <a:pathLst>
              <a:path w="9368" h="10556" extrusionOk="0">
                <a:moveTo>
                  <a:pt x="5559" y="1173"/>
                </a:moveTo>
                <a:cubicBezTo>
                  <a:pt x="5720" y="1173"/>
                  <a:pt x="5883" y="1186"/>
                  <a:pt x="6044" y="1212"/>
                </a:cubicBezTo>
                <a:cubicBezTo>
                  <a:pt x="7422" y="1435"/>
                  <a:pt x="8196" y="2535"/>
                  <a:pt x="8196" y="3669"/>
                </a:cubicBezTo>
                <a:lnTo>
                  <a:pt x="8196" y="9386"/>
                </a:lnTo>
                <a:lnTo>
                  <a:pt x="7025" y="9386"/>
                </a:lnTo>
                <a:lnTo>
                  <a:pt x="7025" y="4702"/>
                </a:lnTo>
                <a:cubicBezTo>
                  <a:pt x="7025" y="3411"/>
                  <a:pt x="5975" y="2360"/>
                  <a:pt x="4683" y="2360"/>
                </a:cubicBezTo>
                <a:cubicBezTo>
                  <a:pt x="3392" y="2360"/>
                  <a:pt x="2341" y="3411"/>
                  <a:pt x="2341" y="4702"/>
                </a:cubicBezTo>
                <a:lnTo>
                  <a:pt x="2341" y="9386"/>
                </a:lnTo>
                <a:lnTo>
                  <a:pt x="1170" y="9386"/>
                </a:lnTo>
                <a:lnTo>
                  <a:pt x="1170" y="1190"/>
                </a:lnTo>
                <a:lnTo>
                  <a:pt x="2341" y="1190"/>
                </a:lnTo>
                <a:lnTo>
                  <a:pt x="2341" y="1776"/>
                </a:lnTo>
                <a:cubicBezTo>
                  <a:pt x="2341" y="2011"/>
                  <a:pt x="2484" y="2225"/>
                  <a:pt x="2704" y="2316"/>
                </a:cubicBezTo>
                <a:cubicBezTo>
                  <a:pt x="2776" y="2346"/>
                  <a:pt x="2852" y="2361"/>
                  <a:pt x="2928" y="2361"/>
                </a:cubicBezTo>
                <a:cubicBezTo>
                  <a:pt x="3080" y="2361"/>
                  <a:pt x="3229" y="2301"/>
                  <a:pt x="3341" y="2190"/>
                </a:cubicBezTo>
                <a:lnTo>
                  <a:pt x="3615" y="1916"/>
                </a:lnTo>
                <a:cubicBezTo>
                  <a:pt x="4086" y="1443"/>
                  <a:pt x="4813" y="1173"/>
                  <a:pt x="5559" y="1173"/>
                </a:cubicBezTo>
                <a:close/>
                <a:moveTo>
                  <a:pt x="5553" y="0"/>
                </a:moveTo>
                <a:cubicBezTo>
                  <a:pt x="4823" y="0"/>
                  <a:pt x="4110" y="189"/>
                  <a:pt x="3509" y="536"/>
                </a:cubicBezTo>
                <a:cubicBezTo>
                  <a:pt x="3475" y="246"/>
                  <a:pt x="3227" y="19"/>
                  <a:pt x="2927" y="19"/>
                </a:cubicBezTo>
                <a:lnTo>
                  <a:pt x="586" y="19"/>
                </a:lnTo>
                <a:cubicBezTo>
                  <a:pt x="262" y="19"/>
                  <a:pt x="1" y="281"/>
                  <a:pt x="1" y="605"/>
                </a:cubicBezTo>
                <a:lnTo>
                  <a:pt x="1" y="9970"/>
                </a:lnTo>
                <a:cubicBezTo>
                  <a:pt x="1" y="10294"/>
                  <a:pt x="262" y="10556"/>
                  <a:pt x="586" y="10556"/>
                </a:cubicBezTo>
                <a:lnTo>
                  <a:pt x="2927" y="10556"/>
                </a:lnTo>
                <a:cubicBezTo>
                  <a:pt x="3250" y="10556"/>
                  <a:pt x="3512" y="10294"/>
                  <a:pt x="3512" y="9970"/>
                </a:cubicBezTo>
                <a:lnTo>
                  <a:pt x="3512" y="4702"/>
                </a:lnTo>
                <a:cubicBezTo>
                  <a:pt x="3512" y="4056"/>
                  <a:pt x="4038" y="3531"/>
                  <a:pt x="4683" y="3531"/>
                </a:cubicBezTo>
                <a:cubicBezTo>
                  <a:pt x="5329" y="3531"/>
                  <a:pt x="5854" y="4056"/>
                  <a:pt x="5854" y="4702"/>
                </a:cubicBezTo>
                <a:lnTo>
                  <a:pt x="5854" y="9970"/>
                </a:lnTo>
                <a:cubicBezTo>
                  <a:pt x="5854" y="10294"/>
                  <a:pt x="6116" y="10556"/>
                  <a:pt x="6440" y="10556"/>
                </a:cubicBezTo>
                <a:lnTo>
                  <a:pt x="8782" y="10556"/>
                </a:lnTo>
                <a:cubicBezTo>
                  <a:pt x="9104" y="10556"/>
                  <a:pt x="9368" y="10294"/>
                  <a:pt x="9368" y="9970"/>
                </a:cubicBezTo>
                <a:lnTo>
                  <a:pt x="9368" y="3669"/>
                </a:lnTo>
                <a:cubicBezTo>
                  <a:pt x="9368" y="1921"/>
                  <a:pt x="8131" y="364"/>
                  <a:pt x="6231" y="55"/>
                </a:cubicBezTo>
                <a:cubicBezTo>
                  <a:pt x="6005" y="18"/>
                  <a:pt x="5779" y="0"/>
                  <a:pt x="555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503" name="Google Shape;12655;p89">
            <a:extLst>
              <a:ext uri="{FF2B5EF4-FFF2-40B4-BE49-F238E27FC236}">
                <a16:creationId xmlns:a16="http://schemas.microsoft.com/office/drawing/2014/main" id="{A28D416F-71C9-BDCD-77B4-3C6CD0DED370}"/>
              </a:ext>
            </a:extLst>
          </p:cNvPr>
          <p:cNvSpPr/>
          <p:nvPr/>
        </p:nvSpPr>
        <p:spPr>
          <a:xfrm>
            <a:off x="8641705" y="4485132"/>
            <a:ext cx="620859" cy="620859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7015" y="1170"/>
                </a:moveTo>
                <a:cubicBezTo>
                  <a:pt x="17989" y="1170"/>
                  <a:pt x="18810" y="1993"/>
                  <a:pt x="18810" y="2966"/>
                </a:cubicBezTo>
                <a:lnTo>
                  <a:pt x="18810" y="17015"/>
                </a:lnTo>
                <a:cubicBezTo>
                  <a:pt x="18810" y="17990"/>
                  <a:pt x="17989" y="18811"/>
                  <a:pt x="17015" y="18811"/>
                </a:cubicBezTo>
                <a:lnTo>
                  <a:pt x="2965" y="18811"/>
                </a:lnTo>
                <a:cubicBezTo>
                  <a:pt x="1992" y="18811"/>
                  <a:pt x="1170" y="17990"/>
                  <a:pt x="1170" y="17015"/>
                </a:cubicBezTo>
                <a:lnTo>
                  <a:pt x="1170" y="2966"/>
                </a:lnTo>
                <a:cubicBezTo>
                  <a:pt x="1170" y="1993"/>
                  <a:pt x="1992" y="1170"/>
                  <a:pt x="2965" y="1170"/>
                </a:cubicBezTo>
                <a:close/>
                <a:moveTo>
                  <a:pt x="2965" y="1"/>
                </a:moveTo>
                <a:cubicBezTo>
                  <a:pt x="1347" y="1"/>
                  <a:pt x="0" y="1349"/>
                  <a:pt x="0" y="2966"/>
                </a:cubicBezTo>
                <a:lnTo>
                  <a:pt x="0" y="17015"/>
                </a:lnTo>
                <a:cubicBezTo>
                  <a:pt x="0" y="18635"/>
                  <a:pt x="1348" y="19982"/>
                  <a:pt x="2965" y="19982"/>
                </a:cubicBezTo>
                <a:lnTo>
                  <a:pt x="17017" y="19982"/>
                </a:lnTo>
                <a:cubicBezTo>
                  <a:pt x="18635" y="19982"/>
                  <a:pt x="19981" y="18634"/>
                  <a:pt x="19981" y="17015"/>
                </a:cubicBezTo>
                <a:lnTo>
                  <a:pt x="19981" y="2966"/>
                </a:lnTo>
                <a:cubicBezTo>
                  <a:pt x="19981" y="1347"/>
                  <a:pt x="18633" y="1"/>
                  <a:pt x="1701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96" name="Google Shape;12656;p89">
            <a:extLst>
              <a:ext uri="{FF2B5EF4-FFF2-40B4-BE49-F238E27FC236}">
                <a16:creationId xmlns:a16="http://schemas.microsoft.com/office/drawing/2014/main" id="{B37CCD40-61CE-1593-7630-8C2E567D7C25}"/>
              </a:ext>
            </a:extLst>
          </p:cNvPr>
          <p:cNvSpPr/>
          <p:nvPr/>
        </p:nvSpPr>
        <p:spPr>
          <a:xfrm>
            <a:off x="9515718" y="4541235"/>
            <a:ext cx="623923" cy="508839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98" name="Google Shape;12658;p89">
            <a:extLst>
              <a:ext uri="{FF2B5EF4-FFF2-40B4-BE49-F238E27FC236}">
                <a16:creationId xmlns:a16="http://schemas.microsoft.com/office/drawing/2014/main" id="{D78B0ABB-7920-5DB5-D802-B382B3195287}"/>
              </a:ext>
            </a:extLst>
          </p:cNvPr>
          <p:cNvSpPr/>
          <p:nvPr/>
        </p:nvSpPr>
        <p:spPr>
          <a:xfrm>
            <a:off x="10373680" y="4485212"/>
            <a:ext cx="621823" cy="620891"/>
          </a:xfrm>
          <a:custGeom>
            <a:avLst/>
            <a:gdLst/>
            <a:ahLst/>
            <a:cxnLst/>
            <a:rect l="l" t="t" r="r" b="b"/>
            <a:pathLst>
              <a:path w="20013" h="19983" extrusionOk="0">
                <a:moveTo>
                  <a:pt x="10022" y="1170"/>
                </a:moveTo>
                <a:cubicBezTo>
                  <a:pt x="14886" y="1170"/>
                  <a:pt x="18842" y="5127"/>
                  <a:pt x="18842" y="9990"/>
                </a:cubicBezTo>
                <a:cubicBezTo>
                  <a:pt x="18842" y="14855"/>
                  <a:pt x="14886" y="18811"/>
                  <a:pt x="10023" y="18811"/>
                </a:cubicBezTo>
                <a:cubicBezTo>
                  <a:pt x="8516" y="18811"/>
                  <a:pt x="7030" y="18423"/>
                  <a:pt x="5726" y="17691"/>
                </a:cubicBezTo>
                <a:cubicBezTo>
                  <a:pt x="5638" y="17641"/>
                  <a:pt x="5539" y="17615"/>
                  <a:pt x="5440" y="17615"/>
                </a:cubicBezTo>
                <a:cubicBezTo>
                  <a:pt x="5393" y="17615"/>
                  <a:pt x="5345" y="17621"/>
                  <a:pt x="5298" y="17632"/>
                </a:cubicBezTo>
                <a:lnTo>
                  <a:pt x="1419" y="18595"/>
                </a:lnTo>
                <a:lnTo>
                  <a:pt x="2381" y="14715"/>
                </a:lnTo>
                <a:cubicBezTo>
                  <a:pt x="2417" y="14570"/>
                  <a:pt x="2395" y="14416"/>
                  <a:pt x="2323" y="14287"/>
                </a:cubicBezTo>
                <a:cubicBezTo>
                  <a:pt x="1590" y="12982"/>
                  <a:pt x="1203" y="11498"/>
                  <a:pt x="1203" y="9990"/>
                </a:cubicBezTo>
                <a:cubicBezTo>
                  <a:pt x="1203" y="5127"/>
                  <a:pt x="5159" y="1170"/>
                  <a:pt x="10022" y="1170"/>
                </a:cubicBezTo>
                <a:close/>
                <a:moveTo>
                  <a:pt x="10023" y="1"/>
                </a:moveTo>
                <a:cubicBezTo>
                  <a:pt x="4522" y="1"/>
                  <a:pt x="32" y="4491"/>
                  <a:pt x="32" y="9990"/>
                </a:cubicBezTo>
                <a:cubicBezTo>
                  <a:pt x="32" y="11620"/>
                  <a:pt x="432" y="13226"/>
                  <a:pt x="1191" y="14655"/>
                </a:cubicBezTo>
                <a:lnTo>
                  <a:pt x="50" y="19256"/>
                </a:lnTo>
                <a:cubicBezTo>
                  <a:pt x="0" y="19455"/>
                  <a:pt x="58" y="19665"/>
                  <a:pt x="204" y="19810"/>
                </a:cubicBezTo>
                <a:cubicBezTo>
                  <a:pt x="313" y="19921"/>
                  <a:pt x="461" y="19982"/>
                  <a:pt x="614" y="19982"/>
                </a:cubicBezTo>
                <a:cubicBezTo>
                  <a:pt x="662" y="19982"/>
                  <a:pt x="710" y="19976"/>
                  <a:pt x="757" y="19964"/>
                </a:cubicBezTo>
                <a:lnTo>
                  <a:pt x="5358" y="18823"/>
                </a:lnTo>
                <a:cubicBezTo>
                  <a:pt x="6788" y="19582"/>
                  <a:pt x="8394" y="19982"/>
                  <a:pt x="10022" y="19982"/>
                </a:cubicBezTo>
                <a:cubicBezTo>
                  <a:pt x="12680" y="19982"/>
                  <a:pt x="15187" y="18940"/>
                  <a:pt x="17078" y="17047"/>
                </a:cubicBezTo>
                <a:cubicBezTo>
                  <a:pt x="18971" y="15156"/>
                  <a:pt x="20013" y="12649"/>
                  <a:pt x="20013" y="9990"/>
                </a:cubicBezTo>
                <a:cubicBezTo>
                  <a:pt x="20013" y="7333"/>
                  <a:pt x="18971" y="4827"/>
                  <a:pt x="17080" y="2934"/>
                </a:cubicBezTo>
                <a:cubicBezTo>
                  <a:pt x="15187" y="1043"/>
                  <a:pt x="12680" y="1"/>
                  <a:pt x="1002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  <p:sp>
        <p:nvSpPr>
          <p:cNvPr id="499" name="Google Shape;12659;p89">
            <a:extLst>
              <a:ext uri="{FF2B5EF4-FFF2-40B4-BE49-F238E27FC236}">
                <a16:creationId xmlns:a16="http://schemas.microsoft.com/office/drawing/2014/main" id="{447379CE-5DCA-4C84-CE55-8D0DCE9A4DE5}"/>
              </a:ext>
            </a:extLst>
          </p:cNvPr>
          <p:cNvSpPr/>
          <p:nvPr/>
        </p:nvSpPr>
        <p:spPr>
          <a:xfrm>
            <a:off x="10488608" y="4612694"/>
            <a:ext cx="388015" cy="362721"/>
          </a:xfrm>
          <a:custGeom>
            <a:avLst/>
            <a:gdLst/>
            <a:ahLst/>
            <a:cxnLst/>
            <a:rect l="l" t="t" r="r" b="b"/>
            <a:pathLst>
              <a:path w="12488" h="11674" extrusionOk="0">
                <a:moveTo>
                  <a:pt x="3164" y="1171"/>
                </a:moveTo>
                <a:cubicBezTo>
                  <a:pt x="3352" y="1171"/>
                  <a:pt x="3536" y="1247"/>
                  <a:pt x="3710" y="1424"/>
                </a:cubicBezTo>
                <a:lnTo>
                  <a:pt x="3719" y="1433"/>
                </a:lnTo>
                <a:cubicBezTo>
                  <a:pt x="4757" y="2473"/>
                  <a:pt x="4683" y="2832"/>
                  <a:pt x="4449" y="3068"/>
                </a:cubicBezTo>
                <a:cubicBezTo>
                  <a:pt x="4240" y="3275"/>
                  <a:pt x="3625" y="3692"/>
                  <a:pt x="3427" y="3892"/>
                </a:cubicBezTo>
                <a:cubicBezTo>
                  <a:pt x="2960" y="4359"/>
                  <a:pt x="3046" y="5081"/>
                  <a:pt x="3685" y="6039"/>
                </a:cubicBezTo>
                <a:cubicBezTo>
                  <a:pt x="4065" y="6611"/>
                  <a:pt x="4568" y="7166"/>
                  <a:pt x="4805" y="7405"/>
                </a:cubicBezTo>
                <a:lnTo>
                  <a:pt x="4806" y="7405"/>
                </a:lnTo>
                <a:cubicBezTo>
                  <a:pt x="5045" y="7642"/>
                  <a:pt x="5599" y="8146"/>
                  <a:pt x="6172" y="8527"/>
                </a:cubicBezTo>
                <a:cubicBezTo>
                  <a:pt x="6727" y="8895"/>
                  <a:pt x="7202" y="9079"/>
                  <a:pt x="7594" y="9079"/>
                </a:cubicBezTo>
                <a:cubicBezTo>
                  <a:pt x="7880" y="9079"/>
                  <a:pt x="8123" y="8981"/>
                  <a:pt x="8320" y="8785"/>
                </a:cubicBezTo>
                <a:cubicBezTo>
                  <a:pt x="8518" y="8585"/>
                  <a:pt x="8935" y="7971"/>
                  <a:pt x="9144" y="7762"/>
                </a:cubicBezTo>
                <a:cubicBezTo>
                  <a:pt x="9238" y="7668"/>
                  <a:pt x="9331" y="7609"/>
                  <a:pt x="9460" y="7609"/>
                </a:cubicBezTo>
                <a:cubicBezTo>
                  <a:pt x="9549" y="7609"/>
                  <a:pt x="9655" y="7637"/>
                  <a:pt x="9790" y="7702"/>
                </a:cubicBezTo>
                <a:cubicBezTo>
                  <a:pt x="10172" y="7886"/>
                  <a:pt x="10582" y="8297"/>
                  <a:pt x="10779" y="8493"/>
                </a:cubicBezTo>
                <a:lnTo>
                  <a:pt x="10788" y="8502"/>
                </a:lnTo>
                <a:cubicBezTo>
                  <a:pt x="11239" y="8944"/>
                  <a:pt x="11037" y="9452"/>
                  <a:pt x="10593" y="9898"/>
                </a:cubicBezTo>
                <a:cubicBezTo>
                  <a:pt x="10190" y="10300"/>
                  <a:pt x="9680" y="10502"/>
                  <a:pt x="9068" y="10502"/>
                </a:cubicBezTo>
                <a:cubicBezTo>
                  <a:pt x="8521" y="10502"/>
                  <a:pt x="7892" y="10341"/>
                  <a:pt x="7184" y="10020"/>
                </a:cubicBezTo>
                <a:cubicBezTo>
                  <a:pt x="5868" y="9420"/>
                  <a:pt x="4676" y="8428"/>
                  <a:pt x="4228" y="7984"/>
                </a:cubicBezTo>
                <a:cubicBezTo>
                  <a:pt x="3784" y="7536"/>
                  <a:pt x="2792" y="6344"/>
                  <a:pt x="2192" y="5028"/>
                </a:cubicBezTo>
                <a:cubicBezTo>
                  <a:pt x="1511" y="3527"/>
                  <a:pt x="1552" y="2381"/>
                  <a:pt x="2314" y="1619"/>
                </a:cubicBezTo>
                <a:cubicBezTo>
                  <a:pt x="2583" y="1350"/>
                  <a:pt x="2877" y="1171"/>
                  <a:pt x="3164" y="1171"/>
                </a:cubicBezTo>
                <a:close/>
                <a:moveTo>
                  <a:pt x="3169" y="1"/>
                </a:moveTo>
                <a:cubicBezTo>
                  <a:pt x="2619" y="1"/>
                  <a:pt x="2030" y="247"/>
                  <a:pt x="1486" y="791"/>
                </a:cubicBezTo>
                <a:cubicBezTo>
                  <a:pt x="701" y="1576"/>
                  <a:pt x="0" y="3034"/>
                  <a:pt x="1127" y="5512"/>
                </a:cubicBezTo>
                <a:cubicBezTo>
                  <a:pt x="1794" y="6979"/>
                  <a:pt x="2868" y="8274"/>
                  <a:pt x="3398" y="8810"/>
                </a:cubicBezTo>
                <a:lnTo>
                  <a:pt x="3402" y="8813"/>
                </a:lnTo>
                <a:cubicBezTo>
                  <a:pt x="3938" y="9344"/>
                  <a:pt x="5235" y="10418"/>
                  <a:pt x="6699" y="11085"/>
                </a:cubicBezTo>
                <a:cubicBezTo>
                  <a:pt x="7490" y="11445"/>
                  <a:pt x="8308" y="11674"/>
                  <a:pt x="9088" y="11674"/>
                </a:cubicBezTo>
                <a:cubicBezTo>
                  <a:pt x="9940" y="11674"/>
                  <a:pt x="10746" y="11400"/>
                  <a:pt x="11421" y="10726"/>
                </a:cubicBezTo>
                <a:cubicBezTo>
                  <a:pt x="12488" y="9657"/>
                  <a:pt x="12399" y="8442"/>
                  <a:pt x="11607" y="7665"/>
                </a:cubicBezTo>
                <a:cubicBezTo>
                  <a:pt x="11219" y="7278"/>
                  <a:pt x="10791" y="6885"/>
                  <a:pt x="10297" y="6648"/>
                </a:cubicBezTo>
                <a:cubicBezTo>
                  <a:pt x="10009" y="6509"/>
                  <a:pt x="9725" y="6440"/>
                  <a:pt x="9455" y="6440"/>
                </a:cubicBezTo>
                <a:cubicBezTo>
                  <a:pt x="9034" y="6440"/>
                  <a:pt x="8646" y="6606"/>
                  <a:pt x="8316" y="6935"/>
                </a:cubicBezTo>
                <a:cubicBezTo>
                  <a:pt x="8070" y="7180"/>
                  <a:pt x="7732" y="7665"/>
                  <a:pt x="7538" y="7904"/>
                </a:cubicBezTo>
                <a:cubicBezTo>
                  <a:pt x="7035" y="7819"/>
                  <a:pt x="6032" y="6974"/>
                  <a:pt x="5634" y="6577"/>
                </a:cubicBezTo>
                <a:cubicBezTo>
                  <a:pt x="5236" y="6179"/>
                  <a:pt x="4393" y="5174"/>
                  <a:pt x="4308" y="4674"/>
                </a:cubicBezTo>
                <a:cubicBezTo>
                  <a:pt x="4545" y="4481"/>
                  <a:pt x="5031" y="4141"/>
                  <a:pt x="5277" y="3895"/>
                </a:cubicBezTo>
                <a:cubicBezTo>
                  <a:pt x="5817" y="3354"/>
                  <a:pt x="5919" y="2652"/>
                  <a:pt x="5564" y="1914"/>
                </a:cubicBezTo>
                <a:cubicBezTo>
                  <a:pt x="5327" y="1421"/>
                  <a:pt x="4934" y="993"/>
                  <a:pt x="4546" y="605"/>
                </a:cubicBezTo>
                <a:cubicBezTo>
                  <a:pt x="4165" y="216"/>
                  <a:pt x="3684" y="1"/>
                  <a:pt x="316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2090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73;p57">
            <a:extLst>
              <a:ext uri="{FF2B5EF4-FFF2-40B4-BE49-F238E27FC236}">
                <a16:creationId xmlns:a16="http://schemas.microsoft.com/office/drawing/2014/main" id="{B7682AD9-85B9-BD45-AF9A-6ADF991262B5}"/>
              </a:ext>
            </a:extLst>
          </p:cNvPr>
          <p:cNvSpPr/>
          <p:nvPr/>
        </p:nvSpPr>
        <p:spPr>
          <a:xfrm>
            <a:off x="896512" y="1717267"/>
            <a:ext cx="365487" cy="237539"/>
          </a:xfrm>
          <a:custGeom>
            <a:avLst/>
            <a:gdLst/>
            <a:ahLst/>
            <a:cxnLst/>
            <a:rect l="l" t="t" r="r" b="b"/>
            <a:pathLst>
              <a:path w="9358" h="6082" extrusionOk="0">
                <a:moveTo>
                  <a:pt x="379" y="1"/>
                </a:moveTo>
                <a:cubicBezTo>
                  <a:pt x="158" y="1"/>
                  <a:pt x="1" y="221"/>
                  <a:pt x="1" y="410"/>
                </a:cubicBezTo>
                <a:lnTo>
                  <a:pt x="1" y="6081"/>
                </a:lnTo>
                <a:lnTo>
                  <a:pt x="9357" y="6081"/>
                </a:lnTo>
                <a:lnTo>
                  <a:pt x="9357" y="410"/>
                </a:lnTo>
                <a:cubicBezTo>
                  <a:pt x="9357" y="158"/>
                  <a:pt x="9168" y="1"/>
                  <a:pt x="897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Google Shape;5274;p57">
            <a:extLst>
              <a:ext uri="{FF2B5EF4-FFF2-40B4-BE49-F238E27FC236}">
                <a16:creationId xmlns:a16="http://schemas.microsoft.com/office/drawing/2014/main" id="{658469BE-87CB-77A4-1500-FDA8A032CC55}"/>
              </a:ext>
            </a:extLst>
          </p:cNvPr>
          <p:cNvSpPr/>
          <p:nvPr/>
        </p:nvSpPr>
        <p:spPr>
          <a:xfrm>
            <a:off x="864525" y="1986754"/>
            <a:ext cx="430672" cy="129979"/>
          </a:xfrm>
          <a:custGeom>
            <a:avLst/>
            <a:gdLst/>
            <a:ahLst/>
            <a:cxnLst/>
            <a:rect l="l" t="t" r="r" b="b"/>
            <a:pathLst>
              <a:path w="11027" h="3328" extrusionOk="0">
                <a:moveTo>
                  <a:pt x="63" y="0"/>
                </a:moveTo>
                <a:cubicBezTo>
                  <a:pt x="32" y="126"/>
                  <a:pt x="0" y="284"/>
                  <a:pt x="0" y="410"/>
                </a:cubicBezTo>
                <a:cubicBezTo>
                  <a:pt x="0" y="1103"/>
                  <a:pt x="536" y="1670"/>
                  <a:pt x="1198" y="1670"/>
                </a:cubicBezTo>
                <a:lnTo>
                  <a:pt x="3151" y="1670"/>
                </a:lnTo>
                <a:lnTo>
                  <a:pt x="2615" y="2710"/>
                </a:lnTo>
                <a:cubicBezTo>
                  <a:pt x="2521" y="2930"/>
                  <a:pt x="2615" y="3182"/>
                  <a:pt x="2836" y="3277"/>
                </a:cubicBezTo>
                <a:cubicBezTo>
                  <a:pt x="2889" y="3312"/>
                  <a:pt x="2949" y="3328"/>
                  <a:pt x="3009" y="3328"/>
                </a:cubicBezTo>
                <a:cubicBezTo>
                  <a:pt x="3166" y="3328"/>
                  <a:pt x="3326" y="3224"/>
                  <a:pt x="3371" y="3088"/>
                </a:cubicBezTo>
                <a:lnTo>
                  <a:pt x="4096" y="1639"/>
                </a:lnTo>
                <a:lnTo>
                  <a:pt x="5073" y="1639"/>
                </a:lnTo>
                <a:lnTo>
                  <a:pt x="5073" y="2867"/>
                </a:lnTo>
                <a:cubicBezTo>
                  <a:pt x="5073" y="3119"/>
                  <a:pt x="5262" y="3308"/>
                  <a:pt x="5514" y="3308"/>
                </a:cubicBezTo>
                <a:cubicBezTo>
                  <a:pt x="5734" y="3308"/>
                  <a:pt x="5892" y="3119"/>
                  <a:pt x="5892" y="2867"/>
                </a:cubicBezTo>
                <a:lnTo>
                  <a:pt x="5892" y="1639"/>
                </a:lnTo>
                <a:lnTo>
                  <a:pt x="6868" y="1639"/>
                </a:lnTo>
                <a:lnTo>
                  <a:pt x="7593" y="3088"/>
                </a:lnTo>
                <a:cubicBezTo>
                  <a:pt x="7688" y="3230"/>
                  <a:pt x="7835" y="3301"/>
                  <a:pt x="7983" y="3301"/>
                </a:cubicBezTo>
                <a:cubicBezTo>
                  <a:pt x="8032" y="3301"/>
                  <a:pt x="8081" y="3293"/>
                  <a:pt x="8129" y="3277"/>
                </a:cubicBezTo>
                <a:cubicBezTo>
                  <a:pt x="8349" y="3151"/>
                  <a:pt x="8412" y="2930"/>
                  <a:pt x="8349" y="2710"/>
                </a:cubicBezTo>
                <a:lnTo>
                  <a:pt x="7814" y="1670"/>
                </a:lnTo>
                <a:lnTo>
                  <a:pt x="9767" y="1670"/>
                </a:lnTo>
                <a:cubicBezTo>
                  <a:pt x="10429" y="1670"/>
                  <a:pt x="11027" y="1103"/>
                  <a:pt x="11027" y="410"/>
                </a:cubicBezTo>
                <a:cubicBezTo>
                  <a:pt x="11027" y="252"/>
                  <a:pt x="10964" y="126"/>
                  <a:pt x="109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" name="Google Shape;5275;p57">
            <a:extLst>
              <a:ext uri="{FF2B5EF4-FFF2-40B4-BE49-F238E27FC236}">
                <a16:creationId xmlns:a16="http://schemas.microsoft.com/office/drawing/2014/main" id="{CA5DA2A7-E8BD-5492-3A98-7ABB291F0EF0}"/>
              </a:ext>
            </a:extLst>
          </p:cNvPr>
          <p:cNvSpPr/>
          <p:nvPr/>
        </p:nvSpPr>
        <p:spPr>
          <a:xfrm>
            <a:off x="1028170" y="1621306"/>
            <a:ext cx="98461" cy="64013"/>
          </a:xfrm>
          <a:custGeom>
            <a:avLst/>
            <a:gdLst/>
            <a:ahLst/>
            <a:cxnLst/>
            <a:rect l="l" t="t" r="r" b="b"/>
            <a:pathLst>
              <a:path w="2521" h="1639" extrusionOk="0">
                <a:moveTo>
                  <a:pt x="442" y="0"/>
                </a:moveTo>
                <a:cubicBezTo>
                  <a:pt x="221" y="0"/>
                  <a:pt x="1" y="189"/>
                  <a:pt x="1" y="410"/>
                </a:cubicBezTo>
                <a:lnTo>
                  <a:pt x="1" y="1639"/>
                </a:lnTo>
                <a:lnTo>
                  <a:pt x="2489" y="1639"/>
                </a:lnTo>
                <a:lnTo>
                  <a:pt x="2489" y="410"/>
                </a:lnTo>
                <a:lnTo>
                  <a:pt x="2521" y="410"/>
                </a:lnTo>
                <a:cubicBezTo>
                  <a:pt x="2521" y="189"/>
                  <a:pt x="2332" y="0"/>
                  <a:pt x="211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Google Shape;5277;p57">
            <a:extLst>
              <a:ext uri="{FF2B5EF4-FFF2-40B4-BE49-F238E27FC236}">
                <a16:creationId xmlns:a16="http://schemas.microsoft.com/office/drawing/2014/main" id="{C14F4713-30E4-960E-5624-58D56F0C719C}"/>
              </a:ext>
            </a:extLst>
          </p:cNvPr>
          <p:cNvSpPr/>
          <p:nvPr/>
        </p:nvSpPr>
        <p:spPr>
          <a:xfrm>
            <a:off x="954959" y="2247936"/>
            <a:ext cx="377790" cy="373806"/>
          </a:xfrm>
          <a:custGeom>
            <a:avLst/>
            <a:gdLst/>
            <a:ahLst/>
            <a:cxnLst/>
            <a:rect l="l" t="t" r="r" b="b"/>
            <a:pathLst>
              <a:path w="9673" h="9571" extrusionOk="0">
                <a:moveTo>
                  <a:pt x="5963" y="1"/>
                </a:moveTo>
                <a:cubicBezTo>
                  <a:pt x="5661" y="1"/>
                  <a:pt x="5365" y="127"/>
                  <a:pt x="5136" y="371"/>
                </a:cubicBezTo>
                <a:lnTo>
                  <a:pt x="0" y="5507"/>
                </a:lnTo>
                <a:lnTo>
                  <a:pt x="4064" y="9571"/>
                </a:lnTo>
                <a:lnTo>
                  <a:pt x="9200" y="4436"/>
                </a:lnTo>
                <a:cubicBezTo>
                  <a:pt x="9672" y="3963"/>
                  <a:pt x="9672" y="3207"/>
                  <a:pt x="9200" y="2734"/>
                </a:cubicBezTo>
                <a:lnTo>
                  <a:pt x="6868" y="434"/>
                </a:lnTo>
                <a:cubicBezTo>
                  <a:pt x="6609" y="143"/>
                  <a:pt x="6283" y="1"/>
                  <a:pt x="596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" name="Google Shape;5278;p57">
            <a:extLst>
              <a:ext uri="{FF2B5EF4-FFF2-40B4-BE49-F238E27FC236}">
                <a16:creationId xmlns:a16="http://schemas.microsoft.com/office/drawing/2014/main" id="{BAE7BE7C-1CAF-5173-5837-EFE55D22F5D8}"/>
              </a:ext>
            </a:extLst>
          </p:cNvPr>
          <p:cNvSpPr/>
          <p:nvPr/>
        </p:nvSpPr>
        <p:spPr>
          <a:xfrm>
            <a:off x="904497" y="2482663"/>
            <a:ext cx="185829" cy="185829"/>
          </a:xfrm>
          <a:custGeom>
            <a:avLst/>
            <a:gdLst/>
            <a:ahLst/>
            <a:cxnLst/>
            <a:rect l="l" t="t" r="r" b="b"/>
            <a:pathLst>
              <a:path w="4758" h="4758" extrusionOk="0">
                <a:moveTo>
                  <a:pt x="725" y="1"/>
                </a:moveTo>
                <a:lnTo>
                  <a:pt x="473" y="284"/>
                </a:lnTo>
                <a:cubicBezTo>
                  <a:pt x="253" y="505"/>
                  <a:pt x="95" y="820"/>
                  <a:pt x="95" y="1198"/>
                </a:cubicBezTo>
                <a:cubicBezTo>
                  <a:pt x="95" y="1450"/>
                  <a:pt x="190" y="1765"/>
                  <a:pt x="442" y="1986"/>
                </a:cubicBezTo>
                <a:cubicBezTo>
                  <a:pt x="631" y="2112"/>
                  <a:pt x="599" y="2458"/>
                  <a:pt x="442" y="2616"/>
                </a:cubicBezTo>
                <a:lnTo>
                  <a:pt x="1" y="3025"/>
                </a:lnTo>
                <a:lnTo>
                  <a:pt x="1733" y="4758"/>
                </a:lnTo>
                <a:lnTo>
                  <a:pt x="2174" y="4348"/>
                </a:lnTo>
                <a:cubicBezTo>
                  <a:pt x="2253" y="4270"/>
                  <a:pt x="2363" y="4230"/>
                  <a:pt x="2478" y="4230"/>
                </a:cubicBezTo>
                <a:cubicBezTo>
                  <a:pt x="2592" y="4230"/>
                  <a:pt x="2710" y="4270"/>
                  <a:pt x="2804" y="4348"/>
                </a:cubicBezTo>
                <a:cubicBezTo>
                  <a:pt x="3025" y="4569"/>
                  <a:pt x="3340" y="4695"/>
                  <a:pt x="3655" y="4695"/>
                </a:cubicBezTo>
                <a:cubicBezTo>
                  <a:pt x="3970" y="4695"/>
                  <a:pt x="4254" y="4569"/>
                  <a:pt x="4506" y="4348"/>
                </a:cubicBezTo>
                <a:lnTo>
                  <a:pt x="4758" y="4065"/>
                </a:lnTo>
                <a:lnTo>
                  <a:pt x="72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" name="Google Shape;5279;p57">
            <a:extLst>
              <a:ext uri="{FF2B5EF4-FFF2-40B4-BE49-F238E27FC236}">
                <a16:creationId xmlns:a16="http://schemas.microsoft.com/office/drawing/2014/main" id="{D2EB0131-B454-13B5-FF23-8DB9EEF79D69}"/>
              </a:ext>
            </a:extLst>
          </p:cNvPr>
          <p:cNvSpPr/>
          <p:nvPr/>
        </p:nvSpPr>
        <p:spPr>
          <a:xfrm>
            <a:off x="826971" y="2627873"/>
            <a:ext cx="121855" cy="71395"/>
          </a:xfrm>
          <a:custGeom>
            <a:avLst/>
            <a:gdLst/>
            <a:ahLst/>
            <a:cxnLst/>
            <a:rect l="l" t="t" r="r" b="b"/>
            <a:pathLst>
              <a:path w="3120" h="1828" extrusionOk="0">
                <a:moveTo>
                  <a:pt x="1450" y="0"/>
                </a:moveTo>
                <a:lnTo>
                  <a:pt x="253" y="1166"/>
                </a:lnTo>
                <a:cubicBezTo>
                  <a:pt x="1" y="1355"/>
                  <a:pt x="190" y="1828"/>
                  <a:pt x="536" y="1828"/>
                </a:cubicBezTo>
                <a:lnTo>
                  <a:pt x="2773" y="1828"/>
                </a:lnTo>
                <a:cubicBezTo>
                  <a:pt x="2931" y="1828"/>
                  <a:pt x="3025" y="1765"/>
                  <a:pt x="3120" y="1670"/>
                </a:cubicBezTo>
                <a:lnTo>
                  <a:pt x="145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5281;p57">
            <a:extLst>
              <a:ext uri="{FF2B5EF4-FFF2-40B4-BE49-F238E27FC236}">
                <a16:creationId xmlns:a16="http://schemas.microsoft.com/office/drawing/2014/main" id="{6B047E72-80EE-36EA-30F7-0CE3E8CA0531}"/>
              </a:ext>
            </a:extLst>
          </p:cNvPr>
          <p:cNvSpPr/>
          <p:nvPr/>
        </p:nvSpPr>
        <p:spPr>
          <a:xfrm>
            <a:off x="930335" y="3224756"/>
            <a:ext cx="299053" cy="66473"/>
          </a:xfrm>
          <a:custGeom>
            <a:avLst/>
            <a:gdLst/>
            <a:ahLst/>
            <a:cxnLst/>
            <a:rect l="l" t="t" r="r" b="b"/>
            <a:pathLst>
              <a:path w="7657" h="1702" extrusionOk="0">
                <a:moveTo>
                  <a:pt x="442" y="0"/>
                </a:moveTo>
                <a:cubicBezTo>
                  <a:pt x="190" y="0"/>
                  <a:pt x="1" y="221"/>
                  <a:pt x="1" y="441"/>
                </a:cubicBezTo>
                <a:lnTo>
                  <a:pt x="1" y="1292"/>
                </a:lnTo>
                <a:cubicBezTo>
                  <a:pt x="1" y="1512"/>
                  <a:pt x="190" y="1701"/>
                  <a:pt x="442" y="1701"/>
                </a:cubicBezTo>
                <a:lnTo>
                  <a:pt x="7215" y="1701"/>
                </a:lnTo>
                <a:cubicBezTo>
                  <a:pt x="7499" y="1701"/>
                  <a:pt x="7656" y="1512"/>
                  <a:pt x="7656" y="1292"/>
                </a:cubicBezTo>
                <a:lnTo>
                  <a:pt x="7656" y="441"/>
                </a:lnTo>
                <a:cubicBezTo>
                  <a:pt x="7656" y="221"/>
                  <a:pt x="7436" y="0"/>
                  <a:pt x="72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2" name="Google Shape;5282;p57">
            <a:extLst>
              <a:ext uri="{FF2B5EF4-FFF2-40B4-BE49-F238E27FC236}">
                <a16:creationId xmlns:a16="http://schemas.microsoft.com/office/drawing/2014/main" id="{AB86B5A6-176B-570E-334F-9A15992BECE6}"/>
              </a:ext>
            </a:extLst>
          </p:cNvPr>
          <p:cNvSpPr/>
          <p:nvPr/>
        </p:nvSpPr>
        <p:spPr>
          <a:xfrm>
            <a:off x="964783" y="3128756"/>
            <a:ext cx="232618" cy="66473"/>
          </a:xfrm>
          <a:custGeom>
            <a:avLst/>
            <a:gdLst/>
            <a:ahLst/>
            <a:cxnLst/>
            <a:rect l="l" t="t" r="r" b="b"/>
            <a:pathLst>
              <a:path w="5956" h="1702" extrusionOk="0">
                <a:moveTo>
                  <a:pt x="442" y="1"/>
                </a:moveTo>
                <a:cubicBezTo>
                  <a:pt x="190" y="1"/>
                  <a:pt x="1" y="190"/>
                  <a:pt x="1" y="410"/>
                </a:cubicBezTo>
                <a:lnTo>
                  <a:pt x="1" y="1261"/>
                </a:lnTo>
                <a:cubicBezTo>
                  <a:pt x="1" y="1481"/>
                  <a:pt x="190" y="1702"/>
                  <a:pt x="442" y="1702"/>
                </a:cubicBezTo>
                <a:lnTo>
                  <a:pt x="5514" y="1702"/>
                </a:lnTo>
                <a:cubicBezTo>
                  <a:pt x="5735" y="1702"/>
                  <a:pt x="5955" y="1481"/>
                  <a:pt x="5955" y="1261"/>
                </a:cubicBezTo>
                <a:lnTo>
                  <a:pt x="5955" y="410"/>
                </a:lnTo>
                <a:cubicBezTo>
                  <a:pt x="5955" y="190"/>
                  <a:pt x="5735" y="1"/>
                  <a:pt x="551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3" name="Google Shape;5283;p57">
            <a:extLst>
              <a:ext uri="{FF2B5EF4-FFF2-40B4-BE49-F238E27FC236}">
                <a16:creationId xmlns:a16="http://schemas.microsoft.com/office/drawing/2014/main" id="{EA798BB4-65A6-DD08-DDE1-DC8322126CF4}"/>
              </a:ext>
            </a:extLst>
          </p:cNvPr>
          <p:cNvSpPr/>
          <p:nvPr/>
        </p:nvSpPr>
        <p:spPr>
          <a:xfrm>
            <a:off x="830664" y="2795296"/>
            <a:ext cx="498395" cy="329829"/>
          </a:xfrm>
          <a:custGeom>
            <a:avLst/>
            <a:gdLst/>
            <a:ahLst/>
            <a:cxnLst/>
            <a:rect l="l" t="t" r="r" b="b"/>
            <a:pathLst>
              <a:path w="12761" h="8445" extrusionOk="0">
                <a:moveTo>
                  <a:pt x="6428" y="852"/>
                </a:moveTo>
                <a:cubicBezTo>
                  <a:pt x="6648" y="852"/>
                  <a:pt x="6806" y="1009"/>
                  <a:pt x="6869" y="1261"/>
                </a:cubicBezTo>
                <a:lnTo>
                  <a:pt x="6869" y="1324"/>
                </a:lnTo>
                <a:cubicBezTo>
                  <a:pt x="6806" y="1513"/>
                  <a:pt x="6648" y="1702"/>
                  <a:pt x="6428" y="1702"/>
                </a:cubicBezTo>
                <a:cubicBezTo>
                  <a:pt x="6176" y="1702"/>
                  <a:pt x="6018" y="1576"/>
                  <a:pt x="5987" y="1324"/>
                </a:cubicBezTo>
                <a:lnTo>
                  <a:pt x="5987" y="1261"/>
                </a:lnTo>
                <a:cubicBezTo>
                  <a:pt x="6018" y="1041"/>
                  <a:pt x="6176" y="852"/>
                  <a:pt x="6428" y="852"/>
                </a:cubicBezTo>
                <a:close/>
                <a:moveTo>
                  <a:pt x="2112" y="2742"/>
                </a:moveTo>
                <a:lnTo>
                  <a:pt x="3340" y="6396"/>
                </a:lnTo>
                <a:lnTo>
                  <a:pt x="914" y="6396"/>
                </a:lnTo>
                <a:lnTo>
                  <a:pt x="2112" y="2742"/>
                </a:lnTo>
                <a:close/>
                <a:moveTo>
                  <a:pt x="10681" y="2742"/>
                </a:moveTo>
                <a:lnTo>
                  <a:pt x="11878" y="6396"/>
                </a:lnTo>
                <a:lnTo>
                  <a:pt x="9452" y="6396"/>
                </a:lnTo>
                <a:lnTo>
                  <a:pt x="10681" y="2742"/>
                </a:lnTo>
                <a:close/>
                <a:moveTo>
                  <a:pt x="6333" y="1"/>
                </a:moveTo>
                <a:cubicBezTo>
                  <a:pt x="5798" y="1"/>
                  <a:pt x="5325" y="347"/>
                  <a:pt x="5168" y="852"/>
                </a:cubicBezTo>
                <a:lnTo>
                  <a:pt x="1292" y="852"/>
                </a:lnTo>
                <a:cubicBezTo>
                  <a:pt x="1103" y="852"/>
                  <a:pt x="914" y="1009"/>
                  <a:pt x="883" y="1198"/>
                </a:cubicBezTo>
                <a:cubicBezTo>
                  <a:pt x="820" y="1482"/>
                  <a:pt x="1040" y="1702"/>
                  <a:pt x="1292" y="1702"/>
                </a:cubicBezTo>
                <a:lnTo>
                  <a:pt x="1576" y="1702"/>
                </a:lnTo>
                <a:cubicBezTo>
                  <a:pt x="1" y="6491"/>
                  <a:pt x="32" y="6333"/>
                  <a:pt x="32" y="6459"/>
                </a:cubicBezTo>
                <a:cubicBezTo>
                  <a:pt x="64" y="7562"/>
                  <a:pt x="1009" y="8444"/>
                  <a:pt x="2112" y="8444"/>
                </a:cubicBezTo>
                <a:cubicBezTo>
                  <a:pt x="3277" y="8444"/>
                  <a:pt x="4159" y="7562"/>
                  <a:pt x="4159" y="6459"/>
                </a:cubicBezTo>
                <a:cubicBezTo>
                  <a:pt x="4159" y="6333"/>
                  <a:pt x="4222" y="6491"/>
                  <a:pt x="2647" y="1702"/>
                </a:cubicBezTo>
                <a:lnTo>
                  <a:pt x="5105" y="1702"/>
                </a:lnTo>
                <a:lnTo>
                  <a:pt x="5105" y="7342"/>
                </a:lnTo>
                <a:cubicBezTo>
                  <a:pt x="5105" y="7594"/>
                  <a:pt x="5325" y="7783"/>
                  <a:pt x="5546" y="7783"/>
                </a:cubicBezTo>
                <a:lnTo>
                  <a:pt x="7247" y="7783"/>
                </a:lnTo>
                <a:cubicBezTo>
                  <a:pt x="7499" y="7783"/>
                  <a:pt x="7688" y="7594"/>
                  <a:pt x="7688" y="7342"/>
                </a:cubicBezTo>
                <a:lnTo>
                  <a:pt x="7688" y="1702"/>
                </a:lnTo>
                <a:lnTo>
                  <a:pt x="10177" y="1702"/>
                </a:lnTo>
                <a:cubicBezTo>
                  <a:pt x="8602" y="6491"/>
                  <a:pt x="8633" y="6333"/>
                  <a:pt x="8633" y="6459"/>
                </a:cubicBezTo>
                <a:cubicBezTo>
                  <a:pt x="8665" y="7562"/>
                  <a:pt x="9578" y="8444"/>
                  <a:pt x="10681" y="8444"/>
                </a:cubicBezTo>
                <a:cubicBezTo>
                  <a:pt x="11815" y="8444"/>
                  <a:pt x="12729" y="7562"/>
                  <a:pt x="12729" y="6459"/>
                </a:cubicBezTo>
                <a:cubicBezTo>
                  <a:pt x="12729" y="6333"/>
                  <a:pt x="12760" y="6491"/>
                  <a:pt x="11185" y="1702"/>
                </a:cubicBezTo>
                <a:lnTo>
                  <a:pt x="11437" y="1702"/>
                </a:lnTo>
                <a:cubicBezTo>
                  <a:pt x="11626" y="1702"/>
                  <a:pt x="11815" y="1576"/>
                  <a:pt x="11847" y="1356"/>
                </a:cubicBezTo>
                <a:cubicBezTo>
                  <a:pt x="11910" y="1104"/>
                  <a:pt x="11689" y="852"/>
                  <a:pt x="11437" y="852"/>
                </a:cubicBezTo>
                <a:lnTo>
                  <a:pt x="7530" y="852"/>
                </a:lnTo>
                <a:cubicBezTo>
                  <a:pt x="7373" y="347"/>
                  <a:pt x="6900" y="1"/>
                  <a:pt x="63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5" name="Google Shape;5285;p57">
            <a:extLst>
              <a:ext uri="{FF2B5EF4-FFF2-40B4-BE49-F238E27FC236}">
                <a16:creationId xmlns:a16="http://schemas.microsoft.com/office/drawing/2014/main" id="{FAE81C3F-1EDA-CC6B-19DE-89D47E241F78}"/>
              </a:ext>
            </a:extLst>
          </p:cNvPr>
          <p:cNvSpPr/>
          <p:nvPr/>
        </p:nvSpPr>
        <p:spPr>
          <a:xfrm>
            <a:off x="3709923" y="1654543"/>
            <a:ext cx="227658" cy="226407"/>
          </a:xfrm>
          <a:custGeom>
            <a:avLst/>
            <a:gdLst/>
            <a:ahLst/>
            <a:cxnLst/>
            <a:rect l="l" t="t" r="r" b="b"/>
            <a:pathLst>
              <a:path w="5829" h="5797" extrusionOk="0">
                <a:moveTo>
                  <a:pt x="2930" y="1670"/>
                </a:moveTo>
                <a:cubicBezTo>
                  <a:pt x="3119" y="1670"/>
                  <a:pt x="3308" y="1859"/>
                  <a:pt x="3308" y="2048"/>
                </a:cubicBezTo>
                <a:lnTo>
                  <a:pt x="3308" y="2489"/>
                </a:lnTo>
                <a:lnTo>
                  <a:pt x="3749" y="2489"/>
                </a:lnTo>
                <a:cubicBezTo>
                  <a:pt x="4001" y="2489"/>
                  <a:pt x="4159" y="2678"/>
                  <a:pt x="4159" y="2930"/>
                </a:cubicBezTo>
                <a:cubicBezTo>
                  <a:pt x="4159" y="3151"/>
                  <a:pt x="3938" y="3340"/>
                  <a:pt x="3749" y="3340"/>
                </a:cubicBezTo>
                <a:lnTo>
                  <a:pt x="3308" y="3340"/>
                </a:lnTo>
                <a:lnTo>
                  <a:pt x="3308" y="3781"/>
                </a:lnTo>
                <a:cubicBezTo>
                  <a:pt x="3308" y="4001"/>
                  <a:pt x="3119" y="4159"/>
                  <a:pt x="2930" y="4159"/>
                </a:cubicBezTo>
                <a:cubicBezTo>
                  <a:pt x="2710" y="4159"/>
                  <a:pt x="2520" y="3970"/>
                  <a:pt x="2520" y="3781"/>
                </a:cubicBezTo>
                <a:lnTo>
                  <a:pt x="2520" y="3340"/>
                </a:lnTo>
                <a:lnTo>
                  <a:pt x="2079" y="3340"/>
                </a:lnTo>
                <a:cubicBezTo>
                  <a:pt x="1859" y="3340"/>
                  <a:pt x="1701" y="3151"/>
                  <a:pt x="1701" y="2930"/>
                </a:cubicBezTo>
                <a:cubicBezTo>
                  <a:pt x="1701" y="2678"/>
                  <a:pt x="1859" y="2489"/>
                  <a:pt x="2079" y="2489"/>
                </a:cubicBezTo>
                <a:lnTo>
                  <a:pt x="2520" y="2489"/>
                </a:lnTo>
                <a:lnTo>
                  <a:pt x="2520" y="2048"/>
                </a:lnTo>
                <a:cubicBezTo>
                  <a:pt x="2520" y="1827"/>
                  <a:pt x="2710" y="1670"/>
                  <a:pt x="2930" y="1670"/>
                </a:cubicBezTo>
                <a:close/>
                <a:moveTo>
                  <a:pt x="441" y="0"/>
                </a:moveTo>
                <a:cubicBezTo>
                  <a:pt x="189" y="0"/>
                  <a:pt x="0" y="189"/>
                  <a:pt x="0" y="441"/>
                </a:cubicBezTo>
                <a:lnTo>
                  <a:pt x="0" y="5387"/>
                </a:lnTo>
                <a:cubicBezTo>
                  <a:pt x="32" y="5639"/>
                  <a:pt x="221" y="5797"/>
                  <a:pt x="441" y="5797"/>
                </a:cubicBezTo>
                <a:lnTo>
                  <a:pt x="5387" y="5797"/>
                </a:lnTo>
                <a:cubicBezTo>
                  <a:pt x="5639" y="5797"/>
                  <a:pt x="5829" y="5608"/>
                  <a:pt x="5829" y="5387"/>
                </a:cubicBezTo>
                <a:lnTo>
                  <a:pt x="5829" y="441"/>
                </a:lnTo>
                <a:cubicBezTo>
                  <a:pt x="5829" y="189"/>
                  <a:pt x="5639" y="0"/>
                  <a:pt x="5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6" name="Google Shape;5286;p57">
            <a:extLst>
              <a:ext uri="{FF2B5EF4-FFF2-40B4-BE49-F238E27FC236}">
                <a16:creationId xmlns:a16="http://schemas.microsoft.com/office/drawing/2014/main" id="{6A9EC490-73DC-E61C-541F-7936E2A71210}"/>
              </a:ext>
            </a:extLst>
          </p:cNvPr>
          <p:cNvSpPr/>
          <p:nvPr/>
        </p:nvSpPr>
        <p:spPr>
          <a:xfrm>
            <a:off x="3711133" y="1925240"/>
            <a:ext cx="228908" cy="225197"/>
          </a:xfrm>
          <a:custGeom>
            <a:avLst/>
            <a:gdLst/>
            <a:ahLst/>
            <a:cxnLst/>
            <a:rect l="l" t="t" r="r" b="b"/>
            <a:pathLst>
              <a:path w="5861" h="5766" extrusionOk="0">
                <a:moveTo>
                  <a:pt x="3450" y="1859"/>
                </a:moveTo>
                <a:cubicBezTo>
                  <a:pt x="3561" y="1859"/>
                  <a:pt x="3671" y="1890"/>
                  <a:pt x="3750" y="1953"/>
                </a:cubicBezTo>
                <a:cubicBezTo>
                  <a:pt x="3907" y="2111"/>
                  <a:pt x="3907" y="2395"/>
                  <a:pt x="3750" y="2552"/>
                </a:cubicBezTo>
                <a:lnTo>
                  <a:pt x="3466" y="2836"/>
                </a:lnTo>
                <a:lnTo>
                  <a:pt x="3750" y="3119"/>
                </a:lnTo>
                <a:cubicBezTo>
                  <a:pt x="3907" y="3277"/>
                  <a:pt x="3907" y="3529"/>
                  <a:pt x="3750" y="3686"/>
                </a:cubicBezTo>
                <a:cubicBezTo>
                  <a:pt x="3671" y="3765"/>
                  <a:pt x="3561" y="3804"/>
                  <a:pt x="3450" y="3804"/>
                </a:cubicBezTo>
                <a:cubicBezTo>
                  <a:pt x="3340" y="3804"/>
                  <a:pt x="3230" y="3765"/>
                  <a:pt x="3151" y="3686"/>
                </a:cubicBezTo>
                <a:lnTo>
                  <a:pt x="2899" y="3434"/>
                </a:lnTo>
                <a:lnTo>
                  <a:pt x="2616" y="3686"/>
                </a:lnTo>
                <a:cubicBezTo>
                  <a:pt x="2537" y="3765"/>
                  <a:pt x="2426" y="3804"/>
                  <a:pt x="2316" y="3804"/>
                </a:cubicBezTo>
                <a:cubicBezTo>
                  <a:pt x="2206" y="3804"/>
                  <a:pt x="2096" y="3765"/>
                  <a:pt x="2017" y="3686"/>
                </a:cubicBezTo>
                <a:cubicBezTo>
                  <a:pt x="1859" y="3529"/>
                  <a:pt x="1859" y="3277"/>
                  <a:pt x="2017" y="3119"/>
                </a:cubicBezTo>
                <a:lnTo>
                  <a:pt x="2300" y="2836"/>
                </a:lnTo>
                <a:lnTo>
                  <a:pt x="2017" y="2552"/>
                </a:lnTo>
                <a:cubicBezTo>
                  <a:pt x="1859" y="2395"/>
                  <a:pt x="1859" y="2111"/>
                  <a:pt x="2017" y="1953"/>
                </a:cubicBezTo>
                <a:cubicBezTo>
                  <a:pt x="2096" y="1890"/>
                  <a:pt x="2206" y="1859"/>
                  <a:pt x="2316" y="1859"/>
                </a:cubicBezTo>
                <a:cubicBezTo>
                  <a:pt x="2426" y="1859"/>
                  <a:pt x="2537" y="1890"/>
                  <a:pt x="2616" y="1953"/>
                </a:cubicBezTo>
                <a:lnTo>
                  <a:pt x="2899" y="2237"/>
                </a:lnTo>
                <a:lnTo>
                  <a:pt x="3151" y="1953"/>
                </a:lnTo>
                <a:cubicBezTo>
                  <a:pt x="3230" y="1890"/>
                  <a:pt x="3340" y="1859"/>
                  <a:pt x="3450" y="1859"/>
                </a:cubicBezTo>
                <a:close/>
                <a:moveTo>
                  <a:pt x="442" y="0"/>
                </a:moveTo>
                <a:cubicBezTo>
                  <a:pt x="221" y="0"/>
                  <a:pt x="1" y="189"/>
                  <a:pt x="1" y="378"/>
                </a:cubicBezTo>
                <a:lnTo>
                  <a:pt x="1" y="5356"/>
                </a:lnTo>
                <a:cubicBezTo>
                  <a:pt x="1" y="5608"/>
                  <a:pt x="221" y="5766"/>
                  <a:pt x="442" y="5766"/>
                </a:cubicBezTo>
                <a:lnTo>
                  <a:pt x="5419" y="5766"/>
                </a:lnTo>
                <a:cubicBezTo>
                  <a:pt x="5640" y="5766"/>
                  <a:pt x="5861" y="5545"/>
                  <a:pt x="5861" y="5356"/>
                </a:cubicBezTo>
                <a:lnTo>
                  <a:pt x="5861" y="378"/>
                </a:lnTo>
                <a:cubicBezTo>
                  <a:pt x="5861" y="158"/>
                  <a:pt x="5640" y="0"/>
                  <a:pt x="54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7" name="Google Shape;5287;p57">
            <a:extLst>
              <a:ext uri="{FF2B5EF4-FFF2-40B4-BE49-F238E27FC236}">
                <a16:creationId xmlns:a16="http://schemas.microsoft.com/office/drawing/2014/main" id="{3B49A83B-919B-55C4-8160-DC5C3977BEAE}"/>
              </a:ext>
            </a:extLst>
          </p:cNvPr>
          <p:cNvSpPr/>
          <p:nvPr/>
        </p:nvSpPr>
        <p:spPr>
          <a:xfrm>
            <a:off x="3979371" y="1654543"/>
            <a:ext cx="227658" cy="226407"/>
          </a:xfrm>
          <a:custGeom>
            <a:avLst/>
            <a:gdLst/>
            <a:ahLst/>
            <a:cxnLst/>
            <a:rect l="l" t="t" r="r" b="b"/>
            <a:pathLst>
              <a:path w="5829" h="5797" extrusionOk="0">
                <a:moveTo>
                  <a:pt x="3750" y="2457"/>
                </a:moveTo>
                <a:cubicBezTo>
                  <a:pt x="3970" y="2457"/>
                  <a:pt x="4128" y="2646"/>
                  <a:pt x="4128" y="2867"/>
                </a:cubicBezTo>
                <a:cubicBezTo>
                  <a:pt x="4159" y="3151"/>
                  <a:pt x="3970" y="3308"/>
                  <a:pt x="3750" y="3308"/>
                </a:cubicBezTo>
                <a:lnTo>
                  <a:pt x="2080" y="3308"/>
                </a:lnTo>
                <a:cubicBezTo>
                  <a:pt x="1859" y="3308"/>
                  <a:pt x="1702" y="3119"/>
                  <a:pt x="1702" y="2867"/>
                </a:cubicBezTo>
                <a:cubicBezTo>
                  <a:pt x="1702" y="2646"/>
                  <a:pt x="1891" y="2457"/>
                  <a:pt x="2080" y="2457"/>
                </a:cubicBezTo>
                <a:close/>
                <a:moveTo>
                  <a:pt x="442" y="0"/>
                </a:moveTo>
                <a:cubicBezTo>
                  <a:pt x="190" y="0"/>
                  <a:pt x="1" y="189"/>
                  <a:pt x="1" y="441"/>
                </a:cubicBezTo>
                <a:lnTo>
                  <a:pt x="1" y="5387"/>
                </a:lnTo>
                <a:cubicBezTo>
                  <a:pt x="1" y="5639"/>
                  <a:pt x="190" y="5797"/>
                  <a:pt x="442" y="5797"/>
                </a:cubicBezTo>
                <a:lnTo>
                  <a:pt x="5388" y="5797"/>
                </a:lnTo>
                <a:cubicBezTo>
                  <a:pt x="5640" y="5797"/>
                  <a:pt x="5829" y="5608"/>
                  <a:pt x="5829" y="5387"/>
                </a:cubicBezTo>
                <a:lnTo>
                  <a:pt x="5829" y="441"/>
                </a:lnTo>
                <a:cubicBezTo>
                  <a:pt x="5829" y="189"/>
                  <a:pt x="5640" y="0"/>
                  <a:pt x="53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8" name="Google Shape;5288;p57">
            <a:extLst>
              <a:ext uri="{FF2B5EF4-FFF2-40B4-BE49-F238E27FC236}">
                <a16:creationId xmlns:a16="http://schemas.microsoft.com/office/drawing/2014/main" id="{DBF33963-A51E-A218-AF2B-AD050FFABF4F}"/>
              </a:ext>
            </a:extLst>
          </p:cNvPr>
          <p:cNvSpPr/>
          <p:nvPr/>
        </p:nvSpPr>
        <p:spPr>
          <a:xfrm>
            <a:off x="3979371" y="1923990"/>
            <a:ext cx="227658" cy="226446"/>
          </a:xfrm>
          <a:custGeom>
            <a:avLst/>
            <a:gdLst/>
            <a:ahLst/>
            <a:cxnLst/>
            <a:rect l="l" t="t" r="r" b="b"/>
            <a:pathLst>
              <a:path w="5829" h="5798" extrusionOk="0">
                <a:moveTo>
                  <a:pt x="3750" y="1639"/>
                </a:moveTo>
                <a:cubicBezTo>
                  <a:pt x="3970" y="1639"/>
                  <a:pt x="4128" y="1859"/>
                  <a:pt x="4128" y="2080"/>
                </a:cubicBezTo>
                <a:cubicBezTo>
                  <a:pt x="4159" y="2332"/>
                  <a:pt x="3970" y="2490"/>
                  <a:pt x="3750" y="2490"/>
                </a:cubicBezTo>
                <a:lnTo>
                  <a:pt x="2080" y="2490"/>
                </a:lnTo>
                <a:cubicBezTo>
                  <a:pt x="1859" y="2490"/>
                  <a:pt x="1702" y="2269"/>
                  <a:pt x="1702" y="2080"/>
                </a:cubicBezTo>
                <a:cubicBezTo>
                  <a:pt x="1702" y="1859"/>
                  <a:pt x="1891" y="1639"/>
                  <a:pt x="2080" y="1639"/>
                </a:cubicBezTo>
                <a:close/>
                <a:moveTo>
                  <a:pt x="3750" y="3309"/>
                </a:moveTo>
                <a:cubicBezTo>
                  <a:pt x="3970" y="3309"/>
                  <a:pt x="4128" y="3498"/>
                  <a:pt x="4128" y="3687"/>
                </a:cubicBezTo>
                <a:cubicBezTo>
                  <a:pt x="4159" y="3970"/>
                  <a:pt x="3970" y="4128"/>
                  <a:pt x="3750" y="4128"/>
                </a:cubicBezTo>
                <a:lnTo>
                  <a:pt x="2080" y="4128"/>
                </a:lnTo>
                <a:cubicBezTo>
                  <a:pt x="1859" y="4128"/>
                  <a:pt x="1702" y="3939"/>
                  <a:pt x="1702" y="3687"/>
                </a:cubicBezTo>
                <a:cubicBezTo>
                  <a:pt x="1702" y="3466"/>
                  <a:pt x="1891" y="3309"/>
                  <a:pt x="2080" y="3309"/>
                </a:cubicBezTo>
                <a:close/>
                <a:moveTo>
                  <a:pt x="442" y="1"/>
                </a:moveTo>
                <a:cubicBezTo>
                  <a:pt x="190" y="1"/>
                  <a:pt x="1" y="190"/>
                  <a:pt x="1" y="379"/>
                </a:cubicBezTo>
                <a:lnTo>
                  <a:pt x="1" y="5388"/>
                </a:lnTo>
                <a:cubicBezTo>
                  <a:pt x="1" y="5640"/>
                  <a:pt x="190" y="5798"/>
                  <a:pt x="442" y="5798"/>
                </a:cubicBezTo>
                <a:lnTo>
                  <a:pt x="5388" y="5798"/>
                </a:lnTo>
                <a:cubicBezTo>
                  <a:pt x="5640" y="5798"/>
                  <a:pt x="5829" y="5577"/>
                  <a:pt x="5829" y="5388"/>
                </a:cubicBezTo>
                <a:lnTo>
                  <a:pt x="5829" y="410"/>
                </a:lnTo>
                <a:cubicBezTo>
                  <a:pt x="5829" y="190"/>
                  <a:pt x="5640" y="1"/>
                  <a:pt x="538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0" name="Google Shape;5290;p57">
            <a:extLst>
              <a:ext uri="{FF2B5EF4-FFF2-40B4-BE49-F238E27FC236}">
                <a16:creationId xmlns:a16="http://schemas.microsoft.com/office/drawing/2014/main" id="{EA56F8FE-6C9A-1BC7-6357-112277C40CCD}"/>
              </a:ext>
            </a:extLst>
          </p:cNvPr>
          <p:cNvSpPr/>
          <p:nvPr/>
        </p:nvSpPr>
        <p:spPr>
          <a:xfrm>
            <a:off x="3862475" y="2236883"/>
            <a:ext cx="166145" cy="164621"/>
          </a:xfrm>
          <a:custGeom>
            <a:avLst/>
            <a:gdLst/>
            <a:ahLst/>
            <a:cxnLst/>
            <a:rect l="l" t="t" r="r" b="b"/>
            <a:pathLst>
              <a:path w="4254" h="4215" extrusionOk="0">
                <a:moveTo>
                  <a:pt x="2064" y="1"/>
                </a:moveTo>
                <a:cubicBezTo>
                  <a:pt x="1954" y="1"/>
                  <a:pt x="1844" y="40"/>
                  <a:pt x="1765" y="119"/>
                </a:cubicBezTo>
                <a:lnTo>
                  <a:pt x="1" y="1883"/>
                </a:lnTo>
                <a:lnTo>
                  <a:pt x="2332" y="4214"/>
                </a:lnTo>
                <a:lnTo>
                  <a:pt x="4096" y="2450"/>
                </a:lnTo>
                <a:cubicBezTo>
                  <a:pt x="4254" y="2293"/>
                  <a:pt x="4254" y="2009"/>
                  <a:pt x="4096" y="1852"/>
                </a:cubicBezTo>
                <a:lnTo>
                  <a:pt x="2364" y="119"/>
                </a:lnTo>
                <a:cubicBezTo>
                  <a:pt x="2285" y="40"/>
                  <a:pt x="2175" y="1"/>
                  <a:pt x="206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" name="Google Shape;5291;p57">
            <a:extLst>
              <a:ext uri="{FF2B5EF4-FFF2-40B4-BE49-F238E27FC236}">
                <a16:creationId xmlns:a16="http://schemas.microsoft.com/office/drawing/2014/main" id="{45D0E512-5C23-46DA-79FC-21048CAECAFB}"/>
              </a:ext>
            </a:extLst>
          </p:cNvPr>
          <p:cNvSpPr/>
          <p:nvPr/>
        </p:nvSpPr>
        <p:spPr>
          <a:xfrm>
            <a:off x="4044594" y="2417751"/>
            <a:ext cx="167356" cy="164621"/>
          </a:xfrm>
          <a:custGeom>
            <a:avLst/>
            <a:gdLst/>
            <a:ahLst/>
            <a:cxnLst/>
            <a:rect l="l" t="t" r="r" b="b"/>
            <a:pathLst>
              <a:path w="4285" h="4215" extrusionOk="0">
                <a:moveTo>
                  <a:pt x="2064" y="1"/>
                </a:moveTo>
                <a:cubicBezTo>
                  <a:pt x="1954" y="1"/>
                  <a:pt x="1843" y="40"/>
                  <a:pt x="1765" y="119"/>
                </a:cubicBezTo>
                <a:lnTo>
                  <a:pt x="0" y="1915"/>
                </a:lnTo>
                <a:lnTo>
                  <a:pt x="2300" y="4215"/>
                </a:lnTo>
                <a:lnTo>
                  <a:pt x="4128" y="2482"/>
                </a:lnTo>
                <a:cubicBezTo>
                  <a:pt x="4285" y="2324"/>
                  <a:pt x="4285" y="2072"/>
                  <a:pt x="4128" y="1915"/>
                </a:cubicBezTo>
                <a:lnTo>
                  <a:pt x="2363" y="119"/>
                </a:lnTo>
                <a:cubicBezTo>
                  <a:pt x="2285" y="40"/>
                  <a:pt x="2174" y="1"/>
                  <a:pt x="206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2" name="Google Shape;5292;p57">
            <a:extLst>
              <a:ext uri="{FF2B5EF4-FFF2-40B4-BE49-F238E27FC236}">
                <a16:creationId xmlns:a16="http://schemas.microsoft.com/office/drawing/2014/main" id="{B744FC00-8404-9412-A61B-DF26660682BE}"/>
              </a:ext>
            </a:extLst>
          </p:cNvPr>
          <p:cNvSpPr/>
          <p:nvPr/>
        </p:nvSpPr>
        <p:spPr>
          <a:xfrm>
            <a:off x="3705001" y="2335030"/>
            <a:ext cx="409776" cy="397864"/>
          </a:xfrm>
          <a:custGeom>
            <a:avLst/>
            <a:gdLst/>
            <a:ahLst/>
            <a:cxnLst/>
            <a:rect l="l" t="t" r="r" b="b"/>
            <a:pathLst>
              <a:path w="10492" h="10187" extrusionOk="0">
                <a:moveTo>
                  <a:pt x="3497" y="0"/>
                </a:moveTo>
                <a:lnTo>
                  <a:pt x="1764" y="1733"/>
                </a:lnTo>
                <a:cubicBezTo>
                  <a:pt x="1166" y="2332"/>
                  <a:pt x="725" y="3088"/>
                  <a:pt x="504" y="3812"/>
                </a:cubicBezTo>
                <a:cubicBezTo>
                  <a:pt x="0" y="5514"/>
                  <a:pt x="410" y="7404"/>
                  <a:pt x="1764" y="8759"/>
                </a:cubicBezTo>
                <a:cubicBezTo>
                  <a:pt x="2667" y="9661"/>
                  <a:pt x="3919" y="10187"/>
                  <a:pt x="5273" y="10187"/>
                </a:cubicBezTo>
                <a:cubicBezTo>
                  <a:pt x="5384" y="10187"/>
                  <a:pt x="5496" y="10183"/>
                  <a:pt x="5608" y="10176"/>
                </a:cubicBezTo>
                <a:cubicBezTo>
                  <a:pt x="6679" y="10082"/>
                  <a:pt x="7876" y="9609"/>
                  <a:pt x="8758" y="8759"/>
                </a:cubicBezTo>
                <a:lnTo>
                  <a:pt x="10491" y="7026"/>
                </a:lnTo>
                <a:lnTo>
                  <a:pt x="8191" y="4694"/>
                </a:lnTo>
                <a:lnTo>
                  <a:pt x="6396" y="6396"/>
                </a:lnTo>
                <a:cubicBezTo>
                  <a:pt x="6077" y="6715"/>
                  <a:pt x="5645" y="6880"/>
                  <a:pt x="5214" y="6880"/>
                </a:cubicBezTo>
                <a:cubicBezTo>
                  <a:pt x="4794" y="6880"/>
                  <a:pt x="4375" y="6722"/>
                  <a:pt x="4064" y="6396"/>
                </a:cubicBezTo>
                <a:cubicBezTo>
                  <a:pt x="3434" y="5766"/>
                  <a:pt x="3434" y="4694"/>
                  <a:pt x="4064" y="4064"/>
                </a:cubicBezTo>
                <a:lnTo>
                  <a:pt x="5797" y="2332"/>
                </a:lnTo>
                <a:lnTo>
                  <a:pt x="349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3" name="Google Shape;5293;p57">
            <a:extLst>
              <a:ext uri="{FF2B5EF4-FFF2-40B4-BE49-F238E27FC236}">
                <a16:creationId xmlns:a16="http://schemas.microsoft.com/office/drawing/2014/main" id="{DB580C08-7659-6FA8-3439-FEBF0329673E}"/>
              </a:ext>
            </a:extLst>
          </p:cNvPr>
          <p:cNvSpPr/>
          <p:nvPr/>
        </p:nvSpPr>
        <p:spPr>
          <a:xfrm>
            <a:off x="3713198" y="2838014"/>
            <a:ext cx="498356" cy="483592"/>
          </a:xfrm>
          <a:custGeom>
            <a:avLst/>
            <a:gdLst/>
            <a:ahLst/>
            <a:cxnLst/>
            <a:rect l="l" t="t" r="r" b="b"/>
            <a:pathLst>
              <a:path w="12760" h="12382" extrusionOk="0">
                <a:moveTo>
                  <a:pt x="2080" y="1"/>
                </a:moveTo>
                <a:cubicBezTo>
                  <a:pt x="946" y="1"/>
                  <a:pt x="32" y="946"/>
                  <a:pt x="1" y="2080"/>
                </a:cubicBezTo>
                <a:lnTo>
                  <a:pt x="1" y="9515"/>
                </a:lnTo>
                <a:cubicBezTo>
                  <a:pt x="1" y="11090"/>
                  <a:pt x="1261" y="12382"/>
                  <a:pt x="2899" y="12382"/>
                </a:cubicBezTo>
                <a:cubicBezTo>
                  <a:pt x="4537" y="12382"/>
                  <a:pt x="5798" y="11090"/>
                  <a:pt x="5829" y="9515"/>
                </a:cubicBezTo>
                <a:cubicBezTo>
                  <a:pt x="5829" y="9295"/>
                  <a:pt x="6144" y="9137"/>
                  <a:pt x="6365" y="9074"/>
                </a:cubicBezTo>
                <a:cubicBezTo>
                  <a:pt x="6617" y="9074"/>
                  <a:pt x="6932" y="9295"/>
                  <a:pt x="6932" y="9515"/>
                </a:cubicBezTo>
                <a:cubicBezTo>
                  <a:pt x="6932" y="11122"/>
                  <a:pt x="8223" y="12382"/>
                  <a:pt x="9830" y="12382"/>
                </a:cubicBezTo>
                <a:cubicBezTo>
                  <a:pt x="11374" y="12382"/>
                  <a:pt x="12760" y="11216"/>
                  <a:pt x="12760" y="9452"/>
                </a:cubicBezTo>
                <a:lnTo>
                  <a:pt x="12760" y="2080"/>
                </a:lnTo>
                <a:cubicBezTo>
                  <a:pt x="12760" y="946"/>
                  <a:pt x="11815" y="32"/>
                  <a:pt x="10681" y="1"/>
                </a:cubicBezTo>
                <a:cubicBezTo>
                  <a:pt x="10114" y="1"/>
                  <a:pt x="9578" y="221"/>
                  <a:pt x="9200" y="568"/>
                </a:cubicBezTo>
                <a:cubicBezTo>
                  <a:pt x="9043" y="725"/>
                  <a:pt x="9043" y="1009"/>
                  <a:pt x="9200" y="1166"/>
                </a:cubicBezTo>
                <a:cubicBezTo>
                  <a:pt x="9279" y="1245"/>
                  <a:pt x="9389" y="1284"/>
                  <a:pt x="9499" y="1284"/>
                </a:cubicBezTo>
                <a:cubicBezTo>
                  <a:pt x="9610" y="1284"/>
                  <a:pt x="9720" y="1245"/>
                  <a:pt x="9799" y="1166"/>
                </a:cubicBezTo>
                <a:cubicBezTo>
                  <a:pt x="10051" y="946"/>
                  <a:pt x="10366" y="820"/>
                  <a:pt x="10681" y="820"/>
                </a:cubicBezTo>
                <a:cubicBezTo>
                  <a:pt x="11342" y="820"/>
                  <a:pt x="11878" y="1355"/>
                  <a:pt x="11878" y="2080"/>
                </a:cubicBezTo>
                <a:lnTo>
                  <a:pt x="11878" y="7499"/>
                </a:lnTo>
                <a:cubicBezTo>
                  <a:pt x="11374" y="6963"/>
                  <a:pt x="10618" y="6648"/>
                  <a:pt x="9799" y="6648"/>
                </a:cubicBezTo>
                <a:cubicBezTo>
                  <a:pt x="8570" y="6648"/>
                  <a:pt x="7562" y="7404"/>
                  <a:pt x="7121" y="8444"/>
                </a:cubicBezTo>
                <a:cubicBezTo>
                  <a:pt x="6932" y="8349"/>
                  <a:pt x="6585" y="8286"/>
                  <a:pt x="6365" y="8286"/>
                </a:cubicBezTo>
                <a:cubicBezTo>
                  <a:pt x="6144" y="8286"/>
                  <a:pt x="5798" y="8381"/>
                  <a:pt x="5640" y="8444"/>
                </a:cubicBezTo>
                <a:cubicBezTo>
                  <a:pt x="5199" y="7404"/>
                  <a:pt x="4191" y="6648"/>
                  <a:pt x="2962" y="6648"/>
                </a:cubicBezTo>
                <a:cubicBezTo>
                  <a:pt x="2111" y="6648"/>
                  <a:pt x="1418" y="6995"/>
                  <a:pt x="851" y="7499"/>
                </a:cubicBezTo>
                <a:lnTo>
                  <a:pt x="851" y="2080"/>
                </a:lnTo>
                <a:cubicBezTo>
                  <a:pt x="851" y="1418"/>
                  <a:pt x="1418" y="851"/>
                  <a:pt x="2080" y="820"/>
                </a:cubicBezTo>
                <a:cubicBezTo>
                  <a:pt x="2426" y="820"/>
                  <a:pt x="2742" y="977"/>
                  <a:pt x="2962" y="1166"/>
                </a:cubicBezTo>
                <a:cubicBezTo>
                  <a:pt x="3041" y="1245"/>
                  <a:pt x="3151" y="1284"/>
                  <a:pt x="3257" y="1284"/>
                </a:cubicBezTo>
                <a:cubicBezTo>
                  <a:pt x="3364" y="1284"/>
                  <a:pt x="3466" y="1245"/>
                  <a:pt x="3529" y="1166"/>
                </a:cubicBezTo>
                <a:cubicBezTo>
                  <a:pt x="3687" y="1009"/>
                  <a:pt x="3687" y="725"/>
                  <a:pt x="3529" y="568"/>
                </a:cubicBezTo>
                <a:cubicBezTo>
                  <a:pt x="3183" y="221"/>
                  <a:pt x="2647" y="1"/>
                  <a:pt x="208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5" name="Google Shape;5295;p57">
            <a:extLst>
              <a:ext uri="{FF2B5EF4-FFF2-40B4-BE49-F238E27FC236}">
                <a16:creationId xmlns:a16="http://schemas.microsoft.com/office/drawing/2014/main" id="{E7921746-4351-28DC-C1C1-45131D102449}"/>
              </a:ext>
            </a:extLst>
          </p:cNvPr>
          <p:cNvSpPr/>
          <p:nvPr/>
        </p:nvSpPr>
        <p:spPr>
          <a:xfrm>
            <a:off x="2135611" y="3428919"/>
            <a:ext cx="289171" cy="174776"/>
          </a:xfrm>
          <a:custGeom>
            <a:avLst/>
            <a:gdLst/>
            <a:ahLst/>
            <a:cxnLst/>
            <a:rect l="l" t="t" r="r" b="b"/>
            <a:pathLst>
              <a:path w="7404" h="4475" extrusionOk="0">
                <a:moveTo>
                  <a:pt x="1229" y="1"/>
                </a:moveTo>
                <a:cubicBezTo>
                  <a:pt x="567" y="1"/>
                  <a:pt x="0" y="568"/>
                  <a:pt x="0" y="1261"/>
                </a:cubicBezTo>
                <a:cubicBezTo>
                  <a:pt x="0" y="1797"/>
                  <a:pt x="315" y="2269"/>
                  <a:pt x="819" y="2458"/>
                </a:cubicBezTo>
                <a:lnTo>
                  <a:pt x="819" y="4475"/>
                </a:lnTo>
                <a:lnTo>
                  <a:pt x="6616" y="4475"/>
                </a:lnTo>
                <a:lnTo>
                  <a:pt x="6616" y="2458"/>
                </a:lnTo>
                <a:lnTo>
                  <a:pt x="6585" y="2458"/>
                </a:lnTo>
                <a:cubicBezTo>
                  <a:pt x="7057" y="2301"/>
                  <a:pt x="7404" y="1828"/>
                  <a:pt x="7404" y="1261"/>
                </a:cubicBezTo>
                <a:cubicBezTo>
                  <a:pt x="7404" y="600"/>
                  <a:pt x="6868" y="64"/>
                  <a:pt x="617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" name="Google Shape;5296;p57">
            <a:extLst>
              <a:ext uri="{FF2B5EF4-FFF2-40B4-BE49-F238E27FC236}">
                <a16:creationId xmlns:a16="http://schemas.microsoft.com/office/drawing/2014/main" id="{32A7A324-7448-33A7-DFD4-E0C1DD528B45}"/>
              </a:ext>
            </a:extLst>
          </p:cNvPr>
          <p:cNvSpPr/>
          <p:nvPr/>
        </p:nvSpPr>
        <p:spPr>
          <a:xfrm>
            <a:off x="2167598" y="3636893"/>
            <a:ext cx="226447" cy="289171"/>
          </a:xfrm>
          <a:custGeom>
            <a:avLst/>
            <a:gdLst/>
            <a:ahLst/>
            <a:cxnLst/>
            <a:rect l="l" t="t" r="r" b="b"/>
            <a:pathLst>
              <a:path w="5798" h="7404" extrusionOk="0">
                <a:moveTo>
                  <a:pt x="0" y="0"/>
                </a:moveTo>
                <a:lnTo>
                  <a:pt x="0" y="819"/>
                </a:lnTo>
                <a:lnTo>
                  <a:pt x="2111" y="819"/>
                </a:lnTo>
                <a:cubicBezTo>
                  <a:pt x="2332" y="819"/>
                  <a:pt x="2489" y="1040"/>
                  <a:pt x="2489" y="1260"/>
                </a:cubicBezTo>
                <a:cubicBezTo>
                  <a:pt x="2489" y="1513"/>
                  <a:pt x="2300" y="1702"/>
                  <a:pt x="2111" y="1702"/>
                </a:cubicBezTo>
                <a:lnTo>
                  <a:pt x="0" y="1702"/>
                </a:lnTo>
                <a:lnTo>
                  <a:pt x="0" y="2521"/>
                </a:lnTo>
                <a:lnTo>
                  <a:pt x="2111" y="2521"/>
                </a:lnTo>
                <a:cubicBezTo>
                  <a:pt x="2332" y="2521"/>
                  <a:pt x="2489" y="2710"/>
                  <a:pt x="2489" y="2930"/>
                </a:cubicBezTo>
                <a:cubicBezTo>
                  <a:pt x="2489" y="3151"/>
                  <a:pt x="2300" y="3340"/>
                  <a:pt x="2111" y="3340"/>
                </a:cubicBezTo>
                <a:lnTo>
                  <a:pt x="0" y="3340"/>
                </a:lnTo>
                <a:lnTo>
                  <a:pt x="0" y="4190"/>
                </a:lnTo>
                <a:lnTo>
                  <a:pt x="2111" y="4190"/>
                </a:lnTo>
                <a:cubicBezTo>
                  <a:pt x="2332" y="4190"/>
                  <a:pt x="2489" y="4379"/>
                  <a:pt x="2489" y="4600"/>
                </a:cubicBezTo>
                <a:cubicBezTo>
                  <a:pt x="2458" y="4726"/>
                  <a:pt x="2300" y="4915"/>
                  <a:pt x="2048" y="4915"/>
                </a:cubicBezTo>
                <a:lnTo>
                  <a:pt x="63" y="4915"/>
                </a:lnTo>
                <a:cubicBezTo>
                  <a:pt x="252" y="6427"/>
                  <a:pt x="1512" y="7404"/>
                  <a:pt x="2899" y="7404"/>
                </a:cubicBezTo>
                <a:cubicBezTo>
                  <a:pt x="4474" y="7404"/>
                  <a:pt x="5797" y="6112"/>
                  <a:pt x="5797" y="4537"/>
                </a:cubicBezTo>
                <a:lnTo>
                  <a:pt x="579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8" name="Google Shape;5298;p57">
            <a:extLst>
              <a:ext uri="{FF2B5EF4-FFF2-40B4-BE49-F238E27FC236}">
                <a16:creationId xmlns:a16="http://schemas.microsoft.com/office/drawing/2014/main" id="{3C76FAF5-05B4-CDC1-D559-83C26B3BEE2B}"/>
              </a:ext>
            </a:extLst>
          </p:cNvPr>
          <p:cNvSpPr/>
          <p:nvPr/>
        </p:nvSpPr>
        <p:spPr>
          <a:xfrm>
            <a:off x="2089519" y="4044071"/>
            <a:ext cx="401145" cy="493746"/>
          </a:xfrm>
          <a:custGeom>
            <a:avLst/>
            <a:gdLst/>
            <a:ahLst/>
            <a:cxnLst/>
            <a:rect l="l" t="t" r="r" b="b"/>
            <a:pathLst>
              <a:path w="10271" h="12642" extrusionOk="0">
                <a:moveTo>
                  <a:pt x="5364" y="0"/>
                </a:moveTo>
                <a:cubicBezTo>
                  <a:pt x="5041" y="0"/>
                  <a:pt x="4710" y="118"/>
                  <a:pt x="4443" y="355"/>
                </a:cubicBezTo>
                <a:lnTo>
                  <a:pt x="3277" y="1552"/>
                </a:lnTo>
                <a:cubicBezTo>
                  <a:pt x="2804" y="2025"/>
                  <a:pt x="2804" y="2812"/>
                  <a:pt x="3277" y="3316"/>
                </a:cubicBezTo>
                <a:lnTo>
                  <a:pt x="3938" y="3978"/>
                </a:lnTo>
                <a:lnTo>
                  <a:pt x="1702" y="6215"/>
                </a:lnTo>
                <a:cubicBezTo>
                  <a:pt x="1544" y="6152"/>
                  <a:pt x="1355" y="6057"/>
                  <a:pt x="1135" y="6057"/>
                </a:cubicBezTo>
                <a:cubicBezTo>
                  <a:pt x="1119" y="6056"/>
                  <a:pt x="1104" y="6056"/>
                  <a:pt x="1089" y="6056"/>
                </a:cubicBezTo>
                <a:cubicBezTo>
                  <a:pt x="538" y="6056"/>
                  <a:pt x="0" y="6611"/>
                  <a:pt x="0" y="7286"/>
                </a:cubicBezTo>
                <a:cubicBezTo>
                  <a:pt x="0" y="7947"/>
                  <a:pt x="567" y="8515"/>
                  <a:pt x="1229" y="8515"/>
                </a:cubicBezTo>
                <a:cubicBezTo>
                  <a:pt x="1418" y="8515"/>
                  <a:pt x="1576" y="8483"/>
                  <a:pt x="1733" y="8388"/>
                </a:cubicBezTo>
                <a:lnTo>
                  <a:pt x="3560" y="10216"/>
                </a:lnTo>
                <a:cubicBezTo>
                  <a:pt x="2993" y="10720"/>
                  <a:pt x="2615" y="11381"/>
                  <a:pt x="2521" y="12169"/>
                </a:cubicBezTo>
                <a:cubicBezTo>
                  <a:pt x="2489" y="12421"/>
                  <a:pt x="2678" y="12642"/>
                  <a:pt x="2930" y="12642"/>
                </a:cubicBezTo>
                <a:lnTo>
                  <a:pt x="8633" y="12642"/>
                </a:lnTo>
                <a:cubicBezTo>
                  <a:pt x="8853" y="12642"/>
                  <a:pt x="9074" y="12421"/>
                  <a:pt x="9011" y="12169"/>
                </a:cubicBezTo>
                <a:cubicBezTo>
                  <a:pt x="8790" y="10562"/>
                  <a:pt x="7404" y="9334"/>
                  <a:pt x="5766" y="9334"/>
                </a:cubicBezTo>
                <a:cubicBezTo>
                  <a:pt x="5199" y="9334"/>
                  <a:pt x="4695" y="9491"/>
                  <a:pt x="4222" y="9743"/>
                </a:cubicBezTo>
                <a:lnTo>
                  <a:pt x="2300" y="7853"/>
                </a:lnTo>
                <a:cubicBezTo>
                  <a:pt x="2363" y="7695"/>
                  <a:pt x="2395" y="7475"/>
                  <a:pt x="2395" y="7286"/>
                </a:cubicBezTo>
                <a:cubicBezTo>
                  <a:pt x="2395" y="7097"/>
                  <a:pt x="2363" y="6939"/>
                  <a:pt x="2300" y="6782"/>
                </a:cubicBezTo>
                <a:lnTo>
                  <a:pt x="4285" y="4797"/>
                </a:lnTo>
                <a:lnTo>
                  <a:pt x="4285" y="4797"/>
                </a:lnTo>
                <a:cubicBezTo>
                  <a:pt x="4253" y="5742"/>
                  <a:pt x="4537" y="6624"/>
                  <a:pt x="5073" y="7317"/>
                </a:cubicBezTo>
                <a:lnTo>
                  <a:pt x="10271" y="2119"/>
                </a:lnTo>
                <a:cubicBezTo>
                  <a:pt x="9636" y="1606"/>
                  <a:pt x="8888" y="1321"/>
                  <a:pt x="8026" y="1321"/>
                </a:cubicBezTo>
                <a:cubicBezTo>
                  <a:pt x="7776" y="1321"/>
                  <a:pt x="7516" y="1345"/>
                  <a:pt x="7246" y="1394"/>
                </a:cubicBezTo>
                <a:lnTo>
                  <a:pt x="6238" y="355"/>
                </a:lnTo>
                <a:cubicBezTo>
                  <a:pt x="6002" y="118"/>
                  <a:pt x="5687" y="0"/>
                  <a:pt x="53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9" name="Google Shape;5299;p57">
            <a:extLst>
              <a:ext uri="{FF2B5EF4-FFF2-40B4-BE49-F238E27FC236}">
                <a16:creationId xmlns:a16="http://schemas.microsoft.com/office/drawing/2014/main" id="{A7C4F04E-1624-8142-99A8-2576D5CAA47F}"/>
              </a:ext>
            </a:extLst>
          </p:cNvPr>
          <p:cNvSpPr/>
          <p:nvPr/>
        </p:nvSpPr>
        <p:spPr>
          <a:xfrm>
            <a:off x="2358966" y="4194476"/>
            <a:ext cx="131697" cy="125448"/>
          </a:xfrm>
          <a:custGeom>
            <a:avLst/>
            <a:gdLst/>
            <a:ahLst/>
            <a:cxnLst/>
            <a:rect l="l" t="t" r="r" b="b"/>
            <a:pathLst>
              <a:path w="3372" h="3212" extrusionOk="0">
                <a:moveTo>
                  <a:pt x="2868" y="1"/>
                </a:moveTo>
                <a:lnTo>
                  <a:pt x="1" y="2868"/>
                </a:lnTo>
                <a:cubicBezTo>
                  <a:pt x="353" y="3098"/>
                  <a:pt x="757" y="3212"/>
                  <a:pt x="1156" y="3212"/>
                </a:cubicBezTo>
                <a:cubicBezTo>
                  <a:pt x="1686" y="3212"/>
                  <a:pt x="2207" y="3011"/>
                  <a:pt x="2584" y="2616"/>
                </a:cubicBezTo>
                <a:cubicBezTo>
                  <a:pt x="3309" y="1891"/>
                  <a:pt x="3372" y="851"/>
                  <a:pt x="286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0" name="Google Shape;5300;p57">
            <a:extLst>
              <a:ext uri="{FF2B5EF4-FFF2-40B4-BE49-F238E27FC236}">
                <a16:creationId xmlns:a16="http://schemas.microsoft.com/office/drawing/2014/main" id="{69316B48-B28F-DA64-5DBA-406E855CB928}"/>
              </a:ext>
            </a:extLst>
          </p:cNvPr>
          <p:cNvSpPr/>
          <p:nvPr/>
        </p:nvSpPr>
        <p:spPr>
          <a:xfrm>
            <a:off x="2050771" y="4653278"/>
            <a:ext cx="486093" cy="495934"/>
          </a:xfrm>
          <a:custGeom>
            <a:avLst/>
            <a:gdLst/>
            <a:ahLst/>
            <a:cxnLst/>
            <a:rect l="l" t="t" r="r" b="b"/>
            <a:pathLst>
              <a:path w="12446" h="12698" extrusionOk="0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1" name="Google Shape;5301;p57">
            <a:extLst>
              <a:ext uri="{FF2B5EF4-FFF2-40B4-BE49-F238E27FC236}">
                <a16:creationId xmlns:a16="http://schemas.microsoft.com/office/drawing/2014/main" id="{6E4E032D-932F-18E1-6209-87AE41798BFD}"/>
              </a:ext>
            </a:extLst>
          </p:cNvPr>
          <p:cNvSpPr/>
          <p:nvPr/>
        </p:nvSpPr>
        <p:spPr>
          <a:xfrm>
            <a:off x="4978368" y="3411718"/>
            <a:ext cx="494685" cy="492849"/>
          </a:xfrm>
          <a:custGeom>
            <a:avLst/>
            <a:gdLst/>
            <a:ahLst/>
            <a:cxnLst/>
            <a:rect l="l" t="t" r="r" b="b"/>
            <a:pathLst>
              <a:path w="12666" h="12619" extrusionOk="0">
                <a:moveTo>
                  <a:pt x="9294" y="1"/>
                </a:moveTo>
                <a:cubicBezTo>
                  <a:pt x="9192" y="1"/>
                  <a:pt x="9089" y="40"/>
                  <a:pt x="9011" y="119"/>
                </a:cubicBezTo>
                <a:lnTo>
                  <a:pt x="7593" y="1537"/>
                </a:lnTo>
                <a:lnTo>
                  <a:pt x="9011" y="2954"/>
                </a:lnTo>
                <a:cubicBezTo>
                  <a:pt x="9168" y="3112"/>
                  <a:pt x="9168" y="3395"/>
                  <a:pt x="9011" y="3553"/>
                </a:cubicBezTo>
                <a:cubicBezTo>
                  <a:pt x="8932" y="3632"/>
                  <a:pt x="8822" y="3671"/>
                  <a:pt x="8711" y="3671"/>
                </a:cubicBezTo>
                <a:cubicBezTo>
                  <a:pt x="8601" y="3671"/>
                  <a:pt x="8491" y="3632"/>
                  <a:pt x="8412" y="3553"/>
                </a:cubicBezTo>
                <a:lnTo>
                  <a:pt x="6994" y="2135"/>
                </a:lnTo>
                <a:lnTo>
                  <a:pt x="5923" y="3206"/>
                </a:lnTo>
                <a:lnTo>
                  <a:pt x="7341" y="4624"/>
                </a:lnTo>
                <a:cubicBezTo>
                  <a:pt x="7498" y="4782"/>
                  <a:pt x="7498" y="5034"/>
                  <a:pt x="7341" y="5191"/>
                </a:cubicBezTo>
                <a:cubicBezTo>
                  <a:pt x="7262" y="5270"/>
                  <a:pt x="7160" y="5309"/>
                  <a:pt x="7053" y="5309"/>
                </a:cubicBezTo>
                <a:cubicBezTo>
                  <a:pt x="6947" y="5309"/>
                  <a:pt x="6837" y="5270"/>
                  <a:pt x="6742" y="5191"/>
                </a:cubicBezTo>
                <a:lnTo>
                  <a:pt x="5356" y="3773"/>
                </a:lnTo>
                <a:lnTo>
                  <a:pt x="4285" y="4845"/>
                </a:lnTo>
                <a:lnTo>
                  <a:pt x="5703" y="6262"/>
                </a:lnTo>
                <a:cubicBezTo>
                  <a:pt x="5860" y="6420"/>
                  <a:pt x="5860" y="6703"/>
                  <a:pt x="5703" y="6861"/>
                </a:cubicBezTo>
                <a:cubicBezTo>
                  <a:pt x="5624" y="6940"/>
                  <a:pt x="5514" y="6979"/>
                  <a:pt x="5403" y="6979"/>
                </a:cubicBezTo>
                <a:cubicBezTo>
                  <a:pt x="5293" y="6979"/>
                  <a:pt x="5183" y="6940"/>
                  <a:pt x="5104" y="6861"/>
                </a:cubicBezTo>
                <a:lnTo>
                  <a:pt x="3686" y="5443"/>
                </a:lnTo>
                <a:lnTo>
                  <a:pt x="2615" y="6514"/>
                </a:lnTo>
                <a:lnTo>
                  <a:pt x="4096" y="7932"/>
                </a:lnTo>
                <a:cubicBezTo>
                  <a:pt x="4253" y="8090"/>
                  <a:pt x="4253" y="8373"/>
                  <a:pt x="4096" y="8499"/>
                </a:cubicBezTo>
                <a:cubicBezTo>
                  <a:pt x="4017" y="8578"/>
                  <a:pt x="3907" y="8617"/>
                  <a:pt x="3797" y="8617"/>
                </a:cubicBezTo>
                <a:cubicBezTo>
                  <a:pt x="3686" y="8617"/>
                  <a:pt x="3576" y="8578"/>
                  <a:pt x="3497" y="8499"/>
                </a:cubicBezTo>
                <a:lnTo>
                  <a:pt x="2048" y="7081"/>
                </a:lnTo>
                <a:lnTo>
                  <a:pt x="158" y="8972"/>
                </a:lnTo>
                <a:cubicBezTo>
                  <a:pt x="0" y="9129"/>
                  <a:pt x="0" y="9413"/>
                  <a:pt x="158" y="9570"/>
                </a:cubicBezTo>
                <a:lnTo>
                  <a:pt x="3056" y="12500"/>
                </a:lnTo>
                <a:cubicBezTo>
                  <a:pt x="3135" y="12579"/>
                  <a:pt x="3245" y="12618"/>
                  <a:pt x="3356" y="12618"/>
                </a:cubicBezTo>
                <a:cubicBezTo>
                  <a:pt x="3466" y="12618"/>
                  <a:pt x="3576" y="12579"/>
                  <a:pt x="3655" y="12500"/>
                </a:cubicBezTo>
                <a:lnTo>
                  <a:pt x="12508" y="3616"/>
                </a:lnTo>
                <a:cubicBezTo>
                  <a:pt x="12665" y="3458"/>
                  <a:pt x="12665" y="3206"/>
                  <a:pt x="12508" y="3049"/>
                </a:cubicBezTo>
                <a:lnTo>
                  <a:pt x="9578" y="119"/>
                </a:lnTo>
                <a:cubicBezTo>
                  <a:pt x="9499" y="40"/>
                  <a:pt x="9397" y="1"/>
                  <a:pt x="929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3" name="Google Shape;5303;p57">
            <a:extLst>
              <a:ext uri="{FF2B5EF4-FFF2-40B4-BE49-F238E27FC236}">
                <a16:creationId xmlns:a16="http://schemas.microsoft.com/office/drawing/2014/main" id="{3BC021E4-08AD-7870-AC1A-292F4BF4A490}"/>
              </a:ext>
            </a:extLst>
          </p:cNvPr>
          <p:cNvSpPr/>
          <p:nvPr/>
        </p:nvSpPr>
        <p:spPr>
          <a:xfrm>
            <a:off x="1355079" y="1654504"/>
            <a:ext cx="574281" cy="462697"/>
          </a:xfrm>
          <a:custGeom>
            <a:avLst/>
            <a:gdLst/>
            <a:ahLst/>
            <a:cxnLst/>
            <a:rect l="l" t="t" r="r" b="b"/>
            <a:pathLst>
              <a:path w="14704" h="11847" extrusionOk="0">
                <a:moveTo>
                  <a:pt x="7370" y="797"/>
                </a:moveTo>
                <a:cubicBezTo>
                  <a:pt x="8536" y="797"/>
                  <a:pt x="9694" y="1246"/>
                  <a:pt x="10576" y="2143"/>
                </a:cubicBezTo>
                <a:cubicBezTo>
                  <a:pt x="12340" y="3908"/>
                  <a:pt x="12340" y="6775"/>
                  <a:pt x="10576" y="8539"/>
                </a:cubicBezTo>
                <a:cubicBezTo>
                  <a:pt x="9757" y="9390"/>
                  <a:pt x="8623" y="9894"/>
                  <a:pt x="7363" y="9894"/>
                </a:cubicBezTo>
                <a:cubicBezTo>
                  <a:pt x="6102" y="9894"/>
                  <a:pt x="4937" y="9358"/>
                  <a:pt x="4118" y="8539"/>
                </a:cubicBezTo>
                <a:cubicBezTo>
                  <a:pt x="2353" y="6775"/>
                  <a:pt x="2353" y="3908"/>
                  <a:pt x="4118" y="2143"/>
                </a:cubicBezTo>
                <a:cubicBezTo>
                  <a:pt x="5031" y="1246"/>
                  <a:pt x="6205" y="797"/>
                  <a:pt x="7370" y="797"/>
                </a:cubicBezTo>
                <a:close/>
                <a:moveTo>
                  <a:pt x="7326" y="1"/>
                </a:moveTo>
                <a:cubicBezTo>
                  <a:pt x="2091" y="1"/>
                  <a:pt x="0" y="6750"/>
                  <a:pt x="4275" y="9768"/>
                </a:cubicBezTo>
                <a:lnTo>
                  <a:pt x="3424" y="11280"/>
                </a:lnTo>
                <a:cubicBezTo>
                  <a:pt x="3298" y="11532"/>
                  <a:pt x="3487" y="11847"/>
                  <a:pt x="3771" y="11847"/>
                </a:cubicBezTo>
                <a:cubicBezTo>
                  <a:pt x="3929" y="11847"/>
                  <a:pt x="4086" y="11784"/>
                  <a:pt x="4118" y="11626"/>
                </a:cubicBezTo>
                <a:lnTo>
                  <a:pt x="5000" y="10209"/>
                </a:lnTo>
                <a:cubicBezTo>
                  <a:pt x="5740" y="10571"/>
                  <a:pt x="6543" y="10752"/>
                  <a:pt x="7351" y="10752"/>
                </a:cubicBezTo>
                <a:cubicBezTo>
                  <a:pt x="8158" y="10752"/>
                  <a:pt x="8969" y="10571"/>
                  <a:pt x="9725" y="10209"/>
                </a:cubicBezTo>
                <a:lnTo>
                  <a:pt x="10576" y="11626"/>
                </a:lnTo>
                <a:cubicBezTo>
                  <a:pt x="10671" y="11784"/>
                  <a:pt x="10828" y="11847"/>
                  <a:pt x="10923" y="11847"/>
                </a:cubicBezTo>
                <a:cubicBezTo>
                  <a:pt x="11238" y="11847"/>
                  <a:pt x="11458" y="11532"/>
                  <a:pt x="11301" y="11280"/>
                </a:cubicBezTo>
                <a:lnTo>
                  <a:pt x="10419" y="9768"/>
                </a:lnTo>
                <a:cubicBezTo>
                  <a:pt x="14703" y="6775"/>
                  <a:pt x="12592" y="1"/>
                  <a:pt x="7363" y="1"/>
                </a:cubicBezTo>
                <a:cubicBezTo>
                  <a:pt x="7350" y="1"/>
                  <a:pt x="7338" y="1"/>
                  <a:pt x="732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" name="Google Shape;5304;p57">
            <a:extLst>
              <a:ext uri="{FF2B5EF4-FFF2-40B4-BE49-F238E27FC236}">
                <a16:creationId xmlns:a16="http://schemas.microsoft.com/office/drawing/2014/main" id="{1A6CB2B4-F629-F00E-4094-8A316C9C01FB}"/>
              </a:ext>
            </a:extLst>
          </p:cNvPr>
          <p:cNvSpPr/>
          <p:nvPr/>
        </p:nvSpPr>
        <p:spPr>
          <a:xfrm>
            <a:off x="1717675" y="1621306"/>
            <a:ext cx="166145" cy="166145"/>
          </a:xfrm>
          <a:custGeom>
            <a:avLst/>
            <a:gdLst/>
            <a:ahLst/>
            <a:cxnLst/>
            <a:rect l="l" t="t" r="r" b="b"/>
            <a:pathLst>
              <a:path w="4254" h="4254" extrusionOk="0">
                <a:moveTo>
                  <a:pt x="1355" y="0"/>
                </a:moveTo>
                <a:cubicBezTo>
                  <a:pt x="882" y="0"/>
                  <a:pt x="410" y="95"/>
                  <a:pt x="0" y="315"/>
                </a:cubicBezTo>
                <a:cubicBezTo>
                  <a:pt x="1891" y="946"/>
                  <a:pt x="3340" y="2395"/>
                  <a:pt x="3938" y="4254"/>
                </a:cubicBezTo>
                <a:cubicBezTo>
                  <a:pt x="4128" y="3844"/>
                  <a:pt x="4254" y="3371"/>
                  <a:pt x="4254" y="2899"/>
                </a:cubicBezTo>
                <a:cubicBezTo>
                  <a:pt x="4254" y="1292"/>
                  <a:pt x="2962" y="0"/>
                  <a:pt x="13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5" name="Google Shape;5305;p57">
            <a:extLst>
              <a:ext uri="{FF2B5EF4-FFF2-40B4-BE49-F238E27FC236}">
                <a16:creationId xmlns:a16="http://schemas.microsoft.com/office/drawing/2014/main" id="{D532D0CF-BA18-21BE-D4ED-023A16C84007}"/>
              </a:ext>
            </a:extLst>
          </p:cNvPr>
          <p:cNvSpPr/>
          <p:nvPr/>
        </p:nvSpPr>
        <p:spPr>
          <a:xfrm>
            <a:off x="1398979" y="1622517"/>
            <a:ext cx="166145" cy="166183"/>
          </a:xfrm>
          <a:custGeom>
            <a:avLst/>
            <a:gdLst/>
            <a:ahLst/>
            <a:cxnLst/>
            <a:rect l="l" t="t" r="r" b="b"/>
            <a:pathLst>
              <a:path w="4254" h="4255" extrusionOk="0">
                <a:moveTo>
                  <a:pt x="2931" y="1"/>
                </a:moveTo>
                <a:cubicBezTo>
                  <a:pt x="1292" y="1"/>
                  <a:pt x="1" y="1293"/>
                  <a:pt x="1" y="2899"/>
                </a:cubicBezTo>
                <a:cubicBezTo>
                  <a:pt x="1" y="3372"/>
                  <a:pt x="127" y="3845"/>
                  <a:pt x="316" y="4254"/>
                </a:cubicBezTo>
                <a:cubicBezTo>
                  <a:pt x="977" y="2364"/>
                  <a:pt x="2426" y="915"/>
                  <a:pt x="4254" y="316"/>
                </a:cubicBezTo>
                <a:cubicBezTo>
                  <a:pt x="3876" y="127"/>
                  <a:pt x="3403" y="1"/>
                  <a:pt x="293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6" name="Google Shape;5306;p57">
            <a:extLst>
              <a:ext uri="{FF2B5EF4-FFF2-40B4-BE49-F238E27FC236}">
                <a16:creationId xmlns:a16="http://schemas.microsoft.com/office/drawing/2014/main" id="{1F8CA05E-32FF-0646-D301-9265E4D3BD70}"/>
              </a:ext>
            </a:extLst>
          </p:cNvPr>
          <p:cNvSpPr/>
          <p:nvPr/>
        </p:nvSpPr>
        <p:spPr>
          <a:xfrm>
            <a:off x="1496189" y="1717268"/>
            <a:ext cx="290421" cy="291671"/>
          </a:xfrm>
          <a:custGeom>
            <a:avLst/>
            <a:gdLst/>
            <a:ahLst/>
            <a:cxnLst/>
            <a:rect l="l" t="t" r="r" b="b"/>
            <a:pathLst>
              <a:path w="7436" h="7468" extrusionOk="0">
                <a:moveTo>
                  <a:pt x="3781" y="1671"/>
                </a:moveTo>
                <a:cubicBezTo>
                  <a:pt x="4033" y="1671"/>
                  <a:pt x="4191" y="1860"/>
                  <a:pt x="4191" y="2112"/>
                </a:cubicBezTo>
                <a:lnTo>
                  <a:pt x="4191" y="3340"/>
                </a:lnTo>
                <a:lnTo>
                  <a:pt x="5388" y="3340"/>
                </a:lnTo>
                <a:cubicBezTo>
                  <a:pt x="5640" y="3340"/>
                  <a:pt x="5829" y="3529"/>
                  <a:pt x="5829" y="3750"/>
                </a:cubicBezTo>
                <a:cubicBezTo>
                  <a:pt x="5829" y="4002"/>
                  <a:pt x="5640" y="4128"/>
                  <a:pt x="5388" y="4128"/>
                </a:cubicBezTo>
                <a:lnTo>
                  <a:pt x="3750" y="4128"/>
                </a:lnTo>
                <a:cubicBezTo>
                  <a:pt x="3498" y="4128"/>
                  <a:pt x="3308" y="3939"/>
                  <a:pt x="3308" y="3750"/>
                </a:cubicBezTo>
                <a:lnTo>
                  <a:pt x="3308" y="2112"/>
                </a:lnTo>
                <a:lnTo>
                  <a:pt x="3340" y="2112"/>
                </a:lnTo>
                <a:cubicBezTo>
                  <a:pt x="3340" y="1860"/>
                  <a:pt x="3529" y="1671"/>
                  <a:pt x="3781" y="1671"/>
                </a:cubicBezTo>
                <a:close/>
                <a:moveTo>
                  <a:pt x="3750" y="1"/>
                </a:moveTo>
                <a:cubicBezTo>
                  <a:pt x="1702" y="1"/>
                  <a:pt x="32" y="1671"/>
                  <a:pt x="0" y="3750"/>
                </a:cubicBezTo>
                <a:cubicBezTo>
                  <a:pt x="32" y="5798"/>
                  <a:pt x="1702" y="7467"/>
                  <a:pt x="3750" y="7467"/>
                </a:cubicBezTo>
                <a:cubicBezTo>
                  <a:pt x="5797" y="7467"/>
                  <a:pt x="7436" y="5798"/>
                  <a:pt x="7436" y="3750"/>
                </a:cubicBezTo>
                <a:cubicBezTo>
                  <a:pt x="7436" y="1702"/>
                  <a:pt x="5797" y="64"/>
                  <a:pt x="375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8" name="Google Shape;5308;p57">
            <a:extLst>
              <a:ext uri="{FF2B5EF4-FFF2-40B4-BE49-F238E27FC236}">
                <a16:creationId xmlns:a16="http://schemas.microsoft.com/office/drawing/2014/main" id="{B288010F-22E7-2B96-977C-49218D346F66}"/>
              </a:ext>
            </a:extLst>
          </p:cNvPr>
          <p:cNvSpPr/>
          <p:nvPr/>
        </p:nvSpPr>
        <p:spPr>
          <a:xfrm>
            <a:off x="1402455" y="2209152"/>
            <a:ext cx="479530" cy="485662"/>
          </a:xfrm>
          <a:custGeom>
            <a:avLst/>
            <a:gdLst/>
            <a:ahLst/>
            <a:cxnLst/>
            <a:rect l="l" t="t" r="r" b="b"/>
            <a:pathLst>
              <a:path w="12278" h="12435" extrusionOk="0">
                <a:moveTo>
                  <a:pt x="5905" y="860"/>
                </a:moveTo>
                <a:cubicBezTo>
                  <a:pt x="6421" y="860"/>
                  <a:pt x="6926" y="1412"/>
                  <a:pt x="7341" y="2467"/>
                </a:cubicBezTo>
                <a:cubicBezTo>
                  <a:pt x="6837" y="2593"/>
                  <a:pt x="6365" y="2782"/>
                  <a:pt x="5892" y="3003"/>
                </a:cubicBezTo>
                <a:cubicBezTo>
                  <a:pt x="5419" y="2782"/>
                  <a:pt x="4947" y="2593"/>
                  <a:pt x="4443" y="2467"/>
                </a:cubicBezTo>
                <a:cubicBezTo>
                  <a:pt x="4893" y="1381"/>
                  <a:pt x="5404" y="860"/>
                  <a:pt x="5905" y="860"/>
                </a:cubicBezTo>
                <a:close/>
                <a:moveTo>
                  <a:pt x="4191" y="3255"/>
                </a:moveTo>
                <a:cubicBezTo>
                  <a:pt x="4443" y="3349"/>
                  <a:pt x="4632" y="3381"/>
                  <a:pt x="4884" y="3475"/>
                </a:cubicBezTo>
                <a:cubicBezTo>
                  <a:pt x="4726" y="3538"/>
                  <a:pt x="4600" y="3601"/>
                  <a:pt x="4443" y="3696"/>
                </a:cubicBezTo>
                <a:cubicBezTo>
                  <a:pt x="4285" y="3790"/>
                  <a:pt x="4159" y="3853"/>
                  <a:pt x="4002" y="3948"/>
                </a:cubicBezTo>
                <a:cubicBezTo>
                  <a:pt x="4096" y="3727"/>
                  <a:pt x="4159" y="3507"/>
                  <a:pt x="4191" y="3255"/>
                </a:cubicBezTo>
                <a:close/>
                <a:moveTo>
                  <a:pt x="7625" y="3318"/>
                </a:moveTo>
                <a:cubicBezTo>
                  <a:pt x="7688" y="3507"/>
                  <a:pt x="7751" y="3727"/>
                  <a:pt x="7782" y="3979"/>
                </a:cubicBezTo>
                <a:cubicBezTo>
                  <a:pt x="7499" y="3790"/>
                  <a:pt x="7247" y="3633"/>
                  <a:pt x="6963" y="3507"/>
                </a:cubicBezTo>
                <a:cubicBezTo>
                  <a:pt x="7184" y="3412"/>
                  <a:pt x="7404" y="3349"/>
                  <a:pt x="7625" y="3318"/>
                </a:cubicBezTo>
                <a:close/>
                <a:moveTo>
                  <a:pt x="2611" y="3034"/>
                </a:moveTo>
                <a:cubicBezTo>
                  <a:pt x="2846" y="3034"/>
                  <a:pt x="3110" y="3054"/>
                  <a:pt x="3403" y="3097"/>
                </a:cubicBezTo>
                <a:cubicBezTo>
                  <a:pt x="3309" y="3570"/>
                  <a:pt x="3183" y="4042"/>
                  <a:pt x="3151" y="4609"/>
                </a:cubicBezTo>
                <a:cubicBezTo>
                  <a:pt x="2742" y="4924"/>
                  <a:pt x="2363" y="5240"/>
                  <a:pt x="1954" y="5586"/>
                </a:cubicBezTo>
                <a:cubicBezTo>
                  <a:pt x="712" y="4068"/>
                  <a:pt x="945" y="3034"/>
                  <a:pt x="2611" y="3034"/>
                </a:cubicBezTo>
                <a:close/>
                <a:moveTo>
                  <a:pt x="9301" y="3075"/>
                </a:moveTo>
                <a:cubicBezTo>
                  <a:pt x="10879" y="3075"/>
                  <a:pt x="11079" y="4102"/>
                  <a:pt x="9862" y="5618"/>
                </a:cubicBezTo>
                <a:cubicBezTo>
                  <a:pt x="9515" y="5271"/>
                  <a:pt x="9137" y="4924"/>
                  <a:pt x="8696" y="4641"/>
                </a:cubicBezTo>
                <a:cubicBezTo>
                  <a:pt x="8601" y="4137"/>
                  <a:pt x="8538" y="3601"/>
                  <a:pt x="8412" y="3160"/>
                </a:cubicBezTo>
                <a:cubicBezTo>
                  <a:pt x="8746" y="3102"/>
                  <a:pt x="9042" y="3075"/>
                  <a:pt x="9301" y="3075"/>
                </a:cubicBezTo>
                <a:close/>
                <a:moveTo>
                  <a:pt x="8822" y="5744"/>
                </a:moveTo>
                <a:cubicBezTo>
                  <a:pt x="9011" y="5901"/>
                  <a:pt x="9169" y="6059"/>
                  <a:pt x="9326" y="6216"/>
                </a:cubicBezTo>
                <a:cubicBezTo>
                  <a:pt x="9169" y="6374"/>
                  <a:pt x="8980" y="6531"/>
                  <a:pt x="8822" y="6689"/>
                </a:cubicBezTo>
                <a:lnTo>
                  <a:pt x="8822" y="5744"/>
                </a:lnTo>
                <a:close/>
                <a:moveTo>
                  <a:pt x="3025" y="5775"/>
                </a:moveTo>
                <a:lnTo>
                  <a:pt x="3025" y="6720"/>
                </a:lnTo>
                <a:cubicBezTo>
                  <a:pt x="2836" y="6563"/>
                  <a:pt x="2679" y="6405"/>
                  <a:pt x="2521" y="6248"/>
                </a:cubicBezTo>
                <a:cubicBezTo>
                  <a:pt x="2679" y="6090"/>
                  <a:pt x="2868" y="5933"/>
                  <a:pt x="3025" y="5775"/>
                </a:cubicBezTo>
                <a:close/>
                <a:moveTo>
                  <a:pt x="5892" y="3885"/>
                </a:moveTo>
                <a:cubicBezTo>
                  <a:pt x="6617" y="4200"/>
                  <a:pt x="7278" y="4609"/>
                  <a:pt x="7908" y="5082"/>
                </a:cubicBezTo>
                <a:cubicBezTo>
                  <a:pt x="8003" y="5838"/>
                  <a:pt x="8003" y="6626"/>
                  <a:pt x="7908" y="7413"/>
                </a:cubicBezTo>
                <a:cubicBezTo>
                  <a:pt x="7278" y="7823"/>
                  <a:pt x="6585" y="8232"/>
                  <a:pt x="5892" y="8579"/>
                </a:cubicBezTo>
                <a:cubicBezTo>
                  <a:pt x="5545" y="8421"/>
                  <a:pt x="5230" y="8232"/>
                  <a:pt x="4884" y="8043"/>
                </a:cubicBezTo>
                <a:cubicBezTo>
                  <a:pt x="4537" y="7823"/>
                  <a:pt x="4191" y="7634"/>
                  <a:pt x="3876" y="7413"/>
                </a:cubicBezTo>
                <a:cubicBezTo>
                  <a:pt x="3844" y="6657"/>
                  <a:pt x="3844" y="5870"/>
                  <a:pt x="3876" y="5082"/>
                </a:cubicBezTo>
                <a:cubicBezTo>
                  <a:pt x="4191" y="4830"/>
                  <a:pt x="4537" y="4641"/>
                  <a:pt x="4884" y="4452"/>
                </a:cubicBezTo>
                <a:cubicBezTo>
                  <a:pt x="5230" y="4263"/>
                  <a:pt x="5577" y="4042"/>
                  <a:pt x="5892" y="3885"/>
                </a:cubicBezTo>
                <a:close/>
                <a:moveTo>
                  <a:pt x="4033" y="8516"/>
                </a:moveTo>
                <a:cubicBezTo>
                  <a:pt x="4159" y="8579"/>
                  <a:pt x="4317" y="8674"/>
                  <a:pt x="4474" y="8737"/>
                </a:cubicBezTo>
                <a:cubicBezTo>
                  <a:pt x="4632" y="8831"/>
                  <a:pt x="4758" y="8894"/>
                  <a:pt x="4915" y="8989"/>
                </a:cubicBezTo>
                <a:cubicBezTo>
                  <a:pt x="4663" y="9052"/>
                  <a:pt x="4474" y="9146"/>
                  <a:pt x="4254" y="9178"/>
                </a:cubicBezTo>
                <a:cubicBezTo>
                  <a:pt x="4159" y="8926"/>
                  <a:pt x="4096" y="8737"/>
                  <a:pt x="4033" y="8516"/>
                </a:cubicBezTo>
                <a:close/>
                <a:moveTo>
                  <a:pt x="7782" y="8516"/>
                </a:moveTo>
                <a:cubicBezTo>
                  <a:pt x="7751" y="8737"/>
                  <a:pt x="7688" y="8989"/>
                  <a:pt x="7625" y="9178"/>
                </a:cubicBezTo>
                <a:cubicBezTo>
                  <a:pt x="7404" y="9083"/>
                  <a:pt x="7184" y="9052"/>
                  <a:pt x="6963" y="8989"/>
                </a:cubicBezTo>
                <a:cubicBezTo>
                  <a:pt x="7278" y="8831"/>
                  <a:pt x="7499" y="8674"/>
                  <a:pt x="7782" y="8516"/>
                </a:cubicBezTo>
                <a:close/>
                <a:moveTo>
                  <a:pt x="1954" y="6846"/>
                </a:moveTo>
                <a:cubicBezTo>
                  <a:pt x="2300" y="7193"/>
                  <a:pt x="2710" y="7571"/>
                  <a:pt x="3151" y="7823"/>
                </a:cubicBezTo>
                <a:cubicBezTo>
                  <a:pt x="3214" y="8358"/>
                  <a:pt x="3309" y="8863"/>
                  <a:pt x="3403" y="9335"/>
                </a:cubicBezTo>
                <a:cubicBezTo>
                  <a:pt x="3090" y="9388"/>
                  <a:pt x="2806" y="9414"/>
                  <a:pt x="2555" y="9414"/>
                </a:cubicBezTo>
                <a:cubicBezTo>
                  <a:pt x="1015" y="9414"/>
                  <a:pt x="681" y="8445"/>
                  <a:pt x="1954" y="6846"/>
                </a:cubicBezTo>
                <a:close/>
                <a:moveTo>
                  <a:pt x="9925" y="6846"/>
                </a:moveTo>
                <a:lnTo>
                  <a:pt x="9925" y="6846"/>
                </a:lnTo>
                <a:cubicBezTo>
                  <a:pt x="11167" y="8392"/>
                  <a:pt x="10934" y="9430"/>
                  <a:pt x="9267" y="9430"/>
                </a:cubicBezTo>
                <a:cubicBezTo>
                  <a:pt x="9032" y="9430"/>
                  <a:pt x="8768" y="9410"/>
                  <a:pt x="8475" y="9367"/>
                </a:cubicBezTo>
                <a:cubicBezTo>
                  <a:pt x="8538" y="8894"/>
                  <a:pt x="8664" y="8390"/>
                  <a:pt x="8727" y="7823"/>
                </a:cubicBezTo>
                <a:cubicBezTo>
                  <a:pt x="9137" y="7508"/>
                  <a:pt x="9515" y="7193"/>
                  <a:pt x="9925" y="6846"/>
                </a:cubicBezTo>
                <a:close/>
                <a:moveTo>
                  <a:pt x="5924" y="9461"/>
                </a:moveTo>
                <a:cubicBezTo>
                  <a:pt x="6396" y="9650"/>
                  <a:pt x="6869" y="9839"/>
                  <a:pt x="7404" y="9965"/>
                </a:cubicBezTo>
                <a:cubicBezTo>
                  <a:pt x="6962" y="11056"/>
                  <a:pt x="6440" y="11607"/>
                  <a:pt x="5922" y="11607"/>
                </a:cubicBezTo>
                <a:cubicBezTo>
                  <a:pt x="5408" y="11607"/>
                  <a:pt x="4898" y="11064"/>
                  <a:pt x="4474" y="9965"/>
                </a:cubicBezTo>
                <a:cubicBezTo>
                  <a:pt x="4978" y="9839"/>
                  <a:pt x="5451" y="9650"/>
                  <a:pt x="5924" y="9461"/>
                </a:cubicBezTo>
                <a:close/>
                <a:moveTo>
                  <a:pt x="5931" y="1"/>
                </a:moveTo>
                <a:cubicBezTo>
                  <a:pt x="5817" y="1"/>
                  <a:pt x="5699" y="14"/>
                  <a:pt x="5577" y="41"/>
                </a:cubicBezTo>
                <a:cubicBezTo>
                  <a:pt x="4632" y="262"/>
                  <a:pt x="4002" y="1333"/>
                  <a:pt x="3655" y="2278"/>
                </a:cubicBezTo>
                <a:cubicBezTo>
                  <a:pt x="3326" y="2223"/>
                  <a:pt x="2973" y="2187"/>
                  <a:pt x="2624" y="2187"/>
                </a:cubicBezTo>
                <a:cubicBezTo>
                  <a:pt x="1770" y="2187"/>
                  <a:pt x="939" y="2404"/>
                  <a:pt x="536" y="3097"/>
                </a:cubicBezTo>
                <a:cubicBezTo>
                  <a:pt x="1" y="4074"/>
                  <a:pt x="662" y="5334"/>
                  <a:pt x="1387" y="6216"/>
                </a:cubicBezTo>
                <a:cubicBezTo>
                  <a:pt x="788" y="6972"/>
                  <a:pt x="158" y="8043"/>
                  <a:pt x="379" y="8926"/>
                </a:cubicBezTo>
                <a:cubicBezTo>
                  <a:pt x="599" y="9650"/>
                  <a:pt x="1166" y="10028"/>
                  <a:pt x="1922" y="10186"/>
                </a:cubicBezTo>
                <a:cubicBezTo>
                  <a:pt x="2157" y="10241"/>
                  <a:pt x="2410" y="10266"/>
                  <a:pt x="2668" y="10266"/>
                </a:cubicBezTo>
                <a:cubicBezTo>
                  <a:pt x="2998" y="10266"/>
                  <a:pt x="3337" y="10225"/>
                  <a:pt x="3655" y="10154"/>
                </a:cubicBezTo>
                <a:cubicBezTo>
                  <a:pt x="4221" y="11678"/>
                  <a:pt x="5076" y="12434"/>
                  <a:pt x="5929" y="12434"/>
                </a:cubicBezTo>
                <a:cubicBezTo>
                  <a:pt x="6786" y="12434"/>
                  <a:pt x="7639" y="11670"/>
                  <a:pt x="8192" y="10154"/>
                </a:cubicBezTo>
                <a:cubicBezTo>
                  <a:pt x="8550" y="10215"/>
                  <a:pt x="8882" y="10243"/>
                  <a:pt x="9186" y="10243"/>
                </a:cubicBezTo>
                <a:cubicBezTo>
                  <a:pt x="11589" y="10243"/>
                  <a:pt x="12278" y="8453"/>
                  <a:pt x="10460" y="6216"/>
                </a:cubicBezTo>
                <a:cubicBezTo>
                  <a:pt x="12272" y="4014"/>
                  <a:pt x="11618" y="2182"/>
                  <a:pt x="9217" y="2182"/>
                </a:cubicBezTo>
                <a:cubicBezTo>
                  <a:pt x="8904" y="2182"/>
                  <a:pt x="8562" y="2213"/>
                  <a:pt x="8192" y="2278"/>
                </a:cubicBezTo>
                <a:cubicBezTo>
                  <a:pt x="7765" y="1139"/>
                  <a:pt x="7004" y="1"/>
                  <a:pt x="593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9" name="Google Shape;5309;p57">
            <a:extLst>
              <a:ext uri="{FF2B5EF4-FFF2-40B4-BE49-F238E27FC236}">
                <a16:creationId xmlns:a16="http://schemas.microsoft.com/office/drawing/2014/main" id="{1D2B4D10-7C2F-C9E6-0A03-2EF3FBA30EA3}"/>
              </a:ext>
            </a:extLst>
          </p:cNvPr>
          <p:cNvSpPr/>
          <p:nvPr/>
        </p:nvSpPr>
        <p:spPr>
          <a:xfrm>
            <a:off x="1584573" y="2403887"/>
            <a:ext cx="98460" cy="97289"/>
          </a:xfrm>
          <a:custGeom>
            <a:avLst/>
            <a:gdLst/>
            <a:ahLst/>
            <a:cxnLst/>
            <a:rect l="l" t="t" r="r" b="b"/>
            <a:pathLst>
              <a:path w="2521" h="2491" extrusionOk="0">
                <a:moveTo>
                  <a:pt x="1313" y="0"/>
                </a:moveTo>
                <a:cubicBezTo>
                  <a:pt x="1295" y="0"/>
                  <a:pt x="1278" y="1"/>
                  <a:pt x="1261" y="1"/>
                </a:cubicBezTo>
                <a:cubicBezTo>
                  <a:pt x="599" y="1"/>
                  <a:pt x="0" y="569"/>
                  <a:pt x="63" y="1230"/>
                </a:cubicBezTo>
                <a:cubicBezTo>
                  <a:pt x="0" y="1955"/>
                  <a:pt x="567" y="2490"/>
                  <a:pt x="1261" y="2490"/>
                </a:cubicBezTo>
                <a:cubicBezTo>
                  <a:pt x="1954" y="2490"/>
                  <a:pt x="2521" y="1955"/>
                  <a:pt x="2489" y="1230"/>
                </a:cubicBezTo>
                <a:cubicBezTo>
                  <a:pt x="2489" y="585"/>
                  <a:pt x="1980" y="0"/>
                  <a:pt x="131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0" name="Google Shape;5310;p57">
            <a:extLst>
              <a:ext uri="{FF2B5EF4-FFF2-40B4-BE49-F238E27FC236}">
                <a16:creationId xmlns:a16="http://schemas.microsoft.com/office/drawing/2014/main" id="{5AB8E0B8-F714-B9B5-70A9-71E499DAE35F}"/>
              </a:ext>
            </a:extLst>
          </p:cNvPr>
          <p:cNvSpPr/>
          <p:nvPr/>
        </p:nvSpPr>
        <p:spPr>
          <a:xfrm>
            <a:off x="1397710" y="2796187"/>
            <a:ext cx="497106" cy="494684"/>
          </a:xfrm>
          <a:custGeom>
            <a:avLst/>
            <a:gdLst/>
            <a:ahLst/>
            <a:cxnLst/>
            <a:rect l="l" t="t" r="r" b="b"/>
            <a:pathLst>
              <a:path w="12728" h="12666" extrusionOk="0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" name="Google Shape;5312;p57">
            <a:extLst>
              <a:ext uri="{FF2B5EF4-FFF2-40B4-BE49-F238E27FC236}">
                <a16:creationId xmlns:a16="http://schemas.microsoft.com/office/drawing/2014/main" id="{7555B400-F4EB-EFE1-B6CF-7363714D0371}"/>
              </a:ext>
            </a:extLst>
          </p:cNvPr>
          <p:cNvSpPr/>
          <p:nvPr/>
        </p:nvSpPr>
        <p:spPr>
          <a:xfrm>
            <a:off x="4366661" y="1708675"/>
            <a:ext cx="131697" cy="131696"/>
          </a:xfrm>
          <a:custGeom>
            <a:avLst/>
            <a:gdLst/>
            <a:ahLst/>
            <a:cxnLst/>
            <a:rect l="l" t="t" r="r" b="b"/>
            <a:pathLst>
              <a:path w="3372" h="3372" extrusionOk="0">
                <a:moveTo>
                  <a:pt x="2710" y="0"/>
                </a:moveTo>
                <a:lnTo>
                  <a:pt x="1" y="2710"/>
                </a:lnTo>
                <a:lnTo>
                  <a:pt x="694" y="3371"/>
                </a:lnTo>
                <a:lnTo>
                  <a:pt x="3372" y="662"/>
                </a:lnTo>
                <a:lnTo>
                  <a:pt x="271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" name="Google Shape;5313;p57">
            <a:extLst>
              <a:ext uri="{FF2B5EF4-FFF2-40B4-BE49-F238E27FC236}">
                <a16:creationId xmlns:a16="http://schemas.microsoft.com/office/drawing/2014/main" id="{9525AB96-40D1-F289-120E-5F3142C70F84}"/>
              </a:ext>
            </a:extLst>
          </p:cNvPr>
          <p:cNvSpPr/>
          <p:nvPr/>
        </p:nvSpPr>
        <p:spPr>
          <a:xfrm>
            <a:off x="4570923" y="1667158"/>
            <a:ext cx="236290" cy="233516"/>
          </a:xfrm>
          <a:custGeom>
            <a:avLst/>
            <a:gdLst/>
            <a:ahLst/>
            <a:cxnLst/>
            <a:rect l="l" t="t" r="r" b="b"/>
            <a:pathLst>
              <a:path w="6050" h="5979" extrusionOk="0">
                <a:moveTo>
                  <a:pt x="2663" y="0"/>
                </a:moveTo>
                <a:cubicBezTo>
                  <a:pt x="2552" y="0"/>
                  <a:pt x="2442" y="39"/>
                  <a:pt x="2363" y="118"/>
                </a:cubicBezTo>
                <a:lnTo>
                  <a:pt x="1261" y="1221"/>
                </a:lnTo>
                <a:lnTo>
                  <a:pt x="2678" y="2639"/>
                </a:lnTo>
                <a:cubicBezTo>
                  <a:pt x="2836" y="2796"/>
                  <a:pt x="2836" y="3080"/>
                  <a:pt x="2678" y="3237"/>
                </a:cubicBezTo>
                <a:cubicBezTo>
                  <a:pt x="2637" y="3278"/>
                  <a:pt x="2560" y="3302"/>
                  <a:pt x="2473" y="3302"/>
                </a:cubicBezTo>
                <a:cubicBezTo>
                  <a:pt x="2360" y="3302"/>
                  <a:pt x="2232" y="3263"/>
                  <a:pt x="2143" y="3174"/>
                </a:cubicBezTo>
                <a:lnTo>
                  <a:pt x="725" y="1756"/>
                </a:lnTo>
                <a:lnTo>
                  <a:pt x="0" y="2481"/>
                </a:lnTo>
                <a:lnTo>
                  <a:pt x="3529" y="5978"/>
                </a:lnTo>
                <a:lnTo>
                  <a:pt x="5892" y="3615"/>
                </a:lnTo>
                <a:cubicBezTo>
                  <a:pt x="6049" y="3458"/>
                  <a:pt x="6049" y="3174"/>
                  <a:pt x="5892" y="3017"/>
                </a:cubicBezTo>
                <a:lnTo>
                  <a:pt x="2962" y="118"/>
                </a:lnTo>
                <a:cubicBezTo>
                  <a:pt x="2883" y="39"/>
                  <a:pt x="2773" y="0"/>
                  <a:pt x="26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" name="Google Shape;5314;p57">
            <a:extLst>
              <a:ext uri="{FF2B5EF4-FFF2-40B4-BE49-F238E27FC236}">
                <a16:creationId xmlns:a16="http://schemas.microsoft.com/office/drawing/2014/main" id="{D6C6372C-0ACA-208D-0BD3-80EAAB865CB8}"/>
              </a:ext>
            </a:extLst>
          </p:cNvPr>
          <p:cNvSpPr/>
          <p:nvPr/>
        </p:nvSpPr>
        <p:spPr>
          <a:xfrm>
            <a:off x="4415872" y="1757886"/>
            <a:ext cx="333500" cy="333499"/>
          </a:xfrm>
          <a:custGeom>
            <a:avLst/>
            <a:gdLst/>
            <a:ahLst/>
            <a:cxnLst/>
            <a:rect l="l" t="t" r="r" b="b"/>
            <a:pathLst>
              <a:path w="8539" h="8539" extrusionOk="0">
                <a:moveTo>
                  <a:pt x="2679" y="0"/>
                </a:moveTo>
                <a:lnTo>
                  <a:pt x="1" y="2678"/>
                </a:lnTo>
                <a:lnTo>
                  <a:pt x="5861" y="8538"/>
                </a:lnTo>
                <a:lnTo>
                  <a:pt x="8539" y="5860"/>
                </a:lnTo>
                <a:lnTo>
                  <a:pt x="267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" name="Google Shape;5315;p57">
            <a:extLst>
              <a:ext uri="{FF2B5EF4-FFF2-40B4-BE49-F238E27FC236}">
                <a16:creationId xmlns:a16="http://schemas.microsoft.com/office/drawing/2014/main" id="{09A7023E-7A6C-45CB-5725-6F48F3B5685E}"/>
              </a:ext>
            </a:extLst>
          </p:cNvPr>
          <p:cNvSpPr/>
          <p:nvPr/>
        </p:nvSpPr>
        <p:spPr>
          <a:xfrm>
            <a:off x="4673056" y="2015031"/>
            <a:ext cx="137282" cy="134040"/>
          </a:xfrm>
          <a:custGeom>
            <a:avLst/>
            <a:gdLst/>
            <a:ahLst/>
            <a:cxnLst/>
            <a:rect l="l" t="t" r="r" b="b"/>
            <a:pathLst>
              <a:path w="3515" h="3432" extrusionOk="0">
                <a:moveTo>
                  <a:pt x="2426" y="1"/>
                </a:moveTo>
                <a:lnTo>
                  <a:pt x="0" y="2427"/>
                </a:lnTo>
                <a:lnTo>
                  <a:pt x="2899" y="3404"/>
                </a:lnTo>
                <a:cubicBezTo>
                  <a:pt x="2948" y="3423"/>
                  <a:pt x="2996" y="3432"/>
                  <a:pt x="3044" y="3432"/>
                </a:cubicBezTo>
                <a:cubicBezTo>
                  <a:pt x="3302" y="3432"/>
                  <a:pt x="3514" y="3166"/>
                  <a:pt x="3434" y="2899"/>
                </a:cubicBezTo>
                <a:lnTo>
                  <a:pt x="242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" name="Google Shape;5316;p57">
            <a:extLst>
              <a:ext uri="{FF2B5EF4-FFF2-40B4-BE49-F238E27FC236}">
                <a16:creationId xmlns:a16="http://schemas.microsoft.com/office/drawing/2014/main" id="{1444EFE7-4C3E-B56C-1DAB-8C7ABC34F561}"/>
              </a:ext>
            </a:extLst>
          </p:cNvPr>
          <p:cNvSpPr/>
          <p:nvPr/>
        </p:nvSpPr>
        <p:spPr>
          <a:xfrm>
            <a:off x="4322371" y="1912937"/>
            <a:ext cx="235040" cy="233516"/>
          </a:xfrm>
          <a:custGeom>
            <a:avLst/>
            <a:gdLst/>
            <a:ahLst/>
            <a:cxnLst/>
            <a:rect l="l" t="t" r="r" b="b"/>
            <a:pathLst>
              <a:path w="6018" h="5979" extrusionOk="0">
                <a:moveTo>
                  <a:pt x="2521" y="0"/>
                </a:moveTo>
                <a:lnTo>
                  <a:pt x="1796" y="725"/>
                </a:lnTo>
                <a:lnTo>
                  <a:pt x="3308" y="2205"/>
                </a:lnTo>
                <a:cubicBezTo>
                  <a:pt x="3466" y="2363"/>
                  <a:pt x="3466" y="2646"/>
                  <a:pt x="3308" y="2804"/>
                </a:cubicBezTo>
                <a:cubicBezTo>
                  <a:pt x="3230" y="2883"/>
                  <a:pt x="3119" y="2922"/>
                  <a:pt x="3009" y="2922"/>
                </a:cubicBezTo>
                <a:cubicBezTo>
                  <a:pt x="2899" y="2922"/>
                  <a:pt x="2789" y="2883"/>
                  <a:pt x="2710" y="2804"/>
                </a:cubicBezTo>
                <a:lnTo>
                  <a:pt x="1229" y="1292"/>
                </a:lnTo>
                <a:lnTo>
                  <a:pt x="158" y="2363"/>
                </a:lnTo>
                <a:cubicBezTo>
                  <a:pt x="0" y="2520"/>
                  <a:pt x="0" y="2804"/>
                  <a:pt x="158" y="2962"/>
                </a:cubicBezTo>
                <a:lnTo>
                  <a:pt x="3056" y="5860"/>
                </a:lnTo>
                <a:cubicBezTo>
                  <a:pt x="3135" y="5939"/>
                  <a:pt x="3245" y="5978"/>
                  <a:pt x="3356" y="5978"/>
                </a:cubicBezTo>
                <a:cubicBezTo>
                  <a:pt x="3466" y="5978"/>
                  <a:pt x="3576" y="5939"/>
                  <a:pt x="3655" y="5860"/>
                </a:cubicBezTo>
                <a:lnTo>
                  <a:pt x="6018" y="3497"/>
                </a:lnTo>
                <a:lnTo>
                  <a:pt x="252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" name="Google Shape;5317;p57">
            <a:extLst>
              <a:ext uri="{FF2B5EF4-FFF2-40B4-BE49-F238E27FC236}">
                <a16:creationId xmlns:a16="http://schemas.microsoft.com/office/drawing/2014/main" id="{48FF59F3-DF7C-BEE5-2189-408133E174C6}"/>
              </a:ext>
            </a:extLst>
          </p:cNvPr>
          <p:cNvSpPr/>
          <p:nvPr/>
        </p:nvSpPr>
        <p:spPr>
          <a:xfrm>
            <a:off x="4306359" y="1653918"/>
            <a:ext cx="144000" cy="137243"/>
          </a:xfrm>
          <a:custGeom>
            <a:avLst/>
            <a:gdLst/>
            <a:ahLst/>
            <a:cxnLst/>
            <a:rect l="l" t="t" r="r" b="b"/>
            <a:pathLst>
              <a:path w="3687" h="3514" extrusionOk="0">
                <a:moveTo>
                  <a:pt x="2281" y="0"/>
                </a:moveTo>
                <a:cubicBezTo>
                  <a:pt x="1915" y="0"/>
                  <a:pt x="1545" y="142"/>
                  <a:pt x="1261" y="426"/>
                </a:cubicBezTo>
                <a:lnTo>
                  <a:pt x="568" y="1119"/>
                </a:lnTo>
                <a:cubicBezTo>
                  <a:pt x="1" y="1686"/>
                  <a:pt x="1" y="2568"/>
                  <a:pt x="568" y="3135"/>
                </a:cubicBezTo>
                <a:lnTo>
                  <a:pt x="946" y="3513"/>
                </a:lnTo>
                <a:lnTo>
                  <a:pt x="3687" y="804"/>
                </a:lnTo>
                <a:lnTo>
                  <a:pt x="3277" y="426"/>
                </a:lnTo>
                <a:cubicBezTo>
                  <a:pt x="3010" y="142"/>
                  <a:pt x="2647" y="0"/>
                  <a:pt x="22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" name="Google Shape;5319;p57">
            <a:extLst>
              <a:ext uri="{FF2B5EF4-FFF2-40B4-BE49-F238E27FC236}">
                <a16:creationId xmlns:a16="http://schemas.microsoft.com/office/drawing/2014/main" id="{3B6CA474-0559-E591-6749-EE515D3CE5E9}"/>
              </a:ext>
            </a:extLst>
          </p:cNvPr>
          <p:cNvSpPr/>
          <p:nvPr/>
        </p:nvSpPr>
        <p:spPr>
          <a:xfrm>
            <a:off x="4309775" y="2279650"/>
            <a:ext cx="468867" cy="129237"/>
          </a:xfrm>
          <a:custGeom>
            <a:avLst/>
            <a:gdLst/>
            <a:ahLst/>
            <a:cxnLst/>
            <a:rect l="l" t="t" r="r" b="b"/>
            <a:pathLst>
              <a:path w="12005" h="3309" extrusionOk="0">
                <a:moveTo>
                  <a:pt x="1671" y="0"/>
                </a:moveTo>
                <a:cubicBezTo>
                  <a:pt x="757" y="0"/>
                  <a:pt x="1" y="757"/>
                  <a:pt x="1" y="1670"/>
                </a:cubicBezTo>
                <a:cubicBezTo>
                  <a:pt x="1" y="2552"/>
                  <a:pt x="757" y="3308"/>
                  <a:pt x="1671" y="3308"/>
                </a:cubicBezTo>
                <a:lnTo>
                  <a:pt x="11469" y="3308"/>
                </a:lnTo>
                <a:cubicBezTo>
                  <a:pt x="11815" y="3308"/>
                  <a:pt x="12004" y="2930"/>
                  <a:pt x="11784" y="2647"/>
                </a:cubicBezTo>
                <a:cubicBezTo>
                  <a:pt x="11595" y="2363"/>
                  <a:pt x="11469" y="2017"/>
                  <a:pt x="11469" y="1670"/>
                </a:cubicBezTo>
                <a:cubicBezTo>
                  <a:pt x="11469" y="1292"/>
                  <a:pt x="11595" y="946"/>
                  <a:pt x="11784" y="662"/>
                </a:cubicBezTo>
                <a:cubicBezTo>
                  <a:pt x="11973" y="410"/>
                  <a:pt x="11784" y="0"/>
                  <a:pt x="114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" name="Google Shape;5320;p57">
            <a:extLst>
              <a:ext uri="{FF2B5EF4-FFF2-40B4-BE49-F238E27FC236}">
                <a16:creationId xmlns:a16="http://schemas.microsoft.com/office/drawing/2014/main" id="{C31AE4E8-60F4-E214-409C-3A15633D8A64}"/>
              </a:ext>
            </a:extLst>
          </p:cNvPr>
          <p:cNvSpPr/>
          <p:nvPr/>
        </p:nvSpPr>
        <p:spPr>
          <a:xfrm>
            <a:off x="4680145" y="2440833"/>
            <a:ext cx="33276" cy="129237"/>
          </a:xfrm>
          <a:custGeom>
            <a:avLst/>
            <a:gdLst/>
            <a:ahLst/>
            <a:cxnLst/>
            <a:rect l="l" t="t" r="r" b="b"/>
            <a:pathLst>
              <a:path w="852" h="3309" extrusionOk="0">
                <a:moveTo>
                  <a:pt x="1" y="1"/>
                </a:moveTo>
                <a:lnTo>
                  <a:pt x="1" y="3309"/>
                </a:lnTo>
                <a:lnTo>
                  <a:pt x="852" y="3309"/>
                </a:lnTo>
                <a:lnTo>
                  <a:pt x="85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" name="Google Shape;5321;p57">
            <a:extLst>
              <a:ext uri="{FF2B5EF4-FFF2-40B4-BE49-F238E27FC236}">
                <a16:creationId xmlns:a16="http://schemas.microsoft.com/office/drawing/2014/main" id="{7B674F3A-AF70-4F3F-80CC-9C581BA9683F}"/>
              </a:ext>
            </a:extLst>
          </p:cNvPr>
          <p:cNvSpPr/>
          <p:nvPr/>
        </p:nvSpPr>
        <p:spPr>
          <a:xfrm>
            <a:off x="4745368" y="2442083"/>
            <a:ext cx="61553" cy="129237"/>
          </a:xfrm>
          <a:custGeom>
            <a:avLst/>
            <a:gdLst/>
            <a:ahLst/>
            <a:cxnLst/>
            <a:rect l="l" t="t" r="r" b="b"/>
            <a:pathLst>
              <a:path w="1576" h="3309" extrusionOk="0">
                <a:moveTo>
                  <a:pt x="1" y="0"/>
                </a:moveTo>
                <a:lnTo>
                  <a:pt x="1" y="3308"/>
                </a:lnTo>
                <a:lnTo>
                  <a:pt x="1198" y="3308"/>
                </a:lnTo>
                <a:cubicBezTo>
                  <a:pt x="1387" y="3277"/>
                  <a:pt x="1576" y="3088"/>
                  <a:pt x="1576" y="2899"/>
                </a:cubicBezTo>
                <a:lnTo>
                  <a:pt x="1576" y="410"/>
                </a:lnTo>
                <a:cubicBezTo>
                  <a:pt x="1576" y="158"/>
                  <a:pt x="1387" y="0"/>
                  <a:pt x="119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" name="Google Shape;5322;p57">
            <a:extLst>
              <a:ext uri="{FF2B5EF4-FFF2-40B4-BE49-F238E27FC236}">
                <a16:creationId xmlns:a16="http://schemas.microsoft.com/office/drawing/2014/main" id="{DAEF982B-5A8F-8641-00AD-8DFBF7CE4433}"/>
              </a:ext>
            </a:extLst>
          </p:cNvPr>
          <p:cNvSpPr/>
          <p:nvPr/>
        </p:nvSpPr>
        <p:spPr>
          <a:xfrm>
            <a:off x="4344262" y="2440833"/>
            <a:ext cx="303934" cy="129237"/>
          </a:xfrm>
          <a:custGeom>
            <a:avLst/>
            <a:gdLst/>
            <a:ahLst/>
            <a:cxnLst/>
            <a:rect l="l" t="t" r="r" b="b"/>
            <a:pathLst>
              <a:path w="7782" h="3309" extrusionOk="0">
                <a:moveTo>
                  <a:pt x="441" y="1"/>
                </a:moveTo>
                <a:cubicBezTo>
                  <a:pt x="189" y="1"/>
                  <a:pt x="0" y="221"/>
                  <a:pt x="0" y="442"/>
                </a:cubicBezTo>
                <a:lnTo>
                  <a:pt x="0" y="2931"/>
                </a:lnTo>
                <a:cubicBezTo>
                  <a:pt x="0" y="3151"/>
                  <a:pt x="189" y="3309"/>
                  <a:pt x="441" y="3309"/>
                </a:cubicBezTo>
                <a:lnTo>
                  <a:pt x="7782" y="3309"/>
                </a:lnTo>
                <a:lnTo>
                  <a:pt x="778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" name="Google Shape;5323;p57">
            <a:extLst>
              <a:ext uri="{FF2B5EF4-FFF2-40B4-BE49-F238E27FC236}">
                <a16:creationId xmlns:a16="http://schemas.microsoft.com/office/drawing/2014/main" id="{0F5BC567-14A0-102D-082E-6F0208E17540}"/>
              </a:ext>
            </a:extLst>
          </p:cNvPr>
          <p:cNvSpPr/>
          <p:nvPr/>
        </p:nvSpPr>
        <p:spPr>
          <a:xfrm>
            <a:off x="4409447" y="2602018"/>
            <a:ext cx="33276" cy="129237"/>
          </a:xfrm>
          <a:custGeom>
            <a:avLst/>
            <a:gdLst/>
            <a:ahLst/>
            <a:cxnLst/>
            <a:rect l="l" t="t" r="r" b="b"/>
            <a:pathLst>
              <a:path w="852" h="3309" extrusionOk="0">
                <a:moveTo>
                  <a:pt x="1" y="1"/>
                </a:moveTo>
                <a:lnTo>
                  <a:pt x="1" y="3309"/>
                </a:lnTo>
                <a:lnTo>
                  <a:pt x="851" y="3309"/>
                </a:lnTo>
                <a:lnTo>
                  <a:pt x="85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" name="Google Shape;5324;p57">
            <a:extLst>
              <a:ext uri="{FF2B5EF4-FFF2-40B4-BE49-F238E27FC236}">
                <a16:creationId xmlns:a16="http://schemas.microsoft.com/office/drawing/2014/main" id="{07DE7005-1DA0-E9EF-9244-88173BBE2AF7}"/>
              </a:ext>
            </a:extLst>
          </p:cNvPr>
          <p:cNvSpPr/>
          <p:nvPr/>
        </p:nvSpPr>
        <p:spPr>
          <a:xfrm>
            <a:off x="4474671" y="2604479"/>
            <a:ext cx="297802" cy="128026"/>
          </a:xfrm>
          <a:custGeom>
            <a:avLst/>
            <a:gdLst/>
            <a:ahLst/>
            <a:cxnLst/>
            <a:rect l="l" t="t" r="r" b="b"/>
            <a:pathLst>
              <a:path w="7625" h="3278" extrusionOk="0">
                <a:moveTo>
                  <a:pt x="1" y="1"/>
                </a:moveTo>
                <a:lnTo>
                  <a:pt x="1" y="3277"/>
                </a:lnTo>
                <a:lnTo>
                  <a:pt x="7247" y="3277"/>
                </a:lnTo>
                <a:cubicBezTo>
                  <a:pt x="7467" y="3277"/>
                  <a:pt x="7625" y="3057"/>
                  <a:pt x="7625" y="2868"/>
                </a:cubicBezTo>
                <a:lnTo>
                  <a:pt x="7625" y="379"/>
                </a:lnTo>
                <a:cubicBezTo>
                  <a:pt x="7625" y="158"/>
                  <a:pt x="7436" y="1"/>
                  <a:pt x="72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" name="Google Shape;5325;p57">
            <a:extLst>
              <a:ext uri="{FF2B5EF4-FFF2-40B4-BE49-F238E27FC236}">
                <a16:creationId xmlns:a16="http://schemas.microsoft.com/office/drawing/2014/main" id="{88053C50-8986-8312-8FBB-C8557EB2C2DC}"/>
              </a:ext>
            </a:extLst>
          </p:cNvPr>
          <p:cNvSpPr/>
          <p:nvPr/>
        </p:nvSpPr>
        <p:spPr>
          <a:xfrm>
            <a:off x="4309775" y="2603268"/>
            <a:ext cx="67723" cy="129237"/>
          </a:xfrm>
          <a:custGeom>
            <a:avLst/>
            <a:gdLst/>
            <a:ahLst/>
            <a:cxnLst/>
            <a:rect l="l" t="t" r="r" b="b"/>
            <a:pathLst>
              <a:path w="1734" h="3309" extrusionOk="0">
                <a:moveTo>
                  <a:pt x="442" y="0"/>
                </a:moveTo>
                <a:cubicBezTo>
                  <a:pt x="190" y="0"/>
                  <a:pt x="1" y="189"/>
                  <a:pt x="1" y="378"/>
                </a:cubicBezTo>
                <a:lnTo>
                  <a:pt x="1" y="2867"/>
                </a:lnTo>
                <a:cubicBezTo>
                  <a:pt x="1" y="3088"/>
                  <a:pt x="190" y="3308"/>
                  <a:pt x="442" y="3308"/>
                </a:cubicBezTo>
                <a:lnTo>
                  <a:pt x="1734" y="3308"/>
                </a:lnTo>
                <a:lnTo>
                  <a:pt x="173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" name="Google Shape;5327;p57">
            <a:extLst>
              <a:ext uri="{FF2B5EF4-FFF2-40B4-BE49-F238E27FC236}">
                <a16:creationId xmlns:a16="http://schemas.microsoft.com/office/drawing/2014/main" id="{8A76F73E-885B-E2C9-991A-793C8770BAF3}"/>
              </a:ext>
            </a:extLst>
          </p:cNvPr>
          <p:cNvSpPr/>
          <p:nvPr/>
        </p:nvSpPr>
        <p:spPr>
          <a:xfrm>
            <a:off x="4383007" y="3057402"/>
            <a:ext cx="354394" cy="158763"/>
          </a:xfrm>
          <a:custGeom>
            <a:avLst/>
            <a:gdLst/>
            <a:ahLst/>
            <a:cxnLst/>
            <a:rect l="l" t="t" r="r" b="b"/>
            <a:pathLst>
              <a:path w="9074" h="4065" extrusionOk="0">
                <a:moveTo>
                  <a:pt x="0" y="0"/>
                </a:moveTo>
                <a:lnTo>
                  <a:pt x="0" y="2017"/>
                </a:lnTo>
                <a:cubicBezTo>
                  <a:pt x="0" y="3529"/>
                  <a:pt x="2741" y="4065"/>
                  <a:pt x="4505" y="4065"/>
                </a:cubicBezTo>
                <a:cubicBezTo>
                  <a:pt x="6774" y="4065"/>
                  <a:pt x="9074" y="3371"/>
                  <a:pt x="9074" y="2017"/>
                </a:cubicBezTo>
                <a:lnTo>
                  <a:pt x="9074" y="0"/>
                </a:lnTo>
                <a:lnTo>
                  <a:pt x="5135" y="2237"/>
                </a:lnTo>
                <a:cubicBezTo>
                  <a:pt x="4953" y="2359"/>
                  <a:pt x="4748" y="2415"/>
                  <a:pt x="4546" y="2415"/>
                </a:cubicBezTo>
                <a:cubicBezTo>
                  <a:pt x="4330" y="2415"/>
                  <a:pt x="4117" y="2351"/>
                  <a:pt x="3938" y="2237"/>
                </a:cubicBezTo>
                <a:cubicBezTo>
                  <a:pt x="3623" y="2048"/>
                  <a:pt x="315" y="221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" name="Google Shape;5328;p57">
            <a:extLst>
              <a:ext uri="{FF2B5EF4-FFF2-40B4-BE49-F238E27FC236}">
                <a16:creationId xmlns:a16="http://schemas.microsoft.com/office/drawing/2014/main" id="{692C3563-1919-9B3D-A23A-5687647B7BF4}"/>
              </a:ext>
            </a:extLst>
          </p:cNvPr>
          <p:cNvSpPr/>
          <p:nvPr/>
        </p:nvSpPr>
        <p:spPr>
          <a:xfrm>
            <a:off x="4315323" y="2829470"/>
            <a:ext cx="486052" cy="494957"/>
          </a:xfrm>
          <a:custGeom>
            <a:avLst/>
            <a:gdLst/>
            <a:ahLst/>
            <a:cxnLst/>
            <a:rect l="l" t="t" r="r" b="b"/>
            <a:pathLst>
              <a:path w="12445" h="12673" extrusionOk="0">
                <a:moveTo>
                  <a:pt x="6254" y="0"/>
                </a:moveTo>
                <a:cubicBezTo>
                  <a:pt x="6183" y="0"/>
                  <a:pt x="6112" y="24"/>
                  <a:pt x="6049" y="71"/>
                </a:cubicBezTo>
                <a:lnTo>
                  <a:pt x="284" y="3379"/>
                </a:lnTo>
                <a:cubicBezTo>
                  <a:pt x="0" y="3537"/>
                  <a:pt x="0" y="3915"/>
                  <a:pt x="284" y="4072"/>
                </a:cubicBezTo>
                <a:lnTo>
                  <a:pt x="6049" y="7380"/>
                </a:lnTo>
                <a:cubicBezTo>
                  <a:pt x="6112" y="7427"/>
                  <a:pt x="6183" y="7451"/>
                  <a:pt x="6254" y="7451"/>
                </a:cubicBezTo>
                <a:cubicBezTo>
                  <a:pt x="6325" y="7451"/>
                  <a:pt x="6396" y="7427"/>
                  <a:pt x="6459" y="7380"/>
                </a:cubicBezTo>
                <a:cubicBezTo>
                  <a:pt x="11374" y="4545"/>
                  <a:pt x="11626" y="4419"/>
                  <a:pt x="11626" y="4419"/>
                </a:cubicBezTo>
                <a:lnTo>
                  <a:pt x="11626" y="12263"/>
                </a:lnTo>
                <a:cubicBezTo>
                  <a:pt x="11657" y="12515"/>
                  <a:pt x="11846" y="12673"/>
                  <a:pt x="12035" y="12673"/>
                </a:cubicBezTo>
                <a:cubicBezTo>
                  <a:pt x="12287" y="12673"/>
                  <a:pt x="12445" y="12452"/>
                  <a:pt x="12445" y="12263"/>
                </a:cubicBezTo>
                <a:lnTo>
                  <a:pt x="12445" y="3726"/>
                </a:lnTo>
                <a:cubicBezTo>
                  <a:pt x="12445" y="3568"/>
                  <a:pt x="12319" y="3411"/>
                  <a:pt x="12256" y="3379"/>
                </a:cubicBezTo>
                <a:lnTo>
                  <a:pt x="6459" y="71"/>
                </a:lnTo>
                <a:cubicBezTo>
                  <a:pt x="6396" y="24"/>
                  <a:pt x="6325" y="0"/>
                  <a:pt x="62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5330;p57">
            <a:extLst>
              <a:ext uri="{FF2B5EF4-FFF2-40B4-BE49-F238E27FC236}">
                <a16:creationId xmlns:a16="http://schemas.microsoft.com/office/drawing/2014/main" id="{3723C59B-0BC0-0752-E933-FC30EDEC3C06}"/>
              </a:ext>
            </a:extLst>
          </p:cNvPr>
          <p:cNvSpPr/>
          <p:nvPr/>
        </p:nvSpPr>
        <p:spPr>
          <a:xfrm>
            <a:off x="2882066" y="3432630"/>
            <a:ext cx="162434" cy="193211"/>
          </a:xfrm>
          <a:custGeom>
            <a:avLst/>
            <a:gdLst/>
            <a:ahLst/>
            <a:cxnLst/>
            <a:rect l="l" t="t" r="r" b="b"/>
            <a:pathLst>
              <a:path w="4159" h="4947" extrusionOk="0">
                <a:moveTo>
                  <a:pt x="0" y="0"/>
                </a:moveTo>
                <a:lnTo>
                  <a:pt x="0" y="2552"/>
                </a:lnTo>
                <a:cubicBezTo>
                  <a:pt x="473" y="2710"/>
                  <a:pt x="851" y="3182"/>
                  <a:pt x="851" y="3750"/>
                </a:cubicBezTo>
                <a:lnTo>
                  <a:pt x="851" y="4947"/>
                </a:lnTo>
                <a:lnTo>
                  <a:pt x="4159" y="4947"/>
                </a:lnTo>
                <a:lnTo>
                  <a:pt x="4159" y="3687"/>
                </a:lnTo>
                <a:cubicBezTo>
                  <a:pt x="4159" y="1639"/>
                  <a:pt x="2489" y="0"/>
                  <a:pt x="4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5331;p57">
            <a:extLst>
              <a:ext uri="{FF2B5EF4-FFF2-40B4-BE49-F238E27FC236}">
                <a16:creationId xmlns:a16="http://schemas.microsoft.com/office/drawing/2014/main" id="{65D9CB86-7F68-0524-0FDC-C859FFC1C64A}"/>
              </a:ext>
            </a:extLst>
          </p:cNvPr>
          <p:cNvSpPr/>
          <p:nvPr/>
        </p:nvSpPr>
        <p:spPr>
          <a:xfrm>
            <a:off x="2850040" y="3558117"/>
            <a:ext cx="34487" cy="98500"/>
          </a:xfrm>
          <a:custGeom>
            <a:avLst/>
            <a:gdLst/>
            <a:ahLst/>
            <a:cxnLst/>
            <a:rect l="l" t="t" r="r" b="b"/>
            <a:pathLst>
              <a:path w="883" h="2522" extrusionOk="0">
                <a:moveTo>
                  <a:pt x="474" y="1"/>
                </a:moveTo>
                <a:cubicBezTo>
                  <a:pt x="253" y="1"/>
                  <a:pt x="95" y="222"/>
                  <a:pt x="95" y="442"/>
                </a:cubicBezTo>
                <a:lnTo>
                  <a:pt x="95" y="2112"/>
                </a:lnTo>
                <a:cubicBezTo>
                  <a:pt x="1" y="2332"/>
                  <a:pt x="190" y="2521"/>
                  <a:pt x="442" y="2521"/>
                </a:cubicBezTo>
                <a:cubicBezTo>
                  <a:pt x="663" y="2521"/>
                  <a:pt x="820" y="2332"/>
                  <a:pt x="883" y="2112"/>
                </a:cubicBezTo>
                <a:lnTo>
                  <a:pt x="883" y="442"/>
                </a:lnTo>
                <a:cubicBezTo>
                  <a:pt x="883" y="222"/>
                  <a:pt x="663" y="64"/>
                  <a:pt x="47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5332;p57">
            <a:extLst>
              <a:ext uri="{FF2B5EF4-FFF2-40B4-BE49-F238E27FC236}">
                <a16:creationId xmlns:a16="http://schemas.microsoft.com/office/drawing/2014/main" id="{A25DB073-A34C-6EBC-B5CD-657C568C1D53}"/>
              </a:ext>
            </a:extLst>
          </p:cNvPr>
          <p:cNvSpPr/>
          <p:nvPr/>
        </p:nvSpPr>
        <p:spPr>
          <a:xfrm>
            <a:off x="2688854" y="3431380"/>
            <a:ext cx="161223" cy="192000"/>
          </a:xfrm>
          <a:custGeom>
            <a:avLst/>
            <a:gdLst/>
            <a:ahLst/>
            <a:cxnLst/>
            <a:rect l="l" t="t" r="r" b="b"/>
            <a:pathLst>
              <a:path w="4128" h="4916" extrusionOk="0">
                <a:moveTo>
                  <a:pt x="3687" y="1"/>
                </a:moveTo>
                <a:cubicBezTo>
                  <a:pt x="1671" y="1"/>
                  <a:pt x="1" y="1639"/>
                  <a:pt x="1" y="3687"/>
                </a:cubicBezTo>
                <a:lnTo>
                  <a:pt x="1" y="4916"/>
                </a:lnTo>
                <a:lnTo>
                  <a:pt x="3309" y="4916"/>
                </a:lnTo>
                <a:lnTo>
                  <a:pt x="3309" y="3687"/>
                </a:lnTo>
                <a:cubicBezTo>
                  <a:pt x="3309" y="3151"/>
                  <a:pt x="3655" y="2710"/>
                  <a:pt x="4128" y="2521"/>
                </a:cubicBezTo>
                <a:lnTo>
                  <a:pt x="412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5333;p57">
            <a:extLst>
              <a:ext uri="{FF2B5EF4-FFF2-40B4-BE49-F238E27FC236}">
                <a16:creationId xmlns:a16="http://schemas.microsoft.com/office/drawing/2014/main" id="{4FACD0B0-8C32-9FF9-5AE1-4CCBA06B59F6}"/>
              </a:ext>
            </a:extLst>
          </p:cNvPr>
          <p:cNvSpPr/>
          <p:nvPr/>
        </p:nvSpPr>
        <p:spPr>
          <a:xfrm>
            <a:off x="2687645" y="3659039"/>
            <a:ext cx="356856" cy="267026"/>
          </a:xfrm>
          <a:custGeom>
            <a:avLst/>
            <a:gdLst/>
            <a:ahLst/>
            <a:cxnLst/>
            <a:rect l="l" t="t" r="r" b="b"/>
            <a:pathLst>
              <a:path w="9137" h="6837" extrusionOk="0">
                <a:moveTo>
                  <a:pt x="0" y="0"/>
                </a:moveTo>
                <a:lnTo>
                  <a:pt x="0" y="3151"/>
                </a:lnTo>
                <a:cubicBezTo>
                  <a:pt x="0" y="5199"/>
                  <a:pt x="1639" y="6837"/>
                  <a:pt x="3686" y="6837"/>
                </a:cubicBezTo>
                <a:lnTo>
                  <a:pt x="5356" y="6837"/>
                </a:lnTo>
                <a:cubicBezTo>
                  <a:pt x="7467" y="6837"/>
                  <a:pt x="9137" y="5199"/>
                  <a:pt x="9137" y="3151"/>
                </a:cubicBezTo>
                <a:lnTo>
                  <a:pt x="9137" y="0"/>
                </a:lnTo>
                <a:lnTo>
                  <a:pt x="5734" y="0"/>
                </a:lnTo>
                <a:cubicBezTo>
                  <a:pt x="5577" y="473"/>
                  <a:pt x="5104" y="819"/>
                  <a:pt x="4568" y="819"/>
                </a:cubicBezTo>
                <a:cubicBezTo>
                  <a:pt x="4001" y="819"/>
                  <a:pt x="3560" y="473"/>
                  <a:pt x="33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5335;p57">
            <a:extLst>
              <a:ext uri="{FF2B5EF4-FFF2-40B4-BE49-F238E27FC236}">
                <a16:creationId xmlns:a16="http://schemas.microsoft.com/office/drawing/2014/main" id="{65FAEA7E-97AC-4BFC-18C9-88CC6CB8F521}"/>
              </a:ext>
            </a:extLst>
          </p:cNvPr>
          <p:cNvSpPr/>
          <p:nvPr/>
        </p:nvSpPr>
        <p:spPr>
          <a:xfrm>
            <a:off x="2915961" y="4049186"/>
            <a:ext cx="214106" cy="205630"/>
          </a:xfrm>
          <a:custGeom>
            <a:avLst/>
            <a:gdLst/>
            <a:ahLst/>
            <a:cxnLst/>
            <a:rect l="l" t="t" r="r" b="b"/>
            <a:pathLst>
              <a:path w="5482" h="5265" extrusionOk="0">
                <a:moveTo>
                  <a:pt x="1543" y="1"/>
                </a:moveTo>
                <a:cubicBezTo>
                  <a:pt x="987" y="1"/>
                  <a:pt x="447" y="38"/>
                  <a:pt x="0" y="98"/>
                </a:cubicBezTo>
                <a:lnTo>
                  <a:pt x="5167" y="5265"/>
                </a:lnTo>
                <a:cubicBezTo>
                  <a:pt x="5482" y="3311"/>
                  <a:pt x="5198" y="1326"/>
                  <a:pt x="4568" y="696"/>
                </a:cubicBezTo>
                <a:cubicBezTo>
                  <a:pt x="4029" y="178"/>
                  <a:pt x="2751" y="1"/>
                  <a:pt x="154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5336;p57">
            <a:extLst>
              <a:ext uri="{FF2B5EF4-FFF2-40B4-BE49-F238E27FC236}">
                <a16:creationId xmlns:a16="http://schemas.microsoft.com/office/drawing/2014/main" id="{2B876296-01FD-6851-E9F9-1AE3CBC8AB22}"/>
              </a:ext>
            </a:extLst>
          </p:cNvPr>
          <p:cNvSpPr/>
          <p:nvPr/>
        </p:nvSpPr>
        <p:spPr>
          <a:xfrm>
            <a:off x="2621869" y="4334764"/>
            <a:ext cx="214145" cy="205279"/>
          </a:xfrm>
          <a:custGeom>
            <a:avLst/>
            <a:gdLst/>
            <a:ahLst/>
            <a:cxnLst/>
            <a:rect l="l" t="t" r="r" b="b"/>
            <a:pathLst>
              <a:path w="5483" h="5256" extrusionOk="0">
                <a:moveTo>
                  <a:pt x="316" y="0"/>
                </a:moveTo>
                <a:lnTo>
                  <a:pt x="316" y="0"/>
                </a:lnTo>
                <a:cubicBezTo>
                  <a:pt x="0" y="1922"/>
                  <a:pt x="253" y="3907"/>
                  <a:pt x="914" y="4569"/>
                </a:cubicBezTo>
                <a:cubicBezTo>
                  <a:pt x="1376" y="5031"/>
                  <a:pt x="2601" y="5256"/>
                  <a:pt x="3967" y="5256"/>
                </a:cubicBezTo>
                <a:cubicBezTo>
                  <a:pt x="4464" y="5256"/>
                  <a:pt x="4979" y="5226"/>
                  <a:pt x="5482" y="5167"/>
                </a:cubicBezTo>
                <a:lnTo>
                  <a:pt x="31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5337;p57">
            <a:extLst>
              <a:ext uri="{FF2B5EF4-FFF2-40B4-BE49-F238E27FC236}">
                <a16:creationId xmlns:a16="http://schemas.microsoft.com/office/drawing/2014/main" id="{07F17B8C-AC4D-5FCA-A4B7-57797FAC8579}"/>
              </a:ext>
            </a:extLst>
          </p:cNvPr>
          <p:cNvSpPr/>
          <p:nvPr/>
        </p:nvSpPr>
        <p:spPr>
          <a:xfrm>
            <a:off x="2644014" y="4060356"/>
            <a:ext cx="466369" cy="470079"/>
          </a:xfrm>
          <a:custGeom>
            <a:avLst/>
            <a:gdLst/>
            <a:ahLst/>
            <a:cxnLst/>
            <a:rect l="l" t="t" r="r" b="b"/>
            <a:pathLst>
              <a:path w="11941" h="12036" extrusionOk="0">
                <a:moveTo>
                  <a:pt x="6349" y="2687"/>
                </a:moveTo>
                <a:cubicBezTo>
                  <a:pt x="6459" y="2687"/>
                  <a:pt x="6569" y="2726"/>
                  <a:pt x="6648" y="2805"/>
                </a:cubicBezTo>
                <a:lnTo>
                  <a:pt x="7593" y="3750"/>
                </a:lnTo>
                <a:lnTo>
                  <a:pt x="7719" y="3655"/>
                </a:lnTo>
                <a:cubicBezTo>
                  <a:pt x="7798" y="3577"/>
                  <a:pt x="7908" y="3537"/>
                  <a:pt x="8019" y="3537"/>
                </a:cubicBezTo>
                <a:cubicBezTo>
                  <a:pt x="8129" y="3537"/>
                  <a:pt x="8239" y="3577"/>
                  <a:pt x="8318" y="3655"/>
                </a:cubicBezTo>
                <a:cubicBezTo>
                  <a:pt x="8475" y="3813"/>
                  <a:pt x="8475" y="4065"/>
                  <a:pt x="8318" y="4222"/>
                </a:cubicBezTo>
                <a:lnTo>
                  <a:pt x="8192" y="4348"/>
                </a:lnTo>
                <a:lnTo>
                  <a:pt x="9137" y="5294"/>
                </a:lnTo>
                <a:cubicBezTo>
                  <a:pt x="9295" y="5451"/>
                  <a:pt x="9295" y="5735"/>
                  <a:pt x="9137" y="5892"/>
                </a:cubicBezTo>
                <a:cubicBezTo>
                  <a:pt x="9058" y="5971"/>
                  <a:pt x="8948" y="6010"/>
                  <a:pt x="8838" y="6010"/>
                </a:cubicBezTo>
                <a:cubicBezTo>
                  <a:pt x="8727" y="6010"/>
                  <a:pt x="8617" y="5971"/>
                  <a:pt x="8538" y="5892"/>
                </a:cubicBezTo>
                <a:lnTo>
                  <a:pt x="7593" y="4947"/>
                </a:lnTo>
                <a:lnTo>
                  <a:pt x="6522" y="6018"/>
                </a:lnTo>
                <a:lnTo>
                  <a:pt x="7467" y="6963"/>
                </a:lnTo>
                <a:cubicBezTo>
                  <a:pt x="7625" y="7089"/>
                  <a:pt x="7625" y="7373"/>
                  <a:pt x="7467" y="7530"/>
                </a:cubicBezTo>
                <a:cubicBezTo>
                  <a:pt x="7388" y="7609"/>
                  <a:pt x="7286" y="7649"/>
                  <a:pt x="7184" y="7649"/>
                </a:cubicBezTo>
                <a:cubicBezTo>
                  <a:pt x="7081" y="7649"/>
                  <a:pt x="6979" y="7609"/>
                  <a:pt x="6900" y="7530"/>
                </a:cubicBezTo>
                <a:lnTo>
                  <a:pt x="5955" y="6585"/>
                </a:lnTo>
                <a:lnTo>
                  <a:pt x="4884" y="7656"/>
                </a:lnTo>
                <a:lnTo>
                  <a:pt x="5829" y="8602"/>
                </a:lnTo>
                <a:cubicBezTo>
                  <a:pt x="5987" y="8759"/>
                  <a:pt x="5987" y="9043"/>
                  <a:pt x="5829" y="9200"/>
                </a:cubicBezTo>
                <a:cubicBezTo>
                  <a:pt x="5750" y="9279"/>
                  <a:pt x="5640" y="9318"/>
                  <a:pt x="5530" y="9318"/>
                </a:cubicBezTo>
                <a:cubicBezTo>
                  <a:pt x="5419" y="9318"/>
                  <a:pt x="5309" y="9279"/>
                  <a:pt x="5230" y="9200"/>
                </a:cubicBezTo>
                <a:lnTo>
                  <a:pt x="4285" y="8255"/>
                </a:lnTo>
                <a:lnTo>
                  <a:pt x="4159" y="8381"/>
                </a:lnTo>
                <a:cubicBezTo>
                  <a:pt x="4080" y="8460"/>
                  <a:pt x="3978" y="8499"/>
                  <a:pt x="3876" y="8499"/>
                </a:cubicBezTo>
                <a:cubicBezTo>
                  <a:pt x="3773" y="8499"/>
                  <a:pt x="3671" y="8460"/>
                  <a:pt x="3592" y="8381"/>
                </a:cubicBezTo>
                <a:cubicBezTo>
                  <a:pt x="3435" y="8224"/>
                  <a:pt x="3435" y="7940"/>
                  <a:pt x="3592" y="7782"/>
                </a:cubicBezTo>
                <a:lnTo>
                  <a:pt x="3687" y="7656"/>
                </a:lnTo>
                <a:lnTo>
                  <a:pt x="2742" y="6711"/>
                </a:lnTo>
                <a:cubicBezTo>
                  <a:pt x="2584" y="6554"/>
                  <a:pt x="2584" y="6270"/>
                  <a:pt x="2742" y="6113"/>
                </a:cubicBezTo>
                <a:cubicBezTo>
                  <a:pt x="2820" y="6034"/>
                  <a:pt x="2931" y="5995"/>
                  <a:pt x="3041" y="5995"/>
                </a:cubicBezTo>
                <a:cubicBezTo>
                  <a:pt x="3151" y="5995"/>
                  <a:pt x="3261" y="6034"/>
                  <a:pt x="3340" y="6113"/>
                </a:cubicBezTo>
                <a:lnTo>
                  <a:pt x="4285" y="7058"/>
                </a:lnTo>
                <a:lnTo>
                  <a:pt x="5356" y="6018"/>
                </a:lnTo>
                <a:lnTo>
                  <a:pt x="4411" y="5073"/>
                </a:lnTo>
                <a:cubicBezTo>
                  <a:pt x="4254" y="4916"/>
                  <a:pt x="4254" y="4632"/>
                  <a:pt x="4411" y="4474"/>
                </a:cubicBezTo>
                <a:cubicBezTo>
                  <a:pt x="4490" y="4396"/>
                  <a:pt x="4600" y="4356"/>
                  <a:pt x="4711" y="4356"/>
                </a:cubicBezTo>
                <a:cubicBezTo>
                  <a:pt x="4821" y="4356"/>
                  <a:pt x="4931" y="4396"/>
                  <a:pt x="5010" y="4474"/>
                </a:cubicBezTo>
                <a:lnTo>
                  <a:pt x="5955" y="5420"/>
                </a:lnTo>
                <a:lnTo>
                  <a:pt x="6995" y="4348"/>
                </a:lnTo>
                <a:lnTo>
                  <a:pt x="6050" y="3403"/>
                </a:lnTo>
                <a:cubicBezTo>
                  <a:pt x="5892" y="3246"/>
                  <a:pt x="5892" y="2962"/>
                  <a:pt x="6050" y="2805"/>
                </a:cubicBezTo>
                <a:cubicBezTo>
                  <a:pt x="6128" y="2726"/>
                  <a:pt x="6239" y="2687"/>
                  <a:pt x="6349" y="2687"/>
                </a:cubicBezTo>
                <a:close/>
                <a:moveTo>
                  <a:pt x="5987" y="1"/>
                </a:moveTo>
                <a:cubicBezTo>
                  <a:pt x="2805" y="757"/>
                  <a:pt x="788" y="3025"/>
                  <a:pt x="1" y="6081"/>
                </a:cubicBezTo>
                <a:lnTo>
                  <a:pt x="5955" y="12036"/>
                </a:lnTo>
                <a:cubicBezTo>
                  <a:pt x="9106" y="11248"/>
                  <a:pt x="11153" y="9043"/>
                  <a:pt x="11941" y="5955"/>
                </a:cubicBezTo>
                <a:lnTo>
                  <a:pt x="598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5338;p57">
            <a:extLst>
              <a:ext uri="{FF2B5EF4-FFF2-40B4-BE49-F238E27FC236}">
                <a16:creationId xmlns:a16="http://schemas.microsoft.com/office/drawing/2014/main" id="{B49FB08F-C027-AC8E-C064-3FBB48095499}"/>
              </a:ext>
            </a:extLst>
          </p:cNvPr>
          <p:cNvSpPr/>
          <p:nvPr/>
        </p:nvSpPr>
        <p:spPr>
          <a:xfrm>
            <a:off x="2632317" y="4730798"/>
            <a:ext cx="494685" cy="418408"/>
          </a:xfrm>
          <a:custGeom>
            <a:avLst/>
            <a:gdLst/>
            <a:ahLst/>
            <a:cxnLst/>
            <a:rect l="l" t="t" r="r" b="b"/>
            <a:pathLst>
              <a:path w="12666" h="10713" extrusionOk="0">
                <a:moveTo>
                  <a:pt x="1765" y="3309"/>
                </a:moveTo>
                <a:lnTo>
                  <a:pt x="1765" y="7058"/>
                </a:lnTo>
                <a:cubicBezTo>
                  <a:pt x="1765" y="7278"/>
                  <a:pt x="1954" y="7436"/>
                  <a:pt x="2206" y="7436"/>
                </a:cubicBezTo>
                <a:lnTo>
                  <a:pt x="2615" y="7436"/>
                </a:lnTo>
                <a:lnTo>
                  <a:pt x="2615" y="9925"/>
                </a:lnTo>
                <a:lnTo>
                  <a:pt x="788" y="9925"/>
                </a:lnTo>
                <a:lnTo>
                  <a:pt x="788" y="3309"/>
                </a:lnTo>
                <a:close/>
                <a:moveTo>
                  <a:pt x="5073" y="3309"/>
                </a:moveTo>
                <a:lnTo>
                  <a:pt x="5073" y="7058"/>
                </a:lnTo>
                <a:cubicBezTo>
                  <a:pt x="5073" y="7278"/>
                  <a:pt x="5262" y="7436"/>
                  <a:pt x="5514" y="7436"/>
                </a:cubicBezTo>
                <a:lnTo>
                  <a:pt x="5892" y="7436"/>
                </a:lnTo>
                <a:lnTo>
                  <a:pt x="5892" y="9925"/>
                </a:lnTo>
                <a:lnTo>
                  <a:pt x="3403" y="9925"/>
                </a:lnTo>
                <a:lnTo>
                  <a:pt x="3403" y="7436"/>
                </a:lnTo>
                <a:lnTo>
                  <a:pt x="3813" y="7436"/>
                </a:lnTo>
                <a:cubicBezTo>
                  <a:pt x="4033" y="7436"/>
                  <a:pt x="4254" y="7247"/>
                  <a:pt x="4254" y="7058"/>
                </a:cubicBezTo>
                <a:lnTo>
                  <a:pt x="4254" y="3309"/>
                </a:lnTo>
                <a:close/>
                <a:moveTo>
                  <a:pt x="8412" y="3309"/>
                </a:moveTo>
                <a:lnTo>
                  <a:pt x="8412" y="7058"/>
                </a:lnTo>
                <a:cubicBezTo>
                  <a:pt x="8412" y="7278"/>
                  <a:pt x="8601" y="7436"/>
                  <a:pt x="8853" y="7436"/>
                </a:cubicBezTo>
                <a:lnTo>
                  <a:pt x="9294" y="7436"/>
                </a:lnTo>
                <a:lnTo>
                  <a:pt x="9294" y="9925"/>
                </a:lnTo>
                <a:lnTo>
                  <a:pt x="6711" y="9925"/>
                </a:lnTo>
                <a:lnTo>
                  <a:pt x="6711" y="7436"/>
                </a:lnTo>
                <a:lnTo>
                  <a:pt x="7152" y="7436"/>
                </a:lnTo>
                <a:cubicBezTo>
                  <a:pt x="7404" y="7436"/>
                  <a:pt x="7593" y="7247"/>
                  <a:pt x="7593" y="7058"/>
                </a:cubicBezTo>
                <a:lnTo>
                  <a:pt x="7593" y="3309"/>
                </a:lnTo>
                <a:close/>
                <a:moveTo>
                  <a:pt x="11815" y="3309"/>
                </a:moveTo>
                <a:lnTo>
                  <a:pt x="11815" y="9925"/>
                </a:lnTo>
                <a:lnTo>
                  <a:pt x="9988" y="9925"/>
                </a:lnTo>
                <a:lnTo>
                  <a:pt x="9988" y="7436"/>
                </a:lnTo>
                <a:lnTo>
                  <a:pt x="10429" y="7436"/>
                </a:lnTo>
                <a:cubicBezTo>
                  <a:pt x="10649" y="7436"/>
                  <a:pt x="10870" y="7247"/>
                  <a:pt x="10870" y="7058"/>
                </a:cubicBezTo>
                <a:lnTo>
                  <a:pt x="10870" y="3309"/>
                </a:lnTo>
                <a:close/>
                <a:moveTo>
                  <a:pt x="379" y="1"/>
                </a:moveTo>
                <a:cubicBezTo>
                  <a:pt x="158" y="1"/>
                  <a:pt x="1" y="190"/>
                  <a:pt x="1" y="379"/>
                </a:cubicBezTo>
                <a:lnTo>
                  <a:pt x="1" y="10334"/>
                </a:lnTo>
                <a:cubicBezTo>
                  <a:pt x="1" y="10555"/>
                  <a:pt x="190" y="10712"/>
                  <a:pt x="379" y="10712"/>
                </a:cubicBezTo>
                <a:lnTo>
                  <a:pt x="12224" y="10712"/>
                </a:lnTo>
                <a:cubicBezTo>
                  <a:pt x="12476" y="10712"/>
                  <a:pt x="12665" y="10523"/>
                  <a:pt x="12665" y="10334"/>
                </a:cubicBezTo>
                <a:lnTo>
                  <a:pt x="12665" y="379"/>
                </a:lnTo>
                <a:cubicBezTo>
                  <a:pt x="12634" y="190"/>
                  <a:pt x="12445" y="1"/>
                  <a:pt x="1222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5340;p57">
            <a:extLst>
              <a:ext uri="{FF2B5EF4-FFF2-40B4-BE49-F238E27FC236}">
                <a16:creationId xmlns:a16="http://schemas.microsoft.com/office/drawing/2014/main" id="{DF6F9785-D674-28C6-8A80-AFDED9F4AEF7}"/>
              </a:ext>
            </a:extLst>
          </p:cNvPr>
          <p:cNvSpPr/>
          <p:nvPr/>
        </p:nvSpPr>
        <p:spPr>
          <a:xfrm>
            <a:off x="5197570" y="4172885"/>
            <a:ext cx="130487" cy="128924"/>
          </a:xfrm>
          <a:custGeom>
            <a:avLst/>
            <a:gdLst/>
            <a:ahLst/>
            <a:cxnLst/>
            <a:rect l="l" t="t" r="r" b="b"/>
            <a:pathLst>
              <a:path w="3341" h="3301" extrusionOk="0">
                <a:moveTo>
                  <a:pt x="2238" y="1"/>
                </a:moveTo>
                <a:lnTo>
                  <a:pt x="1" y="2237"/>
                </a:lnTo>
                <a:lnTo>
                  <a:pt x="946" y="3183"/>
                </a:lnTo>
                <a:cubicBezTo>
                  <a:pt x="1040" y="3261"/>
                  <a:pt x="1151" y="3301"/>
                  <a:pt x="1257" y="3301"/>
                </a:cubicBezTo>
                <a:cubicBezTo>
                  <a:pt x="1363" y="3301"/>
                  <a:pt x="1466" y="3261"/>
                  <a:pt x="1545" y="3183"/>
                </a:cubicBezTo>
                <a:lnTo>
                  <a:pt x="3183" y="1544"/>
                </a:lnTo>
                <a:cubicBezTo>
                  <a:pt x="3340" y="1387"/>
                  <a:pt x="3340" y="1103"/>
                  <a:pt x="3183" y="946"/>
                </a:cubicBezTo>
                <a:lnTo>
                  <a:pt x="223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5341;p57">
            <a:extLst>
              <a:ext uri="{FF2B5EF4-FFF2-40B4-BE49-F238E27FC236}">
                <a16:creationId xmlns:a16="http://schemas.microsoft.com/office/drawing/2014/main" id="{E16C9489-38AB-B61C-F7EB-87C934DC82F4}"/>
              </a:ext>
            </a:extLst>
          </p:cNvPr>
          <p:cNvSpPr/>
          <p:nvPr/>
        </p:nvSpPr>
        <p:spPr>
          <a:xfrm>
            <a:off x="5037636" y="4029237"/>
            <a:ext cx="388843" cy="494371"/>
          </a:xfrm>
          <a:custGeom>
            <a:avLst/>
            <a:gdLst/>
            <a:ahLst/>
            <a:cxnLst/>
            <a:rect l="l" t="t" r="r" b="b"/>
            <a:pathLst>
              <a:path w="9956" h="12658" extrusionOk="0">
                <a:moveTo>
                  <a:pt x="4537" y="8625"/>
                </a:moveTo>
                <a:cubicBezTo>
                  <a:pt x="4757" y="8625"/>
                  <a:pt x="4946" y="8845"/>
                  <a:pt x="4946" y="9066"/>
                </a:cubicBezTo>
                <a:cubicBezTo>
                  <a:pt x="4915" y="9255"/>
                  <a:pt x="4757" y="9475"/>
                  <a:pt x="4537" y="9475"/>
                </a:cubicBezTo>
                <a:cubicBezTo>
                  <a:pt x="4285" y="9475"/>
                  <a:pt x="4096" y="9255"/>
                  <a:pt x="4096" y="9066"/>
                </a:cubicBezTo>
                <a:cubicBezTo>
                  <a:pt x="4096" y="8845"/>
                  <a:pt x="4285" y="8625"/>
                  <a:pt x="4537" y="8625"/>
                </a:cubicBezTo>
                <a:close/>
                <a:moveTo>
                  <a:pt x="2615" y="0"/>
                </a:moveTo>
                <a:cubicBezTo>
                  <a:pt x="2513" y="0"/>
                  <a:pt x="2410" y="40"/>
                  <a:pt x="2332" y="119"/>
                </a:cubicBezTo>
                <a:lnTo>
                  <a:pt x="662" y="1788"/>
                </a:lnTo>
                <a:cubicBezTo>
                  <a:pt x="504" y="1946"/>
                  <a:pt x="504" y="2229"/>
                  <a:pt x="662" y="2355"/>
                </a:cubicBezTo>
                <a:lnTo>
                  <a:pt x="1764" y="3458"/>
                </a:lnTo>
                <a:cubicBezTo>
                  <a:pt x="1166" y="4183"/>
                  <a:pt x="819" y="5096"/>
                  <a:pt x="819" y="6073"/>
                </a:cubicBezTo>
                <a:cubicBezTo>
                  <a:pt x="819" y="7774"/>
                  <a:pt x="1859" y="9223"/>
                  <a:pt x="3308" y="9853"/>
                </a:cubicBezTo>
                <a:lnTo>
                  <a:pt x="3308" y="10200"/>
                </a:lnTo>
                <a:lnTo>
                  <a:pt x="1229" y="10200"/>
                </a:lnTo>
                <a:cubicBezTo>
                  <a:pt x="536" y="10200"/>
                  <a:pt x="0" y="10767"/>
                  <a:pt x="0" y="11429"/>
                </a:cubicBezTo>
                <a:lnTo>
                  <a:pt x="0" y="12248"/>
                </a:lnTo>
                <a:cubicBezTo>
                  <a:pt x="0" y="12500"/>
                  <a:pt x="189" y="12657"/>
                  <a:pt x="441" y="12657"/>
                </a:cubicBezTo>
                <a:lnTo>
                  <a:pt x="8696" y="12657"/>
                </a:lnTo>
                <a:cubicBezTo>
                  <a:pt x="8948" y="12657"/>
                  <a:pt x="9137" y="12468"/>
                  <a:pt x="9137" y="12248"/>
                </a:cubicBezTo>
                <a:lnTo>
                  <a:pt x="9137" y="11429"/>
                </a:lnTo>
                <a:cubicBezTo>
                  <a:pt x="9137" y="10767"/>
                  <a:pt x="8570" y="10200"/>
                  <a:pt x="7876" y="10200"/>
                </a:cubicBezTo>
                <a:lnTo>
                  <a:pt x="5797" y="10200"/>
                </a:lnTo>
                <a:lnTo>
                  <a:pt x="5797" y="10137"/>
                </a:lnTo>
                <a:cubicBezTo>
                  <a:pt x="7120" y="9853"/>
                  <a:pt x="8223" y="8940"/>
                  <a:pt x="8790" y="7743"/>
                </a:cubicBezTo>
                <a:lnTo>
                  <a:pt x="9515" y="7743"/>
                </a:lnTo>
                <a:cubicBezTo>
                  <a:pt x="9767" y="7743"/>
                  <a:pt x="9956" y="7522"/>
                  <a:pt x="9956" y="7333"/>
                </a:cubicBezTo>
                <a:cubicBezTo>
                  <a:pt x="9893" y="7176"/>
                  <a:pt x="9735" y="6987"/>
                  <a:pt x="9483" y="6987"/>
                </a:cubicBezTo>
                <a:lnTo>
                  <a:pt x="6994" y="6987"/>
                </a:lnTo>
                <a:cubicBezTo>
                  <a:pt x="6774" y="6987"/>
                  <a:pt x="6585" y="7176"/>
                  <a:pt x="6585" y="7365"/>
                </a:cubicBezTo>
                <a:cubicBezTo>
                  <a:pt x="6585" y="7617"/>
                  <a:pt x="6774" y="7774"/>
                  <a:pt x="6994" y="7774"/>
                </a:cubicBezTo>
                <a:lnTo>
                  <a:pt x="7845" y="7774"/>
                </a:lnTo>
                <a:cubicBezTo>
                  <a:pt x="7404" y="8530"/>
                  <a:pt x="6648" y="9097"/>
                  <a:pt x="5734" y="9318"/>
                </a:cubicBezTo>
                <a:lnTo>
                  <a:pt x="5734" y="8971"/>
                </a:lnTo>
                <a:cubicBezTo>
                  <a:pt x="5734" y="8310"/>
                  <a:pt x="5198" y="7774"/>
                  <a:pt x="4537" y="7743"/>
                </a:cubicBezTo>
                <a:cubicBezTo>
                  <a:pt x="3844" y="7743"/>
                  <a:pt x="3308" y="8278"/>
                  <a:pt x="3308" y="8940"/>
                </a:cubicBezTo>
                <a:cubicBezTo>
                  <a:pt x="2332" y="8373"/>
                  <a:pt x="1638" y="7302"/>
                  <a:pt x="1638" y="6073"/>
                </a:cubicBezTo>
                <a:cubicBezTo>
                  <a:pt x="1638" y="5285"/>
                  <a:pt x="1922" y="4624"/>
                  <a:pt x="2363" y="4057"/>
                </a:cubicBezTo>
                <a:lnTo>
                  <a:pt x="3529" y="5254"/>
                </a:lnTo>
                <a:lnTo>
                  <a:pt x="5797" y="3017"/>
                </a:lnTo>
                <a:lnTo>
                  <a:pt x="2899" y="119"/>
                </a:lnTo>
                <a:cubicBezTo>
                  <a:pt x="2820" y="40"/>
                  <a:pt x="2717" y="0"/>
                  <a:pt x="26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5342;p57">
            <a:extLst>
              <a:ext uri="{FF2B5EF4-FFF2-40B4-BE49-F238E27FC236}">
                <a16:creationId xmlns:a16="http://schemas.microsoft.com/office/drawing/2014/main" id="{B49E377F-8707-066A-5A4A-91BDC1B58FA3}"/>
              </a:ext>
            </a:extLst>
          </p:cNvPr>
          <p:cNvSpPr/>
          <p:nvPr/>
        </p:nvSpPr>
        <p:spPr>
          <a:xfrm>
            <a:off x="1962428" y="1622226"/>
            <a:ext cx="487302" cy="493942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5343;p57">
            <a:extLst>
              <a:ext uri="{FF2B5EF4-FFF2-40B4-BE49-F238E27FC236}">
                <a16:creationId xmlns:a16="http://schemas.microsoft.com/office/drawing/2014/main" id="{85D4BE74-9D78-4793-1CF3-7FEDF5039D81}"/>
              </a:ext>
            </a:extLst>
          </p:cNvPr>
          <p:cNvSpPr/>
          <p:nvPr/>
        </p:nvSpPr>
        <p:spPr>
          <a:xfrm>
            <a:off x="1995643" y="2204259"/>
            <a:ext cx="420868" cy="497144"/>
          </a:xfrm>
          <a:custGeom>
            <a:avLst/>
            <a:gdLst/>
            <a:ahLst/>
            <a:cxnLst/>
            <a:rect l="l" t="t" r="r" b="b"/>
            <a:pathLst>
              <a:path w="10776" h="12729" extrusionOk="0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5345;p57">
            <a:extLst>
              <a:ext uri="{FF2B5EF4-FFF2-40B4-BE49-F238E27FC236}">
                <a16:creationId xmlns:a16="http://schemas.microsoft.com/office/drawing/2014/main" id="{3388E5AA-8FE2-F037-B6B2-3F3E5B0A046F}"/>
              </a:ext>
            </a:extLst>
          </p:cNvPr>
          <p:cNvSpPr/>
          <p:nvPr/>
        </p:nvSpPr>
        <p:spPr>
          <a:xfrm>
            <a:off x="1955958" y="2796546"/>
            <a:ext cx="494684" cy="193211"/>
          </a:xfrm>
          <a:custGeom>
            <a:avLst/>
            <a:gdLst/>
            <a:ahLst/>
            <a:cxnLst/>
            <a:rect l="l" t="t" r="r" b="b"/>
            <a:pathLst>
              <a:path w="12666" h="4947" extrusionOk="0">
                <a:moveTo>
                  <a:pt x="2868" y="820"/>
                </a:moveTo>
                <a:cubicBezTo>
                  <a:pt x="3120" y="820"/>
                  <a:pt x="3277" y="1009"/>
                  <a:pt x="3277" y="1261"/>
                </a:cubicBezTo>
                <a:lnTo>
                  <a:pt x="3277" y="2899"/>
                </a:lnTo>
                <a:cubicBezTo>
                  <a:pt x="3277" y="3151"/>
                  <a:pt x="3057" y="3308"/>
                  <a:pt x="2868" y="3308"/>
                </a:cubicBezTo>
                <a:cubicBezTo>
                  <a:pt x="2647" y="3308"/>
                  <a:pt x="2490" y="3119"/>
                  <a:pt x="2427" y="2899"/>
                </a:cubicBezTo>
                <a:lnTo>
                  <a:pt x="2427" y="1261"/>
                </a:lnTo>
                <a:cubicBezTo>
                  <a:pt x="2427" y="1009"/>
                  <a:pt x="2647" y="851"/>
                  <a:pt x="2868" y="820"/>
                </a:cubicBezTo>
                <a:close/>
                <a:moveTo>
                  <a:pt x="9767" y="820"/>
                </a:moveTo>
                <a:cubicBezTo>
                  <a:pt x="9988" y="820"/>
                  <a:pt x="10145" y="1009"/>
                  <a:pt x="10145" y="1261"/>
                </a:cubicBezTo>
                <a:lnTo>
                  <a:pt x="10145" y="2899"/>
                </a:lnTo>
                <a:cubicBezTo>
                  <a:pt x="10145" y="3151"/>
                  <a:pt x="9956" y="3308"/>
                  <a:pt x="9767" y="3308"/>
                </a:cubicBezTo>
                <a:cubicBezTo>
                  <a:pt x="9515" y="3308"/>
                  <a:pt x="9358" y="3119"/>
                  <a:pt x="9326" y="2899"/>
                </a:cubicBezTo>
                <a:lnTo>
                  <a:pt x="9326" y="1261"/>
                </a:lnTo>
                <a:cubicBezTo>
                  <a:pt x="9326" y="1009"/>
                  <a:pt x="9515" y="851"/>
                  <a:pt x="9767" y="820"/>
                </a:cubicBezTo>
                <a:close/>
                <a:moveTo>
                  <a:pt x="2868" y="0"/>
                </a:moveTo>
                <a:cubicBezTo>
                  <a:pt x="2206" y="0"/>
                  <a:pt x="1639" y="536"/>
                  <a:pt x="1608" y="1229"/>
                </a:cubicBezTo>
                <a:lnTo>
                  <a:pt x="1608" y="1639"/>
                </a:lnTo>
                <a:lnTo>
                  <a:pt x="1230" y="1639"/>
                </a:lnTo>
                <a:cubicBezTo>
                  <a:pt x="536" y="1639"/>
                  <a:pt x="1" y="2206"/>
                  <a:pt x="1" y="2867"/>
                </a:cubicBezTo>
                <a:lnTo>
                  <a:pt x="1" y="4947"/>
                </a:lnTo>
                <a:lnTo>
                  <a:pt x="12666" y="4947"/>
                </a:lnTo>
                <a:lnTo>
                  <a:pt x="12666" y="2867"/>
                </a:lnTo>
                <a:cubicBezTo>
                  <a:pt x="12634" y="2206"/>
                  <a:pt x="12036" y="1639"/>
                  <a:pt x="11374" y="1639"/>
                </a:cubicBezTo>
                <a:lnTo>
                  <a:pt x="10996" y="1639"/>
                </a:lnTo>
                <a:lnTo>
                  <a:pt x="10996" y="1229"/>
                </a:lnTo>
                <a:cubicBezTo>
                  <a:pt x="10996" y="536"/>
                  <a:pt x="10429" y="0"/>
                  <a:pt x="9767" y="0"/>
                </a:cubicBezTo>
                <a:cubicBezTo>
                  <a:pt x="9106" y="0"/>
                  <a:pt x="8539" y="536"/>
                  <a:pt x="8507" y="1229"/>
                </a:cubicBezTo>
                <a:lnTo>
                  <a:pt x="8507" y="1639"/>
                </a:lnTo>
                <a:lnTo>
                  <a:pt x="4097" y="1639"/>
                </a:lnTo>
                <a:lnTo>
                  <a:pt x="4097" y="1229"/>
                </a:lnTo>
                <a:cubicBezTo>
                  <a:pt x="4097" y="536"/>
                  <a:pt x="3561" y="0"/>
                  <a:pt x="286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5346;p57">
            <a:extLst>
              <a:ext uri="{FF2B5EF4-FFF2-40B4-BE49-F238E27FC236}">
                <a16:creationId xmlns:a16="http://schemas.microsoft.com/office/drawing/2014/main" id="{A4603963-C4DA-6FC5-71F8-2C88717CB4D2}"/>
              </a:ext>
            </a:extLst>
          </p:cNvPr>
          <p:cNvSpPr/>
          <p:nvPr/>
        </p:nvSpPr>
        <p:spPr>
          <a:xfrm>
            <a:off x="1953497" y="3024165"/>
            <a:ext cx="494684" cy="267065"/>
          </a:xfrm>
          <a:custGeom>
            <a:avLst/>
            <a:gdLst/>
            <a:ahLst/>
            <a:cxnLst/>
            <a:rect l="l" t="t" r="r" b="b"/>
            <a:pathLst>
              <a:path w="12666" h="6838" extrusionOk="0">
                <a:moveTo>
                  <a:pt x="1" y="1"/>
                </a:moveTo>
                <a:lnTo>
                  <a:pt x="1" y="5640"/>
                </a:lnTo>
                <a:lnTo>
                  <a:pt x="32" y="5640"/>
                </a:lnTo>
                <a:cubicBezTo>
                  <a:pt x="32" y="6302"/>
                  <a:pt x="568" y="6837"/>
                  <a:pt x="1261" y="6837"/>
                </a:cubicBezTo>
                <a:lnTo>
                  <a:pt x="11437" y="6837"/>
                </a:lnTo>
                <a:cubicBezTo>
                  <a:pt x="12099" y="6837"/>
                  <a:pt x="12666" y="6302"/>
                  <a:pt x="12666" y="5640"/>
                </a:cubicBezTo>
                <a:lnTo>
                  <a:pt x="1266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5348;p57">
            <a:extLst>
              <a:ext uri="{FF2B5EF4-FFF2-40B4-BE49-F238E27FC236}">
                <a16:creationId xmlns:a16="http://schemas.microsoft.com/office/drawing/2014/main" id="{8A8D60BE-240B-5AF1-65F5-81F5F64CD13D}"/>
              </a:ext>
            </a:extLst>
          </p:cNvPr>
          <p:cNvSpPr/>
          <p:nvPr/>
        </p:nvSpPr>
        <p:spPr>
          <a:xfrm>
            <a:off x="5141432" y="1762805"/>
            <a:ext cx="247342" cy="387632"/>
          </a:xfrm>
          <a:custGeom>
            <a:avLst/>
            <a:gdLst/>
            <a:ahLst/>
            <a:cxnLst/>
            <a:rect l="l" t="t" r="r" b="b"/>
            <a:pathLst>
              <a:path w="6333" h="9925" extrusionOk="0">
                <a:moveTo>
                  <a:pt x="4694" y="1"/>
                </a:moveTo>
                <a:lnTo>
                  <a:pt x="4694" y="7877"/>
                </a:lnTo>
                <a:cubicBezTo>
                  <a:pt x="4694" y="8097"/>
                  <a:pt x="4474" y="8255"/>
                  <a:pt x="4253" y="8255"/>
                </a:cubicBezTo>
                <a:cubicBezTo>
                  <a:pt x="2993" y="8255"/>
                  <a:pt x="1638" y="8696"/>
                  <a:pt x="693" y="9452"/>
                </a:cubicBezTo>
                <a:cubicBezTo>
                  <a:pt x="536" y="9546"/>
                  <a:pt x="189" y="9925"/>
                  <a:pt x="0" y="9925"/>
                </a:cubicBezTo>
                <a:lnTo>
                  <a:pt x="5073" y="9925"/>
                </a:lnTo>
                <a:cubicBezTo>
                  <a:pt x="5734" y="9925"/>
                  <a:pt x="6333" y="9357"/>
                  <a:pt x="6333" y="8696"/>
                </a:cubicBezTo>
                <a:lnTo>
                  <a:pt x="6333" y="1229"/>
                </a:lnTo>
                <a:cubicBezTo>
                  <a:pt x="6333" y="536"/>
                  <a:pt x="5766" y="1"/>
                  <a:pt x="507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5349;p57">
            <a:extLst>
              <a:ext uri="{FF2B5EF4-FFF2-40B4-BE49-F238E27FC236}">
                <a16:creationId xmlns:a16="http://schemas.microsoft.com/office/drawing/2014/main" id="{8B3DBC6B-0B74-E8F1-4A3A-C89A1CF813A2}"/>
              </a:ext>
            </a:extLst>
          </p:cNvPr>
          <p:cNvSpPr/>
          <p:nvPr/>
        </p:nvSpPr>
        <p:spPr>
          <a:xfrm>
            <a:off x="4988841" y="1698832"/>
            <a:ext cx="135407" cy="402394"/>
          </a:xfrm>
          <a:custGeom>
            <a:avLst/>
            <a:gdLst/>
            <a:ahLst/>
            <a:cxnLst/>
            <a:rect l="l" t="t" r="r" b="b"/>
            <a:pathLst>
              <a:path w="3467" h="10303" extrusionOk="0">
                <a:moveTo>
                  <a:pt x="1" y="0"/>
                </a:moveTo>
                <a:lnTo>
                  <a:pt x="1" y="9105"/>
                </a:lnTo>
                <a:cubicBezTo>
                  <a:pt x="1166" y="9200"/>
                  <a:pt x="2489" y="9578"/>
                  <a:pt x="3466" y="10302"/>
                </a:cubicBezTo>
                <a:lnTo>
                  <a:pt x="3466" y="1197"/>
                </a:lnTo>
                <a:cubicBezTo>
                  <a:pt x="2489" y="473"/>
                  <a:pt x="1229" y="95"/>
                  <a:pt x="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5350;p57">
            <a:extLst>
              <a:ext uri="{FF2B5EF4-FFF2-40B4-BE49-F238E27FC236}">
                <a16:creationId xmlns:a16="http://schemas.microsoft.com/office/drawing/2014/main" id="{555B07AB-53F0-49EF-B949-C1C2EA71DC20}"/>
              </a:ext>
            </a:extLst>
          </p:cNvPr>
          <p:cNvSpPr/>
          <p:nvPr/>
        </p:nvSpPr>
        <p:spPr>
          <a:xfrm>
            <a:off x="5156195" y="1698832"/>
            <a:ext cx="135368" cy="402394"/>
          </a:xfrm>
          <a:custGeom>
            <a:avLst/>
            <a:gdLst/>
            <a:ahLst/>
            <a:cxnLst/>
            <a:rect l="l" t="t" r="r" b="b"/>
            <a:pathLst>
              <a:path w="3466" h="10303" extrusionOk="0">
                <a:moveTo>
                  <a:pt x="3466" y="0"/>
                </a:moveTo>
                <a:cubicBezTo>
                  <a:pt x="2300" y="95"/>
                  <a:pt x="977" y="473"/>
                  <a:pt x="0" y="1197"/>
                </a:cubicBezTo>
                <a:lnTo>
                  <a:pt x="0" y="10302"/>
                </a:lnTo>
                <a:cubicBezTo>
                  <a:pt x="977" y="9578"/>
                  <a:pt x="2237" y="9200"/>
                  <a:pt x="3466" y="9105"/>
                </a:cubicBezTo>
                <a:lnTo>
                  <a:pt x="346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5351;p57">
            <a:extLst>
              <a:ext uri="{FF2B5EF4-FFF2-40B4-BE49-F238E27FC236}">
                <a16:creationId xmlns:a16="http://schemas.microsoft.com/office/drawing/2014/main" id="{F4902196-6BE2-9574-288C-3B88596F025D}"/>
              </a:ext>
            </a:extLst>
          </p:cNvPr>
          <p:cNvSpPr/>
          <p:nvPr/>
        </p:nvSpPr>
        <p:spPr>
          <a:xfrm>
            <a:off x="4892880" y="1762805"/>
            <a:ext cx="246131" cy="387632"/>
          </a:xfrm>
          <a:custGeom>
            <a:avLst/>
            <a:gdLst/>
            <a:ahLst/>
            <a:cxnLst/>
            <a:rect l="l" t="t" r="r" b="b"/>
            <a:pathLst>
              <a:path w="6302" h="9925" extrusionOk="0">
                <a:moveTo>
                  <a:pt x="1229" y="1"/>
                </a:moveTo>
                <a:cubicBezTo>
                  <a:pt x="567" y="1"/>
                  <a:pt x="0" y="536"/>
                  <a:pt x="0" y="1198"/>
                </a:cubicBezTo>
                <a:lnTo>
                  <a:pt x="0" y="8664"/>
                </a:lnTo>
                <a:cubicBezTo>
                  <a:pt x="32" y="9357"/>
                  <a:pt x="567" y="9925"/>
                  <a:pt x="1229" y="9925"/>
                </a:cubicBezTo>
                <a:lnTo>
                  <a:pt x="6301" y="9925"/>
                </a:lnTo>
                <a:cubicBezTo>
                  <a:pt x="6112" y="9925"/>
                  <a:pt x="5766" y="9609"/>
                  <a:pt x="5608" y="9452"/>
                </a:cubicBezTo>
                <a:cubicBezTo>
                  <a:pt x="4631" y="8664"/>
                  <a:pt x="3277" y="8255"/>
                  <a:pt x="2048" y="8255"/>
                </a:cubicBezTo>
                <a:cubicBezTo>
                  <a:pt x="1828" y="8255"/>
                  <a:pt x="1638" y="8066"/>
                  <a:pt x="1638" y="7877"/>
                </a:cubicBezTo>
                <a:lnTo>
                  <a:pt x="163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5353;p57">
            <a:extLst>
              <a:ext uri="{FF2B5EF4-FFF2-40B4-BE49-F238E27FC236}">
                <a16:creationId xmlns:a16="http://schemas.microsoft.com/office/drawing/2014/main" id="{FCD8E95A-02BC-A436-E560-E90270B857E5}"/>
              </a:ext>
            </a:extLst>
          </p:cNvPr>
          <p:cNvSpPr/>
          <p:nvPr/>
        </p:nvSpPr>
        <p:spPr>
          <a:xfrm>
            <a:off x="4897782" y="2235358"/>
            <a:ext cx="486093" cy="210083"/>
          </a:xfrm>
          <a:custGeom>
            <a:avLst/>
            <a:gdLst/>
            <a:ahLst/>
            <a:cxnLst/>
            <a:rect l="l" t="t" r="r" b="b"/>
            <a:pathLst>
              <a:path w="12446" h="5379" extrusionOk="0">
                <a:moveTo>
                  <a:pt x="3088" y="0"/>
                </a:moveTo>
                <a:cubicBezTo>
                  <a:pt x="1639" y="0"/>
                  <a:pt x="316" y="1008"/>
                  <a:pt x="95" y="2489"/>
                </a:cubicBezTo>
                <a:cubicBezTo>
                  <a:pt x="1" y="3214"/>
                  <a:pt x="190" y="3938"/>
                  <a:pt x="568" y="4506"/>
                </a:cubicBezTo>
                <a:cubicBezTo>
                  <a:pt x="962" y="5071"/>
                  <a:pt x="1607" y="5366"/>
                  <a:pt x="2240" y="5366"/>
                </a:cubicBezTo>
                <a:cubicBezTo>
                  <a:pt x="2772" y="5366"/>
                  <a:pt x="3296" y="5157"/>
                  <a:pt x="3655" y="4726"/>
                </a:cubicBezTo>
                <a:cubicBezTo>
                  <a:pt x="4569" y="3655"/>
                  <a:pt x="3844" y="2489"/>
                  <a:pt x="2836" y="2489"/>
                </a:cubicBezTo>
                <a:cubicBezTo>
                  <a:pt x="2584" y="2489"/>
                  <a:pt x="2427" y="2678"/>
                  <a:pt x="2427" y="2899"/>
                </a:cubicBezTo>
                <a:cubicBezTo>
                  <a:pt x="2427" y="3151"/>
                  <a:pt x="2616" y="3308"/>
                  <a:pt x="2836" y="3340"/>
                </a:cubicBezTo>
                <a:cubicBezTo>
                  <a:pt x="3057" y="3340"/>
                  <a:pt x="3214" y="3529"/>
                  <a:pt x="3214" y="3749"/>
                </a:cubicBezTo>
                <a:cubicBezTo>
                  <a:pt x="3214" y="3970"/>
                  <a:pt x="3025" y="4127"/>
                  <a:pt x="2836" y="4127"/>
                </a:cubicBezTo>
                <a:cubicBezTo>
                  <a:pt x="2049" y="4127"/>
                  <a:pt x="1450" y="3434"/>
                  <a:pt x="1608" y="2584"/>
                </a:cubicBezTo>
                <a:cubicBezTo>
                  <a:pt x="1754" y="1999"/>
                  <a:pt x="2279" y="1632"/>
                  <a:pt x="2882" y="1632"/>
                </a:cubicBezTo>
                <a:cubicBezTo>
                  <a:pt x="2930" y="1632"/>
                  <a:pt x="2977" y="1634"/>
                  <a:pt x="3025" y="1639"/>
                </a:cubicBezTo>
                <a:cubicBezTo>
                  <a:pt x="3624" y="1733"/>
                  <a:pt x="4128" y="2048"/>
                  <a:pt x="4474" y="2489"/>
                </a:cubicBezTo>
                <a:lnTo>
                  <a:pt x="7908" y="2489"/>
                </a:lnTo>
                <a:cubicBezTo>
                  <a:pt x="8255" y="2017"/>
                  <a:pt x="8759" y="1702"/>
                  <a:pt x="9358" y="1639"/>
                </a:cubicBezTo>
                <a:cubicBezTo>
                  <a:pt x="9406" y="1634"/>
                  <a:pt x="9453" y="1632"/>
                  <a:pt x="9501" y="1632"/>
                </a:cubicBezTo>
                <a:cubicBezTo>
                  <a:pt x="10104" y="1632"/>
                  <a:pt x="10629" y="1999"/>
                  <a:pt x="10775" y="2584"/>
                </a:cubicBezTo>
                <a:cubicBezTo>
                  <a:pt x="10964" y="3434"/>
                  <a:pt x="10334" y="4127"/>
                  <a:pt x="9547" y="4127"/>
                </a:cubicBezTo>
                <a:cubicBezTo>
                  <a:pt x="9326" y="4127"/>
                  <a:pt x="9137" y="3938"/>
                  <a:pt x="9137" y="3749"/>
                </a:cubicBezTo>
                <a:cubicBezTo>
                  <a:pt x="9137" y="3497"/>
                  <a:pt x="9326" y="3340"/>
                  <a:pt x="9547" y="3340"/>
                </a:cubicBezTo>
                <a:cubicBezTo>
                  <a:pt x="9799" y="3340"/>
                  <a:pt x="9956" y="3151"/>
                  <a:pt x="9956" y="2899"/>
                </a:cubicBezTo>
                <a:cubicBezTo>
                  <a:pt x="9956" y="2678"/>
                  <a:pt x="9767" y="2521"/>
                  <a:pt x="9547" y="2489"/>
                </a:cubicBezTo>
                <a:cubicBezTo>
                  <a:pt x="8539" y="2489"/>
                  <a:pt x="7814" y="3686"/>
                  <a:pt x="8728" y="4726"/>
                </a:cubicBezTo>
                <a:cubicBezTo>
                  <a:pt x="9099" y="5169"/>
                  <a:pt x="9626" y="5379"/>
                  <a:pt x="10158" y="5379"/>
                </a:cubicBezTo>
                <a:cubicBezTo>
                  <a:pt x="10800" y="5379"/>
                  <a:pt x="11451" y="5074"/>
                  <a:pt x="11847" y="4506"/>
                </a:cubicBezTo>
                <a:cubicBezTo>
                  <a:pt x="12225" y="3970"/>
                  <a:pt x="12445" y="3277"/>
                  <a:pt x="12319" y="2489"/>
                </a:cubicBezTo>
                <a:cubicBezTo>
                  <a:pt x="12130" y="1008"/>
                  <a:pt x="10775" y="0"/>
                  <a:pt x="932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5354;p57">
            <a:extLst>
              <a:ext uri="{FF2B5EF4-FFF2-40B4-BE49-F238E27FC236}">
                <a16:creationId xmlns:a16="http://schemas.microsoft.com/office/drawing/2014/main" id="{403C4924-F5EA-5181-9412-CE7661FD144B}"/>
              </a:ext>
            </a:extLst>
          </p:cNvPr>
          <p:cNvSpPr/>
          <p:nvPr/>
        </p:nvSpPr>
        <p:spPr>
          <a:xfrm>
            <a:off x="4991320" y="2432240"/>
            <a:ext cx="289172" cy="297803"/>
          </a:xfrm>
          <a:custGeom>
            <a:avLst/>
            <a:gdLst/>
            <a:ahLst/>
            <a:cxnLst/>
            <a:rect l="l" t="t" r="r" b="b"/>
            <a:pathLst>
              <a:path w="7404" h="7625" extrusionOk="0">
                <a:moveTo>
                  <a:pt x="2426" y="0"/>
                </a:moveTo>
                <a:lnTo>
                  <a:pt x="2426" y="5639"/>
                </a:lnTo>
                <a:cubicBezTo>
                  <a:pt x="2426" y="5860"/>
                  <a:pt x="2237" y="6017"/>
                  <a:pt x="2048" y="6017"/>
                </a:cubicBezTo>
                <a:cubicBezTo>
                  <a:pt x="1796" y="6017"/>
                  <a:pt x="1638" y="5828"/>
                  <a:pt x="1638" y="5639"/>
                </a:cubicBezTo>
                <a:lnTo>
                  <a:pt x="1638" y="473"/>
                </a:lnTo>
                <a:cubicBezTo>
                  <a:pt x="1229" y="851"/>
                  <a:pt x="630" y="1103"/>
                  <a:pt x="0" y="1134"/>
                </a:cubicBezTo>
                <a:lnTo>
                  <a:pt x="0" y="7246"/>
                </a:lnTo>
                <a:cubicBezTo>
                  <a:pt x="0" y="7467"/>
                  <a:pt x="189" y="7624"/>
                  <a:pt x="378" y="7624"/>
                </a:cubicBezTo>
                <a:lnTo>
                  <a:pt x="6994" y="7624"/>
                </a:lnTo>
                <a:cubicBezTo>
                  <a:pt x="7246" y="7624"/>
                  <a:pt x="7404" y="7435"/>
                  <a:pt x="7404" y="7246"/>
                </a:cubicBezTo>
                <a:lnTo>
                  <a:pt x="7404" y="1134"/>
                </a:lnTo>
                <a:cubicBezTo>
                  <a:pt x="6774" y="1071"/>
                  <a:pt x="6175" y="788"/>
                  <a:pt x="5734" y="315"/>
                </a:cubicBezTo>
                <a:lnTo>
                  <a:pt x="5734" y="5639"/>
                </a:lnTo>
                <a:cubicBezTo>
                  <a:pt x="5734" y="5860"/>
                  <a:pt x="5545" y="6017"/>
                  <a:pt x="5324" y="6017"/>
                </a:cubicBezTo>
                <a:cubicBezTo>
                  <a:pt x="5072" y="6017"/>
                  <a:pt x="4915" y="5828"/>
                  <a:pt x="4915" y="5639"/>
                </a:cubicBezTo>
                <a:lnTo>
                  <a:pt x="4915" y="0"/>
                </a:lnTo>
                <a:lnTo>
                  <a:pt x="4096" y="0"/>
                </a:lnTo>
                <a:lnTo>
                  <a:pt x="4096" y="5639"/>
                </a:lnTo>
                <a:cubicBezTo>
                  <a:pt x="4096" y="5860"/>
                  <a:pt x="3907" y="6017"/>
                  <a:pt x="3686" y="6017"/>
                </a:cubicBezTo>
                <a:cubicBezTo>
                  <a:pt x="3466" y="6017"/>
                  <a:pt x="3277" y="5828"/>
                  <a:pt x="3277" y="5639"/>
                </a:cubicBezTo>
                <a:lnTo>
                  <a:pt x="327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5355;p57">
            <a:extLst>
              <a:ext uri="{FF2B5EF4-FFF2-40B4-BE49-F238E27FC236}">
                <a16:creationId xmlns:a16="http://schemas.microsoft.com/office/drawing/2014/main" id="{F96BD748-B04E-202D-0CA7-73A790058B74}"/>
              </a:ext>
            </a:extLst>
          </p:cNvPr>
          <p:cNvSpPr/>
          <p:nvPr/>
        </p:nvSpPr>
        <p:spPr>
          <a:xfrm>
            <a:off x="5088532" y="2365768"/>
            <a:ext cx="104592" cy="32026"/>
          </a:xfrm>
          <a:custGeom>
            <a:avLst/>
            <a:gdLst/>
            <a:ahLst/>
            <a:cxnLst/>
            <a:rect l="l" t="t" r="r" b="b"/>
            <a:pathLst>
              <a:path w="2678" h="820" extrusionOk="0">
                <a:moveTo>
                  <a:pt x="0" y="1"/>
                </a:moveTo>
                <a:cubicBezTo>
                  <a:pt x="32" y="127"/>
                  <a:pt x="32" y="284"/>
                  <a:pt x="32" y="379"/>
                </a:cubicBezTo>
                <a:cubicBezTo>
                  <a:pt x="32" y="536"/>
                  <a:pt x="32" y="662"/>
                  <a:pt x="0" y="788"/>
                </a:cubicBezTo>
                <a:lnTo>
                  <a:pt x="2666" y="788"/>
                </a:lnTo>
                <a:cubicBezTo>
                  <a:pt x="2615" y="649"/>
                  <a:pt x="2615" y="555"/>
                  <a:pt x="2615" y="379"/>
                </a:cubicBezTo>
                <a:cubicBezTo>
                  <a:pt x="2615" y="284"/>
                  <a:pt x="2615" y="127"/>
                  <a:pt x="2678" y="1"/>
                </a:cubicBezTo>
                <a:close/>
                <a:moveTo>
                  <a:pt x="2666" y="788"/>
                </a:moveTo>
                <a:cubicBezTo>
                  <a:pt x="2670" y="799"/>
                  <a:pt x="2674" y="809"/>
                  <a:pt x="2678" y="820"/>
                </a:cubicBezTo>
                <a:lnTo>
                  <a:pt x="2678" y="78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5356;p57">
            <a:extLst>
              <a:ext uri="{FF2B5EF4-FFF2-40B4-BE49-F238E27FC236}">
                <a16:creationId xmlns:a16="http://schemas.microsoft.com/office/drawing/2014/main" id="{17540950-1CC0-9709-281A-2963A1BEA011}"/>
              </a:ext>
            </a:extLst>
          </p:cNvPr>
          <p:cNvSpPr/>
          <p:nvPr/>
        </p:nvSpPr>
        <p:spPr>
          <a:xfrm>
            <a:off x="4902238" y="2828055"/>
            <a:ext cx="484843" cy="497262"/>
          </a:xfrm>
          <a:custGeom>
            <a:avLst/>
            <a:gdLst/>
            <a:ahLst/>
            <a:cxnLst/>
            <a:rect l="l" t="t" r="r" b="b"/>
            <a:pathLst>
              <a:path w="12414" h="12732" extrusionOk="0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5358;p57">
            <a:extLst>
              <a:ext uri="{FF2B5EF4-FFF2-40B4-BE49-F238E27FC236}">
                <a16:creationId xmlns:a16="http://schemas.microsoft.com/office/drawing/2014/main" id="{B3B16275-CB12-6C56-5059-ADA7A3DCEB30}"/>
              </a:ext>
            </a:extLst>
          </p:cNvPr>
          <p:cNvSpPr/>
          <p:nvPr/>
        </p:nvSpPr>
        <p:spPr>
          <a:xfrm>
            <a:off x="3191601" y="3773473"/>
            <a:ext cx="158958" cy="153061"/>
          </a:xfrm>
          <a:custGeom>
            <a:avLst/>
            <a:gdLst/>
            <a:ahLst/>
            <a:cxnLst/>
            <a:rect l="l" t="t" r="r" b="b"/>
            <a:pathLst>
              <a:path w="4070" h="3919" extrusionOk="0">
                <a:moveTo>
                  <a:pt x="1455" y="0"/>
                </a:moveTo>
                <a:lnTo>
                  <a:pt x="1013" y="2489"/>
                </a:lnTo>
                <a:lnTo>
                  <a:pt x="289" y="3214"/>
                </a:lnTo>
                <a:cubicBezTo>
                  <a:pt x="1" y="3502"/>
                  <a:pt x="280" y="3919"/>
                  <a:pt x="597" y="3919"/>
                </a:cubicBezTo>
                <a:cubicBezTo>
                  <a:pt x="695" y="3919"/>
                  <a:pt x="798" y="3878"/>
                  <a:pt x="887" y="3781"/>
                </a:cubicBezTo>
                <a:lnTo>
                  <a:pt x="1612" y="3088"/>
                </a:lnTo>
                <a:lnTo>
                  <a:pt x="4069" y="2647"/>
                </a:lnTo>
                <a:lnTo>
                  <a:pt x="145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5359;p57">
            <a:extLst>
              <a:ext uri="{FF2B5EF4-FFF2-40B4-BE49-F238E27FC236}">
                <a16:creationId xmlns:a16="http://schemas.microsoft.com/office/drawing/2014/main" id="{1E035C26-0C75-AD69-2C30-49BC3CEDB8E4}"/>
              </a:ext>
            </a:extLst>
          </p:cNvPr>
          <p:cNvSpPr/>
          <p:nvPr/>
        </p:nvSpPr>
        <p:spPr>
          <a:xfrm>
            <a:off x="3265613" y="3638103"/>
            <a:ext cx="221526" cy="220315"/>
          </a:xfrm>
          <a:custGeom>
            <a:avLst/>
            <a:gdLst/>
            <a:ahLst/>
            <a:cxnLst/>
            <a:rect l="l" t="t" r="r" b="b"/>
            <a:pathLst>
              <a:path w="5672" h="5641" extrusionOk="0">
                <a:moveTo>
                  <a:pt x="2742" y="1"/>
                </a:moveTo>
                <a:lnTo>
                  <a:pt x="1" y="2710"/>
                </a:lnTo>
                <a:lnTo>
                  <a:pt x="2931" y="5640"/>
                </a:lnTo>
                <a:lnTo>
                  <a:pt x="5671" y="2899"/>
                </a:lnTo>
                <a:lnTo>
                  <a:pt x="274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5360;p57">
            <a:extLst>
              <a:ext uri="{FF2B5EF4-FFF2-40B4-BE49-F238E27FC236}">
                <a16:creationId xmlns:a16="http://schemas.microsoft.com/office/drawing/2014/main" id="{F092B252-8809-7014-D4E9-6796DC6DB319}"/>
              </a:ext>
            </a:extLst>
          </p:cNvPr>
          <p:cNvSpPr/>
          <p:nvPr/>
        </p:nvSpPr>
        <p:spPr>
          <a:xfrm>
            <a:off x="3363760" y="3428920"/>
            <a:ext cx="361386" cy="300302"/>
          </a:xfrm>
          <a:custGeom>
            <a:avLst/>
            <a:gdLst/>
            <a:ahLst/>
            <a:cxnLst/>
            <a:rect l="l" t="t" r="r" b="b"/>
            <a:pathLst>
              <a:path w="9253" h="7689" extrusionOk="0">
                <a:moveTo>
                  <a:pt x="3442" y="1"/>
                </a:moveTo>
                <a:cubicBezTo>
                  <a:pt x="3127" y="1"/>
                  <a:pt x="2812" y="127"/>
                  <a:pt x="2591" y="379"/>
                </a:cubicBezTo>
                <a:lnTo>
                  <a:pt x="292" y="2647"/>
                </a:lnTo>
                <a:cubicBezTo>
                  <a:pt x="1" y="2962"/>
                  <a:pt x="287" y="3370"/>
                  <a:pt x="607" y="3370"/>
                </a:cubicBezTo>
                <a:cubicBezTo>
                  <a:pt x="704" y="3370"/>
                  <a:pt x="803" y="3333"/>
                  <a:pt x="890" y="3246"/>
                </a:cubicBezTo>
                <a:lnTo>
                  <a:pt x="3190" y="946"/>
                </a:lnTo>
                <a:cubicBezTo>
                  <a:pt x="3269" y="867"/>
                  <a:pt x="3371" y="828"/>
                  <a:pt x="3474" y="828"/>
                </a:cubicBezTo>
                <a:cubicBezTo>
                  <a:pt x="3576" y="828"/>
                  <a:pt x="3678" y="867"/>
                  <a:pt x="3757" y="946"/>
                </a:cubicBezTo>
                <a:lnTo>
                  <a:pt x="4198" y="1387"/>
                </a:lnTo>
                <a:lnTo>
                  <a:pt x="827" y="4758"/>
                </a:lnTo>
                <a:lnTo>
                  <a:pt x="3726" y="7688"/>
                </a:lnTo>
                <a:lnTo>
                  <a:pt x="7821" y="3593"/>
                </a:lnTo>
                <a:cubicBezTo>
                  <a:pt x="9253" y="2161"/>
                  <a:pt x="8028" y="43"/>
                  <a:pt x="6392" y="43"/>
                </a:cubicBezTo>
                <a:cubicBezTo>
                  <a:pt x="5868" y="43"/>
                  <a:pt x="5301" y="261"/>
                  <a:pt x="4765" y="789"/>
                </a:cubicBezTo>
                <a:cubicBezTo>
                  <a:pt x="4324" y="379"/>
                  <a:pt x="4041" y="1"/>
                  <a:pt x="344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5362;p57">
            <a:extLst>
              <a:ext uri="{FF2B5EF4-FFF2-40B4-BE49-F238E27FC236}">
                <a16:creationId xmlns:a16="http://schemas.microsoft.com/office/drawing/2014/main" id="{3B2280A6-09E1-6EF3-E5FE-1F7596FE0AD2}"/>
              </a:ext>
            </a:extLst>
          </p:cNvPr>
          <p:cNvSpPr/>
          <p:nvPr/>
        </p:nvSpPr>
        <p:spPr>
          <a:xfrm>
            <a:off x="3548216" y="4248646"/>
            <a:ext cx="32026" cy="65223"/>
          </a:xfrm>
          <a:custGeom>
            <a:avLst/>
            <a:gdLst/>
            <a:ahLst/>
            <a:cxnLst/>
            <a:rect l="l" t="t" r="r" b="b"/>
            <a:pathLst>
              <a:path w="820" h="1670" extrusionOk="0">
                <a:moveTo>
                  <a:pt x="1" y="0"/>
                </a:moveTo>
                <a:lnTo>
                  <a:pt x="1" y="1229"/>
                </a:lnTo>
                <a:cubicBezTo>
                  <a:pt x="1" y="1449"/>
                  <a:pt x="190" y="1607"/>
                  <a:pt x="442" y="1670"/>
                </a:cubicBezTo>
                <a:cubicBezTo>
                  <a:pt x="631" y="1607"/>
                  <a:pt x="820" y="1449"/>
                  <a:pt x="820" y="1229"/>
                </a:cubicBezTo>
                <a:lnTo>
                  <a:pt x="8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5363;p57">
            <a:extLst>
              <a:ext uri="{FF2B5EF4-FFF2-40B4-BE49-F238E27FC236}">
                <a16:creationId xmlns:a16="http://schemas.microsoft.com/office/drawing/2014/main" id="{09A69850-BC70-7D31-5381-7FEF2343497C}"/>
              </a:ext>
            </a:extLst>
          </p:cNvPr>
          <p:cNvSpPr/>
          <p:nvPr/>
        </p:nvSpPr>
        <p:spPr>
          <a:xfrm>
            <a:off x="3353796" y="4248646"/>
            <a:ext cx="33276" cy="65223"/>
          </a:xfrm>
          <a:custGeom>
            <a:avLst/>
            <a:gdLst/>
            <a:ahLst/>
            <a:cxnLst/>
            <a:rect l="l" t="t" r="r" b="b"/>
            <a:pathLst>
              <a:path w="852" h="1670" extrusionOk="0">
                <a:moveTo>
                  <a:pt x="1" y="0"/>
                </a:moveTo>
                <a:lnTo>
                  <a:pt x="1" y="1229"/>
                </a:lnTo>
                <a:cubicBezTo>
                  <a:pt x="1" y="1449"/>
                  <a:pt x="221" y="1607"/>
                  <a:pt x="410" y="1670"/>
                </a:cubicBezTo>
                <a:cubicBezTo>
                  <a:pt x="631" y="1607"/>
                  <a:pt x="851" y="1449"/>
                  <a:pt x="851" y="1229"/>
                </a:cubicBezTo>
                <a:lnTo>
                  <a:pt x="8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5364;p57">
            <a:extLst>
              <a:ext uri="{FF2B5EF4-FFF2-40B4-BE49-F238E27FC236}">
                <a16:creationId xmlns:a16="http://schemas.microsoft.com/office/drawing/2014/main" id="{3668AC28-2B36-4A1F-8251-115C9400369C}"/>
              </a:ext>
            </a:extLst>
          </p:cNvPr>
          <p:cNvSpPr/>
          <p:nvPr/>
        </p:nvSpPr>
        <p:spPr>
          <a:xfrm>
            <a:off x="3252913" y="4311370"/>
            <a:ext cx="430710" cy="225236"/>
          </a:xfrm>
          <a:custGeom>
            <a:avLst/>
            <a:gdLst/>
            <a:ahLst/>
            <a:cxnLst/>
            <a:rect l="l" t="t" r="r" b="b"/>
            <a:pathLst>
              <a:path w="11028" h="5767" extrusionOk="0">
                <a:moveTo>
                  <a:pt x="7152" y="1671"/>
                </a:moveTo>
                <a:cubicBezTo>
                  <a:pt x="7404" y="1671"/>
                  <a:pt x="7593" y="1860"/>
                  <a:pt x="7593" y="2112"/>
                </a:cubicBezTo>
                <a:lnTo>
                  <a:pt x="7593" y="3750"/>
                </a:lnTo>
                <a:cubicBezTo>
                  <a:pt x="7593" y="4002"/>
                  <a:pt x="7404" y="4159"/>
                  <a:pt x="7152" y="4159"/>
                </a:cubicBezTo>
                <a:lnTo>
                  <a:pt x="3844" y="4159"/>
                </a:lnTo>
                <a:cubicBezTo>
                  <a:pt x="3624" y="4159"/>
                  <a:pt x="3434" y="3939"/>
                  <a:pt x="3434" y="3750"/>
                </a:cubicBezTo>
                <a:lnTo>
                  <a:pt x="3434" y="2112"/>
                </a:lnTo>
                <a:cubicBezTo>
                  <a:pt x="3434" y="1860"/>
                  <a:pt x="3624" y="1671"/>
                  <a:pt x="3844" y="1671"/>
                </a:cubicBezTo>
                <a:close/>
                <a:moveTo>
                  <a:pt x="0" y="1"/>
                </a:moveTo>
                <a:lnTo>
                  <a:pt x="0" y="4537"/>
                </a:lnTo>
                <a:cubicBezTo>
                  <a:pt x="0" y="5199"/>
                  <a:pt x="568" y="5766"/>
                  <a:pt x="1261" y="5766"/>
                </a:cubicBezTo>
                <a:lnTo>
                  <a:pt x="9798" y="5766"/>
                </a:lnTo>
                <a:cubicBezTo>
                  <a:pt x="10460" y="5766"/>
                  <a:pt x="11027" y="5199"/>
                  <a:pt x="11027" y="4537"/>
                </a:cubicBezTo>
                <a:lnTo>
                  <a:pt x="11027" y="1"/>
                </a:lnTo>
                <a:lnTo>
                  <a:pt x="9168" y="1"/>
                </a:lnTo>
                <a:cubicBezTo>
                  <a:pt x="9011" y="473"/>
                  <a:pt x="8538" y="851"/>
                  <a:pt x="8003" y="851"/>
                </a:cubicBezTo>
                <a:cubicBezTo>
                  <a:pt x="7436" y="851"/>
                  <a:pt x="6995" y="473"/>
                  <a:pt x="6806" y="1"/>
                </a:cubicBezTo>
                <a:lnTo>
                  <a:pt x="4159" y="1"/>
                </a:lnTo>
                <a:cubicBezTo>
                  <a:pt x="4002" y="473"/>
                  <a:pt x="3560" y="851"/>
                  <a:pt x="2993" y="851"/>
                </a:cubicBezTo>
                <a:cubicBezTo>
                  <a:pt x="2489" y="851"/>
                  <a:pt x="2017" y="536"/>
                  <a:pt x="185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5365;p57">
            <a:extLst>
              <a:ext uri="{FF2B5EF4-FFF2-40B4-BE49-F238E27FC236}">
                <a16:creationId xmlns:a16="http://schemas.microsoft.com/office/drawing/2014/main" id="{10E2F588-093D-7926-EC23-27B283CAE3CD}"/>
              </a:ext>
            </a:extLst>
          </p:cNvPr>
          <p:cNvSpPr/>
          <p:nvPr/>
        </p:nvSpPr>
        <p:spPr>
          <a:xfrm>
            <a:off x="3220926" y="4043133"/>
            <a:ext cx="494685" cy="236288"/>
          </a:xfrm>
          <a:custGeom>
            <a:avLst/>
            <a:gdLst/>
            <a:ahLst/>
            <a:cxnLst/>
            <a:rect l="l" t="t" r="r" b="b"/>
            <a:pathLst>
              <a:path w="12666" h="6050" extrusionOk="0">
                <a:moveTo>
                  <a:pt x="7971" y="820"/>
                </a:moveTo>
                <a:cubicBezTo>
                  <a:pt x="8223" y="820"/>
                  <a:pt x="8381" y="1009"/>
                  <a:pt x="8412" y="1229"/>
                </a:cubicBezTo>
                <a:lnTo>
                  <a:pt x="8412" y="1639"/>
                </a:lnTo>
                <a:lnTo>
                  <a:pt x="4253" y="1639"/>
                </a:lnTo>
                <a:lnTo>
                  <a:pt x="4253" y="1229"/>
                </a:lnTo>
                <a:cubicBezTo>
                  <a:pt x="4253" y="1009"/>
                  <a:pt x="4443" y="851"/>
                  <a:pt x="4663" y="820"/>
                </a:cubicBezTo>
                <a:close/>
                <a:moveTo>
                  <a:pt x="4632" y="1"/>
                </a:moveTo>
                <a:cubicBezTo>
                  <a:pt x="3970" y="1"/>
                  <a:pt x="3403" y="536"/>
                  <a:pt x="3403" y="1229"/>
                </a:cubicBezTo>
                <a:lnTo>
                  <a:pt x="3403" y="1639"/>
                </a:lnTo>
                <a:lnTo>
                  <a:pt x="1229" y="1639"/>
                </a:lnTo>
                <a:cubicBezTo>
                  <a:pt x="536" y="1639"/>
                  <a:pt x="0" y="2175"/>
                  <a:pt x="0" y="2868"/>
                </a:cubicBezTo>
                <a:lnTo>
                  <a:pt x="0" y="5609"/>
                </a:lnTo>
                <a:cubicBezTo>
                  <a:pt x="0" y="5861"/>
                  <a:pt x="189" y="6050"/>
                  <a:pt x="378" y="6050"/>
                </a:cubicBezTo>
                <a:lnTo>
                  <a:pt x="2584" y="6050"/>
                </a:lnTo>
                <a:lnTo>
                  <a:pt x="2584" y="4821"/>
                </a:lnTo>
                <a:cubicBezTo>
                  <a:pt x="2584" y="4600"/>
                  <a:pt x="2804" y="4380"/>
                  <a:pt x="3025" y="4380"/>
                </a:cubicBezTo>
                <a:lnTo>
                  <a:pt x="4663" y="4380"/>
                </a:lnTo>
                <a:cubicBezTo>
                  <a:pt x="4915" y="4380"/>
                  <a:pt x="5104" y="4600"/>
                  <a:pt x="5104" y="4821"/>
                </a:cubicBezTo>
                <a:lnTo>
                  <a:pt x="5104" y="6050"/>
                </a:lnTo>
                <a:lnTo>
                  <a:pt x="7593" y="6050"/>
                </a:lnTo>
                <a:lnTo>
                  <a:pt x="7593" y="4821"/>
                </a:lnTo>
                <a:cubicBezTo>
                  <a:pt x="7593" y="4600"/>
                  <a:pt x="7782" y="4380"/>
                  <a:pt x="7971" y="4380"/>
                </a:cubicBezTo>
                <a:lnTo>
                  <a:pt x="9641" y="4380"/>
                </a:lnTo>
                <a:cubicBezTo>
                  <a:pt x="9861" y="4380"/>
                  <a:pt x="10019" y="4600"/>
                  <a:pt x="10019" y="4821"/>
                </a:cubicBezTo>
                <a:lnTo>
                  <a:pt x="10019" y="6050"/>
                </a:lnTo>
                <a:lnTo>
                  <a:pt x="12224" y="6050"/>
                </a:lnTo>
                <a:cubicBezTo>
                  <a:pt x="12476" y="6050"/>
                  <a:pt x="12665" y="5861"/>
                  <a:pt x="12665" y="5609"/>
                </a:cubicBezTo>
                <a:lnTo>
                  <a:pt x="12665" y="2868"/>
                </a:lnTo>
                <a:cubicBezTo>
                  <a:pt x="12665" y="2238"/>
                  <a:pt x="12067" y="1639"/>
                  <a:pt x="11405" y="1639"/>
                </a:cubicBezTo>
                <a:lnTo>
                  <a:pt x="9200" y="1639"/>
                </a:lnTo>
                <a:lnTo>
                  <a:pt x="9200" y="1229"/>
                </a:lnTo>
                <a:cubicBezTo>
                  <a:pt x="9200" y="568"/>
                  <a:pt x="8664" y="32"/>
                  <a:pt x="79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5367;p57">
            <a:extLst>
              <a:ext uri="{FF2B5EF4-FFF2-40B4-BE49-F238E27FC236}">
                <a16:creationId xmlns:a16="http://schemas.microsoft.com/office/drawing/2014/main" id="{90E000A9-A4C3-A98D-2EDC-46B98512F7E2}"/>
              </a:ext>
            </a:extLst>
          </p:cNvPr>
          <p:cNvSpPr/>
          <p:nvPr/>
        </p:nvSpPr>
        <p:spPr>
          <a:xfrm>
            <a:off x="3219696" y="4654885"/>
            <a:ext cx="397474" cy="396224"/>
          </a:xfrm>
          <a:custGeom>
            <a:avLst/>
            <a:gdLst/>
            <a:ahLst/>
            <a:cxnLst/>
            <a:rect l="l" t="t" r="r" b="b"/>
            <a:pathLst>
              <a:path w="10177" h="10145" extrusionOk="0">
                <a:moveTo>
                  <a:pt x="5104" y="3813"/>
                </a:moveTo>
                <a:cubicBezTo>
                  <a:pt x="5797" y="3813"/>
                  <a:pt x="6364" y="4348"/>
                  <a:pt x="6364" y="5073"/>
                </a:cubicBezTo>
                <a:cubicBezTo>
                  <a:pt x="6364" y="5766"/>
                  <a:pt x="5797" y="6333"/>
                  <a:pt x="5104" y="6333"/>
                </a:cubicBezTo>
                <a:cubicBezTo>
                  <a:pt x="4379" y="6333"/>
                  <a:pt x="3844" y="5766"/>
                  <a:pt x="3844" y="5073"/>
                </a:cubicBezTo>
                <a:cubicBezTo>
                  <a:pt x="3844" y="4411"/>
                  <a:pt x="4411" y="3813"/>
                  <a:pt x="5104" y="3813"/>
                </a:cubicBezTo>
                <a:close/>
                <a:moveTo>
                  <a:pt x="5104" y="0"/>
                </a:moveTo>
                <a:cubicBezTo>
                  <a:pt x="2300" y="0"/>
                  <a:pt x="0" y="2269"/>
                  <a:pt x="0" y="5073"/>
                </a:cubicBezTo>
                <a:cubicBezTo>
                  <a:pt x="63" y="7908"/>
                  <a:pt x="2300" y="10145"/>
                  <a:pt x="5104" y="10145"/>
                </a:cubicBezTo>
                <a:cubicBezTo>
                  <a:pt x="7877" y="10145"/>
                  <a:pt x="10176" y="7877"/>
                  <a:pt x="10176" y="5073"/>
                </a:cubicBezTo>
                <a:cubicBezTo>
                  <a:pt x="10176" y="2269"/>
                  <a:pt x="7877" y="0"/>
                  <a:pt x="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5368;p57">
            <a:extLst>
              <a:ext uri="{FF2B5EF4-FFF2-40B4-BE49-F238E27FC236}">
                <a16:creationId xmlns:a16="http://schemas.microsoft.com/office/drawing/2014/main" id="{90CCC9B9-F700-5FAA-6AF3-FA9B80BA87C5}"/>
              </a:ext>
            </a:extLst>
          </p:cNvPr>
          <p:cNvSpPr/>
          <p:nvPr/>
        </p:nvSpPr>
        <p:spPr>
          <a:xfrm>
            <a:off x="3286130" y="4854031"/>
            <a:ext cx="430710" cy="295538"/>
          </a:xfrm>
          <a:custGeom>
            <a:avLst/>
            <a:gdLst/>
            <a:ahLst/>
            <a:cxnLst/>
            <a:rect l="l" t="t" r="r" b="b"/>
            <a:pathLst>
              <a:path w="11028" h="7567" extrusionOk="0">
                <a:moveTo>
                  <a:pt x="9774" y="0"/>
                </a:moveTo>
                <a:cubicBezTo>
                  <a:pt x="9040" y="0"/>
                  <a:pt x="8444" y="548"/>
                  <a:pt x="8444" y="1265"/>
                </a:cubicBezTo>
                <a:cubicBezTo>
                  <a:pt x="8444" y="1801"/>
                  <a:pt x="8790" y="2305"/>
                  <a:pt x="9295" y="2463"/>
                </a:cubicBezTo>
                <a:lnTo>
                  <a:pt x="9295" y="2967"/>
                </a:lnTo>
                <a:cubicBezTo>
                  <a:pt x="9295" y="4416"/>
                  <a:pt x="8192" y="5645"/>
                  <a:pt x="6774" y="5834"/>
                </a:cubicBezTo>
                <a:lnTo>
                  <a:pt x="6774" y="4825"/>
                </a:lnTo>
                <a:cubicBezTo>
                  <a:pt x="5829" y="5487"/>
                  <a:pt x="4663" y="5865"/>
                  <a:pt x="3403" y="5865"/>
                </a:cubicBezTo>
                <a:cubicBezTo>
                  <a:pt x="2143" y="5865"/>
                  <a:pt x="977" y="5487"/>
                  <a:pt x="1" y="4825"/>
                </a:cubicBezTo>
                <a:lnTo>
                  <a:pt x="1" y="6306"/>
                </a:lnTo>
                <a:cubicBezTo>
                  <a:pt x="1" y="7031"/>
                  <a:pt x="568" y="7566"/>
                  <a:pt x="1261" y="7566"/>
                </a:cubicBezTo>
                <a:lnTo>
                  <a:pt x="5388" y="7566"/>
                </a:lnTo>
                <a:cubicBezTo>
                  <a:pt x="5955" y="7566"/>
                  <a:pt x="6459" y="7220"/>
                  <a:pt x="6617" y="6716"/>
                </a:cubicBezTo>
                <a:cubicBezTo>
                  <a:pt x="8601" y="6495"/>
                  <a:pt x="10082" y="4920"/>
                  <a:pt x="10114" y="2904"/>
                </a:cubicBezTo>
                <a:lnTo>
                  <a:pt x="10114" y="2400"/>
                </a:lnTo>
                <a:cubicBezTo>
                  <a:pt x="10649" y="2211"/>
                  <a:pt x="11027" y="1706"/>
                  <a:pt x="10996" y="1108"/>
                </a:cubicBezTo>
                <a:cubicBezTo>
                  <a:pt x="10964" y="572"/>
                  <a:pt x="10492" y="100"/>
                  <a:pt x="9893" y="5"/>
                </a:cubicBezTo>
                <a:cubicBezTo>
                  <a:pt x="9853" y="2"/>
                  <a:pt x="9813" y="0"/>
                  <a:pt x="977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5370;p57">
            <a:extLst>
              <a:ext uri="{FF2B5EF4-FFF2-40B4-BE49-F238E27FC236}">
                <a16:creationId xmlns:a16="http://schemas.microsoft.com/office/drawing/2014/main" id="{5FE21B19-2AF5-BB9C-8680-39CCD48FFC53}"/>
              </a:ext>
            </a:extLst>
          </p:cNvPr>
          <p:cNvSpPr/>
          <p:nvPr/>
        </p:nvSpPr>
        <p:spPr>
          <a:xfrm>
            <a:off x="5284941" y="4953248"/>
            <a:ext cx="198131" cy="191999"/>
          </a:xfrm>
          <a:custGeom>
            <a:avLst/>
            <a:gdLst/>
            <a:ahLst/>
            <a:cxnLst/>
            <a:rect l="l" t="t" r="r" b="b"/>
            <a:pathLst>
              <a:path w="5073" h="4916" extrusionOk="0">
                <a:moveTo>
                  <a:pt x="2238" y="1"/>
                </a:moveTo>
                <a:cubicBezTo>
                  <a:pt x="1986" y="442"/>
                  <a:pt x="1671" y="820"/>
                  <a:pt x="1324" y="1229"/>
                </a:cubicBezTo>
                <a:cubicBezTo>
                  <a:pt x="946" y="1671"/>
                  <a:pt x="473" y="1986"/>
                  <a:pt x="1" y="2238"/>
                </a:cubicBezTo>
                <a:lnTo>
                  <a:pt x="2206" y="4443"/>
                </a:lnTo>
                <a:cubicBezTo>
                  <a:pt x="2521" y="4758"/>
                  <a:pt x="2923" y="4916"/>
                  <a:pt x="3325" y="4916"/>
                </a:cubicBezTo>
                <a:cubicBezTo>
                  <a:pt x="3726" y="4916"/>
                  <a:pt x="4128" y="4758"/>
                  <a:pt x="4443" y="4443"/>
                </a:cubicBezTo>
                <a:cubicBezTo>
                  <a:pt x="5073" y="3813"/>
                  <a:pt x="5073" y="2836"/>
                  <a:pt x="4443" y="2206"/>
                </a:cubicBezTo>
                <a:lnTo>
                  <a:pt x="223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5371;p57">
            <a:extLst>
              <a:ext uri="{FF2B5EF4-FFF2-40B4-BE49-F238E27FC236}">
                <a16:creationId xmlns:a16="http://schemas.microsoft.com/office/drawing/2014/main" id="{AF684347-A9F0-24CD-A6BC-F8C868E83398}"/>
              </a:ext>
            </a:extLst>
          </p:cNvPr>
          <p:cNvSpPr/>
          <p:nvPr/>
        </p:nvSpPr>
        <p:spPr>
          <a:xfrm>
            <a:off x="4981045" y="4648102"/>
            <a:ext cx="387632" cy="388920"/>
          </a:xfrm>
          <a:custGeom>
            <a:avLst/>
            <a:gdLst/>
            <a:ahLst/>
            <a:cxnLst/>
            <a:rect l="l" t="t" r="r" b="b"/>
            <a:pathLst>
              <a:path w="9925" h="9958" extrusionOk="0">
                <a:moveTo>
                  <a:pt x="4978" y="1702"/>
                </a:moveTo>
                <a:cubicBezTo>
                  <a:pt x="6774" y="1702"/>
                  <a:pt x="8286" y="3214"/>
                  <a:pt x="8286" y="5010"/>
                </a:cubicBezTo>
                <a:cubicBezTo>
                  <a:pt x="8254" y="5892"/>
                  <a:pt x="7939" y="6711"/>
                  <a:pt x="7341" y="7310"/>
                </a:cubicBezTo>
                <a:cubicBezTo>
                  <a:pt x="6742" y="7908"/>
                  <a:pt x="5923" y="8318"/>
                  <a:pt x="4978" y="8318"/>
                </a:cubicBezTo>
                <a:cubicBezTo>
                  <a:pt x="3151" y="8318"/>
                  <a:pt x="1670" y="6837"/>
                  <a:pt x="1670" y="5010"/>
                </a:cubicBezTo>
                <a:cubicBezTo>
                  <a:pt x="1670" y="3214"/>
                  <a:pt x="3151" y="1702"/>
                  <a:pt x="4978" y="1702"/>
                </a:cubicBezTo>
                <a:close/>
                <a:moveTo>
                  <a:pt x="4978" y="1"/>
                </a:moveTo>
                <a:cubicBezTo>
                  <a:pt x="2268" y="1"/>
                  <a:pt x="0" y="2269"/>
                  <a:pt x="0" y="4978"/>
                </a:cubicBezTo>
                <a:cubicBezTo>
                  <a:pt x="0" y="7688"/>
                  <a:pt x="2268" y="9956"/>
                  <a:pt x="4978" y="9956"/>
                </a:cubicBezTo>
                <a:cubicBezTo>
                  <a:pt x="5013" y="9957"/>
                  <a:pt x="5048" y="9957"/>
                  <a:pt x="5083" y="9957"/>
                </a:cubicBezTo>
                <a:cubicBezTo>
                  <a:pt x="6367" y="9957"/>
                  <a:pt x="7586" y="9395"/>
                  <a:pt x="8506" y="8444"/>
                </a:cubicBezTo>
                <a:cubicBezTo>
                  <a:pt x="9420" y="7499"/>
                  <a:pt x="9924" y="6270"/>
                  <a:pt x="9924" y="4978"/>
                </a:cubicBezTo>
                <a:cubicBezTo>
                  <a:pt x="9924" y="2269"/>
                  <a:pt x="7687" y="1"/>
                  <a:pt x="497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5373;p57">
            <a:extLst>
              <a:ext uri="{FF2B5EF4-FFF2-40B4-BE49-F238E27FC236}">
                <a16:creationId xmlns:a16="http://schemas.microsoft.com/office/drawing/2014/main" id="{955F2B8D-44A7-8C9B-72E1-7F9C9953D8B3}"/>
              </a:ext>
            </a:extLst>
          </p:cNvPr>
          <p:cNvSpPr/>
          <p:nvPr/>
        </p:nvSpPr>
        <p:spPr>
          <a:xfrm>
            <a:off x="2541759" y="1708675"/>
            <a:ext cx="65262" cy="383921"/>
          </a:xfrm>
          <a:custGeom>
            <a:avLst/>
            <a:gdLst/>
            <a:ahLst/>
            <a:cxnLst/>
            <a:rect l="l" t="t" r="r" b="b"/>
            <a:pathLst>
              <a:path w="1671" h="9830" extrusionOk="0">
                <a:moveTo>
                  <a:pt x="1" y="0"/>
                </a:moveTo>
                <a:lnTo>
                  <a:pt x="1" y="9830"/>
                </a:lnTo>
                <a:lnTo>
                  <a:pt x="1670" y="8192"/>
                </a:lnTo>
                <a:lnTo>
                  <a:pt x="1670" y="1639"/>
                </a:lnTo>
                <a:lnTo>
                  <a:pt x="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5374;p57">
            <a:extLst>
              <a:ext uri="{FF2B5EF4-FFF2-40B4-BE49-F238E27FC236}">
                <a16:creationId xmlns:a16="http://schemas.microsoft.com/office/drawing/2014/main" id="{5E71AB91-CA23-050B-5719-3A9EED91685F}"/>
              </a:ext>
            </a:extLst>
          </p:cNvPr>
          <p:cNvSpPr/>
          <p:nvPr/>
        </p:nvSpPr>
        <p:spPr>
          <a:xfrm>
            <a:off x="2972431" y="1708675"/>
            <a:ext cx="65262" cy="383921"/>
          </a:xfrm>
          <a:custGeom>
            <a:avLst/>
            <a:gdLst/>
            <a:ahLst/>
            <a:cxnLst/>
            <a:rect l="l" t="t" r="r" b="b"/>
            <a:pathLst>
              <a:path w="1671" h="9830" extrusionOk="0">
                <a:moveTo>
                  <a:pt x="1670" y="0"/>
                </a:moveTo>
                <a:lnTo>
                  <a:pt x="0" y="1639"/>
                </a:lnTo>
                <a:lnTo>
                  <a:pt x="0" y="8192"/>
                </a:lnTo>
                <a:lnTo>
                  <a:pt x="1670" y="9830"/>
                </a:lnTo>
                <a:lnTo>
                  <a:pt x="167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5375;p57">
            <a:extLst>
              <a:ext uri="{FF2B5EF4-FFF2-40B4-BE49-F238E27FC236}">
                <a16:creationId xmlns:a16="http://schemas.microsoft.com/office/drawing/2014/main" id="{12E3A7DD-76C3-08C7-56D2-4EBF3E9F33A6}"/>
              </a:ext>
            </a:extLst>
          </p:cNvPr>
          <p:cNvSpPr/>
          <p:nvPr/>
        </p:nvSpPr>
        <p:spPr>
          <a:xfrm>
            <a:off x="2638969" y="1782491"/>
            <a:ext cx="301513" cy="236289"/>
          </a:xfrm>
          <a:custGeom>
            <a:avLst/>
            <a:gdLst/>
            <a:ahLst/>
            <a:cxnLst/>
            <a:rect l="l" t="t" r="r" b="b"/>
            <a:pathLst>
              <a:path w="7720" h="6050" extrusionOk="0">
                <a:moveTo>
                  <a:pt x="1" y="1"/>
                </a:moveTo>
                <a:lnTo>
                  <a:pt x="1" y="6050"/>
                </a:lnTo>
                <a:lnTo>
                  <a:pt x="3592" y="6050"/>
                </a:lnTo>
                <a:lnTo>
                  <a:pt x="3592" y="4821"/>
                </a:lnTo>
                <a:cubicBezTo>
                  <a:pt x="3592" y="4600"/>
                  <a:pt x="3781" y="4411"/>
                  <a:pt x="4002" y="4411"/>
                </a:cubicBezTo>
                <a:lnTo>
                  <a:pt x="6491" y="4411"/>
                </a:lnTo>
                <a:cubicBezTo>
                  <a:pt x="6743" y="4411"/>
                  <a:pt x="6932" y="4600"/>
                  <a:pt x="6932" y="4821"/>
                </a:cubicBezTo>
                <a:lnTo>
                  <a:pt x="6932" y="6050"/>
                </a:lnTo>
                <a:lnTo>
                  <a:pt x="7719" y="6050"/>
                </a:lnTo>
                <a:lnTo>
                  <a:pt x="771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5376;p57">
            <a:extLst>
              <a:ext uri="{FF2B5EF4-FFF2-40B4-BE49-F238E27FC236}">
                <a16:creationId xmlns:a16="http://schemas.microsoft.com/office/drawing/2014/main" id="{F8F20C95-D410-0A21-A6BA-46D7C33B6FA3}"/>
              </a:ext>
            </a:extLst>
          </p:cNvPr>
          <p:cNvSpPr/>
          <p:nvPr/>
        </p:nvSpPr>
        <p:spPr>
          <a:xfrm>
            <a:off x="2565152" y="2051978"/>
            <a:ext cx="449145" cy="64012"/>
          </a:xfrm>
          <a:custGeom>
            <a:avLst/>
            <a:gdLst/>
            <a:ahLst/>
            <a:cxnLst/>
            <a:rect l="l" t="t" r="r" b="b"/>
            <a:pathLst>
              <a:path w="11500" h="1639" extrusionOk="0">
                <a:moveTo>
                  <a:pt x="1639" y="0"/>
                </a:moveTo>
                <a:lnTo>
                  <a:pt x="0" y="1638"/>
                </a:lnTo>
                <a:lnTo>
                  <a:pt x="11500" y="1638"/>
                </a:lnTo>
                <a:lnTo>
                  <a:pt x="983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5377;p57">
            <a:extLst>
              <a:ext uri="{FF2B5EF4-FFF2-40B4-BE49-F238E27FC236}">
                <a16:creationId xmlns:a16="http://schemas.microsoft.com/office/drawing/2014/main" id="{4078FAF9-B69C-ABBE-B86C-B145FD1A0A1D}"/>
              </a:ext>
            </a:extLst>
          </p:cNvPr>
          <p:cNvSpPr/>
          <p:nvPr/>
        </p:nvSpPr>
        <p:spPr>
          <a:xfrm>
            <a:off x="2563902" y="1620368"/>
            <a:ext cx="450395" cy="130174"/>
          </a:xfrm>
          <a:custGeom>
            <a:avLst/>
            <a:gdLst/>
            <a:ahLst/>
            <a:cxnLst/>
            <a:rect l="l" t="t" r="r" b="b"/>
            <a:pathLst>
              <a:path w="11532" h="3333" extrusionOk="0">
                <a:moveTo>
                  <a:pt x="5798" y="1033"/>
                </a:moveTo>
                <a:lnTo>
                  <a:pt x="6459" y="1694"/>
                </a:lnTo>
                <a:lnTo>
                  <a:pt x="5136" y="1694"/>
                </a:lnTo>
                <a:lnTo>
                  <a:pt x="5798" y="1033"/>
                </a:lnTo>
                <a:close/>
                <a:moveTo>
                  <a:pt x="5750" y="1"/>
                </a:moveTo>
                <a:cubicBezTo>
                  <a:pt x="5640" y="1"/>
                  <a:pt x="5530" y="40"/>
                  <a:pt x="5451" y="119"/>
                </a:cubicBezTo>
                <a:lnTo>
                  <a:pt x="3939" y="1663"/>
                </a:lnTo>
                <a:lnTo>
                  <a:pt x="1" y="1663"/>
                </a:lnTo>
                <a:lnTo>
                  <a:pt x="1639" y="3332"/>
                </a:lnTo>
                <a:lnTo>
                  <a:pt x="9862" y="3332"/>
                </a:lnTo>
                <a:lnTo>
                  <a:pt x="11532" y="1663"/>
                </a:lnTo>
                <a:lnTo>
                  <a:pt x="7593" y="1663"/>
                </a:lnTo>
                <a:lnTo>
                  <a:pt x="6050" y="119"/>
                </a:lnTo>
                <a:cubicBezTo>
                  <a:pt x="5971" y="40"/>
                  <a:pt x="5861" y="1"/>
                  <a:pt x="575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5379;p57">
            <a:extLst>
              <a:ext uri="{FF2B5EF4-FFF2-40B4-BE49-F238E27FC236}">
                <a16:creationId xmlns:a16="http://schemas.microsoft.com/office/drawing/2014/main" id="{4182BA30-4CB8-E311-C2B7-B492485BB209}"/>
              </a:ext>
            </a:extLst>
          </p:cNvPr>
          <p:cNvSpPr/>
          <p:nvPr/>
        </p:nvSpPr>
        <p:spPr>
          <a:xfrm>
            <a:off x="2644534" y="2408848"/>
            <a:ext cx="291632" cy="290421"/>
          </a:xfrm>
          <a:custGeom>
            <a:avLst/>
            <a:gdLst/>
            <a:ahLst/>
            <a:cxnLst/>
            <a:rect l="l" t="t" r="r" b="b"/>
            <a:pathLst>
              <a:path w="7467" h="7436" extrusionOk="0">
                <a:moveTo>
                  <a:pt x="3686" y="1465"/>
                </a:moveTo>
                <a:cubicBezTo>
                  <a:pt x="3836" y="1465"/>
                  <a:pt x="3985" y="1544"/>
                  <a:pt x="4064" y="1702"/>
                </a:cubicBezTo>
                <a:lnTo>
                  <a:pt x="4537" y="2678"/>
                </a:lnTo>
                <a:lnTo>
                  <a:pt x="5608" y="2836"/>
                </a:lnTo>
                <a:cubicBezTo>
                  <a:pt x="5955" y="2867"/>
                  <a:pt x="6081" y="3308"/>
                  <a:pt x="5829" y="3561"/>
                </a:cubicBezTo>
                <a:lnTo>
                  <a:pt x="5041" y="4285"/>
                </a:lnTo>
                <a:lnTo>
                  <a:pt x="5261" y="5356"/>
                </a:lnTo>
                <a:cubicBezTo>
                  <a:pt x="5286" y="5630"/>
                  <a:pt x="5075" y="5845"/>
                  <a:pt x="4845" y="5845"/>
                </a:cubicBezTo>
                <a:cubicBezTo>
                  <a:pt x="4784" y="5845"/>
                  <a:pt x="4722" y="5830"/>
                  <a:pt x="4663" y="5797"/>
                </a:cubicBezTo>
                <a:lnTo>
                  <a:pt x="3686" y="5262"/>
                </a:lnTo>
                <a:lnTo>
                  <a:pt x="2678" y="5797"/>
                </a:lnTo>
                <a:cubicBezTo>
                  <a:pt x="2616" y="5828"/>
                  <a:pt x="2553" y="5842"/>
                  <a:pt x="2492" y="5842"/>
                </a:cubicBezTo>
                <a:cubicBezTo>
                  <a:pt x="2244" y="5842"/>
                  <a:pt x="2035" y="5609"/>
                  <a:pt x="2111" y="5356"/>
                </a:cubicBezTo>
                <a:lnTo>
                  <a:pt x="2300" y="4285"/>
                </a:lnTo>
                <a:lnTo>
                  <a:pt x="1512" y="3561"/>
                </a:lnTo>
                <a:cubicBezTo>
                  <a:pt x="1323" y="3308"/>
                  <a:pt x="1418" y="2867"/>
                  <a:pt x="1796" y="2836"/>
                </a:cubicBezTo>
                <a:lnTo>
                  <a:pt x="2836" y="2678"/>
                </a:lnTo>
                <a:lnTo>
                  <a:pt x="3308" y="1702"/>
                </a:lnTo>
                <a:cubicBezTo>
                  <a:pt x="3387" y="1544"/>
                  <a:pt x="3537" y="1465"/>
                  <a:pt x="3686" y="1465"/>
                </a:cubicBezTo>
                <a:close/>
                <a:moveTo>
                  <a:pt x="3718" y="0"/>
                </a:moveTo>
                <a:cubicBezTo>
                  <a:pt x="1670" y="0"/>
                  <a:pt x="32" y="1670"/>
                  <a:pt x="32" y="3750"/>
                </a:cubicBezTo>
                <a:cubicBezTo>
                  <a:pt x="0" y="5766"/>
                  <a:pt x="1670" y="7436"/>
                  <a:pt x="3718" y="7436"/>
                </a:cubicBezTo>
                <a:cubicBezTo>
                  <a:pt x="5765" y="7436"/>
                  <a:pt x="7404" y="5797"/>
                  <a:pt x="7467" y="3750"/>
                </a:cubicBezTo>
                <a:cubicBezTo>
                  <a:pt x="7467" y="1702"/>
                  <a:pt x="5797" y="32"/>
                  <a:pt x="37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5380;p57">
            <a:extLst>
              <a:ext uri="{FF2B5EF4-FFF2-40B4-BE49-F238E27FC236}">
                <a16:creationId xmlns:a16="http://schemas.microsoft.com/office/drawing/2014/main" id="{A174AA41-9D1D-5DF0-2C4B-A5D038560AFB}"/>
              </a:ext>
            </a:extLst>
          </p:cNvPr>
          <p:cNvSpPr/>
          <p:nvPr/>
        </p:nvSpPr>
        <p:spPr>
          <a:xfrm>
            <a:off x="2802008" y="2207514"/>
            <a:ext cx="236290" cy="230899"/>
          </a:xfrm>
          <a:custGeom>
            <a:avLst/>
            <a:gdLst/>
            <a:ahLst/>
            <a:cxnLst/>
            <a:rect l="l" t="t" r="r" b="b"/>
            <a:pathLst>
              <a:path w="6050" h="5912" extrusionOk="0">
                <a:moveTo>
                  <a:pt x="3829" y="0"/>
                </a:moveTo>
                <a:cubicBezTo>
                  <a:pt x="3706" y="0"/>
                  <a:pt x="3580" y="47"/>
                  <a:pt x="3498" y="146"/>
                </a:cubicBezTo>
                <a:lnTo>
                  <a:pt x="1" y="4336"/>
                </a:lnTo>
                <a:cubicBezTo>
                  <a:pt x="1229" y="4399"/>
                  <a:pt x="2332" y="4998"/>
                  <a:pt x="3088" y="5912"/>
                </a:cubicBezTo>
                <a:lnTo>
                  <a:pt x="5861" y="2446"/>
                </a:lnTo>
                <a:cubicBezTo>
                  <a:pt x="6050" y="2289"/>
                  <a:pt x="6050" y="2037"/>
                  <a:pt x="5924" y="1879"/>
                </a:cubicBezTo>
                <a:lnTo>
                  <a:pt x="4128" y="115"/>
                </a:lnTo>
                <a:cubicBezTo>
                  <a:pt x="4053" y="40"/>
                  <a:pt x="3942" y="0"/>
                  <a:pt x="38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5381;p57">
            <a:extLst>
              <a:ext uri="{FF2B5EF4-FFF2-40B4-BE49-F238E27FC236}">
                <a16:creationId xmlns:a16="http://schemas.microsoft.com/office/drawing/2014/main" id="{53797353-8A23-59ED-B446-E7E09084077C}"/>
              </a:ext>
            </a:extLst>
          </p:cNvPr>
          <p:cNvSpPr/>
          <p:nvPr/>
        </p:nvSpPr>
        <p:spPr>
          <a:xfrm>
            <a:off x="2674060" y="2204584"/>
            <a:ext cx="231368" cy="140328"/>
          </a:xfrm>
          <a:custGeom>
            <a:avLst/>
            <a:gdLst/>
            <a:ahLst/>
            <a:cxnLst/>
            <a:rect l="l" t="t" r="r" b="b"/>
            <a:pathLst>
              <a:path w="5924" h="3593" extrusionOk="0">
                <a:moveTo>
                  <a:pt x="0" y="1"/>
                </a:moveTo>
                <a:lnTo>
                  <a:pt x="2962" y="3592"/>
                </a:lnTo>
                <a:lnTo>
                  <a:pt x="592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5382;p57">
            <a:extLst>
              <a:ext uri="{FF2B5EF4-FFF2-40B4-BE49-F238E27FC236}">
                <a16:creationId xmlns:a16="http://schemas.microsoft.com/office/drawing/2014/main" id="{AC0DA649-E10D-2C47-8D62-F743B2A8E621}"/>
              </a:ext>
            </a:extLst>
          </p:cNvPr>
          <p:cNvSpPr/>
          <p:nvPr/>
        </p:nvSpPr>
        <p:spPr>
          <a:xfrm>
            <a:off x="2541154" y="2207513"/>
            <a:ext cx="232579" cy="229689"/>
          </a:xfrm>
          <a:custGeom>
            <a:avLst/>
            <a:gdLst/>
            <a:ahLst/>
            <a:cxnLst/>
            <a:rect l="l" t="t" r="r" b="b"/>
            <a:pathLst>
              <a:path w="5955" h="5881" extrusionOk="0">
                <a:moveTo>
                  <a:pt x="2194" y="0"/>
                </a:moveTo>
                <a:cubicBezTo>
                  <a:pt x="2084" y="0"/>
                  <a:pt x="1965" y="40"/>
                  <a:pt x="1859" y="115"/>
                </a:cubicBezTo>
                <a:lnTo>
                  <a:pt x="95" y="1879"/>
                </a:lnTo>
                <a:cubicBezTo>
                  <a:pt x="1" y="2037"/>
                  <a:pt x="1" y="2289"/>
                  <a:pt x="95" y="2446"/>
                </a:cubicBezTo>
                <a:lnTo>
                  <a:pt x="2899" y="5880"/>
                </a:lnTo>
                <a:cubicBezTo>
                  <a:pt x="3655" y="4998"/>
                  <a:pt x="4758" y="4399"/>
                  <a:pt x="5955" y="4305"/>
                </a:cubicBezTo>
                <a:lnTo>
                  <a:pt x="2490" y="146"/>
                </a:lnTo>
                <a:cubicBezTo>
                  <a:pt x="2424" y="47"/>
                  <a:pt x="2315" y="0"/>
                  <a:pt x="21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3" name="Google Shape;5383;p57">
            <a:extLst>
              <a:ext uri="{FF2B5EF4-FFF2-40B4-BE49-F238E27FC236}">
                <a16:creationId xmlns:a16="http://schemas.microsoft.com/office/drawing/2014/main" id="{62F5494C-4139-C2E3-5DAF-C3F3C6D64701}"/>
              </a:ext>
            </a:extLst>
          </p:cNvPr>
          <p:cNvSpPr/>
          <p:nvPr/>
        </p:nvSpPr>
        <p:spPr>
          <a:xfrm>
            <a:off x="2545127" y="2798647"/>
            <a:ext cx="497144" cy="493786"/>
          </a:xfrm>
          <a:custGeom>
            <a:avLst/>
            <a:gdLst/>
            <a:ahLst/>
            <a:cxnLst/>
            <a:rect l="l" t="t" r="r" b="b"/>
            <a:pathLst>
              <a:path w="12729" h="12643" extrusionOk="0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4" name="Google Shape;5384;p57">
            <a:extLst>
              <a:ext uri="{FF2B5EF4-FFF2-40B4-BE49-F238E27FC236}">
                <a16:creationId xmlns:a16="http://schemas.microsoft.com/office/drawing/2014/main" id="{097D2E21-A87D-3E23-4DBB-33D99333108A}"/>
              </a:ext>
            </a:extLst>
          </p:cNvPr>
          <p:cNvSpPr/>
          <p:nvPr/>
        </p:nvSpPr>
        <p:spPr>
          <a:xfrm>
            <a:off x="822648" y="3456943"/>
            <a:ext cx="586974" cy="493434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6" name="Google Shape;5386;p57">
            <a:extLst>
              <a:ext uri="{FF2B5EF4-FFF2-40B4-BE49-F238E27FC236}">
                <a16:creationId xmlns:a16="http://schemas.microsoft.com/office/drawing/2014/main" id="{0800EDA2-EBEE-3166-E047-9B6972B7D11A}"/>
              </a:ext>
            </a:extLst>
          </p:cNvPr>
          <p:cNvSpPr/>
          <p:nvPr/>
        </p:nvSpPr>
        <p:spPr>
          <a:xfrm>
            <a:off x="896583" y="4373702"/>
            <a:ext cx="451294" cy="192429"/>
          </a:xfrm>
          <a:custGeom>
            <a:avLst/>
            <a:gdLst/>
            <a:ahLst/>
            <a:cxnLst/>
            <a:rect l="l" t="t" r="r" b="b"/>
            <a:pathLst>
              <a:path w="11555" h="4927" extrusionOk="0">
                <a:moveTo>
                  <a:pt x="3679" y="2028"/>
                </a:moveTo>
                <a:cubicBezTo>
                  <a:pt x="3931" y="2028"/>
                  <a:pt x="4088" y="2217"/>
                  <a:pt x="4088" y="2469"/>
                </a:cubicBezTo>
                <a:cubicBezTo>
                  <a:pt x="4088" y="2721"/>
                  <a:pt x="3868" y="2878"/>
                  <a:pt x="3679" y="2878"/>
                </a:cubicBezTo>
                <a:cubicBezTo>
                  <a:pt x="3458" y="2878"/>
                  <a:pt x="3238" y="2658"/>
                  <a:pt x="3238" y="2469"/>
                </a:cubicBezTo>
                <a:cubicBezTo>
                  <a:pt x="3238" y="2185"/>
                  <a:pt x="3458" y="2028"/>
                  <a:pt x="3679" y="2028"/>
                </a:cubicBezTo>
                <a:close/>
                <a:moveTo>
                  <a:pt x="7806" y="1618"/>
                </a:moveTo>
                <a:cubicBezTo>
                  <a:pt x="8278" y="1618"/>
                  <a:pt x="8656" y="1965"/>
                  <a:pt x="8656" y="2437"/>
                </a:cubicBezTo>
                <a:cubicBezTo>
                  <a:pt x="8656" y="2910"/>
                  <a:pt x="8278" y="3256"/>
                  <a:pt x="7806" y="3256"/>
                </a:cubicBezTo>
                <a:cubicBezTo>
                  <a:pt x="7333" y="3256"/>
                  <a:pt x="6987" y="2910"/>
                  <a:pt x="6987" y="2437"/>
                </a:cubicBezTo>
                <a:cubicBezTo>
                  <a:pt x="6987" y="1965"/>
                  <a:pt x="7333" y="1618"/>
                  <a:pt x="7806" y="1618"/>
                </a:cubicBezTo>
                <a:close/>
                <a:moveTo>
                  <a:pt x="5348" y="2878"/>
                </a:moveTo>
                <a:cubicBezTo>
                  <a:pt x="5569" y="2878"/>
                  <a:pt x="5758" y="3067"/>
                  <a:pt x="5758" y="3256"/>
                </a:cubicBezTo>
                <a:cubicBezTo>
                  <a:pt x="5758" y="3509"/>
                  <a:pt x="5569" y="3698"/>
                  <a:pt x="5348" y="3698"/>
                </a:cubicBezTo>
                <a:cubicBezTo>
                  <a:pt x="5096" y="3698"/>
                  <a:pt x="4907" y="3509"/>
                  <a:pt x="4907" y="3256"/>
                </a:cubicBezTo>
                <a:cubicBezTo>
                  <a:pt x="4907" y="3004"/>
                  <a:pt x="5096" y="2878"/>
                  <a:pt x="5348" y="2878"/>
                </a:cubicBezTo>
                <a:close/>
                <a:moveTo>
                  <a:pt x="8249" y="1"/>
                </a:moveTo>
                <a:cubicBezTo>
                  <a:pt x="6319" y="1"/>
                  <a:pt x="5400" y="1530"/>
                  <a:pt x="3381" y="1530"/>
                </a:cubicBezTo>
                <a:cubicBezTo>
                  <a:pt x="2909" y="1530"/>
                  <a:pt x="2377" y="1447"/>
                  <a:pt x="1757" y="1240"/>
                </a:cubicBezTo>
                <a:lnTo>
                  <a:pt x="560" y="2973"/>
                </a:lnTo>
                <a:cubicBezTo>
                  <a:pt x="0" y="3812"/>
                  <a:pt x="544" y="4927"/>
                  <a:pt x="1557" y="4927"/>
                </a:cubicBezTo>
                <a:cubicBezTo>
                  <a:pt x="1571" y="4927"/>
                  <a:pt x="1585" y="4927"/>
                  <a:pt x="1599" y="4926"/>
                </a:cubicBezTo>
                <a:lnTo>
                  <a:pt x="9980" y="4926"/>
                </a:lnTo>
                <a:cubicBezTo>
                  <a:pt x="10956" y="4926"/>
                  <a:pt x="11555" y="3761"/>
                  <a:pt x="11019" y="2941"/>
                </a:cubicBezTo>
                <a:lnTo>
                  <a:pt x="9003" y="75"/>
                </a:lnTo>
                <a:cubicBezTo>
                  <a:pt x="8734" y="24"/>
                  <a:pt x="8484" y="1"/>
                  <a:pt x="824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7" name="Google Shape;5387;p57">
            <a:extLst>
              <a:ext uri="{FF2B5EF4-FFF2-40B4-BE49-F238E27FC236}">
                <a16:creationId xmlns:a16="http://schemas.microsoft.com/office/drawing/2014/main" id="{6E5DD2FE-4A52-35D6-5A79-816833C0B9FA}"/>
              </a:ext>
            </a:extLst>
          </p:cNvPr>
          <p:cNvSpPr/>
          <p:nvPr/>
        </p:nvSpPr>
        <p:spPr>
          <a:xfrm>
            <a:off x="986101" y="4070198"/>
            <a:ext cx="251053" cy="331274"/>
          </a:xfrm>
          <a:custGeom>
            <a:avLst/>
            <a:gdLst/>
            <a:ahLst/>
            <a:cxnLst/>
            <a:rect l="l" t="t" r="r" b="b"/>
            <a:pathLst>
              <a:path w="6428" h="8482" extrusionOk="0">
                <a:moveTo>
                  <a:pt x="1891" y="1"/>
                </a:moveTo>
                <a:cubicBezTo>
                  <a:pt x="1229" y="1"/>
                  <a:pt x="694" y="568"/>
                  <a:pt x="694" y="1261"/>
                </a:cubicBezTo>
                <a:cubicBezTo>
                  <a:pt x="694" y="1828"/>
                  <a:pt x="1040" y="2238"/>
                  <a:pt x="1513" y="2395"/>
                </a:cubicBezTo>
                <a:lnTo>
                  <a:pt x="1513" y="5829"/>
                </a:lnTo>
                <a:cubicBezTo>
                  <a:pt x="1481" y="6459"/>
                  <a:pt x="1072" y="6774"/>
                  <a:pt x="0" y="8318"/>
                </a:cubicBezTo>
                <a:cubicBezTo>
                  <a:pt x="441" y="8433"/>
                  <a:pt x="822" y="8482"/>
                  <a:pt x="1162" y="8482"/>
                </a:cubicBezTo>
                <a:cubicBezTo>
                  <a:pt x="3061" y="8482"/>
                  <a:pt x="3671" y="6963"/>
                  <a:pt x="6049" y="6963"/>
                </a:cubicBezTo>
                <a:lnTo>
                  <a:pt x="6112" y="6963"/>
                </a:lnTo>
                <a:cubicBezTo>
                  <a:pt x="5829" y="6585"/>
                  <a:pt x="5608" y="6333"/>
                  <a:pt x="5608" y="5861"/>
                </a:cubicBezTo>
                <a:lnTo>
                  <a:pt x="5608" y="2458"/>
                </a:lnTo>
                <a:cubicBezTo>
                  <a:pt x="6081" y="2301"/>
                  <a:pt x="6427" y="1828"/>
                  <a:pt x="6427" y="1261"/>
                </a:cubicBezTo>
                <a:cubicBezTo>
                  <a:pt x="6427" y="599"/>
                  <a:pt x="5892" y="1"/>
                  <a:pt x="519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9" name="Google Shape;5389;p57">
            <a:extLst>
              <a:ext uri="{FF2B5EF4-FFF2-40B4-BE49-F238E27FC236}">
                <a16:creationId xmlns:a16="http://schemas.microsoft.com/office/drawing/2014/main" id="{AA4953EE-5330-85B4-15DC-7A92CBE0C241}"/>
              </a:ext>
            </a:extLst>
          </p:cNvPr>
          <p:cNvSpPr/>
          <p:nvPr/>
        </p:nvSpPr>
        <p:spPr>
          <a:xfrm>
            <a:off x="874888" y="4683201"/>
            <a:ext cx="494685" cy="362987"/>
          </a:xfrm>
          <a:custGeom>
            <a:avLst/>
            <a:gdLst/>
            <a:ahLst/>
            <a:cxnLst/>
            <a:rect l="l" t="t" r="r" b="b"/>
            <a:pathLst>
              <a:path w="12666" h="9294" extrusionOk="0">
                <a:moveTo>
                  <a:pt x="11405" y="1701"/>
                </a:moveTo>
                <a:cubicBezTo>
                  <a:pt x="11626" y="1701"/>
                  <a:pt x="11846" y="1890"/>
                  <a:pt x="11846" y="2142"/>
                </a:cubicBezTo>
                <a:cubicBezTo>
                  <a:pt x="11846" y="3749"/>
                  <a:pt x="11090" y="4663"/>
                  <a:pt x="9956" y="4978"/>
                </a:cubicBezTo>
                <a:cubicBezTo>
                  <a:pt x="10051" y="4631"/>
                  <a:pt x="10145" y="4222"/>
                  <a:pt x="10145" y="3844"/>
                </a:cubicBezTo>
                <a:lnTo>
                  <a:pt x="10145" y="1701"/>
                </a:lnTo>
                <a:close/>
                <a:moveTo>
                  <a:pt x="2584" y="1701"/>
                </a:moveTo>
                <a:lnTo>
                  <a:pt x="2584" y="3812"/>
                </a:lnTo>
                <a:cubicBezTo>
                  <a:pt x="2584" y="4222"/>
                  <a:pt x="2647" y="4600"/>
                  <a:pt x="2773" y="5009"/>
                </a:cubicBezTo>
                <a:cubicBezTo>
                  <a:pt x="1639" y="4694"/>
                  <a:pt x="851" y="3781"/>
                  <a:pt x="851" y="2142"/>
                </a:cubicBezTo>
                <a:cubicBezTo>
                  <a:pt x="851" y="1890"/>
                  <a:pt x="1040" y="1701"/>
                  <a:pt x="1292" y="1701"/>
                </a:cubicBezTo>
                <a:close/>
                <a:moveTo>
                  <a:pt x="4065" y="3655"/>
                </a:moveTo>
                <a:cubicBezTo>
                  <a:pt x="4317" y="3655"/>
                  <a:pt x="4506" y="3875"/>
                  <a:pt x="4506" y="4096"/>
                </a:cubicBezTo>
                <a:cubicBezTo>
                  <a:pt x="4506" y="4631"/>
                  <a:pt x="4821" y="5041"/>
                  <a:pt x="5262" y="5261"/>
                </a:cubicBezTo>
                <a:cubicBezTo>
                  <a:pt x="5451" y="5324"/>
                  <a:pt x="5577" y="5608"/>
                  <a:pt x="5482" y="5797"/>
                </a:cubicBezTo>
                <a:cubicBezTo>
                  <a:pt x="5431" y="5952"/>
                  <a:pt x="5229" y="6065"/>
                  <a:pt x="5054" y="6065"/>
                </a:cubicBezTo>
                <a:cubicBezTo>
                  <a:pt x="5017" y="6065"/>
                  <a:pt x="4980" y="6060"/>
                  <a:pt x="4947" y="6049"/>
                </a:cubicBezTo>
                <a:cubicBezTo>
                  <a:pt x="4128" y="5734"/>
                  <a:pt x="3655" y="4946"/>
                  <a:pt x="3655" y="4096"/>
                </a:cubicBezTo>
                <a:cubicBezTo>
                  <a:pt x="3655" y="3875"/>
                  <a:pt x="3844" y="3655"/>
                  <a:pt x="4065" y="3655"/>
                </a:cubicBezTo>
                <a:close/>
                <a:moveTo>
                  <a:pt x="2993" y="0"/>
                </a:moveTo>
                <a:cubicBezTo>
                  <a:pt x="2741" y="0"/>
                  <a:pt x="2552" y="189"/>
                  <a:pt x="2552" y="441"/>
                </a:cubicBezTo>
                <a:lnTo>
                  <a:pt x="2552" y="882"/>
                </a:lnTo>
                <a:lnTo>
                  <a:pt x="1261" y="882"/>
                </a:lnTo>
                <a:cubicBezTo>
                  <a:pt x="536" y="882"/>
                  <a:pt x="1" y="1418"/>
                  <a:pt x="1" y="2142"/>
                </a:cubicBezTo>
                <a:cubicBezTo>
                  <a:pt x="1" y="4568"/>
                  <a:pt x="1513" y="5797"/>
                  <a:pt x="3183" y="5923"/>
                </a:cubicBezTo>
                <a:cubicBezTo>
                  <a:pt x="4159" y="7372"/>
                  <a:pt x="5073" y="7089"/>
                  <a:pt x="5073" y="7687"/>
                </a:cubicBezTo>
                <a:cubicBezTo>
                  <a:pt x="5073" y="8286"/>
                  <a:pt x="4821" y="8884"/>
                  <a:pt x="4443" y="9294"/>
                </a:cubicBezTo>
                <a:lnTo>
                  <a:pt x="8192" y="9294"/>
                </a:lnTo>
                <a:cubicBezTo>
                  <a:pt x="7782" y="8884"/>
                  <a:pt x="7562" y="8286"/>
                  <a:pt x="7562" y="7687"/>
                </a:cubicBezTo>
                <a:cubicBezTo>
                  <a:pt x="7562" y="7089"/>
                  <a:pt x="8507" y="7372"/>
                  <a:pt x="9484" y="5923"/>
                </a:cubicBezTo>
                <a:cubicBezTo>
                  <a:pt x="11216" y="5797"/>
                  <a:pt x="12666" y="4537"/>
                  <a:pt x="12666" y="2142"/>
                </a:cubicBezTo>
                <a:cubicBezTo>
                  <a:pt x="12666" y="1418"/>
                  <a:pt x="12098" y="882"/>
                  <a:pt x="11405" y="882"/>
                </a:cubicBezTo>
                <a:lnTo>
                  <a:pt x="10145" y="882"/>
                </a:lnTo>
                <a:lnTo>
                  <a:pt x="10145" y="441"/>
                </a:lnTo>
                <a:cubicBezTo>
                  <a:pt x="10145" y="189"/>
                  <a:pt x="9956" y="0"/>
                  <a:pt x="97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20" name="Google Shape;5390;p57">
            <a:extLst>
              <a:ext uri="{FF2B5EF4-FFF2-40B4-BE49-F238E27FC236}">
                <a16:creationId xmlns:a16="http://schemas.microsoft.com/office/drawing/2014/main" id="{D42F8930-70DE-5652-2787-524B635B54E8}"/>
              </a:ext>
            </a:extLst>
          </p:cNvPr>
          <p:cNvSpPr/>
          <p:nvPr/>
        </p:nvSpPr>
        <p:spPr>
          <a:xfrm>
            <a:off x="969639" y="5079386"/>
            <a:ext cx="303974" cy="98461"/>
          </a:xfrm>
          <a:custGeom>
            <a:avLst/>
            <a:gdLst/>
            <a:ahLst/>
            <a:cxnLst/>
            <a:rect l="l" t="t" r="r" b="b"/>
            <a:pathLst>
              <a:path w="7783" h="2521" extrusionOk="0">
                <a:moveTo>
                  <a:pt x="757" y="1"/>
                </a:moveTo>
                <a:lnTo>
                  <a:pt x="63" y="1954"/>
                </a:lnTo>
                <a:cubicBezTo>
                  <a:pt x="0" y="2237"/>
                  <a:pt x="158" y="2521"/>
                  <a:pt x="473" y="2521"/>
                </a:cubicBezTo>
                <a:lnTo>
                  <a:pt x="7278" y="2521"/>
                </a:lnTo>
                <a:cubicBezTo>
                  <a:pt x="7593" y="2521"/>
                  <a:pt x="7782" y="2237"/>
                  <a:pt x="7688" y="1954"/>
                </a:cubicBezTo>
                <a:lnTo>
                  <a:pt x="699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22" name="Google Shape;5392;p57">
            <a:extLst>
              <a:ext uri="{FF2B5EF4-FFF2-40B4-BE49-F238E27FC236}">
                <a16:creationId xmlns:a16="http://schemas.microsoft.com/office/drawing/2014/main" id="{40BF29E6-9E21-DCFC-9C31-E283FB32DE3F}"/>
              </a:ext>
            </a:extLst>
          </p:cNvPr>
          <p:cNvSpPr/>
          <p:nvPr/>
        </p:nvSpPr>
        <p:spPr>
          <a:xfrm>
            <a:off x="3859156" y="3432630"/>
            <a:ext cx="356894" cy="355645"/>
          </a:xfrm>
          <a:custGeom>
            <a:avLst/>
            <a:gdLst/>
            <a:ahLst/>
            <a:cxnLst/>
            <a:rect l="l" t="t" r="r" b="b"/>
            <a:pathLst>
              <a:path w="9138" h="9106" extrusionOk="0">
                <a:moveTo>
                  <a:pt x="4097" y="1292"/>
                </a:moveTo>
                <a:cubicBezTo>
                  <a:pt x="4349" y="1292"/>
                  <a:pt x="4538" y="1450"/>
                  <a:pt x="4538" y="1702"/>
                </a:cubicBezTo>
                <a:cubicBezTo>
                  <a:pt x="4538" y="1922"/>
                  <a:pt x="4349" y="2111"/>
                  <a:pt x="4160" y="2111"/>
                </a:cubicBezTo>
                <a:cubicBezTo>
                  <a:pt x="2994" y="2111"/>
                  <a:pt x="2112" y="3056"/>
                  <a:pt x="2049" y="4222"/>
                </a:cubicBezTo>
                <a:cubicBezTo>
                  <a:pt x="2049" y="4443"/>
                  <a:pt x="1860" y="4600"/>
                  <a:pt x="1639" y="4600"/>
                </a:cubicBezTo>
                <a:cubicBezTo>
                  <a:pt x="1387" y="4600"/>
                  <a:pt x="1198" y="4411"/>
                  <a:pt x="1198" y="4222"/>
                </a:cubicBezTo>
                <a:cubicBezTo>
                  <a:pt x="1198" y="2584"/>
                  <a:pt x="2490" y="1324"/>
                  <a:pt x="4097" y="1292"/>
                </a:cubicBezTo>
                <a:close/>
                <a:moveTo>
                  <a:pt x="4569" y="0"/>
                </a:moveTo>
                <a:cubicBezTo>
                  <a:pt x="2049" y="0"/>
                  <a:pt x="1" y="2048"/>
                  <a:pt x="1" y="4569"/>
                </a:cubicBezTo>
                <a:cubicBezTo>
                  <a:pt x="1" y="6207"/>
                  <a:pt x="946" y="7688"/>
                  <a:pt x="2332" y="8475"/>
                </a:cubicBezTo>
                <a:cubicBezTo>
                  <a:pt x="2458" y="8507"/>
                  <a:pt x="2521" y="8664"/>
                  <a:pt x="2521" y="8822"/>
                </a:cubicBezTo>
                <a:lnTo>
                  <a:pt x="2521" y="9105"/>
                </a:lnTo>
                <a:lnTo>
                  <a:pt x="6680" y="9105"/>
                </a:lnTo>
                <a:lnTo>
                  <a:pt x="6680" y="8822"/>
                </a:lnTo>
                <a:cubicBezTo>
                  <a:pt x="6680" y="8696"/>
                  <a:pt x="6743" y="8570"/>
                  <a:pt x="6900" y="8507"/>
                </a:cubicBezTo>
                <a:cubicBezTo>
                  <a:pt x="8255" y="7719"/>
                  <a:pt x="9137" y="6270"/>
                  <a:pt x="9137" y="4569"/>
                </a:cubicBezTo>
                <a:cubicBezTo>
                  <a:pt x="9137" y="2048"/>
                  <a:pt x="7089" y="32"/>
                  <a:pt x="45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23" name="Google Shape;5393;p57">
            <a:extLst>
              <a:ext uri="{FF2B5EF4-FFF2-40B4-BE49-F238E27FC236}">
                <a16:creationId xmlns:a16="http://schemas.microsoft.com/office/drawing/2014/main" id="{5F45069E-552A-D026-4AE5-51E5AF849242}"/>
              </a:ext>
            </a:extLst>
          </p:cNvPr>
          <p:cNvSpPr/>
          <p:nvPr/>
        </p:nvSpPr>
        <p:spPr>
          <a:xfrm>
            <a:off x="3956366" y="3820223"/>
            <a:ext cx="161223" cy="105842"/>
          </a:xfrm>
          <a:custGeom>
            <a:avLst/>
            <a:gdLst/>
            <a:ahLst/>
            <a:cxnLst/>
            <a:rect l="l" t="t" r="r" b="b"/>
            <a:pathLst>
              <a:path w="4128" h="2710" extrusionOk="0">
                <a:moveTo>
                  <a:pt x="1" y="0"/>
                </a:moveTo>
                <a:lnTo>
                  <a:pt x="1" y="662"/>
                </a:lnTo>
                <a:cubicBezTo>
                  <a:pt x="1" y="1198"/>
                  <a:pt x="410" y="1702"/>
                  <a:pt x="883" y="1859"/>
                </a:cubicBezTo>
                <a:cubicBezTo>
                  <a:pt x="1040" y="2363"/>
                  <a:pt x="1513" y="2710"/>
                  <a:pt x="2049" y="2710"/>
                </a:cubicBezTo>
                <a:cubicBezTo>
                  <a:pt x="2647" y="2710"/>
                  <a:pt x="3120" y="2363"/>
                  <a:pt x="3277" y="1859"/>
                </a:cubicBezTo>
                <a:cubicBezTo>
                  <a:pt x="3781" y="1702"/>
                  <a:pt x="4128" y="1198"/>
                  <a:pt x="4128" y="662"/>
                </a:cubicBezTo>
                <a:lnTo>
                  <a:pt x="412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25" name="Google Shape;5395;p57">
            <a:extLst>
              <a:ext uri="{FF2B5EF4-FFF2-40B4-BE49-F238E27FC236}">
                <a16:creationId xmlns:a16="http://schemas.microsoft.com/office/drawing/2014/main" id="{F0195966-E159-2B1B-58AB-83A1AE0B3B24}"/>
              </a:ext>
            </a:extLst>
          </p:cNvPr>
          <p:cNvSpPr/>
          <p:nvPr/>
        </p:nvSpPr>
        <p:spPr>
          <a:xfrm>
            <a:off x="3801407" y="4311917"/>
            <a:ext cx="153842" cy="142242"/>
          </a:xfrm>
          <a:custGeom>
            <a:avLst/>
            <a:gdLst/>
            <a:ahLst/>
            <a:cxnLst/>
            <a:rect l="l" t="t" r="r" b="b"/>
            <a:pathLst>
              <a:path w="3939" h="3642" extrusionOk="0">
                <a:moveTo>
                  <a:pt x="739" y="1"/>
                </a:moveTo>
                <a:cubicBezTo>
                  <a:pt x="480" y="1"/>
                  <a:pt x="232" y="12"/>
                  <a:pt x="0" y="18"/>
                </a:cubicBezTo>
                <a:cubicBezTo>
                  <a:pt x="95" y="1341"/>
                  <a:pt x="630" y="2602"/>
                  <a:pt x="1512" y="3641"/>
                </a:cubicBezTo>
                <a:lnTo>
                  <a:pt x="3938" y="1247"/>
                </a:lnTo>
                <a:cubicBezTo>
                  <a:pt x="2844" y="153"/>
                  <a:pt x="1711" y="1"/>
                  <a:pt x="73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26" name="Google Shape;5396;p57">
            <a:extLst>
              <a:ext uri="{FF2B5EF4-FFF2-40B4-BE49-F238E27FC236}">
                <a16:creationId xmlns:a16="http://schemas.microsoft.com/office/drawing/2014/main" id="{0D21D35C-16CA-5766-561B-82C2CB40E284}"/>
              </a:ext>
            </a:extLst>
          </p:cNvPr>
          <p:cNvSpPr/>
          <p:nvPr/>
        </p:nvSpPr>
        <p:spPr>
          <a:xfrm>
            <a:off x="3798946" y="4126831"/>
            <a:ext cx="225198" cy="209184"/>
          </a:xfrm>
          <a:custGeom>
            <a:avLst/>
            <a:gdLst/>
            <a:ahLst/>
            <a:cxnLst/>
            <a:rect l="l" t="t" r="r" b="b"/>
            <a:pathLst>
              <a:path w="5766" h="5356" extrusionOk="0">
                <a:moveTo>
                  <a:pt x="1575" y="0"/>
                </a:moveTo>
                <a:cubicBezTo>
                  <a:pt x="599" y="1103"/>
                  <a:pt x="95" y="2520"/>
                  <a:pt x="0" y="3907"/>
                </a:cubicBezTo>
                <a:cubicBezTo>
                  <a:pt x="213" y="3901"/>
                  <a:pt x="452" y="3891"/>
                  <a:pt x="712" y="3891"/>
                </a:cubicBezTo>
                <a:cubicBezTo>
                  <a:pt x="1801" y="3891"/>
                  <a:pt x="3246" y="4059"/>
                  <a:pt x="4568" y="5356"/>
                </a:cubicBezTo>
                <a:lnTo>
                  <a:pt x="5766" y="4190"/>
                </a:lnTo>
                <a:lnTo>
                  <a:pt x="157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27" name="Google Shape;5397;p57">
            <a:extLst>
              <a:ext uri="{FF2B5EF4-FFF2-40B4-BE49-F238E27FC236}">
                <a16:creationId xmlns:a16="http://schemas.microsoft.com/office/drawing/2014/main" id="{B46ECC97-EC19-CE7E-7C2D-9F838122473D}"/>
              </a:ext>
            </a:extLst>
          </p:cNvPr>
          <p:cNvSpPr/>
          <p:nvPr/>
        </p:nvSpPr>
        <p:spPr>
          <a:xfrm>
            <a:off x="3885064" y="4385226"/>
            <a:ext cx="120605" cy="147671"/>
          </a:xfrm>
          <a:custGeom>
            <a:avLst/>
            <a:gdLst/>
            <a:ahLst/>
            <a:cxnLst/>
            <a:rect l="l" t="t" r="r" b="b"/>
            <a:pathLst>
              <a:path w="3088" h="3781" extrusionOk="0">
                <a:moveTo>
                  <a:pt x="2332" y="0"/>
                </a:moveTo>
                <a:lnTo>
                  <a:pt x="0" y="2331"/>
                </a:lnTo>
                <a:cubicBezTo>
                  <a:pt x="883" y="3088"/>
                  <a:pt x="1891" y="3592"/>
                  <a:pt x="2962" y="3781"/>
                </a:cubicBezTo>
                <a:cubicBezTo>
                  <a:pt x="3088" y="2363"/>
                  <a:pt x="3088" y="1197"/>
                  <a:pt x="233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28" name="Google Shape;5398;p57">
            <a:extLst>
              <a:ext uri="{FF2B5EF4-FFF2-40B4-BE49-F238E27FC236}">
                <a16:creationId xmlns:a16="http://schemas.microsoft.com/office/drawing/2014/main" id="{0B81F288-77C0-1931-4614-EB784716365C}"/>
              </a:ext>
            </a:extLst>
          </p:cNvPr>
          <p:cNvSpPr/>
          <p:nvPr/>
        </p:nvSpPr>
        <p:spPr>
          <a:xfrm>
            <a:off x="4072105" y="4243686"/>
            <a:ext cx="223948" cy="211684"/>
          </a:xfrm>
          <a:custGeom>
            <a:avLst/>
            <a:gdLst/>
            <a:ahLst/>
            <a:cxnLst/>
            <a:rect l="l" t="t" r="r" b="b"/>
            <a:pathLst>
              <a:path w="5734" h="5420" extrusionOk="0">
                <a:moveTo>
                  <a:pt x="1197" y="1"/>
                </a:moveTo>
                <a:lnTo>
                  <a:pt x="0" y="1230"/>
                </a:lnTo>
                <a:lnTo>
                  <a:pt x="4159" y="5420"/>
                </a:lnTo>
                <a:cubicBezTo>
                  <a:pt x="5199" y="4191"/>
                  <a:pt x="5703" y="2773"/>
                  <a:pt x="5734" y="1324"/>
                </a:cubicBezTo>
                <a:cubicBezTo>
                  <a:pt x="5557" y="1324"/>
                  <a:pt x="5356" y="1329"/>
                  <a:pt x="5135" y="1329"/>
                </a:cubicBezTo>
                <a:cubicBezTo>
                  <a:pt x="4098" y="1329"/>
                  <a:pt x="2626" y="1222"/>
                  <a:pt x="119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29" name="Google Shape;5399;p57">
            <a:extLst>
              <a:ext uri="{FF2B5EF4-FFF2-40B4-BE49-F238E27FC236}">
                <a16:creationId xmlns:a16="http://schemas.microsoft.com/office/drawing/2014/main" id="{3BF370CA-91F3-8A37-A6CD-9A2456D06F92}"/>
              </a:ext>
            </a:extLst>
          </p:cNvPr>
          <p:cNvSpPr/>
          <p:nvPr/>
        </p:nvSpPr>
        <p:spPr>
          <a:xfrm>
            <a:off x="3999499" y="4313831"/>
            <a:ext cx="211684" cy="223987"/>
          </a:xfrm>
          <a:custGeom>
            <a:avLst/>
            <a:gdLst/>
            <a:ahLst/>
            <a:cxnLst/>
            <a:rect l="l" t="t" r="r" b="b"/>
            <a:pathLst>
              <a:path w="5420" h="5735" extrusionOk="0">
                <a:moveTo>
                  <a:pt x="1261" y="1"/>
                </a:moveTo>
                <a:lnTo>
                  <a:pt x="0" y="1261"/>
                </a:lnTo>
                <a:cubicBezTo>
                  <a:pt x="1009" y="2679"/>
                  <a:pt x="1009" y="4002"/>
                  <a:pt x="851" y="5735"/>
                </a:cubicBezTo>
                <a:lnTo>
                  <a:pt x="1261" y="5735"/>
                </a:lnTo>
                <a:cubicBezTo>
                  <a:pt x="2773" y="5735"/>
                  <a:pt x="4254" y="5231"/>
                  <a:pt x="5419" y="4159"/>
                </a:cubicBezTo>
                <a:lnTo>
                  <a:pt x="126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30" name="Google Shape;5400;p57">
            <a:extLst>
              <a:ext uri="{FF2B5EF4-FFF2-40B4-BE49-F238E27FC236}">
                <a16:creationId xmlns:a16="http://schemas.microsoft.com/office/drawing/2014/main" id="{5C6F6E6A-FF6F-1CF2-6CD1-9E60168C12D1}"/>
              </a:ext>
            </a:extLst>
          </p:cNvPr>
          <p:cNvSpPr/>
          <p:nvPr/>
        </p:nvSpPr>
        <p:spPr>
          <a:xfrm>
            <a:off x="4072105" y="4044382"/>
            <a:ext cx="139079" cy="152592"/>
          </a:xfrm>
          <a:custGeom>
            <a:avLst/>
            <a:gdLst/>
            <a:ahLst/>
            <a:cxnLst/>
            <a:rect l="l" t="t" r="r" b="b"/>
            <a:pathLst>
              <a:path w="3561" h="3907" extrusionOk="0">
                <a:moveTo>
                  <a:pt x="158" y="0"/>
                </a:moveTo>
                <a:lnTo>
                  <a:pt x="158" y="0"/>
                </a:lnTo>
                <a:cubicBezTo>
                  <a:pt x="126" y="977"/>
                  <a:pt x="0" y="2395"/>
                  <a:pt x="1260" y="3907"/>
                </a:cubicBezTo>
                <a:lnTo>
                  <a:pt x="3560" y="1544"/>
                </a:lnTo>
                <a:cubicBezTo>
                  <a:pt x="2584" y="662"/>
                  <a:pt x="1355" y="158"/>
                  <a:pt x="1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31" name="Google Shape;5401;p57">
            <a:extLst>
              <a:ext uri="{FF2B5EF4-FFF2-40B4-BE49-F238E27FC236}">
                <a16:creationId xmlns:a16="http://schemas.microsoft.com/office/drawing/2014/main" id="{45968808-5474-9070-EB70-AA50FC3DB97B}"/>
              </a:ext>
            </a:extLst>
          </p:cNvPr>
          <p:cNvSpPr/>
          <p:nvPr/>
        </p:nvSpPr>
        <p:spPr>
          <a:xfrm>
            <a:off x="3885064" y="4043133"/>
            <a:ext cx="211684" cy="223987"/>
          </a:xfrm>
          <a:custGeom>
            <a:avLst/>
            <a:gdLst/>
            <a:ahLst/>
            <a:cxnLst/>
            <a:rect l="l" t="t" r="r" b="b"/>
            <a:pathLst>
              <a:path w="5420" h="5735" extrusionOk="0">
                <a:moveTo>
                  <a:pt x="4096" y="1"/>
                </a:moveTo>
                <a:lnTo>
                  <a:pt x="4096" y="1"/>
                </a:lnTo>
                <a:cubicBezTo>
                  <a:pt x="2647" y="32"/>
                  <a:pt x="1198" y="536"/>
                  <a:pt x="0" y="1576"/>
                </a:cubicBezTo>
                <a:lnTo>
                  <a:pt x="4191" y="5735"/>
                </a:lnTo>
                <a:lnTo>
                  <a:pt x="5419" y="4506"/>
                </a:lnTo>
                <a:cubicBezTo>
                  <a:pt x="3939" y="2805"/>
                  <a:pt x="4065" y="1135"/>
                  <a:pt x="409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32" name="Google Shape;5402;p57">
            <a:extLst>
              <a:ext uri="{FF2B5EF4-FFF2-40B4-BE49-F238E27FC236}">
                <a16:creationId xmlns:a16="http://schemas.microsoft.com/office/drawing/2014/main" id="{6E235AA1-50E1-B130-B097-71A056E7816A}"/>
              </a:ext>
            </a:extLst>
          </p:cNvPr>
          <p:cNvSpPr/>
          <p:nvPr/>
        </p:nvSpPr>
        <p:spPr>
          <a:xfrm>
            <a:off x="4142211" y="4126831"/>
            <a:ext cx="152631" cy="134899"/>
          </a:xfrm>
          <a:custGeom>
            <a:avLst/>
            <a:gdLst/>
            <a:ahLst/>
            <a:cxnLst/>
            <a:rect l="l" t="t" r="r" b="b"/>
            <a:pathLst>
              <a:path w="3908" h="3454" extrusionOk="0">
                <a:moveTo>
                  <a:pt x="2364" y="0"/>
                </a:moveTo>
                <a:lnTo>
                  <a:pt x="1" y="2363"/>
                </a:lnTo>
                <a:cubicBezTo>
                  <a:pt x="1171" y="3313"/>
                  <a:pt x="2246" y="3453"/>
                  <a:pt x="3155" y="3453"/>
                </a:cubicBezTo>
                <a:cubicBezTo>
                  <a:pt x="3421" y="3453"/>
                  <a:pt x="3672" y="3441"/>
                  <a:pt x="3908" y="3434"/>
                </a:cubicBezTo>
                <a:cubicBezTo>
                  <a:pt x="3750" y="2205"/>
                  <a:pt x="3246" y="1008"/>
                  <a:pt x="23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34" name="Google Shape;5404;p57">
            <a:extLst>
              <a:ext uri="{FF2B5EF4-FFF2-40B4-BE49-F238E27FC236}">
                <a16:creationId xmlns:a16="http://schemas.microsoft.com/office/drawing/2014/main" id="{ED14DD0E-A575-2481-5452-23E12F90ADE5}"/>
              </a:ext>
            </a:extLst>
          </p:cNvPr>
          <p:cNvSpPr/>
          <p:nvPr/>
        </p:nvSpPr>
        <p:spPr>
          <a:xfrm>
            <a:off x="3900433" y="4656096"/>
            <a:ext cx="294132" cy="344592"/>
          </a:xfrm>
          <a:custGeom>
            <a:avLst/>
            <a:gdLst/>
            <a:ahLst/>
            <a:cxnLst/>
            <a:rect l="l" t="t" r="r" b="b"/>
            <a:pathLst>
              <a:path w="7531" h="8823" extrusionOk="0">
                <a:moveTo>
                  <a:pt x="3372" y="1"/>
                </a:moveTo>
                <a:lnTo>
                  <a:pt x="95" y="5703"/>
                </a:lnTo>
                <a:cubicBezTo>
                  <a:pt x="1" y="5829"/>
                  <a:pt x="1" y="5987"/>
                  <a:pt x="95" y="6113"/>
                </a:cubicBezTo>
                <a:lnTo>
                  <a:pt x="1418" y="8822"/>
                </a:lnTo>
                <a:lnTo>
                  <a:pt x="6081" y="8822"/>
                </a:lnTo>
                <a:lnTo>
                  <a:pt x="7467" y="6113"/>
                </a:lnTo>
                <a:cubicBezTo>
                  <a:pt x="7530" y="5987"/>
                  <a:pt x="7499" y="5829"/>
                  <a:pt x="7467" y="5703"/>
                </a:cubicBezTo>
                <a:lnTo>
                  <a:pt x="4191" y="1"/>
                </a:lnTo>
                <a:lnTo>
                  <a:pt x="4191" y="4727"/>
                </a:lnTo>
                <a:cubicBezTo>
                  <a:pt x="4663" y="4884"/>
                  <a:pt x="5010" y="5357"/>
                  <a:pt x="5010" y="5892"/>
                </a:cubicBezTo>
                <a:cubicBezTo>
                  <a:pt x="5010" y="6585"/>
                  <a:pt x="4474" y="7121"/>
                  <a:pt x="3750" y="7121"/>
                </a:cubicBezTo>
                <a:cubicBezTo>
                  <a:pt x="3088" y="7121"/>
                  <a:pt x="2521" y="6585"/>
                  <a:pt x="2521" y="5892"/>
                </a:cubicBezTo>
                <a:cubicBezTo>
                  <a:pt x="2521" y="5357"/>
                  <a:pt x="2899" y="4916"/>
                  <a:pt x="3372" y="4727"/>
                </a:cubicBezTo>
                <a:lnTo>
                  <a:pt x="337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35" name="Google Shape;5405;p57">
            <a:extLst>
              <a:ext uri="{FF2B5EF4-FFF2-40B4-BE49-F238E27FC236}">
                <a16:creationId xmlns:a16="http://schemas.microsoft.com/office/drawing/2014/main" id="{E83336E6-7F13-2949-531B-0E7A2DD84106}"/>
              </a:ext>
            </a:extLst>
          </p:cNvPr>
          <p:cNvSpPr/>
          <p:nvPr/>
        </p:nvSpPr>
        <p:spPr>
          <a:xfrm>
            <a:off x="3966868" y="5032637"/>
            <a:ext cx="163684" cy="118145"/>
          </a:xfrm>
          <a:custGeom>
            <a:avLst/>
            <a:gdLst/>
            <a:ahLst/>
            <a:cxnLst/>
            <a:rect l="l" t="t" r="r" b="b"/>
            <a:pathLst>
              <a:path w="4191" h="3025" extrusionOk="0">
                <a:moveTo>
                  <a:pt x="32" y="0"/>
                </a:moveTo>
                <a:lnTo>
                  <a:pt x="32" y="2615"/>
                </a:lnTo>
                <a:cubicBezTo>
                  <a:pt x="1" y="2836"/>
                  <a:pt x="190" y="3025"/>
                  <a:pt x="442" y="3025"/>
                </a:cubicBezTo>
                <a:lnTo>
                  <a:pt x="3750" y="3025"/>
                </a:lnTo>
                <a:cubicBezTo>
                  <a:pt x="3970" y="3025"/>
                  <a:pt x="4191" y="2836"/>
                  <a:pt x="4191" y="2615"/>
                </a:cubicBezTo>
                <a:lnTo>
                  <a:pt x="419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36" name="Google Shape;5406;p57">
            <a:extLst>
              <a:ext uri="{FF2B5EF4-FFF2-40B4-BE49-F238E27FC236}">
                <a16:creationId xmlns:a16="http://schemas.microsoft.com/office/drawing/2014/main" id="{FB226D3C-DDFA-84A9-4218-6E2195985537}"/>
              </a:ext>
            </a:extLst>
          </p:cNvPr>
          <p:cNvSpPr/>
          <p:nvPr/>
        </p:nvSpPr>
        <p:spPr>
          <a:xfrm>
            <a:off x="2699206" y="5270834"/>
            <a:ext cx="513158" cy="495075"/>
          </a:xfrm>
          <a:custGeom>
            <a:avLst/>
            <a:gdLst/>
            <a:ahLst/>
            <a:cxnLst/>
            <a:rect l="l" t="t" r="r" b="b"/>
            <a:pathLst>
              <a:path w="13139" h="12676" extrusionOk="0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38" name="Google Shape;5408;p57">
            <a:extLst>
              <a:ext uri="{FF2B5EF4-FFF2-40B4-BE49-F238E27FC236}">
                <a16:creationId xmlns:a16="http://schemas.microsoft.com/office/drawing/2014/main" id="{6EE233CA-51B3-4E20-3621-04D22145A879}"/>
              </a:ext>
            </a:extLst>
          </p:cNvPr>
          <p:cNvSpPr/>
          <p:nvPr/>
        </p:nvSpPr>
        <p:spPr>
          <a:xfrm>
            <a:off x="3118776" y="1808344"/>
            <a:ext cx="311355" cy="307957"/>
          </a:xfrm>
          <a:custGeom>
            <a:avLst/>
            <a:gdLst/>
            <a:ahLst/>
            <a:cxnLst/>
            <a:rect l="l" t="t" r="r" b="b"/>
            <a:pathLst>
              <a:path w="7972" h="7885" extrusionOk="0">
                <a:moveTo>
                  <a:pt x="3245" y="0"/>
                </a:moveTo>
                <a:lnTo>
                  <a:pt x="473" y="2804"/>
                </a:lnTo>
                <a:cubicBezTo>
                  <a:pt x="0" y="3277"/>
                  <a:pt x="0" y="4064"/>
                  <a:pt x="473" y="4568"/>
                </a:cubicBezTo>
                <a:lnTo>
                  <a:pt x="3403" y="7530"/>
                </a:lnTo>
                <a:cubicBezTo>
                  <a:pt x="3639" y="7766"/>
                  <a:pt x="3954" y="7884"/>
                  <a:pt x="4277" y="7884"/>
                </a:cubicBezTo>
                <a:cubicBezTo>
                  <a:pt x="4600" y="7884"/>
                  <a:pt x="4931" y="7766"/>
                  <a:pt x="5199" y="7530"/>
                </a:cubicBezTo>
                <a:lnTo>
                  <a:pt x="7971" y="4726"/>
                </a:lnTo>
                <a:lnTo>
                  <a:pt x="324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39" name="Google Shape;5409;p57">
            <a:extLst>
              <a:ext uri="{FF2B5EF4-FFF2-40B4-BE49-F238E27FC236}">
                <a16:creationId xmlns:a16="http://schemas.microsoft.com/office/drawing/2014/main" id="{F6A30BD7-0CD5-F961-FD55-F7A25A07DD73}"/>
              </a:ext>
            </a:extLst>
          </p:cNvPr>
          <p:cNvSpPr/>
          <p:nvPr/>
        </p:nvSpPr>
        <p:spPr>
          <a:xfrm>
            <a:off x="3267657" y="1622829"/>
            <a:ext cx="350724" cy="346739"/>
          </a:xfrm>
          <a:custGeom>
            <a:avLst/>
            <a:gdLst/>
            <a:ahLst/>
            <a:cxnLst/>
            <a:rect l="l" t="t" r="r" b="b"/>
            <a:pathLst>
              <a:path w="8980" h="8878" extrusionOk="0">
                <a:moveTo>
                  <a:pt x="4395" y="1"/>
                </a:moveTo>
                <a:cubicBezTo>
                  <a:pt x="4285" y="1"/>
                  <a:pt x="4175" y="40"/>
                  <a:pt x="4096" y="119"/>
                </a:cubicBezTo>
                <a:lnTo>
                  <a:pt x="1" y="4152"/>
                </a:lnTo>
                <a:lnTo>
                  <a:pt x="4726" y="8877"/>
                </a:lnTo>
                <a:lnTo>
                  <a:pt x="8822" y="4845"/>
                </a:lnTo>
                <a:cubicBezTo>
                  <a:pt x="8979" y="4687"/>
                  <a:pt x="8979" y="4404"/>
                  <a:pt x="8822" y="4246"/>
                </a:cubicBezTo>
                <a:lnTo>
                  <a:pt x="4695" y="119"/>
                </a:lnTo>
                <a:cubicBezTo>
                  <a:pt x="4616" y="40"/>
                  <a:pt x="4506" y="1"/>
                  <a:pt x="4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41" name="Google Shape;5411;p57">
            <a:extLst>
              <a:ext uri="{FF2B5EF4-FFF2-40B4-BE49-F238E27FC236}">
                <a16:creationId xmlns:a16="http://schemas.microsoft.com/office/drawing/2014/main" id="{65A51508-CBCC-1C08-A749-CCE73DB700DA}"/>
              </a:ext>
            </a:extLst>
          </p:cNvPr>
          <p:cNvSpPr/>
          <p:nvPr/>
        </p:nvSpPr>
        <p:spPr>
          <a:xfrm>
            <a:off x="3121841" y="2635254"/>
            <a:ext cx="493473" cy="62803"/>
          </a:xfrm>
          <a:custGeom>
            <a:avLst/>
            <a:gdLst/>
            <a:ahLst/>
            <a:cxnLst/>
            <a:rect l="l" t="t" r="r" b="b"/>
            <a:pathLst>
              <a:path w="12635" h="1608" extrusionOk="0">
                <a:moveTo>
                  <a:pt x="379" y="0"/>
                </a:moveTo>
                <a:cubicBezTo>
                  <a:pt x="159" y="0"/>
                  <a:pt x="1" y="189"/>
                  <a:pt x="1" y="378"/>
                </a:cubicBezTo>
                <a:cubicBezTo>
                  <a:pt x="1" y="1040"/>
                  <a:pt x="537" y="1607"/>
                  <a:pt x="1198" y="1607"/>
                </a:cubicBezTo>
                <a:lnTo>
                  <a:pt x="11406" y="1607"/>
                </a:lnTo>
                <a:cubicBezTo>
                  <a:pt x="12067" y="1607"/>
                  <a:pt x="12634" y="1072"/>
                  <a:pt x="12634" y="378"/>
                </a:cubicBezTo>
                <a:cubicBezTo>
                  <a:pt x="12603" y="158"/>
                  <a:pt x="12445" y="0"/>
                  <a:pt x="12193" y="0"/>
                </a:cubicBezTo>
                <a:lnTo>
                  <a:pt x="10965" y="0"/>
                </a:lnTo>
                <a:lnTo>
                  <a:pt x="10965" y="378"/>
                </a:lnTo>
                <a:cubicBezTo>
                  <a:pt x="10965" y="630"/>
                  <a:pt x="10776" y="819"/>
                  <a:pt x="10555" y="819"/>
                </a:cubicBezTo>
                <a:cubicBezTo>
                  <a:pt x="10303" y="819"/>
                  <a:pt x="10146" y="630"/>
                  <a:pt x="10146" y="378"/>
                </a:cubicBezTo>
                <a:lnTo>
                  <a:pt x="10146" y="0"/>
                </a:lnTo>
                <a:lnTo>
                  <a:pt x="9326" y="0"/>
                </a:lnTo>
                <a:lnTo>
                  <a:pt x="9326" y="378"/>
                </a:lnTo>
                <a:cubicBezTo>
                  <a:pt x="9326" y="630"/>
                  <a:pt x="9137" y="819"/>
                  <a:pt x="8917" y="819"/>
                </a:cubicBezTo>
                <a:cubicBezTo>
                  <a:pt x="8696" y="819"/>
                  <a:pt x="8507" y="630"/>
                  <a:pt x="8507" y="378"/>
                </a:cubicBezTo>
                <a:lnTo>
                  <a:pt x="850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42" name="Google Shape;5412;p57">
            <a:extLst>
              <a:ext uri="{FF2B5EF4-FFF2-40B4-BE49-F238E27FC236}">
                <a16:creationId xmlns:a16="http://schemas.microsoft.com/office/drawing/2014/main" id="{2538F432-4FA5-2C97-45D9-D269F85AC3EB}"/>
              </a:ext>
            </a:extLst>
          </p:cNvPr>
          <p:cNvSpPr/>
          <p:nvPr/>
        </p:nvSpPr>
        <p:spPr>
          <a:xfrm>
            <a:off x="3152617" y="2311636"/>
            <a:ext cx="430709" cy="291671"/>
          </a:xfrm>
          <a:custGeom>
            <a:avLst/>
            <a:gdLst/>
            <a:ahLst/>
            <a:cxnLst/>
            <a:rect l="l" t="t" r="r" b="b"/>
            <a:pathLst>
              <a:path w="11028" h="7468" extrusionOk="0">
                <a:moveTo>
                  <a:pt x="3794" y="1673"/>
                </a:moveTo>
                <a:cubicBezTo>
                  <a:pt x="3841" y="1673"/>
                  <a:pt x="3890" y="1682"/>
                  <a:pt x="3939" y="1702"/>
                </a:cubicBezTo>
                <a:lnTo>
                  <a:pt x="6428" y="2521"/>
                </a:lnTo>
                <a:cubicBezTo>
                  <a:pt x="6680" y="2616"/>
                  <a:pt x="6806" y="2994"/>
                  <a:pt x="6585" y="3214"/>
                </a:cubicBezTo>
                <a:lnTo>
                  <a:pt x="6018" y="3750"/>
                </a:lnTo>
                <a:lnTo>
                  <a:pt x="7404" y="5136"/>
                </a:lnTo>
                <a:cubicBezTo>
                  <a:pt x="7593" y="5262"/>
                  <a:pt x="7593" y="5514"/>
                  <a:pt x="7436" y="5671"/>
                </a:cubicBezTo>
                <a:cubicBezTo>
                  <a:pt x="7357" y="5750"/>
                  <a:pt x="7247" y="5790"/>
                  <a:pt x="7136" y="5790"/>
                </a:cubicBezTo>
                <a:cubicBezTo>
                  <a:pt x="7026" y="5790"/>
                  <a:pt x="6916" y="5750"/>
                  <a:pt x="6837" y="5671"/>
                </a:cubicBezTo>
                <a:lnTo>
                  <a:pt x="5451" y="4317"/>
                </a:lnTo>
                <a:lnTo>
                  <a:pt x="4915" y="4852"/>
                </a:lnTo>
                <a:cubicBezTo>
                  <a:pt x="4821" y="4947"/>
                  <a:pt x="4714" y="4988"/>
                  <a:pt x="4613" y="4988"/>
                </a:cubicBezTo>
                <a:cubicBezTo>
                  <a:pt x="4444" y="4988"/>
                  <a:pt x="4293" y="4872"/>
                  <a:pt x="4254" y="4695"/>
                </a:cubicBezTo>
                <a:lnTo>
                  <a:pt x="3435" y="2206"/>
                </a:lnTo>
                <a:cubicBezTo>
                  <a:pt x="3328" y="1940"/>
                  <a:pt x="3537" y="1673"/>
                  <a:pt x="3794" y="1673"/>
                </a:cubicBezTo>
                <a:close/>
                <a:moveTo>
                  <a:pt x="1198" y="1"/>
                </a:moveTo>
                <a:cubicBezTo>
                  <a:pt x="536" y="1"/>
                  <a:pt x="1" y="568"/>
                  <a:pt x="1" y="1229"/>
                </a:cubicBezTo>
                <a:lnTo>
                  <a:pt x="1" y="7467"/>
                </a:lnTo>
                <a:lnTo>
                  <a:pt x="11027" y="7467"/>
                </a:lnTo>
                <a:lnTo>
                  <a:pt x="11027" y="1229"/>
                </a:lnTo>
                <a:cubicBezTo>
                  <a:pt x="11027" y="568"/>
                  <a:pt x="10460" y="1"/>
                  <a:pt x="976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44" name="Google Shape;5414;p57">
            <a:extLst>
              <a:ext uri="{FF2B5EF4-FFF2-40B4-BE49-F238E27FC236}">
                <a16:creationId xmlns:a16="http://schemas.microsoft.com/office/drawing/2014/main" id="{FBAA8801-4778-5746-171E-59F24BE89E78}"/>
              </a:ext>
            </a:extLst>
          </p:cNvPr>
          <p:cNvSpPr/>
          <p:nvPr/>
        </p:nvSpPr>
        <p:spPr>
          <a:xfrm>
            <a:off x="3191380" y="2938046"/>
            <a:ext cx="353183" cy="353184"/>
          </a:xfrm>
          <a:custGeom>
            <a:avLst/>
            <a:gdLst/>
            <a:ahLst/>
            <a:cxnLst/>
            <a:rect l="l" t="t" r="r" b="b"/>
            <a:pathLst>
              <a:path w="9043" h="9043" extrusionOk="0">
                <a:moveTo>
                  <a:pt x="4506" y="2174"/>
                </a:moveTo>
                <a:cubicBezTo>
                  <a:pt x="6144" y="2174"/>
                  <a:pt x="7404" y="3466"/>
                  <a:pt x="7436" y="5041"/>
                </a:cubicBezTo>
                <a:cubicBezTo>
                  <a:pt x="7436" y="6648"/>
                  <a:pt x="6144" y="7908"/>
                  <a:pt x="4506" y="7908"/>
                </a:cubicBezTo>
                <a:cubicBezTo>
                  <a:pt x="2899" y="7908"/>
                  <a:pt x="1639" y="6616"/>
                  <a:pt x="1639" y="5041"/>
                </a:cubicBezTo>
                <a:cubicBezTo>
                  <a:pt x="1639" y="3466"/>
                  <a:pt x="2931" y="2174"/>
                  <a:pt x="4506" y="2174"/>
                </a:cubicBezTo>
                <a:close/>
                <a:moveTo>
                  <a:pt x="4506" y="0"/>
                </a:moveTo>
                <a:lnTo>
                  <a:pt x="1" y="3214"/>
                </a:lnTo>
                <a:lnTo>
                  <a:pt x="1" y="8664"/>
                </a:lnTo>
                <a:cubicBezTo>
                  <a:pt x="1" y="8885"/>
                  <a:pt x="190" y="9042"/>
                  <a:pt x="379" y="9042"/>
                </a:cubicBezTo>
                <a:lnTo>
                  <a:pt x="8665" y="9042"/>
                </a:lnTo>
                <a:cubicBezTo>
                  <a:pt x="8885" y="9042"/>
                  <a:pt x="9043" y="8853"/>
                  <a:pt x="9043" y="8664"/>
                </a:cubicBezTo>
                <a:lnTo>
                  <a:pt x="9043" y="3214"/>
                </a:lnTo>
                <a:lnTo>
                  <a:pt x="450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45" name="Google Shape;5415;p57">
            <a:extLst>
              <a:ext uri="{FF2B5EF4-FFF2-40B4-BE49-F238E27FC236}">
                <a16:creationId xmlns:a16="http://schemas.microsoft.com/office/drawing/2014/main" id="{E61F60A5-03E6-55C4-BBA0-409A74D5914D}"/>
              </a:ext>
            </a:extLst>
          </p:cNvPr>
          <p:cNvSpPr/>
          <p:nvPr/>
        </p:nvSpPr>
        <p:spPr>
          <a:xfrm>
            <a:off x="3286131" y="3052480"/>
            <a:ext cx="163684" cy="163684"/>
          </a:xfrm>
          <a:custGeom>
            <a:avLst/>
            <a:gdLst/>
            <a:ahLst/>
            <a:cxnLst/>
            <a:rect l="l" t="t" r="r" b="b"/>
            <a:pathLst>
              <a:path w="4191" h="4191" extrusionOk="0">
                <a:moveTo>
                  <a:pt x="2080" y="1040"/>
                </a:moveTo>
                <a:cubicBezTo>
                  <a:pt x="2332" y="1040"/>
                  <a:pt x="2521" y="1229"/>
                  <a:pt x="2521" y="1450"/>
                </a:cubicBezTo>
                <a:lnTo>
                  <a:pt x="2521" y="1859"/>
                </a:lnTo>
                <a:lnTo>
                  <a:pt x="2931" y="1859"/>
                </a:lnTo>
                <a:cubicBezTo>
                  <a:pt x="3151" y="1859"/>
                  <a:pt x="3372" y="2080"/>
                  <a:pt x="3372" y="2269"/>
                </a:cubicBezTo>
                <a:cubicBezTo>
                  <a:pt x="3372" y="2489"/>
                  <a:pt x="3151" y="2710"/>
                  <a:pt x="2931" y="2710"/>
                </a:cubicBezTo>
                <a:lnTo>
                  <a:pt x="2080" y="2710"/>
                </a:lnTo>
                <a:cubicBezTo>
                  <a:pt x="1859" y="2710"/>
                  <a:pt x="1702" y="2489"/>
                  <a:pt x="1702" y="2269"/>
                </a:cubicBezTo>
                <a:lnTo>
                  <a:pt x="1702" y="1450"/>
                </a:lnTo>
                <a:cubicBezTo>
                  <a:pt x="1702" y="1198"/>
                  <a:pt x="1891" y="1040"/>
                  <a:pt x="2080" y="1040"/>
                </a:cubicBezTo>
                <a:close/>
                <a:moveTo>
                  <a:pt x="2080" y="0"/>
                </a:moveTo>
                <a:cubicBezTo>
                  <a:pt x="946" y="0"/>
                  <a:pt x="64" y="946"/>
                  <a:pt x="1" y="2111"/>
                </a:cubicBezTo>
                <a:cubicBezTo>
                  <a:pt x="64" y="3277"/>
                  <a:pt x="946" y="4191"/>
                  <a:pt x="2080" y="4191"/>
                </a:cubicBezTo>
                <a:cubicBezTo>
                  <a:pt x="3246" y="4191"/>
                  <a:pt x="4128" y="3245"/>
                  <a:pt x="4191" y="2111"/>
                </a:cubicBezTo>
                <a:cubicBezTo>
                  <a:pt x="4191" y="977"/>
                  <a:pt x="3246" y="63"/>
                  <a:pt x="2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46" name="Google Shape;5416;p57">
            <a:extLst>
              <a:ext uri="{FF2B5EF4-FFF2-40B4-BE49-F238E27FC236}">
                <a16:creationId xmlns:a16="http://schemas.microsoft.com/office/drawing/2014/main" id="{C56CDCD1-569B-5226-B957-C4AC1D8F595F}"/>
              </a:ext>
            </a:extLst>
          </p:cNvPr>
          <p:cNvSpPr/>
          <p:nvPr/>
        </p:nvSpPr>
        <p:spPr>
          <a:xfrm>
            <a:off x="3123697" y="2796546"/>
            <a:ext cx="489762" cy="258669"/>
          </a:xfrm>
          <a:custGeom>
            <a:avLst/>
            <a:gdLst/>
            <a:ahLst/>
            <a:cxnLst/>
            <a:rect l="l" t="t" r="r" b="b"/>
            <a:pathLst>
              <a:path w="12540" h="6623" extrusionOk="0">
                <a:moveTo>
                  <a:pt x="6239" y="0"/>
                </a:moveTo>
                <a:cubicBezTo>
                  <a:pt x="6018" y="0"/>
                  <a:pt x="5861" y="189"/>
                  <a:pt x="5861" y="378"/>
                </a:cubicBezTo>
                <a:lnTo>
                  <a:pt x="5861" y="1859"/>
                </a:lnTo>
                <a:lnTo>
                  <a:pt x="1891" y="4695"/>
                </a:lnTo>
                <a:lnTo>
                  <a:pt x="222" y="5860"/>
                </a:lnTo>
                <a:cubicBezTo>
                  <a:pt x="32" y="5986"/>
                  <a:pt x="1" y="6270"/>
                  <a:pt x="159" y="6459"/>
                </a:cubicBezTo>
                <a:cubicBezTo>
                  <a:pt x="230" y="6566"/>
                  <a:pt x="342" y="6623"/>
                  <a:pt x="460" y="6623"/>
                </a:cubicBezTo>
                <a:cubicBezTo>
                  <a:pt x="550" y="6623"/>
                  <a:pt x="644" y="6590"/>
                  <a:pt x="726" y="6522"/>
                </a:cubicBezTo>
                <a:lnTo>
                  <a:pt x="6050" y="2741"/>
                </a:lnTo>
                <a:cubicBezTo>
                  <a:pt x="6129" y="2678"/>
                  <a:pt x="6215" y="2647"/>
                  <a:pt x="6298" y="2647"/>
                </a:cubicBezTo>
                <a:cubicBezTo>
                  <a:pt x="6381" y="2647"/>
                  <a:pt x="6459" y="2678"/>
                  <a:pt x="6523" y="2741"/>
                </a:cubicBezTo>
                <a:lnTo>
                  <a:pt x="11847" y="6522"/>
                </a:lnTo>
                <a:cubicBezTo>
                  <a:pt x="11926" y="6575"/>
                  <a:pt x="12016" y="6600"/>
                  <a:pt x="12105" y="6600"/>
                </a:cubicBezTo>
                <a:cubicBezTo>
                  <a:pt x="12230" y="6600"/>
                  <a:pt x="12354" y="6551"/>
                  <a:pt x="12445" y="6459"/>
                </a:cubicBezTo>
                <a:cubicBezTo>
                  <a:pt x="12540" y="6270"/>
                  <a:pt x="12508" y="6018"/>
                  <a:pt x="12351" y="5860"/>
                </a:cubicBezTo>
                <a:lnTo>
                  <a:pt x="10713" y="4695"/>
                </a:lnTo>
                <a:lnTo>
                  <a:pt x="6712" y="1859"/>
                </a:lnTo>
                <a:lnTo>
                  <a:pt x="6712" y="378"/>
                </a:lnTo>
                <a:cubicBezTo>
                  <a:pt x="6680" y="189"/>
                  <a:pt x="6491" y="0"/>
                  <a:pt x="623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48" name="Google Shape;5418;p57">
            <a:extLst>
              <a:ext uri="{FF2B5EF4-FFF2-40B4-BE49-F238E27FC236}">
                <a16:creationId xmlns:a16="http://schemas.microsoft.com/office/drawing/2014/main" id="{42D8A981-6904-FD90-8BE0-4D285AA4B3F7}"/>
              </a:ext>
            </a:extLst>
          </p:cNvPr>
          <p:cNvSpPr/>
          <p:nvPr/>
        </p:nvSpPr>
        <p:spPr>
          <a:xfrm>
            <a:off x="1472744" y="3457234"/>
            <a:ext cx="454065" cy="497144"/>
          </a:xfrm>
          <a:custGeom>
            <a:avLst/>
            <a:gdLst/>
            <a:ahLst/>
            <a:cxnLst/>
            <a:rect l="l" t="t" r="r" b="b"/>
            <a:pathLst>
              <a:path w="11626" h="12729" extrusionOk="0">
                <a:moveTo>
                  <a:pt x="442" y="1"/>
                </a:moveTo>
                <a:cubicBezTo>
                  <a:pt x="221" y="1"/>
                  <a:pt x="32" y="190"/>
                  <a:pt x="32" y="442"/>
                </a:cubicBezTo>
                <a:lnTo>
                  <a:pt x="32" y="4159"/>
                </a:lnTo>
                <a:cubicBezTo>
                  <a:pt x="32" y="4317"/>
                  <a:pt x="126" y="4474"/>
                  <a:pt x="284" y="4569"/>
                </a:cubicBezTo>
                <a:cubicBezTo>
                  <a:pt x="1072" y="4821"/>
                  <a:pt x="1670" y="5640"/>
                  <a:pt x="1670" y="6491"/>
                </a:cubicBezTo>
                <a:cubicBezTo>
                  <a:pt x="1670" y="7404"/>
                  <a:pt x="1103" y="8129"/>
                  <a:pt x="284" y="8475"/>
                </a:cubicBezTo>
                <a:cubicBezTo>
                  <a:pt x="126" y="8507"/>
                  <a:pt x="0" y="8664"/>
                  <a:pt x="0" y="8853"/>
                </a:cubicBezTo>
                <a:lnTo>
                  <a:pt x="0" y="12319"/>
                </a:lnTo>
                <a:cubicBezTo>
                  <a:pt x="0" y="12571"/>
                  <a:pt x="221" y="12729"/>
                  <a:pt x="442" y="12729"/>
                </a:cubicBezTo>
                <a:lnTo>
                  <a:pt x="3308" y="12729"/>
                </a:lnTo>
                <a:lnTo>
                  <a:pt x="3308" y="4852"/>
                </a:lnTo>
                <a:cubicBezTo>
                  <a:pt x="3308" y="3687"/>
                  <a:pt x="4254" y="2805"/>
                  <a:pt x="5419" y="2741"/>
                </a:cubicBezTo>
                <a:lnTo>
                  <a:pt x="6238" y="2741"/>
                </a:lnTo>
                <a:cubicBezTo>
                  <a:pt x="7373" y="2741"/>
                  <a:pt x="8286" y="3687"/>
                  <a:pt x="8318" y="4852"/>
                </a:cubicBezTo>
                <a:lnTo>
                  <a:pt x="8318" y="12729"/>
                </a:lnTo>
                <a:lnTo>
                  <a:pt x="11216" y="12729"/>
                </a:lnTo>
                <a:cubicBezTo>
                  <a:pt x="11437" y="12729"/>
                  <a:pt x="11594" y="12508"/>
                  <a:pt x="11626" y="12319"/>
                </a:cubicBezTo>
                <a:lnTo>
                  <a:pt x="11626" y="8853"/>
                </a:lnTo>
                <a:cubicBezTo>
                  <a:pt x="11626" y="8696"/>
                  <a:pt x="11500" y="8538"/>
                  <a:pt x="11374" y="8475"/>
                </a:cubicBezTo>
                <a:cubicBezTo>
                  <a:pt x="10586" y="8192"/>
                  <a:pt x="9988" y="7404"/>
                  <a:pt x="9988" y="6491"/>
                </a:cubicBezTo>
                <a:cubicBezTo>
                  <a:pt x="9988" y="5577"/>
                  <a:pt x="10586" y="4852"/>
                  <a:pt x="11374" y="4569"/>
                </a:cubicBezTo>
                <a:cubicBezTo>
                  <a:pt x="11531" y="4537"/>
                  <a:pt x="11626" y="4380"/>
                  <a:pt x="11626" y="4159"/>
                </a:cubicBezTo>
                <a:lnTo>
                  <a:pt x="11626" y="442"/>
                </a:lnTo>
                <a:cubicBezTo>
                  <a:pt x="11626" y="190"/>
                  <a:pt x="11437" y="1"/>
                  <a:pt x="1121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49" name="Google Shape;5419;p57">
            <a:extLst>
              <a:ext uri="{FF2B5EF4-FFF2-40B4-BE49-F238E27FC236}">
                <a16:creationId xmlns:a16="http://schemas.microsoft.com/office/drawing/2014/main" id="{33A49622-3377-1B1E-1B92-DF77B5481002}"/>
              </a:ext>
            </a:extLst>
          </p:cNvPr>
          <p:cNvSpPr/>
          <p:nvPr/>
        </p:nvSpPr>
        <p:spPr>
          <a:xfrm>
            <a:off x="1636389" y="3598735"/>
            <a:ext cx="129237" cy="355644"/>
          </a:xfrm>
          <a:custGeom>
            <a:avLst/>
            <a:gdLst/>
            <a:ahLst/>
            <a:cxnLst/>
            <a:rect l="l" t="t" r="r" b="b"/>
            <a:pathLst>
              <a:path w="3309" h="9106" extrusionOk="0">
                <a:moveTo>
                  <a:pt x="1607" y="3309"/>
                </a:moveTo>
                <a:cubicBezTo>
                  <a:pt x="2080" y="3309"/>
                  <a:pt x="2426" y="3655"/>
                  <a:pt x="2426" y="4128"/>
                </a:cubicBezTo>
                <a:cubicBezTo>
                  <a:pt x="2426" y="4600"/>
                  <a:pt x="2080" y="4947"/>
                  <a:pt x="1607" y="4947"/>
                </a:cubicBezTo>
                <a:cubicBezTo>
                  <a:pt x="1135" y="4947"/>
                  <a:pt x="788" y="4600"/>
                  <a:pt x="788" y="4128"/>
                </a:cubicBezTo>
                <a:cubicBezTo>
                  <a:pt x="788" y="3655"/>
                  <a:pt x="1135" y="3309"/>
                  <a:pt x="1607" y="3309"/>
                </a:cubicBezTo>
                <a:close/>
                <a:moveTo>
                  <a:pt x="1229" y="1"/>
                </a:moveTo>
                <a:cubicBezTo>
                  <a:pt x="536" y="1"/>
                  <a:pt x="1" y="536"/>
                  <a:pt x="1" y="1261"/>
                </a:cubicBezTo>
                <a:lnTo>
                  <a:pt x="1" y="9106"/>
                </a:lnTo>
                <a:lnTo>
                  <a:pt x="3309" y="9106"/>
                </a:lnTo>
                <a:lnTo>
                  <a:pt x="3309" y="1229"/>
                </a:lnTo>
                <a:cubicBezTo>
                  <a:pt x="3309" y="536"/>
                  <a:pt x="2742" y="1"/>
                  <a:pt x="208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50" name="Google Shape;5420;p57">
            <a:extLst>
              <a:ext uri="{FF2B5EF4-FFF2-40B4-BE49-F238E27FC236}">
                <a16:creationId xmlns:a16="http://schemas.microsoft.com/office/drawing/2014/main" id="{9C76B0EB-289C-1298-7914-3C17CDB13911}"/>
              </a:ext>
            </a:extLst>
          </p:cNvPr>
          <p:cNvSpPr/>
          <p:nvPr/>
        </p:nvSpPr>
        <p:spPr>
          <a:xfrm>
            <a:off x="1502391" y="4071122"/>
            <a:ext cx="422078" cy="494684"/>
          </a:xfrm>
          <a:custGeom>
            <a:avLst/>
            <a:gdLst/>
            <a:ahLst/>
            <a:cxnLst/>
            <a:rect l="l" t="t" r="r" b="b"/>
            <a:pathLst>
              <a:path w="10807" h="12666" extrusionOk="0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52" name="Google Shape;5422;p57">
            <a:extLst>
              <a:ext uri="{FF2B5EF4-FFF2-40B4-BE49-F238E27FC236}">
                <a16:creationId xmlns:a16="http://schemas.microsoft.com/office/drawing/2014/main" id="{52421813-9C5B-1071-E8FB-BF21E4570448}"/>
              </a:ext>
            </a:extLst>
          </p:cNvPr>
          <p:cNvSpPr/>
          <p:nvPr/>
        </p:nvSpPr>
        <p:spPr>
          <a:xfrm>
            <a:off x="1464790" y="4682615"/>
            <a:ext cx="148921" cy="240546"/>
          </a:xfrm>
          <a:custGeom>
            <a:avLst/>
            <a:gdLst/>
            <a:ahLst/>
            <a:cxnLst/>
            <a:rect l="l" t="t" r="r" b="b"/>
            <a:pathLst>
              <a:path w="3813" h="6159" extrusionOk="0">
                <a:moveTo>
                  <a:pt x="1698" y="1"/>
                </a:moveTo>
                <a:cubicBezTo>
                  <a:pt x="1520" y="1"/>
                  <a:pt x="1373" y="138"/>
                  <a:pt x="1293" y="299"/>
                </a:cubicBezTo>
                <a:lnTo>
                  <a:pt x="1" y="5119"/>
                </a:lnTo>
                <a:cubicBezTo>
                  <a:pt x="1" y="5308"/>
                  <a:pt x="127" y="5528"/>
                  <a:pt x="316" y="5623"/>
                </a:cubicBezTo>
                <a:lnTo>
                  <a:pt x="2332" y="6158"/>
                </a:lnTo>
                <a:cubicBezTo>
                  <a:pt x="3277" y="2630"/>
                  <a:pt x="2868" y="4111"/>
                  <a:pt x="3813" y="582"/>
                </a:cubicBezTo>
                <a:lnTo>
                  <a:pt x="1797" y="15"/>
                </a:lnTo>
                <a:cubicBezTo>
                  <a:pt x="1763" y="5"/>
                  <a:pt x="1730" y="1"/>
                  <a:pt x="169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53" name="Google Shape;5423;p57">
            <a:extLst>
              <a:ext uri="{FF2B5EF4-FFF2-40B4-BE49-F238E27FC236}">
                <a16:creationId xmlns:a16="http://schemas.microsoft.com/office/drawing/2014/main" id="{33C65F53-55F8-6A68-52AC-39C22C33F500}"/>
              </a:ext>
            </a:extLst>
          </p:cNvPr>
          <p:cNvSpPr/>
          <p:nvPr/>
        </p:nvSpPr>
        <p:spPr>
          <a:xfrm>
            <a:off x="1555868" y="4744715"/>
            <a:ext cx="338381" cy="433209"/>
          </a:xfrm>
          <a:custGeom>
            <a:avLst/>
            <a:gdLst/>
            <a:ahLst/>
            <a:cxnLst/>
            <a:rect l="l" t="t" r="r" b="b"/>
            <a:pathLst>
              <a:path w="8664" h="11092" extrusionOk="0">
                <a:moveTo>
                  <a:pt x="4348" y="3466"/>
                </a:moveTo>
                <a:cubicBezTo>
                  <a:pt x="4820" y="3466"/>
                  <a:pt x="5199" y="3844"/>
                  <a:pt x="5199" y="4316"/>
                </a:cubicBezTo>
                <a:cubicBezTo>
                  <a:pt x="5199" y="4789"/>
                  <a:pt x="4820" y="5136"/>
                  <a:pt x="4348" y="5136"/>
                </a:cubicBezTo>
                <a:cubicBezTo>
                  <a:pt x="3907" y="5136"/>
                  <a:pt x="3529" y="4789"/>
                  <a:pt x="3529" y="4316"/>
                </a:cubicBezTo>
                <a:cubicBezTo>
                  <a:pt x="3529" y="3875"/>
                  <a:pt x="3875" y="3466"/>
                  <a:pt x="4348" y="3466"/>
                </a:cubicBezTo>
                <a:close/>
                <a:moveTo>
                  <a:pt x="5104" y="5766"/>
                </a:moveTo>
                <a:lnTo>
                  <a:pt x="6081" y="7624"/>
                </a:lnTo>
                <a:lnTo>
                  <a:pt x="2615" y="7624"/>
                </a:lnTo>
                <a:lnTo>
                  <a:pt x="3560" y="5766"/>
                </a:lnTo>
                <a:cubicBezTo>
                  <a:pt x="3812" y="5892"/>
                  <a:pt x="4096" y="5955"/>
                  <a:pt x="4348" y="5955"/>
                </a:cubicBezTo>
                <a:cubicBezTo>
                  <a:pt x="4631" y="5955"/>
                  <a:pt x="4883" y="5892"/>
                  <a:pt x="5104" y="5766"/>
                </a:cubicBezTo>
                <a:close/>
                <a:moveTo>
                  <a:pt x="2048" y="0"/>
                </a:moveTo>
                <a:cubicBezTo>
                  <a:pt x="1386" y="2458"/>
                  <a:pt x="1638" y="1544"/>
                  <a:pt x="977" y="4001"/>
                </a:cubicBezTo>
                <a:lnTo>
                  <a:pt x="2678" y="4474"/>
                </a:lnTo>
                <a:cubicBezTo>
                  <a:pt x="2678" y="4726"/>
                  <a:pt x="2741" y="5010"/>
                  <a:pt x="2899" y="5199"/>
                </a:cubicBezTo>
                <a:lnTo>
                  <a:pt x="32" y="10523"/>
                </a:lnTo>
                <a:cubicBezTo>
                  <a:pt x="0" y="10680"/>
                  <a:pt x="63" y="10964"/>
                  <a:pt x="252" y="11027"/>
                </a:cubicBezTo>
                <a:cubicBezTo>
                  <a:pt x="328" y="11070"/>
                  <a:pt x="404" y="11091"/>
                  <a:pt x="475" y="11091"/>
                </a:cubicBezTo>
                <a:cubicBezTo>
                  <a:pt x="613" y="11091"/>
                  <a:pt x="737" y="11014"/>
                  <a:pt x="819" y="10869"/>
                </a:cubicBezTo>
                <a:lnTo>
                  <a:pt x="2143" y="8475"/>
                </a:lnTo>
                <a:lnTo>
                  <a:pt x="6490" y="8475"/>
                </a:lnTo>
                <a:lnTo>
                  <a:pt x="7845" y="10869"/>
                </a:lnTo>
                <a:cubicBezTo>
                  <a:pt x="7907" y="11014"/>
                  <a:pt x="8037" y="11091"/>
                  <a:pt x="8173" y="11091"/>
                </a:cubicBezTo>
                <a:cubicBezTo>
                  <a:pt x="8243" y="11091"/>
                  <a:pt x="8316" y="11070"/>
                  <a:pt x="8381" y="11027"/>
                </a:cubicBezTo>
                <a:cubicBezTo>
                  <a:pt x="8570" y="10932"/>
                  <a:pt x="8664" y="10680"/>
                  <a:pt x="8538" y="10491"/>
                </a:cubicBezTo>
                <a:lnTo>
                  <a:pt x="5734" y="5262"/>
                </a:lnTo>
                <a:lnTo>
                  <a:pt x="6585" y="5482"/>
                </a:lnTo>
                <a:cubicBezTo>
                  <a:pt x="7120" y="3434"/>
                  <a:pt x="6931" y="4222"/>
                  <a:pt x="7624" y="1513"/>
                </a:cubicBezTo>
                <a:lnTo>
                  <a:pt x="204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54" name="Google Shape;5424;p57">
            <a:extLst>
              <a:ext uri="{FF2B5EF4-FFF2-40B4-BE49-F238E27FC236}">
                <a16:creationId xmlns:a16="http://schemas.microsoft.com/office/drawing/2014/main" id="{DE5F32E3-486A-CB39-4324-D32A8D087236}"/>
              </a:ext>
            </a:extLst>
          </p:cNvPr>
          <p:cNvSpPr/>
          <p:nvPr/>
        </p:nvSpPr>
        <p:spPr>
          <a:xfrm>
            <a:off x="1853632" y="4841924"/>
            <a:ext cx="100921" cy="111856"/>
          </a:xfrm>
          <a:custGeom>
            <a:avLst/>
            <a:gdLst/>
            <a:ahLst/>
            <a:cxnLst/>
            <a:rect l="l" t="t" r="r" b="b"/>
            <a:pathLst>
              <a:path w="2584" h="2864" extrusionOk="0">
                <a:moveTo>
                  <a:pt x="630" y="0"/>
                </a:moveTo>
                <a:cubicBezTo>
                  <a:pt x="252" y="1449"/>
                  <a:pt x="410" y="945"/>
                  <a:pt x="0" y="2395"/>
                </a:cubicBezTo>
                <a:lnTo>
                  <a:pt x="1607" y="2836"/>
                </a:lnTo>
                <a:cubicBezTo>
                  <a:pt x="1658" y="2855"/>
                  <a:pt x="1707" y="2864"/>
                  <a:pt x="1753" y="2864"/>
                </a:cubicBezTo>
                <a:cubicBezTo>
                  <a:pt x="1932" y="2864"/>
                  <a:pt x="2067" y="2728"/>
                  <a:pt x="2143" y="2552"/>
                </a:cubicBezTo>
                <a:lnTo>
                  <a:pt x="2584" y="945"/>
                </a:lnTo>
                <a:cubicBezTo>
                  <a:pt x="2552" y="725"/>
                  <a:pt x="2458" y="473"/>
                  <a:pt x="2237" y="441"/>
                </a:cubicBezTo>
                <a:lnTo>
                  <a:pt x="63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56" name="Google Shape;5426;p57">
            <a:extLst>
              <a:ext uri="{FF2B5EF4-FFF2-40B4-BE49-F238E27FC236}">
                <a16:creationId xmlns:a16="http://schemas.microsoft.com/office/drawing/2014/main" id="{57342EAF-16C7-8730-8ABE-7F0B19E4E54D}"/>
              </a:ext>
            </a:extLst>
          </p:cNvPr>
          <p:cNvSpPr/>
          <p:nvPr/>
        </p:nvSpPr>
        <p:spPr>
          <a:xfrm>
            <a:off x="4365085" y="3544331"/>
            <a:ext cx="408527" cy="382671"/>
          </a:xfrm>
          <a:custGeom>
            <a:avLst/>
            <a:gdLst/>
            <a:ahLst/>
            <a:cxnLst/>
            <a:rect l="l" t="t" r="r" b="b"/>
            <a:pathLst>
              <a:path w="10460" h="9798" extrusionOk="0">
                <a:moveTo>
                  <a:pt x="6091" y="980"/>
                </a:moveTo>
                <a:cubicBezTo>
                  <a:pt x="6596" y="980"/>
                  <a:pt x="7119" y="1154"/>
                  <a:pt x="7562" y="1520"/>
                </a:cubicBezTo>
                <a:cubicBezTo>
                  <a:pt x="7719" y="1677"/>
                  <a:pt x="7751" y="1898"/>
                  <a:pt x="7593" y="2087"/>
                </a:cubicBezTo>
                <a:cubicBezTo>
                  <a:pt x="7518" y="2181"/>
                  <a:pt x="7387" y="2241"/>
                  <a:pt x="7260" y="2241"/>
                </a:cubicBezTo>
                <a:cubicBezTo>
                  <a:pt x="7174" y="2241"/>
                  <a:pt x="7090" y="2213"/>
                  <a:pt x="7026" y="2150"/>
                </a:cubicBezTo>
                <a:cubicBezTo>
                  <a:pt x="6747" y="1918"/>
                  <a:pt x="6415" y="1807"/>
                  <a:pt x="6101" y="1807"/>
                </a:cubicBezTo>
                <a:cubicBezTo>
                  <a:pt x="5776" y="1807"/>
                  <a:pt x="5470" y="1925"/>
                  <a:pt x="5262" y="2150"/>
                </a:cubicBezTo>
                <a:cubicBezTo>
                  <a:pt x="5183" y="2229"/>
                  <a:pt x="5073" y="2268"/>
                  <a:pt x="4962" y="2268"/>
                </a:cubicBezTo>
                <a:cubicBezTo>
                  <a:pt x="4852" y="2268"/>
                  <a:pt x="4742" y="2229"/>
                  <a:pt x="4663" y="2150"/>
                </a:cubicBezTo>
                <a:cubicBezTo>
                  <a:pt x="4506" y="1992"/>
                  <a:pt x="4506" y="1709"/>
                  <a:pt x="4663" y="1551"/>
                </a:cubicBezTo>
                <a:cubicBezTo>
                  <a:pt x="5037" y="1177"/>
                  <a:pt x="5553" y="980"/>
                  <a:pt x="6091" y="980"/>
                </a:cubicBezTo>
                <a:close/>
                <a:moveTo>
                  <a:pt x="3781" y="7852"/>
                </a:moveTo>
                <a:lnTo>
                  <a:pt x="4348" y="8451"/>
                </a:lnTo>
                <a:lnTo>
                  <a:pt x="4002" y="8797"/>
                </a:lnTo>
                <a:cubicBezTo>
                  <a:pt x="3923" y="8876"/>
                  <a:pt x="3812" y="8915"/>
                  <a:pt x="3702" y="8915"/>
                </a:cubicBezTo>
                <a:cubicBezTo>
                  <a:pt x="3592" y="8915"/>
                  <a:pt x="3482" y="8876"/>
                  <a:pt x="3403" y="8797"/>
                </a:cubicBezTo>
                <a:cubicBezTo>
                  <a:pt x="3214" y="8640"/>
                  <a:pt x="3214" y="8356"/>
                  <a:pt x="3403" y="8199"/>
                </a:cubicBezTo>
                <a:lnTo>
                  <a:pt x="3781" y="7852"/>
                </a:lnTo>
                <a:close/>
                <a:moveTo>
                  <a:pt x="6201" y="1"/>
                </a:moveTo>
                <a:cubicBezTo>
                  <a:pt x="5236" y="1"/>
                  <a:pt x="4264" y="375"/>
                  <a:pt x="3529" y="1110"/>
                </a:cubicBezTo>
                <a:lnTo>
                  <a:pt x="2363" y="2307"/>
                </a:lnTo>
                <a:cubicBezTo>
                  <a:pt x="2269" y="2370"/>
                  <a:pt x="2206" y="2402"/>
                  <a:pt x="2048" y="2402"/>
                </a:cubicBezTo>
                <a:cubicBezTo>
                  <a:pt x="1450" y="2465"/>
                  <a:pt x="851" y="2622"/>
                  <a:pt x="378" y="3095"/>
                </a:cubicBezTo>
                <a:cubicBezTo>
                  <a:pt x="0" y="3441"/>
                  <a:pt x="0" y="4040"/>
                  <a:pt x="347" y="4418"/>
                </a:cubicBezTo>
                <a:lnTo>
                  <a:pt x="3182" y="7254"/>
                </a:lnTo>
                <a:lnTo>
                  <a:pt x="2773" y="7663"/>
                </a:lnTo>
                <a:cubicBezTo>
                  <a:pt x="2300" y="8136"/>
                  <a:pt x="2300" y="8923"/>
                  <a:pt x="2773" y="9427"/>
                </a:cubicBezTo>
                <a:cubicBezTo>
                  <a:pt x="3009" y="9664"/>
                  <a:pt x="3324" y="9782"/>
                  <a:pt x="3647" y="9782"/>
                </a:cubicBezTo>
                <a:cubicBezTo>
                  <a:pt x="3970" y="9782"/>
                  <a:pt x="4301" y="9664"/>
                  <a:pt x="4569" y="9427"/>
                </a:cubicBezTo>
                <a:lnTo>
                  <a:pt x="4947" y="9018"/>
                </a:lnTo>
                <a:lnTo>
                  <a:pt x="5419" y="9490"/>
                </a:lnTo>
                <a:cubicBezTo>
                  <a:pt x="5624" y="9695"/>
                  <a:pt x="5868" y="9798"/>
                  <a:pt x="6112" y="9798"/>
                </a:cubicBezTo>
                <a:cubicBezTo>
                  <a:pt x="6357" y="9798"/>
                  <a:pt x="6601" y="9695"/>
                  <a:pt x="6805" y="9490"/>
                </a:cubicBezTo>
                <a:cubicBezTo>
                  <a:pt x="7278" y="9018"/>
                  <a:pt x="7436" y="8388"/>
                  <a:pt x="7467" y="7852"/>
                </a:cubicBezTo>
                <a:cubicBezTo>
                  <a:pt x="7467" y="7726"/>
                  <a:pt x="7499" y="7663"/>
                  <a:pt x="7593" y="7569"/>
                </a:cubicBezTo>
                <a:lnTo>
                  <a:pt x="8696" y="6466"/>
                </a:lnTo>
                <a:cubicBezTo>
                  <a:pt x="10460" y="4702"/>
                  <a:pt x="10145" y="1740"/>
                  <a:pt x="8066" y="511"/>
                </a:cubicBezTo>
                <a:cubicBezTo>
                  <a:pt x="7496" y="170"/>
                  <a:pt x="6850" y="1"/>
                  <a:pt x="620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57" name="Google Shape;5427;p57">
            <a:extLst>
              <a:ext uri="{FF2B5EF4-FFF2-40B4-BE49-F238E27FC236}">
                <a16:creationId xmlns:a16="http://schemas.microsoft.com/office/drawing/2014/main" id="{7627C5B7-C099-EF79-7A45-69566597B271}"/>
              </a:ext>
            </a:extLst>
          </p:cNvPr>
          <p:cNvSpPr/>
          <p:nvPr/>
        </p:nvSpPr>
        <p:spPr>
          <a:xfrm>
            <a:off x="4688705" y="3431108"/>
            <a:ext cx="178447" cy="173838"/>
          </a:xfrm>
          <a:custGeom>
            <a:avLst/>
            <a:gdLst/>
            <a:ahLst/>
            <a:cxnLst/>
            <a:rect l="l" t="t" r="r" b="b"/>
            <a:pathLst>
              <a:path w="4569" h="4451" extrusionOk="0">
                <a:moveTo>
                  <a:pt x="3226" y="0"/>
                </a:moveTo>
                <a:cubicBezTo>
                  <a:pt x="2907" y="0"/>
                  <a:pt x="2584" y="118"/>
                  <a:pt x="2332" y="355"/>
                </a:cubicBezTo>
                <a:lnTo>
                  <a:pt x="0" y="2686"/>
                </a:lnTo>
                <a:cubicBezTo>
                  <a:pt x="788" y="3095"/>
                  <a:pt x="1355" y="3631"/>
                  <a:pt x="1796" y="4450"/>
                </a:cubicBezTo>
                <a:lnTo>
                  <a:pt x="4096" y="2119"/>
                </a:lnTo>
                <a:cubicBezTo>
                  <a:pt x="4568" y="1646"/>
                  <a:pt x="4568" y="859"/>
                  <a:pt x="4096" y="355"/>
                </a:cubicBezTo>
                <a:cubicBezTo>
                  <a:pt x="3860" y="118"/>
                  <a:pt x="3545" y="0"/>
                  <a:pt x="322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59" name="Google Shape;5429;p57">
            <a:extLst>
              <a:ext uri="{FF2B5EF4-FFF2-40B4-BE49-F238E27FC236}">
                <a16:creationId xmlns:a16="http://schemas.microsoft.com/office/drawing/2014/main" id="{10D09B35-3A34-F014-7AFA-0E18BF849507}"/>
              </a:ext>
            </a:extLst>
          </p:cNvPr>
          <p:cNvSpPr/>
          <p:nvPr/>
        </p:nvSpPr>
        <p:spPr>
          <a:xfrm>
            <a:off x="4675829" y="4311370"/>
            <a:ext cx="97250" cy="97250"/>
          </a:xfrm>
          <a:custGeom>
            <a:avLst/>
            <a:gdLst/>
            <a:ahLst/>
            <a:cxnLst/>
            <a:rect l="l" t="t" r="r" b="b"/>
            <a:pathLst>
              <a:path w="2490" h="2490" extrusionOk="0">
                <a:moveTo>
                  <a:pt x="1229" y="1"/>
                </a:moveTo>
                <a:cubicBezTo>
                  <a:pt x="568" y="1"/>
                  <a:pt x="1" y="568"/>
                  <a:pt x="1" y="1261"/>
                </a:cubicBezTo>
                <a:cubicBezTo>
                  <a:pt x="1" y="1923"/>
                  <a:pt x="568" y="2490"/>
                  <a:pt x="1229" y="2490"/>
                </a:cubicBezTo>
                <a:cubicBezTo>
                  <a:pt x="1891" y="2490"/>
                  <a:pt x="2426" y="1954"/>
                  <a:pt x="2490" y="1261"/>
                </a:cubicBezTo>
                <a:cubicBezTo>
                  <a:pt x="2490" y="599"/>
                  <a:pt x="1922" y="1"/>
                  <a:pt x="122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60" name="Google Shape;5430;p57">
            <a:extLst>
              <a:ext uri="{FF2B5EF4-FFF2-40B4-BE49-F238E27FC236}">
                <a16:creationId xmlns:a16="http://schemas.microsoft.com/office/drawing/2014/main" id="{E4E0F9DD-BA01-8221-0F83-05CDD0638ADB}"/>
              </a:ext>
            </a:extLst>
          </p:cNvPr>
          <p:cNvSpPr/>
          <p:nvPr/>
        </p:nvSpPr>
        <p:spPr>
          <a:xfrm>
            <a:off x="4376816" y="4129104"/>
            <a:ext cx="498395" cy="322447"/>
          </a:xfrm>
          <a:custGeom>
            <a:avLst/>
            <a:gdLst/>
            <a:ahLst/>
            <a:cxnLst/>
            <a:rect l="l" t="t" r="r" b="b"/>
            <a:pathLst>
              <a:path w="12761" h="8256" extrusionOk="0">
                <a:moveTo>
                  <a:pt x="5357" y="1702"/>
                </a:moveTo>
                <a:cubicBezTo>
                  <a:pt x="5609" y="1702"/>
                  <a:pt x="5798" y="1923"/>
                  <a:pt x="5798" y="2112"/>
                </a:cubicBezTo>
                <a:cubicBezTo>
                  <a:pt x="5766" y="2332"/>
                  <a:pt x="5609" y="2490"/>
                  <a:pt x="5357" y="2490"/>
                </a:cubicBezTo>
                <a:lnTo>
                  <a:pt x="2049" y="2490"/>
                </a:lnTo>
                <a:cubicBezTo>
                  <a:pt x="1828" y="2490"/>
                  <a:pt x="1639" y="2301"/>
                  <a:pt x="1639" y="2112"/>
                </a:cubicBezTo>
                <a:cubicBezTo>
                  <a:pt x="1639" y="1860"/>
                  <a:pt x="1828" y="1702"/>
                  <a:pt x="2049" y="1702"/>
                </a:cubicBezTo>
                <a:close/>
                <a:moveTo>
                  <a:pt x="5357" y="3309"/>
                </a:moveTo>
                <a:cubicBezTo>
                  <a:pt x="5609" y="3309"/>
                  <a:pt x="5798" y="3529"/>
                  <a:pt x="5798" y="3750"/>
                </a:cubicBezTo>
                <a:cubicBezTo>
                  <a:pt x="5766" y="4002"/>
                  <a:pt x="5609" y="4160"/>
                  <a:pt x="5357" y="4160"/>
                </a:cubicBezTo>
                <a:lnTo>
                  <a:pt x="2049" y="4160"/>
                </a:lnTo>
                <a:cubicBezTo>
                  <a:pt x="1828" y="4160"/>
                  <a:pt x="1639" y="3939"/>
                  <a:pt x="1639" y="3750"/>
                </a:cubicBezTo>
                <a:cubicBezTo>
                  <a:pt x="1639" y="3529"/>
                  <a:pt x="1828" y="3309"/>
                  <a:pt x="2049" y="3309"/>
                </a:cubicBezTo>
                <a:close/>
                <a:moveTo>
                  <a:pt x="5357" y="4979"/>
                </a:moveTo>
                <a:cubicBezTo>
                  <a:pt x="5609" y="4979"/>
                  <a:pt x="5798" y="5168"/>
                  <a:pt x="5798" y="5388"/>
                </a:cubicBezTo>
                <a:cubicBezTo>
                  <a:pt x="5766" y="5640"/>
                  <a:pt x="5609" y="5798"/>
                  <a:pt x="5357" y="5798"/>
                </a:cubicBezTo>
                <a:lnTo>
                  <a:pt x="2049" y="5798"/>
                </a:lnTo>
                <a:cubicBezTo>
                  <a:pt x="1828" y="5798"/>
                  <a:pt x="1639" y="5609"/>
                  <a:pt x="1639" y="5388"/>
                </a:cubicBezTo>
                <a:cubicBezTo>
                  <a:pt x="1639" y="5136"/>
                  <a:pt x="1828" y="4979"/>
                  <a:pt x="2049" y="4979"/>
                </a:cubicBezTo>
                <a:close/>
                <a:moveTo>
                  <a:pt x="8948" y="1671"/>
                </a:moveTo>
                <a:cubicBezTo>
                  <a:pt x="10082" y="1671"/>
                  <a:pt x="10996" y="2584"/>
                  <a:pt x="11028" y="3750"/>
                </a:cubicBezTo>
                <a:cubicBezTo>
                  <a:pt x="10996" y="4916"/>
                  <a:pt x="10082" y="5798"/>
                  <a:pt x="8948" y="5798"/>
                </a:cubicBezTo>
                <a:cubicBezTo>
                  <a:pt x="7814" y="5798"/>
                  <a:pt x="6900" y="4853"/>
                  <a:pt x="6869" y="3750"/>
                </a:cubicBezTo>
                <a:cubicBezTo>
                  <a:pt x="6869" y="2616"/>
                  <a:pt x="7814" y="1702"/>
                  <a:pt x="8948" y="1671"/>
                </a:cubicBezTo>
                <a:close/>
                <a:moveTo>
                  <a:pt x="1230" y="1"/>
                </a:moveTo>
                <a:cubicBezTo>
                  <a:pt x="568" y="1"/>
                  <a:pt x="1" y="568"/>
                  <a:pt x="1" y="1230"/>
                </a:cubicBezTo>
                <a:lnTo>
                  <a:pt x="1" y="6207"/>
                </a:lnTo>
                <a:cubicBezTo>
                  <a:pt x="1" y="6743"/>
                  <a:pt x="379" y="7184"/>
                  <a:pt x="852" y="7373"/>
                </a:cubicBezTo>
                <a:lnTo>
                  <a:pt x="852" y="7846"/>
                </a:lnTo>
                <a:cubicBezTo>
                  <a:pt x="852" y="8098"/>
                  <a:pt x="1041" y="8255"/>
                  <a:pt x="1261" y="8255"/>
                </a:cubicBezTo>
                <a:lnTo>
                  <a:pt x="2931" y="8255"/>
                </a:lnTo>
                <a:cubicBezTo>
                  <a:pt x="3151" y="8255"/>
                  <a:pt x="3372" y="8066"/>
                  <a:pt x="3372" y="7846"/>
                </a:cubicBezTo>
                <a:lnTo>
                  <a:pt x="3372" y="7436"/>
                </a:lnTo>
                <a:lnTo>
                  <a:pt x="9421" y="7436"/>
                </a:lnTo>
                <a:lnTo>
                  <a:pt x="9421" y="7846"/>
                </a:lnTo>
                <a:cubicBezTo>
                  <a:pt x="9421" y="8098"/>
                  <a:pt x="9610" y="8255"/>
                  <a:pt x="9862" y="8255"/>
                </a:cubicBezTo>
                <a:lnTo>
                  <a:pt x="11500" y="8255"/>
                </a:lnTo>
                <a:cubicBezTo>
                  <a:pt x="11752" y="8255"/>
                  <a:pt x="11941" y="8066"/>
                  <a:pt x="11941" y="7846"/>
                </a:cubicBezTo>
                <a:lnTo>
                  <a:pt x="11941" y="7373"/>
                </a:lnTo>
                <a:cubicBezTo>
                  <a:pt x="12414" y="7215"/>
                  <a:pt x="12760" y="6743"/>
                  <a:pt x="12760" y="6207"/>
                </a:cubicBezTo>
                <a:lnTo>
                  <a:pt x="12760" y="1230"/>
                </a:lnTo>
                <a:cubicBezTo>
                  <a:pt x="12666" y="599"/>
                  <a:pt x="12099" y="1"/>
                  <a:pt x="1143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62" name="Google Shape;5432;p57">
            <a:extLst>
              <a:ext uri="{FF2B5EF4-FFF2-40B4-BE49-F238E27FC236}">
                <a16:creationId xmlns:a16="http://schemas.microsoft.com/office/drawing/2014/main" id="{AB460DF4-E4D6-412F-8165-E9572EBB6056}"/>
              </a:ext>
            </a:extLst>
          </p:cNvPr>
          <p:cNvSpPr/>
          <p:nvPr/>
        </p:nvSpPr>
        <p:spPr>
          <a:xfrm>
            <a:off x="4677705" y="4656096"/>
            <a:ext cx="194421" cy="290889"/>
          </a:xfrm>
          <a:custGeom>
            <a:avLst/>
            <a:gdLst/>
            <a:ahLst/>
            <a:cxnLst/>
            <a:rect l="l" t="t" r="r" b="b"/>
            <a:pathLst>
              <a:path w="4978" h="7448" extrusionOk="0">
                <a:moveTo>
                  <a:pt x="2489" y="820"/>
                </a:moveTo>
                <a:cubicBezTo>
                  <a:pt x="3403" y="820"/>
                  <a:pt x="4127" y="1576"/>
                  <a:pt x="4127" y="2490"/>
                </a:cubicBezTo>
                <a:cubicBezTo>
                  <a:pt x="4127" y="3372"/>
                  <a:pt x="3403" y="4128"/>
                  <a:pt x="2489" y="4128"/>
                </a:cubicBezTo>
                <a:cubicBezTo>
                  <a:pt x="1575" y="4128"/>
                  <a:pt x="819" y="3372"/>
                  <a:pt x="819" y="2490"/>
                </a:cubicBezTo>
                <a:cubicBezTo>
                  <a:pt x="819" y="1576"/>
                  <a:pt x="1575" y="820"/>
                  <a:pt x="2489" y="820"/>
                </a:cubicBezTo>
                <a:close/>
                <a:moveTo>
                  <a:pt x="2489" y="1"/>
                </a:moveTo>
                <a:cubicBezTo>
                  <a:pt x="1103" y="1"/>
                  <a:pt x="0" y="1104"/>
                  <a:pt x="0" y="2490"/>
                </a:cubicBezTo>
                <a:cubicBezTo>
                  <a:pt x="0" y="3214"/>
                  <a:pt x="315" y="3845"/>
                  <a:pt x="819" y="4317"/>
                </a:cubicBezTo>
                <a:lnTo>
                  <a:pt x="819" y="7058"/>
                </a:lnTo>
                <a:cubicBezTo>
                  <a:pt x="819" y="7287"/>
                  <a:pt x="1012" y="7448"/>
                  <a:pt x="1225" y="7448"/>
                </a:cubicBezTo>
                <a:cubicBezTo>
                  <a:pt x="1334" y="7448"/>
                  <a:pt x="1448" y="7406"/>
                  <a:pt x="1544" y="7310"/>
                </a:cubicBezTo>
                <a:lnTo>
                  <a:pt x="2489" y="6365"/>
                </a:lnTo>
                <a:lnTo>
                  <a:pt x="3434" y="7310"/>
                </a:lnTo>
                <a:cubicBezTo>
                  <a:pt x="3530" y="7406"/>
                  <a:pt x="3640" y="7448"/>
                  <a:pt x="3744" y="7448"/>
                </a:cubicBezTo>
                <a:cubicBezTo>
                  <a:pt x="3948" y="7448"/>
                  <a:pt x="4127" y="7287"/>
                  <a:pt x="4127" y="7058"/>
                </a:cubicBezTo>
                <a:lnTo>
                  <a:pt x="4127" y="4317"/>
                </a:lnTo>
                <a:cubicBezTo>
                  <a:pt x="4663" y="3845"/>
                  <a:pt x="4978" y="3214"/>
                  <a:pt x="4978" y="2490"/>
                </a:cubicBezTo>
                <a:cubicBezTo>
                  <a:pt x="4978" y="1104"/>
                  <a:pt x="3875" y="1"/>
                  <a:pt x="248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63" name="Google Shape;5433;p57">
            <a:extLst>
              <a:ext uri="{FF2B5EF4-FFF2-40B4-BE49-F238E27FC236}">
                <a16:creationId xmlns:a16="http://schemas.microsoft.com/office/drawing/2014/main" id="{B767336C-6939-2F73-5C15-A329F3F88678}"/>
              </a:ext>
            </a:extLst>
          </p:cNvPr>
          <p:cNvSpPr/>
          <p:nvPr/>
        </p:nvSpPr>
        <p:spPr>
          <a:xfrm>
            <a:off x="4447586" y="5086767"/>
            <a:ext cx="422079" cy="64012"/>
          </a:xfrm>
          <a:custGeom>
            <a:avLst/>
            <a:gdLst/>
            <a:ahLst/>
            <a:cxnLst/>
            <a:rect l="l" t="t" r="r" b="b"/>
            <a:pathLst>
              <a:path w="10807" h="1639" extrusionOk="0">
                <a:moveTo>
                  <a:pt x="1450" y="1"/>
                </a:moveTo>
                <a:cubicBezTo>
                  <a:pt x="1292" y="788"/>
                  <a:pt x="662" y="1387"/>
                  <a:pt x="1" y="1639"/>
                </a:cubicBezTo>
                <a:lnTo>
                  <a:pt x="8822" y="1639"/>
                </a:lnTo>
                <a:cubicBezTo>
                  <a:pt x="9799" y="1639"/>
                  <a:pt x="10649" y="946"/>
                  <a:pt x="1080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64" name="Google Shape;5434;p57">
            <a:extLst>
              <a:ext uri="{FF2B5EF4-FFF2-40B4-BE49-F238E27FC236}">
                <a16:creationId xmlns:a16="http://schemas.microsoft.com/office/drawing/2014/main" id="{EF97089C-3E02-ED89-AA12-106DA30670F6}"/>
              </a:ext>
            </a:extLst>
          </p:cNvPr>
          <p:cNvSpPr/>
          <p:nvPr/>
        </p:nvSpPr>
        <p:spPr>
          <a:xfrm>
            <a:off x="4379902" y="4653634"/>
            <a:ext cx="428250" cy="461915"/>
          </a:xfrm>
          <a:custGeom>
            <a:avLst/>
            <a:gdLst/>
            <a:ahLst/>
            <a:cxnLst/>
            <a:rect l="l" t="t" r="r" b="b"/>
            <a:pathLst>
              <a:path w="10965" h="11827" extrusionOk="0">
                <a:moveTo>
                  <a:pt x="379" y="1"/>
                </a:moveTo>
                <a:cubicBezTo>
                  <a:pt x="158" y="1"/>
                  <a:pt x="1" y="221"/>
                  <a:pt x="1" y="411"/>
                </a:cubicBezTo>
                <a:lnTo>
                  <a:pt x="1" y="10618"/>
                </a:lnTo>
                <a:cubicBezTo>
                  <a:pt x="1" y="11280"/>
                  <a:pt x="537" y="11815"/>
                  <a:pt x="1198" y="11815"/>
                </a:cubicBezTo>
                <a:cubicBezTo>
                  <a:pt x="1247" y="11823"/>
                  <a:pt x="1295" y="11826"/>
                  <a:pt x="1342" y="11826"/>
                </a:cubicBezTo>
                <a:cubicBezTo>
                  <a:pt x="1912" y="11826"/>
                  <a:pt x="2395" y="11318"/>
                  <a:pt x="2395" y="10650"/>
                </a:cubicBezTo>
                <a:cubicBezTo>
                  <a:pt x="2395" y="10398"/>
                  <a:pt x="2584" y="10272"/>
                  <a:pt x="2836" y="10272"/>
                </a:cubicBezTo>
                <a:lnTo>
                  <a:pt x="10965" y="10272"/>
                </a:lnTo>
                <a:lnTo>
                  <a:pt x="10965" y="8255"/>
                </a:lnTo>
                <a:cubicBezTo>
                  <a:pt x="10807" y="8161"/>
                  <a:pt x="10650" y="8098"/>
                  <a:pt x="10492" y="7972"/>
                </a:cubicBezTo>
                <a:lnTo>
                  <a:pt x="10146" y="7625"/>
                </a:lnTo>
                <a:lnTo>
                  <a:pt x="9799" y="7972"/>
                </a:lnTo>
                <a:cubicBezTo>
                  <a:pt x="9547" y="8224"/>
                  <a:pt x="9232" y="8318"/>
                  <a:pt x="8917" y="8318"/>
                </a:cubicBezTo>
                <a:cubicBezTo>
                  <a:pt x="8255" y="8318"/>
                  <a:pt x="7720" y="7783"/>
                  <a:pt x="7720" y="7058"/>
                </a:cubicBezTo>
                <a:lnTo>
                  <a:pt x="7720" y="4664"/>
                </a:lnTo>
                <a:cubicBezTo>
                  <a:pt x="7184" y="4065"/>
                  <a:pt x="6869" y="3309"/>
                  <a:pt x="6869" y="2490"/>
                </a:cubicBezTo>
                <a:cubicBezTo>
                  <a:pt x="6869" y="1513"/>
                  <a:pt x="7310" y="600"/>
                  <a:pt x="803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65" name="Google Shape;5435;p57">
            <a:extLst>
              <a:ext uri="{FF2B5EF4-FFF2-40B4-BE49-F238E27FC236}">
                <a16:creationId xmlns:a16="http://schemas.microsoft.com/office/drawing/2014/main" id="{A9C52DDD-A6FB-E0DD-1C80-B2FE8EBCC427}"/>
              </a:ext>
            </a:extLst>
          </p:cNvPr>
          <p:cNvSpPr/>
          <p:nvPr/>
        </p:nvSpPr>
        <p:spPr>
          <a:xfrm>
            <a:off x="3375681" y="5275034"/>
            <a:ext cx="355644" cy="493434"/>
          </a:xfrm>
          <a:custGeom>
            <a:avLst/>
            <a:gdLst/>
            <a:ahLst/>
            <a:cxnLst/>
            <a:rect l="l" t="t" r="r" b="b"/>
            <a:pathLst>
              <a:path w="9106" h="12634" extrusionOk="0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67" name="Google Shape;5437;p57">
            <a:extLst>
              <a:ext uri="{FF2B5EF4-FFF2-40B4-BE49-F238E27FC236}">
                <a16:creationId xmlns:a16="http://schemas.microsoft.com/office/drawing/2014/main" id="{5CFAD71A-CFCD-497B-FA28-CD6B1E83B0BA}"/>
              </a:ext>
            </a:extLst>
          </p:cNvPr>
          <p:cNvSpPr/>
          <p:nvPr/>
        </p:nvSpPr>
        <p:spPr>
          <a:xfrm>
            <a:off x="6578916" y="1796489"/>
            <a:ext cx="501683" cy="177475"/>
          </a:xfrm>
          <a:custGeom>
            <a:avLst/>
            <a:gdLst/>
            <a:ahLst/>
            <a:cxnLst/>
            <a:rect l="l" t="t" r="r" b="b"/>
            <a:pathLst>
              <a:path w="11847" h="4191" extrusionOk="0">
                <a:moveTo>
                  <a:pt x="5230" y="0"/>
                </a:moveTo>
                <a:cubicBezTo>
                  <a:pt x="5073" y="0"/>
                  <a:pt x="4947" y="63"/>
                  <a:pt x="4915" y="189"/>
                </a:cubicBezTo>
                <a:lnTo>
                  <a:pt x="4096" y="2080"/>
                </a:lnTo>
                <a:lnTo>
                  <a:pt x="347" y="2080"/>
                </a:lnTo>
                <a:cubicBezTo>
                  <a:pt x="158" y="2080"/>
                  <a:pt x="0" y="2237"/>
                  <a:pt x="0" y="2426"/>
                </a:cubicBezTo>
                <a:cubicBezTo>
                  <a:pt x="0" y="2615"/>
                  <a:pt x="158" y="2773"/>
                  <a:pt x="347" y="2773"/>
                </a:cubicBezTo>
                <a:lnTo>
                  <a:pt x="4316" y="2773"/>
                </a:lnTo>
                <a:cubicBezTo>
                  <a:pt x="4411" y="2773"/>
                  <a:pt x="4505" y="2710"/>
                  <a:pt x="4600" y="2584"/>
                </a:cubicBezTo>
                <a:lnTo>
                  <a:pt x="5199" y="1292"/>
                </a:lnTo>
                <a:lnTo>
                  <a:pt x="6238" y="3970"/>
                </a:lnTo>
                <a:cubicBezTo>
                  <a:pt x="6301" y="4096"/>
                  <a:pt x="6396" y="4159"/>
                  <a:pt x="6522" y="4191"/>
                </a:cubicBezTo>
                <a:lnTo>
                  <a:pt x="6553" y="4191"/>
                </a:lnTo>
                <a:cubicBezTo>
                  <a:pt x="6679" y="4191"/>
                  <a:pt x="6805" y="4127"/>
                  <a:pt x="6868" y="4033"/>
                </a:cubicBezTo>
                <a:lnTo>
                  <a:pt x="7624" y="2836"/>
                </a:lnTo>
                <a:lnTo>
                  <a:pt x="11500" y="2836"/>
                </a:lnTo>
                <a:cubicBezTo>
                  <a:pt x="11689" y="2836"/>
                  <a:pt x="11846" y="2678"/>
                  <a:pt x="11846" y="2458"/>
                </a:cubicBezTo>
                <a:cubicBezTo>
                  <a:pt x="11846" y="2269"/>
                  <a:pt x="11689" y="2111"/>
                  <a:pt x="11500" y="2111"/>
                </a:cubicBezTo>
                <a:lnTo>
                  <a:pt x="7435" y="2111"/>
                </a:lnTo>
                <a:cubicBezTo>
                  <a:pt x="7309" y="2111"/>
                  <a:pt x="7183" y="2206"/>
                  <a:pt x="7120" y="2269"/>
                </a:cubicBezTo>
                <a:lnTo>
                  <a:pt x="6648" y="3056"/>
                </a:lnTo>
                <a:lnTo>
                  <a:pt x="5545" y="221"/>
                </a:lnTo>
                <a:cubicBezTo>
                  <a:pt x="5514" y="95"/>
                  <a:pt x="5388" y="0"/>
                  <a:pt x="523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68" name="Google Shape;5438;p57">
            <a:extLst>
              <a:ext uri="{FF2B5EF4-FFF2-40B4-BE49-F238E27FC236}">
                <a16:creationId xmlns:a16="http://schemas.microsoft.com/office/drawing/2014/main" id="{72603EA4-97EE-3DE8-8C88-6D17B280A1F1}"/>
              </a:ext>
            </a:extLst>
          </p:cNvPr>
          <p:cNvSpPr/>
          <p:nvPr/>
        </p:nvSpPr>
        <p:spPr>
          <a:xfrm>
            <a:off x="6574893" y="1652382"/>
            <a:ext cx="500370" cy="212199"/>
          </a:xfrm>
          <a:custGeom>
            <a:avLst/>
            <a:gdLst/>
            <a:ahLst/>
            <a:cxnLst/>
            <a:rect l="l" t="t" r="r" b="b"/>
            <a:pathLst>
              <a:path w="11816" h="5011" extrusionOk="0">
                <a:moveTo>
                  <a:pt x="3151" y="1"/>
                </a:moveTo>
                <a:cubicBezTo>
                  <a:pt x="1387" y="1"/>
                  <a:pt x="1" y="1419"/>
                  <a:pt x="1" y="3277"/>
                </a:cubicBezTo>
                <a:cubicBezTo>
                  <a:pt x="1" y="3876"/>
                  <a:pt x="158" y="4349"/>
                  <a:pt x="442" y="4821"/>
                </a:cubicBezTo>
                <a:lnTo>
                  <a:pt x="3655" y="4821"/>
                </a:lnTo>
                <a:lnTo>
                  <a:pt x="4285" y="3340"/>
                </a:lnTo>
                <a:cubicBezTo>
                  <a:pt x="4443" y="2994"/>
                  <a:pt x="4821" y="2773"/>
                  <a:pt x="5199" y="2710"/>
                </a:cubicBezTo>
                <a:cubicBezTo>
                  <a:pt x="5672" y="2710"/>
                  <a:pt x="6018" y="2994"/>
                  <a:pt x="6176" y="3403"/>
                </a:cubicBezTo>
                <a:lnTo>
                  <a:pt x="6806" y="5010"/>
                </a:lnTo>
                <a:cubicBezTo>
                  <a:pt x="6963" y="4884"/>
                  <a:pt x="7215" y="4821"/>
                  <a:pt x="7404" y="4821"/>
                </a:cubicBezTo>
                <a:lnTo>
                  <a:pt x="11374" y="4821"/>
                </a:lnTo>
                <a:cubicBezTo>
                  <a:pt x="11626" y="4349"/>
                  <a:pt x="11815" y="3813"/>
                  <a:pt x="11815" y="3277"/>
                </a:cubicBezTo>
                <a:cubicBezTo>
                  <a:pt x="11815" y="1419"/>
                  <a:pt x="10429" y="1"/>
                  <a:pt x="8665" y="1"/>
                </a:cubicBezTo>
                <a:cubicBezTo>
                  <a:pt x="7247" y="1"/>
                  <a:pt x="6396" y="977"/>
                  <a:pt x="5924" y="1860"/>
                </a:cubicBezTo>
                <a:cubicBezTo>
                  <a:pt x="5451" y="977"/>
                  <a:pt x="4537" y="1"/>
                  <a:pt x="315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69" name="Google Shape;5439;p57">
            <a:extLst>
              <a:ext uri="{FF2B5EF4-FFF2-40B4-BE49-F238E27FC236}">
                <a16:creationId xmlns:a16="http://schemas.microsoft.com/office/drawing/2014/main" id="{F00250A8-F5C6-59AE-0B3D-8CC271C36784}"/>
              </a:ext>
            </a:extLst>
          </p:cNvPr>
          <p:cNvSpPr/>
          <p:nvPr/>
        </p:nvSpPr>
        <p:spPr>
          <a:xfrm>
            <a:off x="6670978" y="1924544"/>
            <a:ext cx="316203" cy="166804"/>
          </a:xfrm>
          <a:custGeom>
            <a:avLst/>
            <a:gdLst/>
            <a:ahLst/>
            <a:cxnLst/>
            <a:rect l="l" t="t" r="r" b="b"/>
            <a:pathLst>
              <a:path w="7467" h="3939" extrusionOk="0">
                <a:moveTo>
                  <a:pt x="2962" y="1"/>
                </a:moveTo>
                <a:cubicBezTo>
                  <a:pt x="2773" y="284"/>
                  <a:pt x="2458" y="442"/>
                  <a:pt x="2111" y="442"/>
                </a:cubicBezTo>
                <a:lnTo>
                  <a:pt x="0" y="442"/>
                </a:lnTo>
                <a:cubicBezTo>
                  <a:pt x="158" y="599"/>
                  <a:pt x="347" y="757"/>
                  <a:pt x="536" y="914"/>
                </a:cubicBezTo>
                <a:cubicBezTo>
                  <a:pt x="1449" y="1734"/>
                  <a:pt x="2426" y="2647"/>
                  <a:pt x="3434" y="3813"/>
                </a:cubicBezTo>
                <a:cubicBezTo>
                  <a:pt x="3529" y="3907"/>
                  <a:pt x="3592" y="3939"/>
                  <a:pt x="3718" y="3939"/>
                </a:cubicBezTo>
                <a:cubicBezTo>
                  <a:pt x="3844" y="3939"/>
                  <a:pt x="3907" y="3907"/>
                  <a:pt x="4001" y="3813"/>
                </a:cubicBezTo>
                <a:cubicBezTo>
                  <a:pt x="4978" y="2584"/>
                  <a:pt x="6018" y="1734"/>
                  <a:pt x="6900" y="914"/>
                </a:cubicBezTo>
                <a:cubicBezTo>
                  <a:pt x="7120" y="757"/>
                  <a:pt x="7278" y="599"/>
                  <a:pt x="7467" y="442"/>
                </a:cubicBezTo>
                <a:lnTo>
                  <a:pt x="5860" y="442"/>
                </a:lnTo>
                <a:lnTo>
                  <a:pt x="5293" y="1324"/>
                </a:lnTo>
                <a:cubicBezTo>
                  <a:pt x="5104" y="1639"/>
                  <a:pt x="4789" y="1860"/>
                  <a:pt x="4379" y="1860"/>
                </a:cubicBezTo>
                <a:lnTo>
                  <a:pt x="4316" y="1860"/>
                </a:lnTo>
                <a:cubicBezTo>
                  <a:pt x="3907" y="1797"/>
                  <a:pt x="3592" y="1576"/>
                  <a:pt x="3434" y="1167"/>
                </a:cubicBezTo>
                <a:lnTo>
                  <a:pt x="296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71" name="Google Shape;5441;p57">
            <a:extLst>
              <a:ext uri="{FF2B5EF4-FFF2-40B4-BE49-F238E27FC236}">
                <a16:creationId xmlns:a16="http://schemas.microsoft.com/office/drawing/2014/main" id="{C66B2C43-F35A-8882-D686-89465758C5CC}"/>
              </a:ext>
            </a:extLst>
          </p:cNvPr>
          <p:cNvSpPr/>
          <p:nvPr/>
        </p:nvSpPr>
        <p:spPr>
          <a:xfrm>
            <a:off x="6576246" y="2475920"/>
            <a:ext cx="58736" cy="89394"/>
          </a:xfrm>
          <a:custGeom>
            <a:avLst/>
            <a:gdLst/>
            <a:ahLst/>
            <a:cxnLst/>
            <a:rect l="l" t="t" r="r" b="b"/>
            <a:pathLst>
              <a:path w="1387" h="2111" extrusionOk="0">
                <a:moveTo>
                  <a:pt x="0" y="0"/>
                </a:moveTo>
                <a:lnTo>
                  <a:pt x="0" y="2111"/>
                </a:lnTo>
                <a:lnTo>
                  <a:pt x="1386" y="2111"/>
                </a:lnTo>
                <a:lnTo>
                  <a:pt x="138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72" name="Google Shape;5442;p57">
            <a:extLst>
              <a:ext uri="{FF2B5EF4-FFF2-40B4-BE49-F238E27FC236}">
                <a16:creationId xmlns:a16="http://schemas.microsoft.com/office/drawing/2014/main" id="{9E455207-66FF-AEFA-5F65-4F9FFE24D3B5}"/>
              </a:ext>
            </a:extLst>
          </p:cNvPr>
          <p:cNvSpPr/>
          <p:nvPr/>
        </p:nvSpPr>
        <p:spPr>
          <a:xfrm>
            <a:off x="6576246" y="2595974"/>
            <a:ext cx="89394" cy="29389"/>
          </a:xfrm>
          <a:custGeom>
            <a:avLst/>
            <a:gdLst/>
            <a:ahLst/>
            <a:cxnLst/>
            <a:rect l="l" t="t" r="r" b="b"/>
            <a:pathLst>
              <a:path w="2111" h="694" extrusionOk="0">
                <a:moveTo>
                  <a:pt x="0" y="1"/>
                </a:moveTo>
                <a:lnTo>
                  <a:pt x="0" y="694"/>
                </a:lnTo>
                <a:lnTo>
                  <a:pt x="1733" y="694"/>
                </a:lnTo>
                <a:cubicBezTo>
                  <a:pt x="1954" y="694"/>
                  <a:pt x="2111" y="536"/>
                  <a:pt x="2111" y="347"/>
                </a:cubicBezTo>
                <a:cubicBezTo>
                  <a:pt x="2111" y="158"/>
                  <a:pt x="1954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73" name="Google Shape;5443;p57">
            <a:extLst>
              <a:ext uri="{FF2B5EF4-FFF2-40B4-BE49-F238E27FC236}">
                <a16:creationId xmlns:a16="http://schemas.microsoft.com/office/drawing/2014/main" id="{42E62906-FFD2-E04D-2D9C-69F092295CF4}"/>
              </a:ext>
            </a:extLst>
          </p:cNvPr>
          <p:cNvSpPr/>
          <p:nvPr/>
        </p:nvSpPr>
        <p:spPr>
          <a:xfrm>
            <a:off x="6576246" y="2417186"/>
            <a:ext cx="89394" cy="29431"/>
          </a:xfrm>
          <a:custGeom>
            <a:avLst/>
            <a:gdLst/>
            <a:ahLst/>
            <a:cxnLst/>
            <a:rect l="l" t="t" r="r" b="b"/>
            <a:pathLst>
              <a:path w="2111" h="695" extrusionOk="0">
                <a:moveTo>
                  <a:pt x="0" y="1"/>
                </a:moveTo>
                <a:lnTo>
                  <a:pt x="0" y="694"/>
                </a:lnTo>
                <a:lnTo>
                  <a:pt x="1733" y="694"/>
                </a:lnTo>
                <a:cubicBezTo>
                  <a:pt x="1954" y="694"/>
                  <a:pt x="2111" y="537"/>
                  <a:pt x="2111" y="348"/>
                </a:cubicBezTo>
                <a:cubicBezTo>
                  <a:pt x="2111" y="159"/>
                  <a:pt x="1954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74" name="Google Shape;5444;p57">
            <a:extLst>
              <a:ext uri="{FF2B5EF4-FFF2-40B4-BE49-F238E27FC236}">
                <a16:creationId xmlns:a16="http://schemas.microsoft.com/office/drawing/2014/main" id="{327E004A-7B73-ADF9-9593-53226C8BCDA2}"/>
              </a:ext>
            </a:extLst>
          </p:cNvPr>
          <p:cNvSpPr/>
          <p:nvPr/>
        </p:nvSpPr>
        <p:spPr>
          <a:xfrm>
            <a:off x="6577560" y="2270454"/>
            <a:ext cx="501684" cy="501683"/>
          </a:xfrm>
          <a:custGeom>
            <a:avLst/>
            <a:gdLst/>
            <a:ahLst/>
            <a:cxnLst/>
            <a:rect l="l" t="t" r="r" b="b"/>
            <a:pathLst>
              <a:path w="11847" h="11847" extrusionOk="0">
                <a:moveTo>
                  <a:pt x="2427" y="0"/>
                </a:moveTo>
                <a:cubicBezTo>
                  <a:pt x="1072" y="0"/>
                  <a:pt x="1" y="1103"/>
                  <a:pt x="1" y="2426"/>
                </a:cubicBezTo>
                <a:lnTo>
                  <a:pt x="1" y="2804"/>
                </a:lnTo>
                <a:lnTo>
                  <a:pt x="1355" y="2804"/>
                </a:lnTo>
                <a:lnTo>
                  <a:pt x="1355" y="2426"/>
                </a:lnTo>
                <a:cubicBezTo>
                  <a:pt x="1355" y="1859"/>
                  <a:pt x="1828" y="1418"/>
                  <a:pt x="2395" y="1418"/>
                </a:cubicBezTo>
                <a:lnTo>
                  <a:pt x="9358" y="1418"/>
                </a:lnTo>
                <a:cubicBezTo>
                  <a:pt x="9956" y="1418"/>
                  <a:pt x="10366" y="1891"/>
                  <a:pt x="10366" y="2426"/>
                </a:cubicBezTo>
                <a:lnTo>
                  <a:pt x="10366" y="9420"/>
                </a:lnTo>
                <a:cubicBezTo>
                  <a:pt x="10366" y="9987"/>
                  <a:pt x="9893" y="10429"/>
                  <a:pt x="9358" y="10429"/>
                </a:cubicBezTo>
                <a:lnTo>
                  <a:pt x="2395" y="10429"/>
                </a:lnTo>
                <a:cubicBezTo>
                  <a:pt x="1797" y="10429"/>
                  <a:pt x="1355" y="9956"/>
                  <a:pt x="1355" y="9420"/>
                </a:cubicBezTo>
                <a:lnTo>
                  <a:pt x="1355" y="9042"/>
                </a:lnTo>
                <a:lnTo>
                  <a:pt x="1" y="9042"/>
                </a:lnTo>
                <a:lnTo>
                  <a:pt x="1" y="9420"/>
                </a:lnTo>
                <a:cubicBezTo>
                  <a:pt x="1" y="10744"/>
                  <a:pt x="1103" y="11846"/>
                  <a:pt x="2427" y="11846"/>
                </a:cubicBezTo>
                <a:lnTo>
                  <a:pt x="9389" y="11846"/>
                </a:lnTo>
                <a:cubicBezTo>
                  <a:pt x="10744" y="11846"/>
                  <a:pt x="11847" y="10744"/>
                  <a:pt x="11847" y="9420"/>
                </a:cubicBezTo>
                <a:lnTo>
                  <a:pt x="11847" y="2426"/>
                </a:lnTo>
                <a:cubicBezTo>
                  <a:pt x="11847" y="1103"/>
                  <a:pt x="10744" y="0"/>
                  <a:pt x="938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75" name="Google Shape;5445;p57">
            <a:extLst>
              <a:ext uri="{FF2B5EF4-FFF2-40B4-BE49-F238E27FC236}">
                <a16:creationId xmlns:a16="http://schemas.microsoft.com/office/drawing/2014/main" id="{C1D3E6DC-4E51-5B01-9364-56DA7CEE721F}"/>
              </a:ext>
            </a:extLst>
          </p:cNvPr>
          <p:cNvSpPr/>
          <p:nvPr/>
        </p:nvSpPr>
        <p:spPr>
          <a:xfrm>
            <a:off x="6768333" y="2446575"/>
            <a:ext cx="146817" cy="146774"/>
          </a:xfrm>
          <a:custGeom>
            <a:avLst/>
            <a:gdLst/>
            <a:ahLst/>
            <a:cxnLst/>
            <a:rect l="l" t="t" r="r" b="b"/>
            <a:pathLst>
              <a:path w="3467" h="3466" extrusionOk="0">
                <a:moveTo>
                  <a:pt x="1387" y="0"/>
                </a:moveTo>
                <a:lnTo>
                  <a:pt x="1387" y="1040"/>
                </a:lnTo>
                <a:cubicBezTo>
                  <a:pt x="1387" y="1229"/>
                  <a:pt x="1230" y="1386"/>
                  <a:pt x="1041" y="1386"/>
                </a:cubicBezTo>
                <a:lnTo>
                  <a:pt x="1" y="1386"/>
                </a:lnTo>
                <a:lnTo>
                  <a:pt x="1" y="2111"/>
                </a:lnTo>
                <a:lnTo>
                  <a:pt x="1041" y="2111"/>
                </a:lnTo>
                <a:cubicBezTo>
                  <a:pt x="1230" y="2111"/>
                  <a:pt x="1387" y="2268"/>
                  <a:pt x="1387" y="2457"/>
                </a:cubicBezTo>
                <a:lnTo>
                  <a:pt x="1387" y="3466"/>
                </a:lnTo>
                <a:lnTo>
                  <a:pt x="2080" y="3466"/>
                </a:lnTo>
                <a:lnTo>
                  <a:pt x="2080" y="2457"/>
                </a:lnTo>
                <a:cubicBezTo>
                  <a:pt x="2080" y="2268"/>
                  <a:pt x="2238" y="2111"/>
                  <a:pt x="2458" y="2111"/>
                </a:cubicBezTo>
                <a:lnTo>
                  <a:pt x="3467" y="2111"/>
                </a:lnTo>
                <a:lnTo>
                  <a:pt x="3467" y="1386"/>
                </a:lnTo>
                <a:lnTo>
                  <a:pt x="2458" y="1386"/>
                </a:lnTo>
                <a:cubicBezTo>
                  <a:pt x="2238" y="1386"/>
                  <a:pt x="2080" y="1229"/>
                  <a:pt x="2080" y="1040"/>
                </a:cubicBezTo>
                <a:lnTo>
                  <a:pt x="208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76" name="Google Shape;5446;p57">
            <a:extLst>
              <a:ext uri="{FF2B5EF4-FFF2-40B4-BE49-F238E27FC236}">
                <a16:creationId xmlns:a16="http://schemas.microsoft.com/office/drawing/2014/main" id="{B312476E-D278-9D6C-64DA-8EACCE4D38E7}"/>
              </a:ext>
            </a:extLst>
          </p:cNvPr>
          <p:cNvSpPr/>
          <p:nvPr/>
        </p:nvSpPr>
        <p:spPr>
          <a:xfrm>
            <a:off x="6665641" y="2358493"/>
            <a:ext cx="324208" cy="325562"/>
          </a:xfrm>
          <a:custGeom>
            <a:avLst/>
            <a:gdLst/>
            <a:ahLst/>
            <a:cxnLst/>
            <a:rect l="l" t="t" r="r" b="b"/>
            <a:pathLst>
              <a:path w="7656" h="7688" extrusionOk="0">
                <a:moveTo>
                  <a:pt x="4883" y="1418"/>
                </a:moveTo>
                <a:cubicBezTo>
                  <a:pt x="5072" y="1418"/>
                  <a:pt x="5230" y="1576"/>
                  <a:pt x="5230" y="1765"/>
                </a:cubicBezTo>
                <a:lnTo>
                  <a:pt x="5230" y="2805"/>
                </a:lnTo>
                <a:lnTo>
                  <a:pt x="6238" y="2805"/>
                </a:lnTo>
                <a:cubicBezTo>
                  <a:pt x="6459" y="2805"/>
                  <a:pt x="6616" y="2962"/>
                  <a:pt x="6616" y="3151"/>
                </a:cubicBezTo>
                <a:lnTo>
                  <a:pt x="6616" y="4537"/>
                </a:lnTo>
                <a:cubicBezTo>
                  <a:pt x="6616" y="4726"/>
                  <a:pt x="6459" y="4884"/>
                  <a:pt x="6238" y="4884"/>
                </a:cubicBezTo>
                <a:lnTo>
                  <a:pt x="5230" y="4884"/>
                </a:lnTo>
                <a:lnTo>
                  <a:pt x="5230" y="5924"/>
                </a:lnTo>
                <a:cubicBezTo>
                  <a:pt x="5230" y="6113"/>
                  <a:pt x="5072" y="6270"/>
                  <a:pt x="4883" y="6270"/>
                </a:cubicBezTo>
                <a:lnTo>
                  <a:pt x="3497" y="6270"/>
                </a:lnTo>
                <a:cubicBezTo>
                  <a:pt x="3308" y="6270"/>
                  <a:pt x="3151" y="6113"/>
                  <a:pt x="3151" y="5924"/>
                </a:cubicBezTo>
                <a:lnTo>
                  <a:pt x="3151" y="4884"/>
                </a:lnTo>
                <a:lnTo>
                  <a:pt x="2111" y="4884"/>
                </a:lnTo>
                <a:cubicBezTo>
                  <a:pt x="1922" y="4884"/>
                  <a:pt x="1764" y="4726"/>
                  <a:pt x="1764" y="4537"/>
                </a:cubicBezTo>
                <a:lnTo>
                  <a:pt x="1764" y="3151"/>
                </a:lnTo>
                <a:cubicBezTo>
                  <a:pt x="1764" y="2962"/>
                  <a:pt x="1922" y="2805"/>
                  <a:pt x="2111" y="2805"/>
                </a:cubicBezTo>
                <a:lnTo>
                  <a:pt x="3151" y="2805"/>
                </a:lnTo>
                <a:lnTo>
                  <a:pt x="3151" y="1765"/>
                </a:lnTo>
                <a:cubicBezTo>
                  <a:pt x="3151" y="1576"/>
                  <a:pt x="3308" y="1418"/>
                  <a:pt x="3497" y="1418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757"/>
                </a:lnTo>
                <a:cubicBezTo>
                  <a:pt x="378" y="914"/>
                  <a:pt x="693" y="1261"/>
                  <a:pt x="693" y="1734"/>
                </a:cubicBezTo>
                <a:cubicBezTo>
                  <a:pt x="693" y="2175"/>
                  <a:pt x="378" y="2553"/>
                  <a:pt x="0" y="2710"/>
                </a:cubicBezTo>
                <a:lnTo>
                  <a:pt x="0" y="4979"/>
                </a:lnTo>
                <a:cubicBezTo>
                  <a:pt x="378" y="5136"/>
                  <a:pt x="693" y="5483"/>
                  <a:pt x="693" y="5955"/>
                </a:cubicBezTo>
                <a:cubicBezTo>
                  <a:pt x="693" y="6396"/>
                  <a:pt x="441" y="6774"/>
                  <a:pt x="0" y="6932"/>
                </a:cubicBezTo>
                <a:lnTo>
                  <a:pt x="0" y="7341"/>
                </a:lnTo>
                <a:cubicBezTo>
                  <a:pt x="0" y="7530"/>
                  <a:pt x="158" y="7688"/>
                  <a:pt x="347" y="7688"/>
                </a:cubicBezTo>
                <a:lnTo>
                  <a:pt x="7309" y="7688"/>
                </a:lnTo>
                <a:cubicBezTo>
                  <a:pt x="7498" y="7688"/>
                  <a:pt x="7656" y="7530"/>
                  <a:pt x="7656" y="7341"/>
                </a:cubicBezTo>
                <a:lnTo>
                  <a:pt x="7656" y="347"/>
                </a:lnTo>
                <a:cubicBezTo>
                  <a:pt x="7656" y="158"/>
                  <a:pt x="7498" y="1"/>
                  <a:pt x="73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78" name="Google Shape;5448;p57">
            <a:extLst>
              <a:ext uri="{FF2B5EF4-FFF2-40B4-BE49-F238E27FC236}">
                <a16:creationId xmlns:a16="http://schemas.microsoft.com/office/drawing/2014/main" id="{7D14F076-A6CD-AF44-2AE2-8BCD8DA94508}"/>
              </a:ext>
            </a:extLst>
          </p:cNvPr>
          <p:cNvSpPr/>
          <p:nvPr/>
        </p:nvSpPr>
        <p:spPr>
          <a:xfrm>
            <a:off x="6791053" y="3151735"/>
            <a:ext cx="146774" cy="109509"/>
          </a:xfrm>
          <a:custGeom>
            <a:avLst/>
            <a:gdLst/>
            <a:ahLst/>
            <a:cxnLst/>
            <a:rect l="l" t="t" r="r" b="b"/>
            <a:pathLst>
              <a:path w="3466" h="2586" extrusionOk="0">
                <a:moveTo>
                  <a:pt x="614" y="0"/>
                </a:moveTo>
                <a:cubicBezTo>
                  <a:pt x="287" y="0"/>
                  <a:pt x="0" y="305"/>
                  <a:pt x="0" y="696"/>
                </a:cubicBezTo>
                <a:cubicBezTo>
                  <a:pt x="0" y="1326"/>
                  <a:pt x="1008" y="2019"/>
                  <a:pt x="1733" y="2586"/>
                </a:cubicBezTo>
                <a:cubicBezTo>
                  <a:pt x="2426" y="2019"/>
                  <a:pt x="3466" y="1326"/>
                  <a:pt x="3466" y="696"/>
                </a:cubicBezTo>
                <a:cubicBezTo>
                  <a:pt x="3466" y="349"/>
                  <a:pt x="3214" y="3"/>
                  <a:pt x="2741" y="3"/>
                </a:cubicBezTo>
                <a:cubicBezTo>
                  <a:pt x="2237" y="3"/>
                  <a:pt x="2048" y="570"/>
                  <a:pt x="2048" y="570"/>
                </a:cubicBezTo>
                <a:cubicBezTo>
                  <a:pt x="2001" y="743"/>
                  <a:pt x="1851" y="830"/>
                  <a:pt x="1701" y="830"/>
                </a:cubicBezTo>
                <a:cubicBezTo>
                  <a:pt x="1552" y="830"/>
                  <a:pt x="1402" y="743"/>
                  <a:pt x="1355" y="570"/>
                </a:cubicBezTo>
                <a:cubicBezTo>
                  <a:pt x="1355" y="538"/>
                  <a:pt x="1166" y="3"/>
                  <a:pt x="662" y="3"/>
                </a:cubicBezTo>
                <a:cubicBezTo>
                  <a:pt x="646" y="1"/>
                  <a:pt x="630" y="0"/>
                  <a:pt x="61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79" name="Google Shape;5449;p57">
            <a:extLst>
              <a:ext uri="{FF2B5EF4-FFF2-40B4-BE49-F238E27FC236}">
                <a16:creationId xmlns:a16="http://schemas.microsoft.com/office/drawing/2014/main" id="{4506A101-4CD5-21E4-F71B-52388EB9EE97}"/>
              </a:ext>
            </a:extLst>
          </p:cNvPr>
          <p:cNvSpPr/>
          <p:nvPr/>
        </p:nvSpPr>
        <p:spPr>
          <a:xfrm>
            <a:off x="6570891" y="2910358"/>
            <a:ext cx="513710" cy="501640"/>
          </a:xfrm>
          <a:custGeom>
            <a:avLst/>
            <a:gdLst/>
            <a:ahLst/>
            <a:cxnLst/>
            <a:rect l="l" t="t" r="r" b="b"/>
            <a:pathLst>
              <a:path w="12131" h="11846" extrusionOk="0">
                <a:moveTo>
                  <a:pt x="3744" y="3555"/>
                </a:moveTo>
                <a:cubicBezTo>
                  <a:pt x="3907" y="3555"/>
                  <a:pt x="4040" y="3674"/>
                  <a:pt x="4096" y="3844"/>
                </a:cubicBezTo>
                <a:cubicBezTo>
                  <a:pt x="4128" y="4033"/>
                  <a:pt x="3970" y="4190"/>
                  <a:pt x="3813" y="4253"/>
                </a:cubicBezTo>
                <a:cubicBezTo>
                  <a:pt x="2931" y="4379"/>
                  <a:pt x="2427" y="5451"/>
                  <a:pt x="2899" y="6333"/>
                </a:cubicBezTo>
                <a:cubicBezTo>
                  <a:pt x="2994" y="6490"/>
                  <a:pt x="2931" y="6711"/>
                  <a:pt x="2773" y="6805"/>
                </a:cubicBezTo>
                <a:cubicBezTo>
                  <a:pt x="2723" y="6825"/>
                  <a:pt x="2667" y="6836"/>
                  <a:pt x="2611" y="6836"/>
                </a:cubicBezTo>
                <a:cubicBezTo>
                  <a:pt x="2489" y="6836"/>
                  <a:pt x="2365" y="6787"/>
                  <a:pt x="2301" y="6679"/>
                </a:cubicBezTo>
                <a:cubicBezTo>
                  <a:pt x="1608" y="5419"/>
                  <a:pt x="2364" y="3812"/>
                  <a:pt x="3687" y="3560"/>
                </a:cubicBezTo>
                <a:cubicBezTo>
                  <a:pt x="3706" y="3557"/>
                  <a:pt x="3726" y="3555"/>
                  <a:pt x="3744" y="3555"/>
                </a:cubicBezTo>
                <a:close/>
                <a:moveTo>
                  <a:pt x="7940" y="4946"/>
                </a:moveTo>
                <a:cubicBezTo>
                  <a:pt x="8728" y="4946"/>
                  <a:pt x="9326" y="5577"/>
                  <a:pt x="9326" y="6364"/>
                </a:cubicBezTo>
                <a:cubicBezTo>
                  <a:pt x="9326" y="7341"/>
                  <a:pt x="8381" y="7939"/>
                  <a:pt x="7121" y="9011"/>
                </a:cubicBezTo>
                <a:cubicBezTo>
                  <a:pt x="7058" y="9074"/>
                  <a:pt x="6979" y="9105"/>
                  <a:pt x="6900" y="9105"/>
                </a:cubicBezTo>
                <a:cubicBezTo>
                  <a:pt x="6822" y="9105"/>
                  <a:pt x="6743" y="9074"/>
                  <a:pt x="6680" y="9011"/>
                </a:cubicBezTo>
                <a:cubicBezTo>
                  <a:pt x="5420" y="7971"/>
                  <a:pt x="4474" y="7341"/>
                  <a:pt x="4474" y="6364"/>
                </a:cubicBezTo>
                <a:cubicBezTo>
                  <a:pt x="4474" y="5577"/>
                  <a:pt x="5105" y="4946"/>
                  <a:pt x="5861" y="4946"/>
                </a:cubicBezTo>
                <a:cubicBezTo>
                  <a:pt x="6365" y="4946"/>
                  <a:pt x="6711" y="5230"/>
                  <a:pt x="6932" y="5451"/>
                </a:cubicBezTo>
                <a:cubicBezTo>
                  <a:pt x="7121" y="5198"/>
                  <a:pt x="7467" y="4946"/>
                  <a:pt x="7940" y="4946"/>
                </a:cubicBezTo>
                <a:close/>
                <a:moveTo>
                  <a:pt x="7404" y="0"/>
                </a:moveTo>
                <a:cubicBezTo>
                  <a:pt x="6459" y="0"/>
                  <a:pt x="5703" y="788"/>
                  <a:pt x="5703" y="1733"/>
                </a:cubicBezTo>
                <a:lnTo>
                  <a:pt x="5703" y="2899"/>
                </a:lnTo>
                <a:cubicBezTo>
                  <a:pt x="5136" y="2395"/>
                  <a:pt x="4443" y="2111"/>
                  <a:pt x="3687" y="2111"/>
                </a:cubicBezTo>
                <a:cubicBezTo>
                  <a:pt x="1450" y="2111"/>
                  <a:pt x="1" y="4505"/>
                  <a:pt x="977" y="6616"/>
                </a:cubicBezTo>
                <a:lnTo>
                  <a:pt x="2899" y="10649"/>
                </a:lnTo>
                <a:cubicBezTo>
                  <a:pt x="3246" y="11373"/>
                  <a:pt x="3939" y="11846"/>
                  <a:pt x="4727" y="11846"/>
                </a:cubicBezTo>
                <a:cubicBezTo>
                  <a:pt x="5231" y="11846"/>
                  <a:pt x="5703" y="11657"/>
                  <a:pt x="6050" y="11342"/>
                </a:cubicBezTo>
                <a:cubicBezTo>
                  <a:pt x="6396" y="11688"/>
                  <a:pt x="6869" y="11846"/>
                  <a:pt x="7404" y="11846"/>
                </a:cubicBezTo>
                <a:cubicBezTo>
                  <a:pt x="8192" y="11846"/>
                  <a:pt x="8885" y="11405"/>
                  <a:pt x="9200" y="10649"/>
                </a:cubicBezTo>
                <a:lnTo>
                  <a:pt x="11122" y="6616"/>
                </a:lnTo>
                <a:cubicBezTo>
                  <a:pt x="12130" y="4505"/>
                  <a:pt x="10618" y="2111"/>
                  <a:pt x="8413" y="2111"/>
                </a:cubicBezTo>
                <a:cubicBezTo>
                  <a:pt x="7656" y="2111"/>
                  <a:pt x="6963" y="2395"/>
                  <a:pt x="6396" y="2899"/>
                </a:cubicBezTo>
                <a:lnTo>
                  <a:pt x="6396" y="1733"/>
                </a:lnTo>
                <a:cubicBezTo>
                  <a:pt x="6396" y="1166"/>
                  <a:pt x="6837" y="693"/>
                  <a:pt x="7404" y="693"/>
                </a:cubicBezTo>
                <a:cubicBezTo>
                  <a:pt x="7593" y="693"/>
                  <a:pt x="7751" y="536"/>
                  <a:pt x="7751" y="347"/>
                </a:cubicBezTo>
                <a:cubicBezTo>
                  <a:pt x="7751" y="158"/>
                  <a:pt x="7593" y="0"/>
                  <a:pt x="74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81" name="Google Shape;5451;p57">
            <a:extLst>
              <a:ext uri="{FF2B5EF4-FFF2-40B4-BE49-F238E27FC236}">
                <a16:creationId xmlns:a16="http://schemas.microsoft.com/office/drawing/2014/main" id="{05C3A9E7-3BF2-CEFA-6C7B-D9714CE8B996}"/>
              </a:ext>
            </a:extLst>
          </p:cNvPr>
          <p:cNvSpPr/>
          <p:nvPr/>
        </p:nvSpPr>
        <p:spPr>
          <a:xfrm>
            <a:off x="10159396" y="1886201"/>
            <a:ext cx="89394" cy="116453"/>
          </a:xfrm>
          <a:custGeom>
            <a:avLst/>
            <a:gdLst/>
            <a:ahLst/>
            <a:cxnLst/>
            <a:rect l="l" t="t" r="r" b="b"/>
            <a:pathLst>
              <a:path w="2111" h="2750" extrusionOk="0">
                <a:moveTo>
                  <a:pt x="1067" y="0"/>
                </a:moveTo>
                <a:cubicBezTo>
                  <a:pt x="953" y="0"/>
                  <a:pt x="835" y="55"/>
                  <a:pt x="756" y="166"/>
                </a:cubicBezTo>
                <a:cubicBezTo>
                  <a:pt x="536" y="481"/>
                  <a:pt x="0" y="1300"/>
                  <a:pt x="0" y="1741"/>
                </a:cubicBezTo>
                <a:cubicBezTo>
                  <a:pt x="0" y="2308"/>
                  <a:pt x="473" y="2749"/>
                  <a:pt x="1040" y="2749"/>
                </a:cubicBezTo>
                <a:cubicBezTo>
                  <a:pt x="1638" y="2749"/>
                  <a:pt x="2048" y="2276"/>
                  <a:pt x="2048" y="1741"/>
                </a:cubicBezTo>
                <a:cubicBezTo>
                  <a:pt x="2111" y="1300"/>
                  <a:pt x="1575" y="481"/>
                  <a:pt x="1355" y="166"/>
                </a:cubicBezTo>
                <a:cubicBezTo>
                  <a:pt x="1292" y="55"/>
                  <a:pt x="1182" y="0"/>
                  <a:pt x="106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82" name="Google Shape;5452;p57">
            <a:extLst>
              <a:ext uri="{FF2B5EF4-FFF2-40B4-BE49-F238E27FC236}">
                <a16:creationId xmlns:a16="http://schemas.microsoft.com/office/drawing/2014/main" id="{3C1FA791-5133-95CC-123A-F1CF327FBAD0}"/>
              </a:ext>
            </a:extLst>
          </p:cNvPr>
          <p:cNvSpPr/>
          <p:nvPr/>
        </p:nvSpPr>
        <p:spPr>
          <a:xfrm>
            <a:off x="9748463" y="1710419"/>
            <a:ext cx="496346" cy="322895"/>
          </a:xfrm>
          <a:custGeom>
            <a:avLst/>
            <a:gdLst/>
            <a:ahLst/>
            <a:cxnLst/>
            <a:rect l="l" t="t" r="r" b="b"/>
            <a:pathLst>
              <a:path w="11721" h="7625" extrusionOk="0">
                <a:moveTo>
                  <a:pt x="10775" y="2048"/>
                </a:moveTo>
                <a:cubicBezTo>
                  <a:pt x="10964" y="2048"/>
                  <a:pt x="11122" y="2206"/>
                  <a:pt x="11122" y="2426"/>
                </a:cubicBezTo>
                <a:cubicBezTo>
                  <a:pt x="11122" y="2615"/>
                  <a:pt x="10964" y="2773"/>
                  <a:pt x="10775" y="2773"/>
                </a:cubicBezTo>
                <a:lnTo>
                  <a:pt x="9830" y="2773"/>
                </a:lnTo>
                <a:lnTo>
                  <a:pt x="9988" y="2048"/>
                </a:lnTo>
                <a:close/>
                <a:moveTo>
                  <a:pt x="4474" y="2773"/>
                </a:moveTo>
                <a:cubicBezTo>
                  <a:pt x="4663" y="2773"/>
                  <a:pt x="4821" y="2930"/>
                  <a:pt x="4821" y="3119"/>
                </a:cubicBezTo>
                <a:cubicBezTo>
                  <a:pt x="4821" y="3308"/>
                  <a:pt x="4663" y="3466"/>
                  <a:pt x="4474" y="3466"/>
                </a:cubicBezTo>
                <a:cubicBezTo>
                  <a:pt x="4285" y="3466"/>
                  <a:pt x="4128" y="3308"/>
                  <a:pt x="4128" y="3119"/>
                </a:cubicBezTo>
                <a:cubicBezTo>
                  <a:pt x="4128" y="2930"/>
                  <a:pt x="4285" y="2773"/>
                  <a:pt x="4474" y="2773"/>
                </a:cubicBezTo>
                <a:close/>
                <a:moveTo>
                  <a:pt x="4474" y="4159"/>
                </a:moveTo>
                <a:cubicBezTo>
                  <a:pt x="4663" y="4159"/>
                  <a:pt x="4821" y="4317"/>
                  <a:pt x="4821" y="4506"/>
                </a:cubicBezTo>
                <a:cubicBezTo>
                  <a:pt x="4821" y="4695"/>
                  <a:pt x="4663" y="4852"/>
                  <a:pt x="4474" y="4852"/>
                </a:cubicBezTo>
                <a:cubicBezTo>
                  <a:pt x="4285" y="4852"/>
                  <a:pt x="4128" y="4695"/>
                  <a:pt x="4128" y="4506"/>
                </a:cubicBezTo>
                <a:cubicBezTo>
                  <a:pt x="4128" y="4317"/>
                  <a:pt x="4285" y="4159"/>
                  <a:pt x="4474" y="4159"/>
                </a:cubicBezTo>
                <a:close/>
                <a:moveTo>
                  <a:pt x="4474" y="5514"/>
                </a:moveTo>
                <a:cubicBezTo>
                  <a:pt x="4663" y="5514"/>
                  <a:pt x="4821" y="5671"/>
                  <a:pt x="4821" y="5892"/>
                </a:cubicBezTo>
                <a:cubicBezTo>
                  <a:pt x="4821" y="6081"/>
                  <a:pt x="4663" y="6238"/>
                  <a:pt x="4474" y="6238"/>
                </a:cubicBezTo>
                <a:cubicBezTo>
                  <a:pt x="4285" y="6238"/>
                  <a:pt x="4128" y="6081"/>
                  <a:pt x="4128" y="5892"/>
                </a:cubicBezTo>
                <a:cubicBezTo>
                  <a:pt x="4128" y="5671"/>
                  <a:pt x="4285" y="5514"/>
                  <a:pt x="4474" y="5514"/>
                </a:cubicBezTo>
                <a:close/>
                <a:moveTo>
                  <a:pt x="3088" y="0"/>
                </a:moveTo>
                <a:cubicBezTo>
                  <a:pt x="1355" y="0"/>
                  <a:pt x="1" y="1418"/>
                  <a:pt x="1" y="3119"/>
                </a:cubicBezTo>
                <a:lnTo>
                  <a:pt x="1" y="4506"/>
                </a:lnTo>
                <a:cubicBezTo>
                  <a:pt x="1" y="6238"/>
                  <a:pt x="1418" y="7625"/>
                  <a:pt x="3088" y="7625"/>
                </a:cubicBezTo>
                <a:lnTo>
                  <a:pt x="6554" y="7625"/>
                </a:lnTo>
                <a:cubicBezTo>
                  <a:pt x="7152" y="7625"/>
                  <a:pt x="7593" y="7152"/>
                  <a:pt x="7593" y="6585"/>
                </a:cubicBezTo>
                <a:cubicBezTo>
                  <a:pt x="7593" y="6459"/>
                  <a:pt x="7562" y="6301"/>
                  <a:pt x="7499" y="6207"/>
                </a:cubicBezTo>
                <a:cubicBezTo>
                  <a:pt x="7940" y="6081"/>
                  <a:pt x="8255" y="5671"/>
                  <a:pt x="8255" y="5199"/>
                </a:cubicBezTo>
                <a:cubicBezTo>
                  <a:pt x="8255" y="5104"/>
                  <a:pt x="8223" y="4947"/>
                  <a:pt x="8192" y="4821"/>
                </a:cubicBezTo>
                <a:cubicBezTo>
                  <a:pt x="8633" y="4695"/>
                  <a:pt x="8948" y="4317"/>
                  <a:pt x="8948" y="3844"/>
                </a:cubicBezTo>
                <a:cubicBezTo>
                  <a:pt x="8948" y="3718"/>
                  <a:pt x="8885" y="3592"/>
                  <a:pt x="8854" y="3466"/>
                </a:cubicBezTo>
                <a:lnTo>
                  <a:pt x="10712" y="3466"/>
                </a:lnTo>
                <a:cubicBezTo>
                  <a:pt x="11311" y="3466"/>
                  <a:pt x="11721" y="2993"/>
                  <a:pt x="11721" y="2458"/>
                </a:cubicBezTo>
                <a:cubicBezTo>
                  <a:pt x="11721" y="1891"/>
                  <a:pt x="11342" y="1387"/>
                  <a:pt x="10775" y="1387"/>
                </a:cubicBezTo>
                <a:lnTo>
                  <a:pt x="6554" y="1387"/>
                </a:lnTo>
                <a:cubicBezTo>
                  <a:pt x="6806" y="1103"/>
                  <a:pt x="6932" y="757"/>
                  <a:pt x="6932" y="379"/>
                </a:cubicBezTo>
                <a:cubicBezTo>
                  <a:pt x="6932" y="158"/>
                  <a:pt x="6774" y="0"/>
                  <a:pt x="65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84" name="Google Shape;5454;p57">
            <a:extLst>
              <a:ext uri="{FF2B5EF4-FFF2-40B4-BE49-F238E27FC236}">
                <a16:creationId xmlns:a16="http://schemas.microsoft.com/office/drawing/2014/main" id="{2868D278-4982-EB17-76B3-C607B2FF37B9}"/>
              </a:ext>
            </a:extLst>
          </p:cNvPr>
          <p:cNvSpPr/>
          <p:nvPr/>
        </p:nvSpPr>
        <p:spPr>
          <a:xfrm>
            <a:off x="9932586" y="2360844"/>
            <a:ext cx="130767" cy="65087"/>
          </a:xfrm>
          <a:custGeom>
            <a:avLst/>
            <a:gdLst/>
            <a:ahLst/>
            <a:cxnLst/>
            <a:rect l="l" t="t" r="r" b="b"/>
            <a:pathLst>
              <a:path w="3088" h="1537" extrusionOk="0">
                <a:moveTo>
                  <a:pt x="1532" y="1"/>
                </a:moveTo>
                <a:cubicBezTo>
                  <a:pt x="1001" y="1"/>
                  <a:pt x="473" y="103"/>
                  <a:pt x="0" y="308"/>
                </a:cubicBezTo>
                <a:lnTo>
                  <a:pt x="693" y="1537"/>
                </a:lnTo>
                <a:cubicBezTo>
                  <a:pt x="946" y="1442"/>
                  <a:pt x="1229" y="1379"/>
                  <a:pt x="1544" y="1379"/>
                </a:cubicBezTo>
                <a:cubicBezTo>
                  <a:pt x="1859" y="1379"/>
                  <a:pt x="2143" y="1442"/>
                  <a:pt x="2426" y="1537"/>
                </a:cubicBezTo>
                <a:lnTo>
                  <a:pt x="3088" y="308"/>
                </a:lnTo>
                <a:cubicBezTo>
                  <a:pt x="2600" y="103"/>
                  <a:pt x="2064" y="1"/>
                  <a:pt x="153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85" name="Google Shape;5455;p57">
            <a:extLst>
              <a:ext uri="{FF2B5EF4-FFF2-40B4-BE49-F238E27FC236}">
                <a16:creationId xmlns:a16="http://schemas.microsoft.com/office/drawing/2014/main" id="{5036BEB9-F1F7-EAD8-D223-8993BC62D960}"/>
              </a:ext>
            </a:extLst>
          </p:cNvPr>
          <p:cNvSpPr/>
          <p:nvPr/>
        </p:nvSpPr>
        <p:spPr>
          <a:xfrm>
            <a:off x="9983275" y="2508591"/>
            <a:ext cx="29389" cy="29389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1"/>
                </a:moveTo>
                <a:cubicBezTo>
                  <a:pt x="158" y="1"/>
                  <a:pt x="1" y="127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cubicBezTo>
                  <a:pt x="536" y="694"/>
                  <a:pt x="694" y="536"/>
                  <a:pt x="694" y="347"/>
                </a:cubicBezTo>
                <a:cubicBezTo>
                  <a:pt x="694" y="127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86" name="Google Shape;5456;p57">
            <a:extLst>
              <a:ext uri="{FF2B5EF4-FFF2-40B4-BE49-F238E27FC236}">
                <a16:creationId xmlns:a16="http://schemas.microsoft.com/office/drawing/2014/main" id="{F5E9EAC3-186A-CB76-B9F2-15C1849D7BD4}"/>
              </a:ext>
            </a:extLst>
          </p:cNvPr>
          <p:cNvSpPr/>
          <p:nvPr/>
        </p:nvSpPr>
        <p:spPr>
          <a:xfrm>
            <a:off x="9837856" y="2537939"/>
            <a:ext cx="94773" cy="114802"/>
          </a:xfrm>
          <a:custGeom>
            <a:avLst/>
            <a:gdLst/>
            <a:ahLst/>
            <a:cxnLst/>
            <a:rect l="l" t="t" r="r" b="b"/>
            <a:pathLst>
              <a:path w="2238" h="2711" extrusionOk="0">
                <a:moveTo>
                  <a:pt x="1387" y="1"/>
                </a:moveTo>
                <a:lnTo>
                  <a:pt x="1" y="32"/>
                </a:lnTo>
                <a:cubicBezTo>
                  <a:pt x="127" y="1104"/>
                  <a:pt x="662" y="2080"/>
                  <a:pt x="1544" y="2710"/>
                </a:cubicBezTo>
                <a:lnTo>
                  <a:pt x="2237" y="1545"/>
                </a:lnTo>
                <a:cubicBezTo>
                  <a:pt x="1765" y="1135"/>
                  <a:pt x="1450" y="600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87" name="Google Shape;5457;p57">
            <a:extLst>
              <a:ext uri="{FF2B5EF4-FFF2-40B4-BE49-F238E27FC236}">
                <a16:creationId xmlns:a16="http://schemas.microsoft.com/office/drawing/2014/main" id="{9A310D05-B8E4-0B2A-E89B-1EB24CC68B64}"/>
              </a:ext>
            </a:extLst>
          </p:cNvPr>
          <p:cNvSpPr/>
          <p:nvPr/>
        </p:nvSpPr>
        <p:spPr>
          <a:xfrm>
            <a:off x="10063311" y="2536626"/>
            <a:ext cx="94773" cy="114760"/>
          </a:xfrm>
          <a:custGeom>
            <a:avLst/>
            <a:gdLst/>
            <a:ahLst/>
            <a:cxnLst/>
            <a:rect l="l" t="t" r="r" b="b"/>
            <a:pathLst>
              <a:path w="2238" h="2710" extrusionOk="0">
                <a:moveTo>
                  <a:pt x="851" y="0"/>
                </a:moveTo>
                <a:cubicBezTo>
                  <a:pt x="757" y="631"/>
                  <a:pt x="473" y="1166"/>
                  <a:pt x="1" y="1544"/>
                </a:cubicBezTo>
                <a:lnTo>
                  <a:pt x="694" y="2710"/>
                </a:lnTo>
                <a:cubicBezTo>
                  <a:pt x="1576" y="2080"/>
                  <a:pt x="2112" y="1103"/>
                  <a:pt x="2238" y="32"/>
                </a:cubicBezTo>
                <a:lnTo>
                  <a:pt x="8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88" name="Google Shape;5458;p57">
            <a:extLst>
              <a:ext uri="{FF2B5EF4-FFF2-40B4-BE49-F238E27FC236}">
                <a16:creationId xmlns:a16="http://schemas.microsoft.com/office/drawing/2014/main" id="{386D721F-99F8-D1FD-AA19-5569F9779C5A}"/>
              </a:ext>
            </a:extLst>
          </p:cNvPr>
          <p:cNvSpPr/>
          <p:nvPr/>
        </p:nvSpPr>
        <p:spPr>
          <a:xfrm>
            <a:off x="9748463" y="2271112"/>
            <a:ext cx="500327" cy="500370"/>
          </a:xfrm>
          <a:custGeom>
            <a:avLst/>
            <a:gdLst/>
            <a:ahLst/>
            <a:cxnLst/>
            <a:rect l="l" t="t" r="r" b="b"/>
            <a:pathLst>
              <a:path w="11815" h="11816" extrusionOk="0">
                <a:moveTo>
                  <a:pt x="5876" y="1419"/>
                </a:moveTo>
                <a:cubicBezTo>
                  <a:pt x="6632" y="1419"/>
                  <a:pt x="7389" y="1608"/>
                  <a:pt x="8066" y="1986"/>
                </a:cubicBezTo>
                <a:cubicBezTo>
                  <a:pt x="8223" y="2049"/>
                  <a:pt x="8286" y="2301"/>
                  <a:pt x="8192" y="2458"/>
                </a:cubicBezTo>
                <a:lnTo>
                  <a:pt x="7152" y="4254"/>
                </a:lnTo>
                <a:cubicBezTo>
                  <a:pt x="7110" y="4361"/>
                  <a:pt x="6980" y="4439"/>
                  <a:pt x="6852" y="4439"/>
                </a:cubicBezTo>
                <a:cubicBezTo>
                  <a:pt x="6791" y="4439"/>
                  <a:pt x="6731" y="4421"/>
                  <a:pt x="6680" y="4380"/>
                </a:cubicBezTo>
                <a:cubicBezTo>
                  <a:pt x="6428" y="4238"/>
                  <a:pt x="6136" y="4167"/>
                  <a:pt x="5841" y="4167"/>
                </a:cubicBezTo>
                <a:cubicBezTo>
                  <a:pt x="5546" y="4167"/>
                  <a:pt x="5246" y="4238"/>
                  <a:pt x="4978" y="4380"/>
                </a:cubicBezTo>
                <a:cubicBezTo>
                  <a:pt x="4929" y="4400"/>
                  <a:pt x="4872" y="4411"/>
                  <a:pt x="4816" y="4411"/>
                </a:cubicBezTo>
                <a:cubicBezTo>
                  <a:pt x="4694" y="4411"/>
                  <a:pt x="4570" y="4362"/>
                  <a:pt x="4506" y="4254"/>
                </a:cubicBezTo>
                <a:lnTo>
                  <a:pt x="3498" y="2458"/>
                </a:lnTo>
                <a:cubicBezTo>
                  <a:pt x="3466" y="2301"/>
                  <a:pt x="3529" y="2080"/>
                  <a:pt x="3687" y="1986"/>
                </a:cubicBezTo>
                <a:cubicBezTo>
                  <a:pt x="4364" y="1608"/>
                  <a:pt x="5120" y="1419"/>
                  <a:pt x="5876" y="1419"/>
                </a:cubicBezTo>
                <a:close/>
                <a:moveTo>
                  <a:pt x="5861" y="4916"/>
                </a:moveTo>
                <a:cubicBezTo>
                  <a:pt x="6459" y="4916"/>
                  <a:pt x="6869" y="5388"/>
                  <a:pt x="6869" y="5955"/>
                </a:cubicBezTo>
                <a:cubicBezTo>
                  <a:pt x="6869" y="6554"/>
                  <a:pt x="6396" y="6964"/>
                  <a:pt x="5861" y="6964"/>
                </a:cubicBezTo>
                <a:cubicBezTo>
                  <a:pt x="5294" y="6964"/>
                  <a:pt x="4821" y="6491"/>
                  <a:pt x="4821" y="5955"/>
                </a:cubicBezTo>
                <a:cubicBezTo>
                  <a:pt x="4821" y="5357"/>
                  <a:pt x="5294" y="4916"/>
                  <a:pt x="5861" y="4916"/>
                </a:cubicBezTo>
                <a:close/>
                <a:moveTo>
                  <a:pt x="3813" y="5609"/>
                </a:moveTo>
                <a:cubicBezTo>
                  <a:pt x="4065" y="5640"/>
                  <a:pt x="4159" y="5735"/>
                  <a:pt x="4159" y="5955"/>
                </a:cubicBezTo>
                <a:cubicBezTo>
                  <a:pt x="4159" y="6522"/>
                  <a:pt x="4474" y="7090"/>
                  <a:pt x="5010" y="7405"/>
                </a:cubicBezTo>
                <a:cubicBezTo>
                  <a:pt x="5136" y="7531"/>
                  <a:pt x="5230" y="7720"/>
                  <a:pt x="5104" y="7877"/>
                </a:cubicBezTo>
                <a:lnTo>
                  <a:pt x="4033" y="9641"/>
                </a:lnTo>
                <a:cubicBezTo>
                  <a:pt x="3991" y="9748"/>
                  <a:pt x="3861" y="9826"/>
                  <a:pt x="3733" y="9826"/>
                </a:cubicBezTo>
                <a:cubicBezTo>
                  <a:pt x="3672" y="9826"/>
                  <a:pt x="3612" y="9808"/>
                  <a:pt x="3561" y="9767"/>
                </a:cubicBezTo>
                <a:cubicBezTo>
                  <a:pt x="2238" y="8948"/>
                  <a:pt x="1418" y="7531"/>
                  <a:pt x="1355" y="5987"/>
                </a:cubicBezTo>
                <a:cubicBezTo>
                  <a:pt x="1355" y="5798"/>
                  <a:pt x="1544" y="5640"/>
                  <a:pt x="1733" y="5640"/>
                </a:cubicBezTo>
                <a:lnTo>
                  <a:pt x="3813" y="5609"/>
                </a:lnTo>
                <a:close/>
                <a:moveTo>
                  <a:pt x="8003" y="5640"/>
                </a:moveTo>
                <a:lnTo>
                  <a:pt x="10082" y="5672"/>
                </a:lnTo>
                <a:cubicBezTo>
                  <a:pt x="10271" y="5672"/>
                  <a:pt x="10429" y="5829"/>
                  <a:pt x="10429" y="6018"/>
                </a:cubicBezTo>
                <a:cubicBezTo>
                  <a:pt x="10397" y="7562"/>
                  <a:pt x="9547" y="8980"/>
                  <a:pt x="8223" y="9799"/>
                </a:cubicBezTo>
                <a:cubicBezTo>
                  <a:pt x="8168" y="9844"/>
                  <a:pt x="8100" y="9865"/>
                  <a:pt x="8033" y="9865"/>
                </a:cubicBezTo>
                <a:cubicBezTo>
                  <a:pt x="7911" y="9865"/>
                  <a:pt x="7792" y="9795"/>
                  <a:pt x="7751" y="9673"/>
                </a:cubicBezTo>
                <a:lnTo>
                  <a:pt x="6680" y="7909"/>
                </a:lnTo>
                <a:cubicBezTo>
                  <a:pt x="6554" y="7751"/>
                  <a:pt x="6648" y="7531"/>
                  <a:pt x="6806" y="7436"/>
                </a:cubicBezTo>
                <a:cubicBezTo>
                  <a:pt x="7310" y="7121"/>
                  <a:pt x="7625" y="6585"/>
                  <a:pt x="7625" y="5987"/>
                </a:cubicBezTo>
                <a:cubicBezTo>
                  <a:pt x="7625" y="5829"/>
                  <a:pt x="7751" y="5672"/>
                  <a:pt x="8003" y="5640"/>
                </a:cubicBezTo>
                <a:close/>
                <a:moveTo>
                  <a:pt x="5892" y="1"/>
                </a:moveTo>
                <a:cubicBezTo>
                  <a:pt x="2616" y="1"/>
                  <a:pt x="1" y="2679"/>
                  <a:pt x="1" y="5924"/>
                </a:cubicBezTo>
                <a:cubicBezTo>
                  <a:pt x="1" y="9137"/>
                  <a:pt x="2679" y="11815"/>
                  <a:pt x="5892" y="11815"/>
                </a:cubicBezTo>
                <a:cubicBezTo>
                  <a:pt x="9169" y="11815"/>
                  <a:pt x="11815" y="9137"/>
                  <a:pt x="11815" y="5924"/>
                </a:cubicBezTo>
                <a:cubicBezTo>
                  <a:pt x="11815" y="2679"/>
                  <a:pt x="9137" y="1"/>
                  <a:pt x="589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90" name="Google Shape;5460;p57">
            <a:extLst>
              <a:ext uri="{FF2B5EF4-FFF2-40B4-BE49-F238E27FC236}">
                <a16:creationId xmlns:a16="http://schemas.microsoft.com/office/drawing/2014/main" id="{B62B753B-03D3-7DB8-74BC-FA93C21D0F24}"/>
              </a:ext>
            </a:extLst>
          </p:cNvPr>
          <p:cNvSpPr/>
          <p:nvPr/>
        </p:nvSpPr>
        <p:spPr>
          <a:xfrm>
            <a:off x="10019969" y="2913154"/>
            <a:ext cx="245485" cy="228885"/>
          </a:xfrm>
          <a:custGeom>
            <a:avLst/>
            <a:gdLst/>
            <a:ahLst/>
            <a:cxnLst/>
            <a:rect l="l" t="t" r="r" b="b"/>
            <a:pathLst>
              <a:path w="5797" h="5405" extrusionOk="0">
                <a:moveTo>
                  <a:pt x="2317" y="1"/>
                </a:moveTo>
                <a:cubicBezTo>
                  <a:pt x="1515" y="1"/>
                  <a:pt x="685" y="309"/>
                  <a:pt x="0" y="993"/>
                </a:cubicBezTo>
                <a:lnTo>
                  <a:pt x="1008" y="1970"/>
                </a:lnTo>
                <a:cubicBezTo>
                  <a:pt x="1398" y="1581"/>
                  <a:pt x="1864" y="1407"/>
                  <a:pt x="2313" y="1407"/>
                </a:cubicBezTo>
                <a:cubicBezTo>
                  <a:pt x="2771" y="1407"/>
                  <a:pt x="3210" y="1588"/>
                  <a:pt x="3529" y="1907"/>
                </a:cubicBezTo>
                <a:cubicBezTo>
                  <a:pt x="3623" y="2002"/>
                  <a:pt x="3623" y="2254"/>
                  <a:pt x="3529" y="2380"/>
                </a:cubicBezTo>
                <a:cubicBezTo>
                  <a:pt x="3450" y="2427"/>
                  <a:pt x="3348" y="2450"/>
                  <a:pt x="3249" y="2450"/>
                </a:cubicBezTo>
                <a:cubicBezTo>
                  <a:pt x="3151" y="2450"/>
                  <a:pt x="3056" y="2427"/>
                  <a:pt x="2993" y="2380"/>
                </a:cubicBezTo>
                <a:cubicBezTo>
                  <a:pt x="2804" y="2175"/>
                  <a:pt x="2552" y="2057"/>
                  <a:pt x="2284" y="2057"/>
                </a:cubicBezTo>
                <a:cubicBezTo>
                  <a:pt x="2016" y="2057"/>
                  <a:pt x="1733" y="2175"/>
                  <a:pt x="1481" y="2443"/>
                </a:cubicBezTo>
                <a:lnTo>
                  <a:pt x="4411" y="5404"/>
                </a:lnTo>
                <a:cubicBezTo>
                  <a:pt x="5797" y="4018"/>
                  <a:pt x="5640" y="2065"/>
                  <a:pt x="4505" y="899"/>
                </a:cubicBezTo>
                <a:cubicBezTo>
                  <a:pt x="3931" y="325"/>
                  <a:pt x="3139" y="1"/>
                  <a:pt x="231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91" name="Google Shape;5461;p57">
            <a:extLst>
              <a:ext uri="{FF2B5EF4-FFF2-40B4-BE49-F238E27FC236}">
                <a16:creationId xmlns:a16="http://schemas.microsoft.com/office/drawing/2014/main" id="{BFA54AA8-0661-FA8E-6730-A51C8C56273F}"/>
              </a:ext>
            </a:extLst>
          </p:cNvPr>
          <p:cNvSpPr/>
          <p:nvPr/>
        </p:nvSpPr>
        <p:spPr>
          <a:xfrm>
            <a:off x="9930575" y="3096598"/>
            <a:ext cx="133435" cy="130809"/>
          </a:xfrm>
          <a:custGeom>
            <a:avLst/>
            <a:gdLst/>
            <a:ahLst/>
            <a:cxnLst/>
            <a:rect l="l" t="t" r="r" b="b"/>
            <a:pathLst>
              <a:path w="3151" h="3089" extrusionOk="0">
                <a:moveTo>
                  <a:pt x="1339" y="1"/>
                </a:moveTo>
                <a:cubicBezTo>
                  <a:pt x="1253" y="1"/>
                  <a:pt x="1166" y="32"/>
                  <a:pt x="1103" y="95"/>
                </a:cubicBezTo>
                <a:lnTo>
                  <a:pt x="126" y="1072"/>
                </a:lnTo>
                <a:cubicBezTo>
                  <a:pt x="0" y="1198"/>
                  <a:pt x="0" y="1387"/>
                  <a:pt x="126" y="1545"/>
                </a:cubicBezTo>
                <a:lnTo>
                  <a:pt x="1576" y="2994"/>
                </a:lnTo>
                <a:cubicBezTo>
                  <a:pt x="1639" y="3057"/>
                  <a:pt x="1725" y="3088"/>
                  <a:pt x="1812" y="3088"/>
                </a:cubicBezTo>
                <a:cubicBezTo>
                  <a:pt x="1899" y="3088"/>
                  <a:pt x="1985" y="3057"/>
                  <a:pt x="2048" y="2994"/>
                </a:cubicBezTo>
                <a:lnTo>
                  <a:pt x="3025" y="2017"/>
                </a:lnTo>
                <a:cubicBezTo>
                  <a:pt x="3151" y="1891"/>
                  <a:pt x="3151" y="1671"/>
                  <a:pt x="3025" y="1545"/>
                </a:cubicBezTo>
                <a:lnTo>
                  <a:pt x="1576" y="95"/>
                </a:lnTo>
                <a:cubicBezTo>
                  <a:pt x="1513" y="32"/>
                  <a:pt x="1426" y="1"/>
                  <a:pt x="133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92" name="Google Shape;5462;p57">
            <a:extLst>
              <a:ext uri="{FF2B5EF4-FFF2-40B4-BE49-F238E27FC236}">
                <a16:creationId xmlns:a16="http://schemas.microsoft.com/office/drawing/2014/main" id="{821D3566-6D33-A35A-07CC-031C9A6E77C1}"/>
              </a:ext>
            </a:extLst>
          </p:cNvPr>
          <p:cNvSpPr/>
          <p:nvPr/>
        </p:nvSpPr>
        <p:spPr>
          <a:xfrm>
            <a:off x="9731799" y="3182012"/>
            <a:ext cx="245485" cy="228165"/>
          </a:xfrm>
          <a:custGeom>
            <a:avLst/>
            <a:gdLst/>
            <a:ahLst/>
            <a:cxnLst/>
            <a:rect l="l" t="t" r="r" b="b"/>
            <a:pathLst>
              <a:path w="5797" h="5388" extrusionOk="0">
                <a:moveTo>
                  <a:pt x="1355" y="0"/>
                </a:moveTo>
                <a:cubicBezTo>
                  <a:pt x="0" y="1386"/>
                  <a:pt x="158" y="3340"/>
                  <a:pt x="1292" y="4474"/>
                </a:cubicBezTo>
                <a:cubicBezTo>
                  <a:pt x="1890" y="5072"/>
                  <a:pt x="2710" y="5388"/>
                  <a:pt x="3497" y="5388"/>
                </a:cubicBezTo>
                <a:cubicBezTo>
                  <a:pt x="4348" y="5388"/>
                  <a:pt x="5135" y="5072"/>
                  <a:pt x="5797" y="4411"/>
                </a:cubicBezTo>
                <a:lnTo>
                  <a:pt x="4820" y="3434"/>
                </a:lnTo>
                <a:cubicBezTo>
                  <a:pt x="4431" y="3824"/>
                  <a:pt x="3964" y="3997"/>
                  <a:pt x="3516" y="3997"/>
                </a:cubicBezTo>
                <a:cubicBezTo>
                  <a:pt x="3058" y="3997"/>
                  <a:pt x="2619" y="3816"/>
                  <a:pt x="2300" y="3497"/>
                </a:cubicBezTo>
                <a:cubicBezTo>
                  <a:pt x="2174" y="3371"/>
                  <a:pt x="2174" y="3151"/>
                  <a:pt x="2300" y="3025"/>
                </a:cubicBezTo>
                <a:cubicBezTo>
                  <a:pt x="2347" y="2962"/>
                  <a:pt x="2434" y="2930"/>
                  <a:pt x="2524" y="2930"/>
                </a:cubicBezTo>
                <a:cubicBezTo>
                  <a:pt x="2615" y="2930"/>
                  <a:pt x="2710" y="2962"/>
                  <a:pt x="2773" y="3025"/>
                </a:cubicBezTo>
                <a:cubicBezTo>
                  <a:pt x="2962" y="3229"/>
                  <a:pt x="3214" y="3348"/>
                  <a:pt x="3481" y="3348"/>
                </a:cubicBezTo>
                <a:cubicBezTo>
                  <a:pt x="3749" y="3348"/>
                  <a:pt x="4033" y="3229"/>
                  <a:pt x="4285" y="2962"/>
                </a:cubicBezTo>
                <a:lnTo>
                  <a:pt x="135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93" name="Google Shape;5463;p57">
            <a:extLst>
              <a:ext uri="{FF2B5EF4-FFF2-40B4-BE49-F238E27FC236}">
                <a16:creationId xmlns:a16="http://schemas.microsoft.com/office/drawing/2014/main" id="{9D17614B-D833-4C9E-9A0F-D0165423ED98}"/>
              </a:ext>
            </a:extLst>
          </p:cNvPr>
          <p:cNvSpPr/>
          <p:nvPr/>
        </p:nvSpPr>
        <p:spPr>
          <a:xfrm>
            <a:off x="9735780" y="2910824"/>
            <a:ext cx="527006" cy="500708"/>
          </a:xfrm>
          <a:custGeom>
            <a:avLst/>
            <a:gdLst/>
            <a:ahLst/>
            <a:cxnLst/>
            <a:rect l="l" t="t" r="r" b="b"/>
            <a:pathLst>
              <a:path w="12445" h="11824" extrusionOk="0">
                <a:moveTo>
                  <a:pt x="3419" y="1356"/>
                </a:moveTo>
                <a:cubicBezTo>
                  <a:pt x="3506" y="1356"/>
                  <a:pt x="3592" y="1379"/>
                  <a:pt x="3655" y="1426"/>
                </a:cubicBezTo>
                <a:cubicBezTo>
                  <a:pt x="3781" y="1552"/>
                  <a:pt x="3781" y="1741"/>
                  <a:pt x="3655" y="1899"/>
                </a:cubicBezTo>
                <a:cubicBezTo>
                  <a:pt x="3592" y="1962"/>
                  <a:pt x="3506" y="1994"/>
                  <a:pt x="3419" y="1994"/>
                </a:cubicBezTo>
                <a:cubicBezTo>
                  <a:pt x="3332" y="1994"/>
                  <a:pt x="3246" y="1962"/>
                  <a:pt x="3183" y="1899"/>
                </a:cubicBezTo>
                <a:cubicBezTo>
                  <a:pt x="3057" y="1804"/>
                  <a:pt x="3057" y="1552"/>
                  <a:pt x="3183" y="1426"/>
                </a:cubicBezTo>
                <a:cubicBezTo>
                  <a:pt x="3246" y="1379"/>
                  <a:pt x="3332" y="1356"/>
                  <a:pt x="3419" y="1356"/>
                </a:cubicBezTo>
                <a:close/>
                <a:moveTo>
                  <a:pt x="4364" y="2277"/>
                </a:moveTo>
                <a:cubicBezTo>
                  <a:pt x="4451" y="2277"/>
                  <a:pt x="4537" y="2309"/>
                  <a:pt x="4600" y="2372"/>
                </a:cubicBezTo>
                <a:cubicBezTo>
                  <a:pt x="4726" y="2498"/>
                  <a:pt x="4726" y="2718"/>
                  <a:pt x="4600" y="2844"/>
                </a:cubicBezTo>
                <a:cubicBezTo>
                  <a:pt x="4537" y="2907"/>
                  <a:pt x="4451" y="2939"/>
                  <a:pt x="4364" y="2939"/>
                </a:cubicBezTo>
                <a:cubicBezTo>
                  <a:pt x="4277" y="2939"/>
                  <a:pt x="4191" y="2907"/>
                  <a:pt x="4128" y="2844"/>
                </a:cubicBezTo>
                <a:cubicBezTo>
                  <a:pt x="4002" y="2750"/>
                  <a:pt x="4002" y="2529"/>
                  <a:pt x="4128" y="2372"/>
                </a:cubicBezTo>
                <a:cubicBezTo>
                  <a:pt x="4191" y="2309"/>
                  <a:pt x="4277" y="2277"/>
                  <a:pt x="4364" y="2277"/>
                </a:cubicBezTo>
                <a:close/>
                <a:moveTo>
                  <a:pt x="3179" y="2561"/>
                </a:moveTo>
                <a:cubicBezTo>
                  <a:pt x="3269" y="2561"/>
                  <a:pt x="3356" y="2592"/>
                  <a:pt x="3403" y="2655"/>
                </a:cubicBezTo>
                <a:cubicBezTo>
                  <a:pt x="3529" y="2781"/>
                  <a:pt x="3529" y="2970"/>
                  <a:pt x="3403" y="3128"/>
                </a:cubicBezTo>
                <a:cubicBezTo>
                  <a:pt x="3356" y="3191"/>
                  <a:pt x="3269" y="3222"/>
                  <a:pt x="3179" y="3222"/>
                </a:cubicBezTo>
                <a:cubicBezTo>
                  <a:pt x="3088" y="3222"/>
                  <a:pt x="2994" y="3191"/>
                  <a:pt x="2931" y="3128"/>
                </a:cubicBezTo>
                <a:cubicBezTo>
                  <a:pt x="2836" y="3002"/>
                  <a:pt x="2836" y="2781"/>
                  <a:pt x="2931" y="2655"/>
                </a:cubicBezTo>
                <a:cubicBezTo>
                  <a:pt x="2994" y="2592"/>
                  <a:pt x="3088" y="2561"/>
                  <a:pt x="3179" y="2561"/>
                </a:cubicBezTo>
                <a:close/>
                <a:moveTo>
                  <a:pt x="1970" y="2813"/>
                </a:moveTo>
                <a:cubicBezTo>
                  <a:pt x="2056" y="2813"/>
                  <a:pt x="2143" y="2844"/>
                  <a:pt x="2206" y="2907"/>
                </a:cubicBezTo>
                <a:cubicBezTo>
                  <a:pt x="2300" y="3002"/>
                  <a:pt x="2300" y="3254"/>
                  <a:pt x="2206" y="3380"/>
                </a:cubicBezTo>
                <a:cubicBezTo>
                  <a:pt x="2143" y="3427"/>
                  <a:pt x="2048" y="3451"/>
                  <a:pt x="1958" y="3451"/>
                </a:cubicBezTo>
                <a:cubicBezTo>
                  <a:pt x="1867" y="3451"/>
                  <a:pt x="1781" y="3427"/>
                  <a:pt x="1733" y="3380"/>
                </a:cubicBezTo>
                <a:cubicBezTo>
                  <a:pt x="1607" y="3254"/>
                  <a:pt x="1607" y="3002"/>
                  <a:pt x="1733" y="2907"/>
                </a:cubicBezTo>
                <a:cubicBezTo>
                  <a:pt x="1796" y="2844"/>
                  <a:pt x="1883" y="2813"/>
                  <a:pt x="1970" y="2813"/>
                </a:cubicBezTo>
                <a:close/>
                <a:moveTo>
                  <a:pt x="2946" y="3789"/>
                </a:moveTo>
                <a:cubicBezTo>
                  <a:pt x="3033" y="3789"/>
                  <a:pt x="3120" y="3821"/>
                  <a:pt x="3183" y="3884"/>
                </a:cubicBezTo>
                <a:cubicBezTo>
                  <a:pt x="3309" y="4010"/>
                  <a:pt x="3309" y="4199"/>
                  <a:pt x="3183" y="4356"/>
                </a:cubicBezTo>
                <a:cubicBezTo>
                  <a:pt x="3120" y="4419"/>
                  <a:pt x="3033" y="4451"/>
                  <a:pt x="2946" y="4451"/>
                </a:cubicBezTo>
                <a:cubicBezTo>
                  <a:pt x="2860" y="4451"/>
                  <a:pt x="2773" y="4419"/>
                  <a:pt x="2710" y="4356"/>
                </a:cubicBezTo>
                <a:cubicBezTo>
                  <a:pt x="2584" y="4230"/>
                  <a:pt x="2584" y="4010"/>
                  <a:pt x="2710" y="3884"/>
                </a:cubicBezTo>
                <a:cubicBezTo>
                  <a:pt x="2773" y="3821"/>
                  <a:pt x="2860" y="3789"/>
                  <a:pt x="2946" y="3789"/>
                </a:cubicBezTo>
                <a:close/>
                <a:moveTo>
                  <a:pt x="9480" y="7381"/>
                </a:moveTo>
                <a:cubicBezTo>
                  <a:pt x="9570" y="7381"/>
                  <a:pt x="9657" y="7412"/>
                  <a:pt x="9704" y="7475"/>
                </a:cubicBezTo>
                <a:cubicBezTo>
                  <a:pt x="9830" y="7570"/>
                  <a:pt x="9830" y="7822"/>
                  <a:pt x="9704" y="7948"/>
                </a:cubicBezTo>
                <a:cubicBezTo>
                  <a:pt x="9657" y="7995"/>
                  <a:pt x="9570" y="8019"/>
                  <a:pt x="9480" y="8019"/>
                </a:cubicBezTo>
                <a:cubicBezTo>
                  <a:pt x="9389" y="8019"/>
                  <a:pt x="9295" y="7995"/>
                  <a:pt x="9232" y="7948"/>
                </a:cubicBezTo>
                <a:cubicBezTo>
                  <a:pt x="9074" y="7822"/>
                  <a:pt x="9074" y="7633"/>
                  <a:pt x="9232" y="7475"/>
                </a:cubicBezTo>
                <a:cubicBezTo>
                  <a:pt x="9295" y="7412"/>
                  <a:pt x="9389" y="7381"/>
                  <a:pt x="9480" y="7381"/>
                </a:cubicBezTo>
                <a:close/>
                <a:moveTo>
                  <a:pt x="5955" y="3640"/>
                </a:moveTo>
                <a:cubicBezTo>
                  <a:pt x="6223" y="3640"/>
                  <a:pt x="6491" y="3742"/>
                  <a:pt x="6680" y="3947"/>
                </a:cubicBezTo>
                <a:lnTo>
                  <a:pt x="8129" y="5396"/>
                </a:lnTo>
                <a:cubicBezTo>
                  <a:pt x="8538" y="5806"/>
                  <a:pt x="8538" y="6467"/>
                  <a:pt x="8129" y="6877"/>
                </a:cubicBezTo>
                <a:lnTo>
                  <a:pt x="7152" y="7853"/>
                </a:lnTo>
                <a:cubicBezTo>
                  <a:pt x="6963" y="8058"/>
                  <a:pt x="6695" y="8161"/>
                  <a:pt x="6428" y="8161"/>
                </a:cubicBezTo>
                <a:cubicBezTo>
                  <a:pt x="6160" y="8161"/>
                  <a:pt x="5892" y="8058"/>
                  <a:pt x="5703" y="7853"/>
                </a:cubicBezTo>
                <a:lnTo>
                  <a:pt x="4254" y="6404"/>
                </a:lnTo>
                <a:cubicBezTo>
                  <a:pt x="3844" y="5995"/>
                  <a:pt x="3844" y="5333"/>
                  <a:pt x="4254" y="4955"/>
                </a:cubicBezTo>
                <a:lnTo>
                  <a:pt x="5230" y="3947"/>
                </a:lnTo>
                <a:cubicBezTo>
                  <a:pt x="5419" y="3742"/>
                  <a:pt x="5687" y="3640"/>
                  <a:pt x="5955" y="3640"/>
                </a:cubicBezTo>
                <a:close/>
                <a:moveTo>
                  <a:pt x="10464" y="8357"/>
                </a:moveTo>
                <a:cubicBezTo>
                  <a:pt x="10555" y="8357"/>
                  <a:pt x="10649" y="8389"/>
                  <a:pt x="10712" y="8452"/>
                </a:cubicBezTo>
                <a:cubicBezTo>
                  <a:pt x="10807" y="8578"/>
                  <a:pt x="10807" y="8799"/>
                  <a:pt x="10712" y="8925"/>
                </a:cubicBezTo>
                <a:cubicBezTo>
                  <a:pt x="10649" y="8988"/>
                  <a:pt x="10555" y="9019"/>
                  <a:pt x="10464" y="9019"/>
                </a:cubicBezTo>
                <a:cubicBezTo>
                  <a:pt x="10374" y="9019"/>
                  <a:pt x="10287" y="8988"/>
                  <a:pt x="10240" y="8925"/>
                </a:cubicBezTo>
                <a:cubicBezTo>
                  <a:pt x="10082" y="8799"/>
                  <a:pt x="10082" y="8610"/>
                  <a:pt x="10240" y="8452"/>
                </a:cubicBezTo>
                <a:cubicBezTo>
                  <a:pt x="10287" y="8389"/>
                  <a:pt x="10374" y="8357"/>
                  <a:pt x="10464" y="8357"/>
                </a:cubicBezTo>
                <a:close/>
                <a:moveTo>
                  <a:pt x="9247" y="8602"/>
                </a:moveTo>
                <a:cubicBezTo>
                  <a:pt x="9334" y="8602"/>
                  <a:pt x="9421" y="8625"/>
                  <a:pt x="9484" y="8673"/>
                </a:cubicBezTo>
                <a:cubicBezTo>
                  <a:pt x="9610" y="8799"/>
                  <a:pt x="9610" y="9051"/>
                  <a:pt x="9484" y="9145"/>
                </a:cubicBezTo>
                <a:cubicBezTo>
                  <a:pt x="9421" y="9208"/>
                  <a:pt x="9334" y="9240"/>
                  <a:pt x="9247" y="9240"/>
                </a:cubicBezTo>
                <a:cubicBezTo>
                  <a:pt x="9161" y="9240"/>
                  <a:pt x="9074" y="9208"/>
                  <a:pt x="9011" y="9145"/>
                </a:cubicBezTo>
                <a:cubicBezTo>
                  <a:pt x="8854" y="9051"/>
                  <a:pt x="8854" y="8830"/>
                  <a:pt x="9011" y="8673"/>
                </a:cubicBezTo>
                <a:cubicBezTo>
                  <a:pt x="9074" y="8625"/>
                  <a:pt x="9161" y="8602"/>
                  <a:pt x="9247" y="8602"/>
                </a:cubicBezTo>
                <a:close/>
                <a:moveTo>
                  <a:pt x="8030" y="8862"/>
                </a:moveTo>
                <a:cubicBezTo>
                  <a:pt x="8121" y="8862"/>
                  <a:pt x="8208" y="8893"/>
                  <a:pt x="8255" y="8956"/>
                </a:cubicBezTo>
                <a:cubicBezTo>
                  <a:pt x="8381" y="9082"/>
                  <a:pt x="8381" y="9303"/>
                  <a:pt x="8255" y="9429"/>
                </a:cubicBezTo>
                <a:cubicBezTo>
                  <a:pt x="8192" y="9492"/>
                  <a:pt x="8105" y="9523"/>
                  <a:pt x="8019" y="9523"/>
                </a:cubicBezTo>
                <a:cubicBezTo>
                  <a:pt x="7932" y="9523"/>
                  <a:pt x="7845" y="9492"/>
                  <a:pt x="7782" y="9429"/>
                </a:cubicBezTo>
                <a:cubicBezTo>
                  <a:pt x="7656" y="9303"/>
                  <a:pt x="7656" y="9082"/>
                  <a:pt x="7782" y="8956"/>
                </a:cubicBezTo>
                <a:cubicBezTo>
                  <a:pt x="7845" y="8893"/>
                  <a:pt x="7940" y="8862"/>
                  <a:pt x="8030" y="8862"/>
                </a:cubicBezTo>
                <a:close/>
                <a:moveTo>
                  <a:pt x="8964" y="9862"/>
                </a:moveTo>
                <a:cubicBezTo>
                  <a:pt x="9050" y="9862"/>
                  <a:pt x="9137" y="9885"/>
                  <a:pt x="9200" y="9933"/>
                </a:cubicBezTo>
                <a:cubicBezTo>
                  <a:pt x="9326" y="10059"/>
                  <a:pt x="9326" y="10279"/>
                  <a:pt x="9200" y="10405"/>
                </a:cubicBezTo>
                <a:cubicBezTo>
                  <a:pt x="9137" y="10468"/>
                  <a:pt x="9050" y="10500"/>
                  <a:pt x="8964" y="10500"/>
                </a:cubicBezTo>
                <a:cubicBezTo>
                  <a:pt x="8877" y="10500"/>
                  <a:pt x="8791" y="10468"/>
                  <a:pt x="8727" y="10405"/>
                </a:cubicBezTo>
                <a:cubicBezTo>
                  <a:pt x="8601" y="10311"/>
                  <a:pt x="8601" y="10059"/>
                  <a:pt x="8727" y="9933"/>
                </a:cubicBezTo>
                <a:cubicBezTo>
                  <a:pt x="8791" y="9885"/>
                  <a:pt x="8877" y="9862"/>
                  <a:pt x="8964" y="9862"/>
                </a:cubicBezTo>
                <a:close/>
                <a:moveTo>
                  <a:pt x="3415" y="1"/>
                </a:moveTo>
                <a:cubicBezTo>
                  <a:pt x="2616" y="1"/>
                  <a:pt x="1812" y="308"/>
                  <a:pt x="1198" y="922"/>
                </a:cubicBezTo>
                <a:cubicBezTo>
                  <a:pt x="1" y="2151"/>
                  <a:pt x="1" y="4104"/>
                  <a:pt x="1198" y="5333"/>
                </a:cubicBezTo>
                <a:lnTo>
                  <a:pt x="6806" y="10941"/>
                </a:lnTo>
                <a:cubicBezTo>
                  <a:pt x="7404" y="11508"/>
                  <a:pt x="8223" y="11823"/>
                  <a:pt x="9011" y="11823"/>
                </a:cubicBezTo>
                <a:cubicBezTo>
                  <a:pt x="9799" y="11823"/>
                  <a:pt x="10618" y="11508"/>
                  <a:pt x="11216" y="10941"/>
                </a:cubicBezTo>
                <a:cubicBezTo>
                  <a:pt x="12445" y="9712"/>
                  <a:pt x="12445" y="7727"/>
                  <a:pt x="11216" y="6530"/>
                </a:cubicBezTo>
                <a:lnTo>
                  <a:pt x="5609" y="922"/>
                </a:lnTo>
                <a:cubicBezTo>
                  <a:pt x="5010" y="308"/>
                  <a:pt x="4214" y="1"/>
                  <a:pt x="341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94" name="Google Shape;5464;p57">
            <a:extLst>
              <a:ext uri="{FF2B5EF4-FFF2-40B4-BE49-F238E27FC236}">
                <a16:creationId xmlns:a16="http://schemas.microsoft.com/office/drawing/2014/main" id="{8B89C230-A369-4E8F-38CD-04088487F090}"/>
              </a:ext>
            </a:extLst>
          </p:cNvPr>
          <p:cNvSpPr/>
          <p:nvPr/>
        </p:nvSpPr>
        <p:spPr>
          <a:xfrm>
            <a:off x="7836571" y="3594053"/>
            <a:ext cx="501683" cy="500327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4915" y="662"/>
                </a:moveTo>
                <a:cubicBezTo>
                  <a:pt x="5671" y="662"/>
                  <a:pt x="6301" y="1292"/>
                  <a:pt x="6301" y="2048"/>
                </a:cubicBezTo>
                <a:cubicBezTo>
                  <a:pt x="6301" y="2520"/>
                  <a:pt x="6081" y="2961"/>
                  <a:pt x="5577" y="3245"/>
                </a:cubicBezTo>
                <a:cubicBezTo>
                  <a:pt x="5577" y="2489"/>
                  <a:pt x="5104" y="2079"/>
                  <a:pt x="4568" y="2079"/>
                </a:cubicBezTo>
                <a:lnTo>
                  <a:pt x="1418" y="2079"/>
                </a:lnTo>
                <a:cubicBezTo>
                  <a:pt x="1008" y="2079"/>
                  <a:pt x="693" y="1764"/>
                  <a:pt x="693" y="1386"/>
                </a:cubicBezTo>
                <a:cubicBezTo>
                  <a:pt x="693" y="977"/>
                  <a:pt x="1008" y="662"/>
                  <a:pt x="1418" y="662"/>
                </a:cubicBezTo>
                <a:close/>
                <a:moveTo>
                  <a:pt x="3198" y="4915"/>
                </a:moveTo>
                <a:cubicBezTo>
                  <a:pt x="3285" y="4915"/>
                  <a:pt x="3371" y="4946"/>
                  <a:pt x="3434" y="5009"/>
                </a:cubicBezTo>
                <a:cubicBezTo>
                  <a:pt x="3529" y="5135"/>
                  <a:pt x="3529" y="5324"/>
                  <a:pt x="3434" y="5482"/>
                </a:cubicBezTo>
                <a:cubicBezTo>
                  <a:pt x="3371" y="5545"/>
                  <a:pt x="3277" y="5576"/>
                  <a:pt x="3186" y="5576"/>
                </a:cubicBezTo>
                <a:cubicBezTo>
                  <a:pt x="3096" y="5576"/>
                  <a:pt x="3009" y="5545"/>
                  <a:pt x="2962" y="5482"/>
                </a:cubicBezTo>
                <a:cubicBezTo>
                  <a:pt x="2836" y="5356"/>
                  <a:pt x="2836" y="5135"/>
                  <a:pt x="2962" y="5009"/>
                </a:cubicBezTo>
                <a:cubicBezTo>
                  <a:pt x="3025" y="4946"/>
                  <a:pt x="3111" y="4915"/>
                  <a:pt x="3198" y="4915"/>
                </a:cubicBezTo>
                <a:close/>
                <a:moveTo>
                  <a:pt x="1386" y="0"/>
                </a:moveTo>
                <a:cubicBezTo>
                  <a:pt x="630" y="0"/>
                  <a:pt x="0" y="630"/>
                  <a:pt x="0" y="1386"/>
                </a:cubicBezTo>
                <a:lnTo>
                  <a:pt x="0" y="5230"/>
                </a:lnTo>
                <a:cubicBezTo>
                  <a:pt x="0" y="5797"/>
                  <a:pt x="284" y="6301"/>
                  <a:pt x="693" y="6616"/>
                </a:cubicBezTo>
                <a:lnTo>
                  <a:pt x="693" y="4474"/>
                </a:lnTo>
                <a:cubicBezTo>
                  <a:pt x="693" y="3529"/>
                  <a:pt x="1481" y="2741"/>
                  <a:pt x="2426" y="2741"/>
                </a:cubicBezTo>
                <a:lnTo>
                  <a:pt x="4568" y="2741"/>
                </a:lnTo>
                <a:cubicBezTo>
                  <a:pt x="4758" y="2741"/>
                  <a:pt x="4915" y="2898"/>
                  <a:pt x="4915" y="3119"/>
                </a:cubicBezTo>
                <a:lnTo>
                  <a:pt x="4915" y="3466"/>
                </a:lnTo>
                <a:lnTo>
                  <a:pt x="2426" y="3466"/>
                </a:lnTo>
                <a:cubicBezTo>
                  <a:pt x="1859" y="3466"/>
                  <a:pt x="1418" y="3938"/>
                  <a:pt x="1418" y="4474"/>
                </a:cubicBezTo>
                <a:lnTo>
                  <a:pt x="1418" y="7309"/>
                </a:lnTo>
                <a:cubicBezTo>
                  <a:pt x="1418" y="7908"/>
                  <a:pt x="1922" y="8349"/>
                  <a:pt x="2521" y="8349"/>
                </a:cubicBezTo>
                <a:lnTo>
                  <a:pt x="3592" y="8349"/>
                </a:lnTo>
                <a:cubicBezTo>
                  <a:pt x="3655" y="10271"/>
                  <a:pt x="5293" y="11814"/>
                  <a:pt x="7215" y="11814"/>
                </a:cubicBezTo>
                <a:cubicBezTo>
                  <a:pt x="9263" y="11814"/>
                  <a:pt x="10838" y="9483"/>
                  <a:pt x="10838" y="7467"/>
                </a:cubicBezTo>
                <a:lnTo>
                  <a:pt x="10838" y="6931"/>
                </a:lnTo>
                <a:cubicBezTo>
                  <a:pt x="11405" y="6774"/>
                  <a:pt x="11846" y="6206"/>
                  <a:pt x="11846" y="5576"/>
                </a:cubicBezTo>
                <a:cubicBezTo>
                  <a:pt x="11846" y="4852"/>
                  <a:pt x="11216" y="4222"/>
                  <a:pt x="10460" y="4222"/>
                </a:cubicBezTo>
                <a:cubicBezTo>
                  <a:pt x="9735" y="4222"/>
                  <a:pt x="9105" y="4852"/>
                  <a:pt x="9105" y="5576"/>
                </a:cubicBezTo>
                <a:cubicBezTo>
                  <a:pt x="9105" y="6206"/>
                  <a:pt x="9515" y="6774"/>
                  <a:pt x="10113" y="6931"/>
                </a:cubicBezTo>
                <a:lnTo>
                  <a:pt x="10113" y="7467"/>
                </a:lnTo>
                <a:cubicBezTo>
                  <a:pt x="10113" y="9136"/>
                  <a:pt x="8727" y="11090"/>
                  <a:pt x="7152" y="11090"/>
                </a:cubicBezTo>
                <a:cubicBezTo>
                  <a:pt x="5577" y="11090"/>
                  <a:pt x="4316" y="9893"/>
                  <a:pt x="4253" y="8349"/>
                </a:cubicBezTo>
                <a:lnTo>
                  <a:pt x="4947" y="8349"/>
                </a:lnTo>
                <a:cubicBezTo>
                  <a:pt x="5143" y="9193"/>
                  <a:pt x="5842" y="9760"/>
                  <a:pt x="6640" y="9760"/>
                </a:cubicBezTo>
                <a:cubicBezTo>
                  <a:pt x="6736" y="9760"/>
                  <a:pt x="6833" y="9752"/>
                  <a:pt x="6931" y="9735"/>
                </a:cubicBezTo>
                <a:cubicBezTo>
                  <a:pt x="7750" y="9609"/>
                  <a:pt x="8381" y="8821"/>
                  <a:pt x="8381" y="7971"/>
                </a:cubicBezTo>
                <a:lnTo>
                  <a:pt x="8381" y="3182"/>
                </a:lnTo>
                <a:cubicBezTo>
                  <a:pt x="8381" y="3024"/>
                  <a:pt x="8412" y="2867"/>
                  <a:pt x="8507" y="2709"/>
                </a:cubicBezTo>
                <a:cubicBezTo>
                  <a:pt x="8727" y="3182"/>
                  <a:pt x="9231" y="3560"/>
                  <a:pt x="9767" y="3560"/>
                </a:cubicBezTo>
                <a:cubicBezTo>
                  <a:pt x="10460" y="3560"/>
                  <a:pt x="11846" y="2993"/>
                  <a:pt x="11846" y="2174"/>
                </a:cubicBezTo>
                <a:cubicBezTo>
                  <a:pt x="11846" y="1292"/>
                  <a:pt x="10460" y="788"/>
                  <a:pt x="9767" y="788"/>
                </a:cubicBezTo>
                <a:cubicBezTo>
                  <a:pt x="9137" y="788"/>
                  <a:pt x="8570" y="1229"/>
                  <a:pt x="8412" y="1827"/>
                </a:cubicBezTo>
                <a:cubicBezTo>
                  <a:pt x="7940" y="2142"/>
                  <a:pt x="7687" y="2646"/>
                  <a:pt x="7687" y="3245"/>
                </a:cubicBezTo>
                <a:lnTo>
                  <a:pt x="7687" y="8002"/>
                </a:lnTo>
                <a:cubicBezTo>
                  <a:pt x="7687" y="8538"/>
                  <a:pt x="7309" y="9010"/>
                  <a:pt x="6805" y="9105"/>
                </a:cubicBezTo>
                <a:cubicBezTo>
                  <a:pt x="6755" y="9111"/>
                  <a:pt x="6705" y="9114"/>
                  <a:pt x="6654" y="9114"/>
                </a:cubicBezTo>
                <a:cubicBezTo>
                  <a:pt x="6204" y="9114"/>
                  <a:pt x="5781" y="8859"/>
                  <a:pt x="5640" y="8349"/>
                </a:cubicBezTo>
                <a:cubicBezTo>
                  <a:pt x="6364" y="8160"/>
                  <a:pt x="6963" y="7498"/>
                  <a:pt x="6963" y="6648"/>
                </a:cubicBezTo>
                <a:lnTo>
                  <a:pt x="6963" y="2079"/>
                </a:lnTo>
                <a:cubicBezTo>
                  <a:pt x="6963" y="945"/>
                  <a:pt x="6018" y="0"/>
                  <a:pt x="488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96" name="Google Shape;5466;p57">
            <a:extLst>
              <a:ext uri="{FF2B5EF4-FFF2-40B4-BE49-F238E27FC236}">
                <a16:creationId xmlns:a16="http://schemas.microsoft.com/office/drawing/2014/main" id="{BA91AE9F-46A8-E131-3D49-AF6D636C575A}"/>
              </a:ext>
            </a:extLst>
          </p:cNvPr>
          <p:cNvSpPr/>
          <p:nvPr/>
        </p:nvSpPr>
        <p:spPr>
          <a:xfrm>
            <a:off x="7881258" y="4365144"/>
            <a:ext cx="176163" cy="190814"/>
          </a:xfrm>
          <a:custGeom>
            <a:avLst/>
            <a:gdLst/>
            <a:ahLst/>
            <a:cxnLst/>
            <a:rect l="l" t="t" r="r" b="b"/>
            <a:pathLst>
              <a:path w="4160" h="4506" extrusionOk="0">
                <a:moveTo>
                  <a:pt x="2080" y="1"/>
                </a:moveTo>
                <a:cubicBezTo>
                  <a:pt x="946" y="1"/>
                  <a:pt x="1" y="946"/>
                  <a:pt x="1" y="2080"/>
                </a:cubicBezTo>
                <a:lnTo>
                  <a:pt x="1" y="4506"/>
                </a:lnTo>
                <a:lnTo>
                  <a:pt x="4160" y="4506"/>
                </a:lnTo>
                <a:lnTo>
                  <a:pt x="4160" y="2080"/>
                </a:lnTo>
                <a:cubicBezTo>
                  <a:pt x="4160" y="946"/>
                  <a:pt x="3214" y="1"/>
                  <a:pt x="208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97" name="Google Shape;5467;p57">
            <a:extLst>
              <a:ext uri="{FF2B5EF4-FFF2-40B4-BE49-F238E27FC236}">
                <a16:creationId xmlns:a16="http://schemas.microsoft.com/office/drawing/2014/main" id="{3B322D3B-537D-AB45-AD94-69EBF7A5C086}"/>
              </a:ext>
            </a:extLst>
          </p:cNvPr>
          <p:cNvSpPr/>
          <p:nvPr/>
        </p:nvSpPr>
        <p:spPr>
          <a:xfrm>
            <a:off x="8116070" y="4494558"/>
            <a:ext cx="176163" cy="192170"/>
          </a:xfrm>
          <a:custGeom>
            <a:avLst/>
            <a:gdLst/>
            <a:ahLst/>
            <a:cxnLst/>
            <a:rect l="l" t="t" r="r" b="b"/>
            <a:pathLst>
              <a:path w="4160" h="4538" extrusionOk="0">
                <a:moveTo>
                  <a:pt x="1" y="1"/>
                </a:moveTo>
                <a:lnTo>
                  <a:pt x="1" y="2458"/>
                </a:lnTo>
                <a:cubicBezTo>
                  <a:pt x="1" y="3592"/>
                  <a:pt x="946" y="4537"/>
                  <a:pt x="2080" y="4537"/>
                </a:cubicBezTo>
                <a:cubicBezTo>
                  <a:pt x="3246" y="4537"/>
                  <a:pt x="4160" y="3592"/>
                  <a:pt x="4160" y="2458"/>
                </a:cubicBezTo>
                <a:lnTo>
                  <a:pt x="416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98" name="Google Shape;5468;p57">
            <a:extLst>
              <a:ext uri="{FF2B5EF4-FFF2-40B4-BE49-F238E27FC236}">
                <a16:creationId xmlns:a16="http://schemas.microsoft.com/office/drawing/2014/main" id="{2673800B-CD0C-F083-67C8-36198BD40584}"/>
              </a:ext>
            </a:extLst>
          </p:cNvPr>
          <p:cNvSpPr/>
          <p:nvPr/>
        </p:nvSpPr>
        <p:spPr>
          <a:xfrm>
            <a:off x="7881258" y="4585263"/>
            <a:ext cx="176163" cy="190857"/>
          </a:xfrm>
          <a:custGeom>
            <a:avLst/>
            <a:gdLst/>
            <a:ahLst/>
            <a:cxnLst/>
            <a:rect l="l" t="t" r="r" b="b"/>
            <a:pathLst>
              <a:path w="4160" h="4507" extrusionOk="0">
                <a:moveTo>
                  <a:pt x="1734" y="694"/>
                </a:moveTo>
                <a:cubicBezTo>
                  <a:pt x="1923" y="694"/>
                  <a:pt x="2080" y="852"/>
                  <a:pt x="2080" y="1041"/>
                </a:cubicBezTo>
                <a:lnTo>
                  <a:pt x="2080" y="2427"/>
                </a:lnTo>
                <a:cubicBezTo>
                  <a:pt x="2269" y="2427"/>
                  <a:pt x="2427" y="2584"/>
                  <a:pt x="2427" y="2773"/>
                </a:cubicBezTo>
                <a:cubicBezTo>
                  <a:pt x="2427" y="2962"/>
                  <a:pt x="2269" y="3120"/>
                  <a:pt x="2080" y="3120"/>
                </a:cubicBezTo>
                <a:cubicBezTo>
                  <a:pt x="1702" y="3120"/>
                  <a:pt x="1356" y="2805"/>
                  <a:pt x="1356" y="2427"/>
                </a:cubicBezTo>
                <a:lnTo>
                  <a:pt x="1356" y="1041"/>
                </a:lnTo>
                <a:cubicBezTo>
                  <a:pt x="1356" y="852"/>
                  <a:pt x="1513" y="694"/>
                  <a:pt x="1734" y="694"/>
                </a:cubicBezTo>
                <a:close/>
                <a:moveTo>
                  <a:pt x="1" y="1"/>
                </a:moveTo>
                <a:lnTo>
                  <a:pt x="1" y="2427"/>
                </a:lnTo>
                <a:cubicBezTo>
                  <a:pt x="1" y="3561"/>
                  <a:pt x="946" y="4506"/>
                  <a:pt x="2080" y="4506"/>
                </a:cubicBezTo>
                <a:cubicBezTo>
                  <a:pt x="3214" y="4506"/>
                  <a:pt x="4160" y="3561"/>
                  <a:pt x="4160" y="2427"/>
                </a:cubicBezTo>
                <a:lnTo>
                  <a:pt x="416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99" name="Google Shape;5469;p57">
            <a:extLst>
              <a:ext uri="{FF2B5EF4-FFF2-40B4-BE49-F238E27FC236}">
                <a16:creationId xmlns:a16="http://schemas.microsoft.com/office/drawing/2014/main" id="{D102ADDC-088B-49DA-70B7-99FF4E8877E5}"/>
              </a:ext>
            </a:extLst>
          </p:cNvPr>
          <p:cNvSpPr/>
          <p:nvPr/>
        </p:nvSpPr>
        <p:spPr>
          <a:xfrm>
            <a:off x="8116070" y="4274439"/>
            <a:ext cx="176163" cy="192127"/>
          </a:xfrm>
          <a:custGeom>
            <a:avLst/>
            <a:gdLst/>
            <a:ahLst/>
            <a:cxnLst/>
            <a:rect l="l" t="t" r="r" b="b"/>
            <a:pathLst>
              <a:path w="4160" h="4537" extrusionOk="0">
                <a:moveTo>
                  <a:pt x="2049" y="1387"/>
                </a:moveTo>
                <a:cubicBezTo>
                  <a:pt x="2427" y="1387"/>
                  <a:pt x="2742" y="1702"/>
                  <a:pt x="2742" y="2080"/>
                </a:cubicBezTo>
                <a:lnTo>
                  <a:pt x="2742" y="3466"/>
                </a:lnTo>
                <a:cubicBezTo>
                  <a:pt x="2742" y="3655"/>
                  <a:pt x="2584" y="3812"/>
                  <a:pt x="2395" y="3812"/>
                </a:cubicBezTo>
                <a:cubicBezTo>
                  <a:pt x="2206" y="3812"/>
                  <a:pt x="2049" y="3655"/>
                  <a:pt x="2049" y="3466"/>
                </a:cubicBezTo>
                <a:lnTo>
                  <a:pt x="2049" y="2080"/>
                </a:lnTo>
                <a:cubicBezTo>
                  <a:pt x="1860" y="2080"/>
                  <a:pt x="1702" y="1922"/>
                  <a:pt x="1702" y="1733"/>
                </a:cubicBezTo>
                <a:cubicBezTo>
                  <a:pt x="1702" y="1544"/>
                  <a:pt x="1860" y="1387"/>
                  <a:pt x="2049" y="1387"/>
                </a:cubicBezTo>
                <a:close/>
                <a:moveTo>
                  <a:pt x="2080" y="0"/>
                </a:moveTo>
                <a:cubicBezTo>
                  <a:pt x="946" y="0"/>
                  <a:pt x="1" y="945"/>
                  <a:pt x="1" y="2080"/>
                </a:cubicBezTo>
                <a:lnTo>
                  <a:pt x="1" y="4537"/>
                </a:lnTo>
                <a:lnTo>
                  <a:pt x="4160" y="4537"/>
                </a:lnTo>
                <a:lnTo>
                  <a:pt x="4160" y="2080"/>
                </a:lnTo>
                <a:cubicBezTo>
                  <a:pt x="4160" y="945"/>
                  <a:pt x="3214" y="0"/>
                  <a:pt x="2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01" name="Google Shape;5471;p57">
            <a:extLst>
              <a:ext uri="{FF2B5EF4-FFF2-40B4-BE49-F238E27FC236}">
                <a16:creationId xmlns:a16="http://schemas.microsoft.com/office/drawing/2014/main" id="{26F3A2D3-CFB6-A3A7-FFA0-3009DFDA3215}"/>
              </a:ext>
            </a:extLst>
          </p:cNvPr>
          <p:cNvSpPr/>
          <p:nvPr/>
        </p:nvSpPr>
        <p:spPr>
          <a:xfrm>
            <a:off x="8086066" y="4914318"/>
            <a:ext cx="178830" cy="385610"/>
          </a:xfrm>
          <a:custGeom>
            <a:avLst/>
            <a:gdLst/>
            <a:ahLst/>
            <a:cxnLst/>
            <a:rect l="l" t="t" r="r" b="b"/>
            <a:pathLst>
              <a:path w="4223" h="9106" extrusionOk="0">
                <a:moveTo>
                  <a:pt x="2836" y="662"/>
                </a:moveTo>
                <a:lnTo>
                  <a:pt x="2836" y="1387"/>
                </a:lnTo>
                <a:lnTo>
                  <a:pt x="2143" y="1387"/>
                </a:lnTo>
                <a:lnTo>
                  <a:pt x="2143" y="662"/>
                </a:lnTo>
                <a:close/>
                <a:moveTo>
                  <a:pt x="1072" y="4884"/>
                </a:moveTo>
                <a:cubicBezTo>
                  <a:pt x="1261" y="4884"/>
                  <a:pt x="1418" y="5041"/>
                  <a:pt x="1418" y="5230"/>
                </a:cubicBezTo>
                <a:cubicBezTo>
                  <a:pt x="1418" y="5451"/>
                  <a:pt x="1261" y="5608"/>
                  <a:pt x="1072" y="5608"/>
                </a:cubicBezTo>
                <a:cubicBezTo>
                  <a:pt x="851" y="5608"/>
                  <a:pt x="694" y="5451"/>
                  <a:pt x="694" y="5230"/>
                </a:cubicBezTo>
                <a:cubicBezTo>
                  <a:pt x="694" y="5041"/>
                  <a:pt x="851" y="4884"/>
                  <a:pt x="1072" y="4884"/>
                </a:cubicBezTo>
                <a:close/>
                <a:moveTo>
                  <a:pt x="3498" y="6302"/>
                </a:moveTo>
                <a:lnTo>
                  <a:pt x="3498" y="6648"/>
                </a:lnTo>
                <a:cubicBezTo>
                  <a:pt x="3498" y="6869"/>
                  <a:pt x="3340" y="6995"/>
                  <a:pt x="3151" y="6995"/>
                </a:cubicBezTo>
                <a:lnTo>
                  <a:pt x="1765" y="6995"/>
                </a:lnTo>
                <a:cubicBezTo>
                  <a:pt x="1576" y="6995"/>
                  <a:pt x="1418" y="6869"/>
                  <a:pt x="1418" y="6648"/>
                </a:cubicBezTo>
                <a:lnTo>
                  <a:pt x="1418" y="6302"/>
                </a:lnTo>
                <a:close/>
                <a:moveTo>
                  <a:pt x="1072" y="1"/>
                </a:moveTo>
                <a:cubicBezTo>
                  <a:pt x="851" y="1"/>
                  <a:pt x="694" y="158"/>
                  <a:pt x="694" y="347"/>
                </a:cubicBezTo>
                <a:cubicBezTo>
                  <a:pt x="694" y="568"/>
                  <a:pt x="851" y="725"/>
                  <a:pt x="1072" y="725"/>
                </a:cubicBezTo>
                <a:lnTo>
                  <a:pt x="1418" y="725"/>
                </a:lnTo>
                <a:lnTo>
                  <a:pt x="1418" y="1450"/>
                </a:lnTo>
                <a:cubicBezTo>
                  <a:pt x="1009" y="1576"/>
                  <a:pt x="694" y="1985"/>
                  <a:pt x="694" y="2458"/>
                </a:cubicBezTo>
                <a:lnTo>
                  <a:pt x="694" y="4285"/>
                </a:lnTo>
                <a:cubicBezTo>
                  <a:pt x="316" y="4443"/>
                  <a:pt x="1" y="4821"/>
                  <a:pt x="1" y="5293"/>
                </a:cubicBezTo>
                <a:cubicBezTo>
                  <a:pt x="1" y="5703"/>
                  <a:pt x="284" y="6112"/>
                  <a:pt x="694" y="6270"/>
                </a:cubicBezTo>
                <a:lnTo>
                  <a:pt x="694" y="6648"/>
                </a:lnTo>
                <a:cubicBezTo>
                  <a:pt x="694" y="7089"/>
                  <a:pt x="977" y="7499"/>
                  <a:pt x="1418" y="7656"/>
                </a:cubicBezTo>
                <a:lnTo>
                  <a:pt x="1418" y="8759"/>
                </a:lnTo>
                <a:cubicBezTo>
                  <a:pt x="1418" y="8948"/>
                  <a:pt x="1576" y="9105"/>
                  <a:pt x="1765" y="9105"/>
                </a:cubicBezTo>
                <a:lnTo>
                  <a:pt x="3151" y="9105"/>
                </a:lnTo>
                <a:cubicBezTo>
                  <a:pt x="3340" y="9105"/>
                  <a:pt x="3498" y="8948"/>
                  <a:pt x="3498" y="8759"/>
                </a:cubicBezTo>
                <a:lnTo>
                  <a:pt x="3498" y="7656"/>
                </a:lnTo>
                <a:cubicBezTo>
                  <a:pt x="3907" y="7499"/>
                  <a:pt x="4222" y="7121"/>
                  <a:pt x="4222" y="6648"/>
                </a:cubicBezTo>
                <a:lnTo>
                  <a:pt x="4222" y="5955"/>
                </a:lnTo>
                <a:lnTo>
                  <a:pt x="4222" y="2458"/>
                </a:lnTo>
                <a:cubicBezTo>
                  <a:pt x="4222" y="2017"/>
                  <a:pt x="3939" y="1607"/>
                  <a:pt x="3498" y="1450"/>
                </a:cubicBezTo>
                <a:lnTo>
                  <a:pt x="3498" y="725"/>
                </a:lnTo>
                <a:lnTo>
                  <a:pt x="3876" y="725"/>
                </a:lnTo>
                <a:cubicBezTo>
                  <a:pt x="4065" y="725"/>
                  <a:pt x="4222" y="568"/>
                  <a:pt x="4222" y="347"/>
                </a:cubicBezTo>
                <a:cubicBezTo>
                  <a:pt x="4222" y="158"/>
                  <a:pt x="4065" y="1"/>
                  <a:pt x="387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02" name="Google Shape;5472;p57">
            <a:extLst>
              <a:ext uri="{FF2B5EF4-FFF2-40B4-BE49-F238E27FC236}">
                <a16:creationId xmlns:a16="http://schemas.microsoft.com/office/drawing/2014/main" id="{106FD748-8D77-FD98-55A0-29AD8019862F}"/>
              </a:ext>
            </a:extLst>
          </p:cNvPr>
          <p:cNvSpPr/>
          <p:nvPr/>
        </p:nvSpPr>
        <p:spPr>
          <a:xfrm>
            <a:off x="8172793" y="5326565"/>
            <a:ext cx="120096" cy="29389"/>
          </a:xfrm>
          <a:custGeom>
            <a:avLst/>
            <a:gdLst/>
            <a:ahLst/>
            <a:cxnLst/>
            <a:rect l="l" t="t" r="r" b="b"/>
            <a:pathLst>
              <a:path w="2836" h="694" extrusionOk="0">
                <a:moveTo>
                  <a:pt x="0" y="1"/>
                </a:moveTo>
                <a:lnTo>
                  <a:pt x="347" y="694"/>
                </a:lnTo>
                <a:lnTo>
                  <a:pt x="2489" y="694"/>
                </a:lnTo>
                <a:cubicBezTo>
                  <a:pt x="2678" y="694"/>
                  <a:pt x="2836" y="536"/>
                  <a:pt x="2836" y="347"/>
                </a:cubicBezTo>
                <a:cubicBezTo>
                  <a:pt x="2836" y="158"/>
                  <a:pt x="2678" y="1"/>
                  <a:pt x="248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03" name="Google Shape;5473;p57">
            <a:extLst>
              <a:ext uri="{FF2B5EF4-FFF2-40B4-BE49-F238E27FC236}">
                <a16:creationId xmlns:a16="http://schemas.microsoft.com/office/drawing/2014/main" id="{4EA3B908-D042-99D7-FC1A-0DD1064B7780}"/>
              </a:ext>
            </a:extLst>
          </p:cNvPr>
          <p:cNvSpPr/>
          <p:nvPr/>
        </p:nvSpPr>
        <p:spPr>
          <a:xfrm>
            <a:off x="7880601" y="5041063"/>
            <a:ext cx="353595" cy="374939"/>
          </a:xfrm>
          <a:custGeom>
            <a:avLst/>
            <a:gdLst/>
            <a:ahLst/>
            <a:cxnLst/>
            <a:rect l="l" t="t" r="r" b="b"/>
            <a:pathLst>
              <a:path w="8350" h="8854" extrusionOk="0">
                <a:moveTo>
                  <a:pt x="4884" y="1"/>
                </a:moveTo>
                <a:cubicBezTo>
                  <a:pt x="2931" y="473"/>
                  <a:pt x="1419" y="2237"/>
                  <a:pt x="1419" y="4380"/>
                </a:cubicBezTo>
                <a:lnTo>
                  <a:pt x="1419" y="8192"/>
                </a:lnTo>
                <a:lnTo>
                  <a:pt x="410" y="8192"/>
                </a:lnTo>
                <a:cubicBezTo>
                  <a:pt x="389" y="8189"/>
                  <a:pt x="368" y="8188"/>
                  <a:pt x="347" y="8188"/>
                </a:cubicBezTo>
                <a:cubicBezTo>
                  <a:pt x="132" y="8188"/>
                  <a:pt x="1" y="8334"/>
                  <a:pt x="1" y="8507"/>
                </a:cubicBezTo>
                <a:cubicBezTo>
                  <a:pt x="1" y="8696"/>
                  <a:pt x="158" y="8853"/>
                  <a:pt x="347" y="8853"/>
                </a:cubicBezTo>
                <a:lnTo>
                  <a:pt x="8003" y="8853"/>
                </a:lnTo>
                <a:cubicBezTo>
                  <a:pt x="8192" y="8853"/>
                  <a:pt x="8350" y="8696"/>
                  <a:pt x="8350" y="8507"/>
                </a:cubicBezTo>
                <a:cubicBezTo>
                  <a:pt x="8350" y="8318"/>
                  <a:pt x="8192" y="8160"/>
                  <a:pt x="8003" y="8160"/>
                </a:cubicBezTo>
                <a:lnTo>
                  <a:pt x="6806" y="8160"/>
                </a:lnTo>
                <a:lnTo>
                  <a:pt x="6239" y="6963"/>
                </a:lnTo>
                <a:cubicBezTo>
                  <a:pt x="6207" y="6869"/>
                  <a:pt x="6018" y="6774"/>
                  <a:pt x="5924" y="6774"/>
                </a:cubicBezTo>
                <a:lnTo>
                  <a:pt x="4191" y="6774"/>
                </a:lnTo>
                <a:lnTo>
                  <a:pt x="4191" y="3655"/>
                </a:lnTo>
                <a:cubicBezTo>
                  <a:pt x="4191" y="3435"/>
                  <a:pt x="4254" y="3245"/>
                  <a:pt x="4380" y="3088"/>
                </a:cubicBezTo>
                <a:cubicBezTo>
                  <a:pt x="4254" y="2836"/>
                  <a:pt x="4191" y="2552"/>
                  <a:pt x="4191" y="2300"/>
                </a:cubicBezTo>
                <a:cubicBezTo>
                  <a:pt x="4191" y="1733"/>
                  <a:pt x="4443" y="1229"/>
                  <a:pt x="4884" y="914"/>
                </a:cubicBezTo>
                <a:lnTo>
                  <a:pt x="488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05" name="Google Shape;5475;p57">
            <a:extLst>
              <a:ext uri="{FF2B5EF4-FFF2-40B4-BE49-F238E27FC236}">
                <a16:creationId xmlns:a16="http://schemas.microsoft.com/office/drawing/2014/main" id="{AE256ECF-0784-AA03-A8DA-39187D4C9B5D}"/>
              </a:ext>
            </a:extLst>
          </p:cNvPr>
          <p:cNvSpPr/>
          <p:nvPr/>
        </p:nvSpPr>
        <p:spPr>
          <a:xfrm>
            <a:off x="11008713" y="3595768"/>
            <a:ext cx="506976" cy="497025"/>
          </a:xfrm>
          <a:custGeom>
            <a:avLst/>
            <a:gdLst/>
            <a:ahLst/>
            <a:cxnLst/>
            <a:rect l="l" t="t" r="r" b="b"/>
            <a:pathLst>
              <a:path w="11972" h="11737" extrusionOk="0">
                <a:moveTo>
                  <a:pt x="3214" y="5522"/>
                </a:moveTo>
                <a:cubicBezTo>
                  <a:pt x="3403" y="5522"/>
                  <a:pt x="3560" y="5679"/>
                  <a:pt x="3560" y="5868"/>
                </a:cubicBezTo>
                <a:cubicBezTo>
                  <a:pt x="3560" y="6057"/>
                  <a:pt x="3403" y="6215"/>
                  <a:pt x="3214" y="6215"/>
                </a:cubicBezTo>
                <a:cubicBezTo>
                  <a:pt x="3024" y="6215"/>
                  <a:pt x="2867" y="6057"/>
                  <a:pt x="2867" y="5868"/>
                </a:cubicBezTo>
                <a:cubicBezTo>
                  <a:pt x="2867" y="5679"/>
                  <a:pt x="3024" y="5522"/>
                  <a:pt x="3214" y="5522"/>
                </a:cubicBezTo>
                <a:close/>
                <a:moveTo>
                  <a:pt x="5986" y="2749"/>
                </a:moveTo>
                <a:cubicBezTo>
                  <a:pt x="6931" y="2749"/>
                  <a:pt x="7719" y="3537"/>
                  <a:pt x="7719" y="4482"/>
                </a:cubicBezTo>
                <a:cubicBezTo>
                  <a:pt x="7719" y="5427"/>
                  <a:pt x="6963" y="6215"/>
                  <a:pt x="5986" y="6215"/>
                </a:cubicBezTo>
                <a:cubicBezTo>
                  <a:pt x="5041" y="6215"/>
                  <a:pt x="4253" y="5427"/>
                  <a:pt x="4253" y="4482"/>
                </a:cubicBezTo>
                <a:cubicBezTo>
                  <a:pt x="4253" y="3537"/>
                  <a:pt x="5041" y="2749"/>
                  <a:pt x="5986" y="2749"/>
                </a:cubicBezTo>
                <a:close/>
                <a:moveTo>
                  <a:pt x="8790" y="5522"/>
                </a:moveTo>
                <a:cubicBezTo>
                  <a:pt x="8979" y="5522"/>
                  <a:pt x="9136" y="5679"/>
                  <a:pt x="9136" y="5868"/>
                </a:cubicBezTo>
                <a:cubicBezTo>
                  <a:pt x="9136" y="6057"/>
                  <a:pt x="8979" y="6215"/>
                  <a:pt x="8790" y="6215"/>
                </a:cubicBezTo>
                <a:cubicBezTo>
                  <a:pt x="8569" y="6215"/>
                  <a:pt x="8412" y="6057"/>
                  <a:pt x="8412" y="5868"/>
                </a:cubicBezTo>
                <a:cubicBezTo>
                  <a:pt x="8412" y="5679"/>
                  <a:pt x="8569" y="5522"/>
                  <a:pt x="8790" y="5522"/>
                </a:cubicBezTo>
                <a:close/>
                <a:moveTo>
                  <a:pt x="4600" y="7601"/>
                </a:moveTo>
                <a:cubicBezTo>
                  <a:pt x="4789" y="7601"/>
                  <a:pt x="4946" y="7759"/>
                  <a:pt x="4946" y="7948"/>
                </a:cubicBezTo>
                <a:cubicBezTo>
                  <a:pt x="4946" y="8168"/>
                  <a:pt x="4789" y="8326"/>
                  <a:pt x="4600" y="8326"/>
                </a:cubicBezTo>
                <a:cubicBezTo>
                  <a:pt x="4411" y="8326"/>
                  <a:pt x="4253" y="8168"/>
                  <a:pt x="4253" y="7948"/>
                </a:cubicBezTo>
                <a:cubicBezTo>
                  <a:pt x="4253" y="7759"/>
                  <a:pt x="4411" y="7601"/>
                  <a:pt x="4600" y="7601"/>
                </a:cubicBezTo>
                <a:close/>
                <a:moveTo>
                  <a:pt x="6679" y="6939"/>
                </a:moveTo>
                <a:cubicBezTo>
                  <a:pt x="7278" y="6939"/>
                  <a:pt x="7719" y="7412"/>
                  <a:pt x="7719" y="7948"/>
                </a:cubicBezTo>
                <a:cubicBezTo>
                  <a:pt x="7719" y="8515"/>
                  <a:pt x="7246" y="8987"/>
                  <a:pt x="6679" y="8987"/>
                </a:cubicBezTo>
                <a:cubicBezTo>
                  <a:pt x="6080" y="8987"/>
                  <a:pt x="5671" y="8515"/>
                  <a:pt x="5671" y="7948"/>
                </a:cubicBezTo>
                <a:cubicBezTo>
                  <a:pt x="5671" y="7412"/>
                  <a:pt x="6143" y="6939"/>
                  <a:pt x="6679" y="6939"/>
                </a:cubicBezTo>
                <a:close/>
                <a:moveTo>
                  <a:pt x="5309" y="1"/>
                </a:moveTo>
                <a:cubicBezTo>
                  <a:pt x="5222" y="1"/>
                  <a:pt x="5135" y="24"/>
                  <a:pt x="5072" y="71"/>
                </a:cubicBezTo>
                <a:cubicBezTo>
                  <a:pt x="4946" y="197"/>
                  <a:pt x="4946" y="449"/>
                  <a:pt x="5072" y="544"/>
                </a:cubicBezTo>
                <a:cubicBezTo>
                  <a:pt x="5356" y="828"/>
                  <a:pt x="5545" y="1080"/>
                  <a:pt x="5639" y="1363"/>
                </a:cubicBezTo>
                <a:cubicBezTo>
                  <a:pt x="5356" y="1426"/>
                  <a:pt x="5041" y="1458"/>
                  <a:pt x="4757" y="1552"/>
                </a:cubicBezTo>
                <a:cubicBezTo>
                  <a:pt x="4474" y="1017"/>
                  <a:pt x="4096" y="796"/>
                  <a:pt x="3592" y="576"/>
                </a:cubicBezTo>
                <a:cubicBezTo>
                  <a:pt x="3552" y="560"/>
                  <a:pt x="3507" y="552"/>
                  <a:pt x="3460" y="552"/>
                </a:cubicBezTo>
                <a:cubicBezTo>
                  <a:pt x="3320" y="552"/>
                  <a:pt x="3166" y="623"/>
                  <a:pt x="3119" y="765"/>
                </a:cubicBezTo>
                <a:cubicBezTo>
                  <a:pt x="3024" y="922"/>
                  <a:pt x="3119" y="1143"/>
                  <a:pt x="3277" y="1206"/>
                </a:cubicBezTo>
                <a:cubicBezTo>
                  <a:pt x="3623" y="1363"/>
                  <a:pt x="3907" y="1552"/>
                  <a:pt x="4064" y="1804"/>
                </a:cubicBezTo>
                <a:cubicBezTo>
                  <a:pt x="3781" y="1930"/>
                  <a:pt x="3529" y="2088"/>
                  <a:pt x="3308" y="2245"/>
                </a:cubicBezTo>
                <a:cubicBezTo>
                  <a:pt x="2867" y="1836"/>
                  <a:pt x="2394" y="1773"/>
                  <a:pt x="1890" y="1741"/>
                </a:cubicBezTo>
                <a:cubicBezTo>
                  <a:pt x="1701" y="1741"/>
                  <a:pt x="1544" y="1836"/>
                  <a:pt x="1481" y="2056"/>
                </a:cubicBezTo>
                <a:cubicBezTo>
                  <a:pt x="1481" y="2245"/>
                  <a:pt x="1607" y="2403"/>
                  <a:pt x="1796" y="2434"/>
                </a:cubicBezTo>
                <a:cubicBezTo>
                  <a:pt x="2205" y="2466"/>
                  <a:pt x="2489" y="2529"/>
                  <a:pt x="2741" y="2718"/>
                </a:cubicBezTo>
                <a:cubicBezTo>
                  <a:pt x="2552" y="2907"/>
                  <a:pt x="2363" y="3159"/>
                  <a:pt x="2205" y="3379"/>
                </a:cubicBezTo>
                <a:cubicBezTo>
                  <a:pt x="1949" y="3294"/>
                  <a:pt x="1725" y="3260"/>
                  <a:pt x="1508" y="3260"/>
                </a:cubicBezTo>
                <a:cubicBezTo>
                  <a:pt x="1243" y="3260"/>
                  <a:pt x="987" y="3310"/>
                  <a:pt x="693" y="3379"/>
                </a:cubicBezTo>
                <a:cubicBezTo>
                  <a:pt x="504" y="3411"/>
                  <a:pt x="441" y="3631"/>
                  <a:pt x="473" y="3821"/>
                </a:cubicBezTo>
                <a:cubicBezTo>
                  <a:pt x="498" y="3970"/>
                  <a:pt x="621" y="4060"/>
                  <a:pt x="781" y="4060"/>
                </a:cubicBezTo>
                <a:cubicBezTo>
                  <a:pt x="823" y="4060"/>
                  <a:pt x="868" y="4054"/>
                  <a:pt x="914" y="4041"/>
                </a:cubicBezTo>
                <a:cubicBezTo>
                  <a:pt x="1160" y="3979"/>
                  <a:pt x="1366" y="3931"/>
                  <a:pt x="1567" y="3931"/>
                </a:cubicBezTo>
                <a:cubicBezTo>
                  <a:pt x="1674" y="3931"/>
                  <a:pt x="1780" y="3945"/>
                  <a:pt x="1890" y="3978"/>
                </a:cubicBezTo>
                <a:cubicBezTo>
                  <a:pt x="1764" y="4262"/>
                  <a:pt x="1638" y="4514"/>
                  <a:pt x="1607" y="4797"/>
                </a:cubicBezTo>
                <a:cubicBezTo>
                  <a:pt x="1071" y="4797"/>
                  <a:pt x="630" y="4986"/>
                  <a:pt x="189" y="5301"/>
                </a:cubicBezTo>
                <a:cubicBezTo>
                  <a:pt x="32" y="5427"/>
                  <a:pt x="0" y="5616"/>
                  <a:pt x="126" y="5774"/>
                </a:cubicBezTo>
                <a:cubicBezTo>
                  <a:pt x="186" y="5874"/>
                  <a:pt x="296" y="5935"/>
                  <a:pt x="409" y="5935"/>
                </a:cubicBezTo>
                <a:cubicBezTo>
                  <a:pt x="474" y="5935"/>
                  <a:pt x="541" y="5915"/>
                  <a:pt x="599" y="5868"/>
                </a:cubicBezTo>
                <a:cubicBezTo>
                  <a:pt x="914" y="5616"/>
                  <a:pt x="1166" y="5459"/>
                  <a:pt x="1481" y="5459"/>
                </a:cubicBezTo>
                <a:cubicBezTo>
                  <a:pt x="1481" y="5585"/>
                  <a:pt x="1449" y="5742"/>
                  <a:pt x="1449" y="5868"/>
                </a:cubicBezTo>
                <a:cubicBezTo>
                  <a:pt x="1449" y="6026"/>
                  <a:pt x="1449" y="6183"/>
                  <a:pt x="1481" y="6341"/>
                </a:cubicBezTo>
                <a:cubicBezTo>
                  <a:pt x="945" y="6530"/>
                  <a:pt x="662" y="6876"/>
                  <a:pt x="347" y="7318"/>
                </a:cubicBezTo>
                <a:cubicBezTo>
                  <a:pt x="221" y="7475"/>
                  <a:pt x="284" y="7664"/>
                  <a:pt x="441" y="7790"/>
                </a:cubicBezTo>
                <a:cubicBezTo>
                  <a:pt x="507" y="7843"/>
                  <a:pt x="584" y="7868"/>
                  <a:pt x="658" y="7868"/>
                </a:cubicBezTo>
                <a:cubicBezTo>
                  <a:pt x="761" y="7868"/>
                  <a:pt x="859" y="7819"/>
                  <a:pt x="914" y="7727"/>
                </a:cubicBezTo>
                <a:cubicBezTo>
                  <a:pt x="1134" y="7349"/>
                  <a:pt x="1323" y="7129"/>
                  <a:pt x="1607" y="7002"/>
                </a:cubicBezTo>
                <a:cubicBezTo>
                  <a:pt x="1701" y="7286"/>
                  <a:pt x="1764" y="7570"/>
                  <a:pt x="1922" y="7822"/>
                </a:cubicBezTo>
                <a:cubicBezTo>
                  <a:pt x="1481" y="8200"/>
                  <a:pt x="1323" y="8609"/>
                  <a:pt x="1166" y="9145"/>
                </a:cubicBezTo>
                <a:cubicBezTo>
                  <a:pt x="1134" y="9334"/>
                  <a:pt x="1260" y="9523"/>
                  <a:pt x="1418" y="9554"/>
                </a:cubicBezTo>
                <a:cubicBezTo>
                  <a:pt x="1452" y="9566"/>
                  <a:pt x="1486" y="9571"/>
                  <a:pt x="1519" y="9571"/>
                </a:cubicBezTo>
                <a:cubicBezTo>
                  <a:pt x="1671" y="9571"/>
                  <a:pt x="1807" y="9463"/>
                  <a:pt x="1859" y="9334"/>
                </a:cubicBezTo>
                <a:cubicBezTo>
                  <a:pt x="1953" y="8924"/>
                  <a:pt x="2048" y="8672"/>
                  <a:pt x="2268" y="8420"/>
                </a:cubicBezTo>
                <a:cubicBezTo>
                  <a:pt x="2426" y="8672"/>
                  <a:pt x="2646" y="8893"/>
                  <a:pt x="2835" y="9082"/>
                </a:cubicBezTo>
                <a:cubicBezTo>
                  <a:pt x="2520" y="9554"/>
                  <a:pt x="2552" y="10027"/>
                  <a:pt x="2583" y="10594"/>
                </a:cubicBezTo>
                <a:cubicBezTo>
                  <a:pt x="2583" y="10783"/>
                  <a:pt x="2741" y="10909"/>
                  <a:pt x="2961" y="10909"/>
                </a:cubicBezTo>
                <a:lnTo>
                  <a:pt x="2993" y="10909"/>
                </a:lnTo>
                <a:cubicBezTo>
                  <a:pt x="3182" y="10909"/>
                  <a:pt x="3308" y="10720"/>
                  <a:pt x="3308" y="10500"/>
                </a:cubicBezTo>
                <a:cubicBezTo>
                  <a:pt x="3277" y="10090"/>
                  <a:pt x="3277" y="9806"/>
                  <a:pt x="3371" y="9523"/>
                </a:cubicBezTo>
                <a:cubicBezTo>
                  <a:pt x="3623" y="9680"/>
                  <a:pt x="3844" y="9838"/>
                  <a:pt x="4127" y="9964"/>
                </a:cubicBezTo>
                <a:cubicBezTo>
                  <a:pt x="4001" y="10500"/>
                  <a:pt x="4159" y="10941"/>
                  <a:pt x="4411" y="11445"/>
                </a:cubicBezTo>
                <a:cubicBezTo>
                  <a:pt x="4452" y="11589"/>
                  <a:pt x="4561" y="11652"/>
                  <a:pt x="4684" y="11652"/>
                </a:cubicBezTo>
                <a:cubicBezTo>
                  <a:pt x="4749" y="11652"/>
                  <a:pt x="4818" y="11635"/>
                  <a:pt x="4883" y="11602"/>
                </a:cubicBezTo>
                <a:cubicBezTo>
                  <a:pt x="5041" y="11539"/>
                  <a:pt x="5104" y="11350"/>
                  <a:pt x="5041" y="11130"/>
                </a:cubicBezTo>
                <a:cubicBezTo>
                  <a:pt x="4883" y="10783"/>
                  <a:pt x="4757" y="10500"/>
                  <a:pt x="4789" y="10184"/>
                </a:cubicBezTo>
                <a:lnTo>
                  <a:pt x="4789" y="10184"/>
                </a:lnTo>
                <a:cubicBezTo>
                  <a:pt x="5072" y="10279"/>
                  <a:pt x="5356" y="10311"/>
                  <a:pt x="5671" y="10342"/>
                </a:cubicBezTo>
                <a:cubicBezTo>
                  <a:pt x="5734" y="10909"/>
                  <a:pt x="6049" y="11256"/>
                  <a:pt x="6427" y="11665"/>
                </a:cubicBezTo>
                <a:cubicBezTo>
                  <a:pt x="6474" y="11712"/>
                  <a:pt x="6561" y="11736"/>
                  <a:pt x="6651" y="11736"/>
                </a:cubicBezTo>
                <a:cubicBezTo>
                  <a:pt x="6742" y="11736"/>
                  <a:pt x="6837" y="11712"/>
                  <a:pt x="6900" y="11665"/>
                </a:cubicBezTo>
                <a:cubicBezTo>
                  <a:pt x="6994" y="11539"/>
                  <a:pt x="6994" y="11287"/>
                  <a:pt x="6900" y="11193"/>
                </a:cubicBezTo>
                <a:cubicBezTo>
                  <a:pt x="6616" y="10909"/>
                  <a:pt x="6427" y="10657"/>
                  <a:pt x="6333" y="10342"/>
                </a:cubicBezTo>
                <a:cubicBezTo>
                  <a:pt x="6616" y="10311"/>
                  <a:pt x="6931" y="10279"/>
                  <a:pt x="7215" y="10184"/>
                </a:cubicBezTo>
                <a:cubicBezTo>
                  <a:pt x="7467" y="10720"/>
                  <a:pt x="7876" y="10941"/>
                  <a:pt x="8380" y="11130"/>
                </a:cubicBezTo>
                <a:cubicBezTo>
                  <a:pt x="8424" y="11156"/>
                  <a:pt x="8474" y="11167"/>
                  <a:pt x="8526" y="11167"/>
                </a:cubicBezTo>
                <a:cubicBezTo>
                  <a:pt x="8662" y="11167"/>
                  <a:pt x="8807" y="11086"/>
                  <a:pt x="8853" y="10972"/>
                </a:cubicBezTo>
                <a:cubicBezTo>
                  <a:pt x="8947" y="10815"/>
                  <a:pt x="8853" y="10594"/>
                  <a:pt x="8695" y="10500"/>
                </a:cubicBezTo>
                <a:cubicBezTo>
                  <a:pt x="8349" y="10374"/>
                  <a:pt x="8065" y="10184"/>
                  <a:pt x="7908" y="9932"/>
                </a:cubicBezTo>
                <a:cubicBezTo>
                  <a:pt x="8191" y="9806"/>
                  <a:pt x="8412" y="9649"/>
                  <a:pt x="8664" y="9491"/>
                </a:cubicBezTo>
                <a:cubicBezTo>
                  <a:pt x="9105" y="9901"/>
                  <a:pt x="9578" y="9964"/>
                  <a:pt x="10082" y="9995"/>
                </a:cubicBezTo>
                <a:lnTo>
                  <a:pt x="10113" y="9995"/>
                </a:lnTo>
                <a:cubicBezTo>
                  <a:pt x="10302" y="9995"/>
                  <a:pt x="10428" y="9869"/>
                  <a:pt x="10460" y="9680"/>
                </a:cubicBezTo>
                <a:cubicBezTo>
                  <a:pt x="10460" y="9491"/>
                  <a:pt x="10365" y="9334"/>
                  <a:pt x="10145" y="9302"/>
                </a:cubicBezTo>
                <a:cubicBezTo>
                  <a:pt x="9767" y="9239"/>
                  <a:pt x="9483" y="9208"/>
                  <a:pt x="9199" y="9019"/>
                </a:cubicBezTo>
                <a:cubicBezTo>
                  <a:pt x="9388" y="8830"/>
                  <a:pt x="9609" y="8578"/>
                  <a:pt x="9767" y="8357"/>
                </a:cubicBezTo>
                <a:cubicBezTo>
                  <a:pt x="9980" y="8437"/>
                  <a:pt x="10181" y="8466"/>
                  <a:pt x="10384" y="8466"/>
                </a:cubicBezTo>
                <a:cubicBezTo>
                  <a:pt x="10660" y="8466"/>
                  <a:pt x="10938" y="8412"/>
                  <a:pt x="11247" y="8357"/>
                </a:cubicBezTo>
                <a:cubicBezTo>
                  <a:pt x="11468" y="8294"/>
                  <a:pt x="11531" y="8105"/>
                  <a:pt x="11499" y="7916"/>
                </a:cubicBezTo>
                <a:cubicBezTo>
                  <a:pt x="11472" y="7751"/>
                  <a:pt x="11300" y="7658"/>
                  <a:pt x="11131" y="7658"/>
                </a:cubicBezTo>
                <a:cubicBezTo>
                  <a:pt x="11107" y="7658"/>
                  <a:pt x="11082" y="7660"/>
                  <a:pt x="11058" y="7664"/>
                </a:cubicBezTo>
                <a:cubicBezTo>
                  <a:pt x="10806" y="7748"/>
                  <a:pt x="10596" y="7804"/>
                  <a:pt x="10391" y="7804"/>
                </a:cubicBezTo>
                <a:cubicBezTo>
                  <a:pt x="10288" y="7804"/>
                  <a:pt x="10187" y="7790"/>
                  <a:pt x="10082" y="7759"/>
                </a:cubicBezTo>
                <a:cubicBezTo>
                  <a:pt x="10208" y="7475"/>
                  <a:pt x="10302" y="7192"/>
                  <a:pt x="10365" y="6939"/>
                </a:cubicBezTo>
                <a:lnTo>
                  <a:pt x="10397" y="6939"/>
                </a:lnTo>
                <a:cubicBezTo>
                  <a:pt x="10932" y="6939"/>
                  <a:pt x="11342" y="6687"/>
                  <a:pt x="11751" y="6372"/>
                </a:cubicBezTo>
                <a:cubicBezTo>
                  <a:pt x="11940" y="6246"/>
                  <a:pt x="11972" y="6057"/>
                  <a:pt x="11846" y="5900"/>
                </a:cubicBezTo>
                <a:cubicBezTo>
                  <a:pt x="11789" y="5843"/>
                  <a:pt x="11687" y="5798"/>
                  <a:pt x="11580" y="5798"/>
                </a:cubicBezTo>
                <a:cubicBezTo>
                  <a:pt x="11509" y="5798"/>
                  <a:pt x="11436" y="5818"/>
                  <a:pt x="11373" y="5868"/>
                </a:cubicBezTo>
                <a:cubicBezTo>
                  <a:pt x="11058" y="6120"/>
                  <a:pt x="10775" y="6278"/>
                  <a:pt x="10460" y="6278"/>
                </a:cubicBezTo>
                <a:cubicBezTo>
                  <a:pt x="10460" y="6152"/>
                  <a:pt x="10491" y="5994"/>
                  <a:pt x="10491" y="5868"/>
                </a:cubicBezTo>
                <a:cubicBezTo>
                  <a:pt x="10491" y="5711"/>
                  <a:pt x="10491" y="5553"/>
                  <a:pt x="10460" y="5396"/>
                </a:cubicBezTo>
                <a:cubicBezTo>
                  <a:pt x="11027" y="5207"/>
                  <a:pt x="11279" y="4860"/>
                  <a:pt x="11594" y="4419"/>
                </a:cubicBezTo>
                <a:cubicBezTo>
                  <a:pt x="11720" y="4262"/>
                  <a:pt x="11688" y="4073"/>
                  <a:pt x="11531" y="3947"/>
                </a:cubicBezTo>
                <a:cubicBezTo>
                  <a:pt x="11465" y="3894"/>
                  <a:pt x="11394" y="3869"/>
                  <a:pt x="11324" y="3869"/>
                </a:cubicBezTo>
                <a:cubicBezTo>
                  <a:pt x="11226" y="3869"/>
                  <a:pt x="11132" y="3918"/>
                  <a:pt x="11058" y="4010"/>
                </a:cubicBezTo>
                <a:cubicBezTo>
                  <a:pt x="10838" y="4388"/>
                  <a:pt x="10617" y="4608"/>
                  <a:pt x="10365" y="4734"/>
                </a:cubicBezTo>
                <a:cubicBezTo>
                  <a:pt x="10271" y="4451"/>
                  <a:pt x="10176" y="4167"/>
                  <a:pt x="10019" y="3915"/>
                </a:cubicBezTo>
                <a:cubicBezTo>
                  <a:pt x="10460" y="3537"/>
                  <a:pt x="10617" y="3127"/>
                  <a:pt x="10775" y="2592"/>
                </a:cubicBezTo>
                <a:cubicBezTo>
                  <a:pt x="10806" y="2403"/>
                  <a:pt x="10712" y="2214"/>
                  <a:pt x="10554" y="2182"/>
                </a:cubicBezTo>
                <a:cubicBezTo>
                  <a:pt x="10520" y="2171"/>
                  <a:pt x="10485" y="2166"/>
                  <a:pt x="10450" y="2166"/>
                </a:cubicBezTo>
                <a:cubicBezTo>
                  <a:pt x="10292" y="2166"/>
                  <a:pt x="10139" y="2274"/>
                  <a:pt x="10113" y="2403"/>
                </a:cubicBezTo>
                <a:cubicBezTo>
                  <a:pt x="9987" y="2812"/>
                  <a:pt x="9924" y="3064"/>
                  <a:pt x="9672" y="3316"/>
                </a:cubicBezTo>
                <a:cubicBezTo>
                  <a:pt x="9515" y="3064"/>
                  <a:pt x="9325" y="2844"/>
                  <a:pt x="9136" y="2655"/>
                </a:cubicBezTo>
                <a:cubicBezTo>
                  <a:pt x="9451" y="2182"/>
                  <a:pt x="9388" y="1710"/>
                  <a:pt x="9357" y="1143"/>
                </a:cubicBezTo>
                <a:cubicBezTo>
                  <a:pt x="9357" y="954"/>
                  <a:pt x="9168" y="828"/>
                  <a:pt x="8979" y="828"/>
                </a:cubicBezTo>
                <a:cubicBezTo>
                  <a:pt x="8790" y="828"/>
                  <a:pt x="8664" y="1017"/>
                  <a:pt x="8664" y="1237"/>
                </a:cubicBezTo>
                <a:cubicBezTo>
                  <a:pt x="8695" y="1647"/>
                  <a:pt x="8695" y="1930"/>
                  <a:pt x="8569" y="2214"/>
                </a:cubicBezTo>
                <a:cubicBezTo>
                  <a:pt x="8349" y="2056"/>
                  <a:pt x="8097" y="1899"/>
                  <a:pt x="7813" y="1773"/>
                </a:cubicBezTo>
                <a:cubicBezTo>
                  <a:pt x="7939" y="1237"/>
                  <a:pt x="7782" y="796"/>
                  <a:pt x="7561" y="292"/>
                </a:cubicBezTo>
                <a:cubicBezTo>
                  <a:pt x="7493" y="178"/>
                  <a:pt x="7375" y="97"/>
                  <a:pt x="7243" y="97"/>
                </a:cubicBezTo>
                <a:cubicBezTo>
                  <a:pt x="7193" y="97"/>
                  <a:pt x="7141" y="108"/>
                  <a:pt x="7089" y="134"/>
                </a:cubicBezTo>
                <a:cubicBezTo>
                  <a:pt x="6931" y="197"/>
                  <a:pt x="6837" y="386"/>
                  <a:pt x="6931" y="607"/>
                </a:cubicBezTo>
                <a:cubicBezTo>
                  <a:pt x="7089" y="954"/>
                  <a:pt x="7215" y="1237"/>
                  <a:pt x="7152" y="1552"/>
                </a:cubicBezTo>
                <a:cubicBezTo>
                  <a:pt x="6900" y="1458"/>
                  <a:pt x="6616" y="1426"/>
                  <a:pt x="6301" y="1395"/>
                </a:cubicBezTo>
                <a:cubicBezTo>
                  <a:pt x="6206" y="828"/>
                  <a:pt x="5891" y="481"/>
                  <a:pt x="5545" y="71"/>
                </a:cubicBezTo>
                <a:cubicBezTo>
                  <a:pt x="5482" y="24"/>
                  <a:pt x="5395" y="1"/>
                  <a:pt x="53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06" name="Google Shape;5476;p57">
            <a:extLst>
              <a:ext uri="{FF2B5EF4-FFF2-40B4-BE49-F238E27FC236}">
                <a16:creationId xmlns:a16="http://schemas.microsoft.com/office/drawing/2014/main" id="{77C70A6C-D6A7-E500-1CE6-57E5B9DD8C4E}"/>
              </a:ext>
            </a:extLst>
          </p:cNvPr>
          <p:cNvSpPr/>
          <p:nvPr/>
        </p:nvSpPr>
        <p:spPr>
          <a:xfrm>
            <a:off x="11218160" y="3741525"/>
            <a:ext cx="88081" cy="86768"/>
          </a:xfrm>
          <a:custGeom>
            <a:avLst/>
            <a:gdLst/>
            <a:ahLst/>
            <a:cxnLst/>
            <a:rect l="l" t="t" r="r" b="b"/>
            <a:pathLst>
              <a:path w="2080" h="2049" extrusionOk="0">
                <a:moveTo>
                  <a:pt x="1040" y="0"/>
                </a:moveTo>
                <a:cubicBezTo>
                  <a:pt x="441" y="0"/>
                  <a:pt x="0" y="473"/>
                  <a:pt x="0" y="1009"/>
                </a:cubicBezTo>
                <a:cubicBezTo>
                  <a:pt x="0" y="1607"/>
                  <a:pt x="473" y="2048"/>
                  <a:pt x="1040" y="2048"/>
                </a:cubicBezTo>
                <a:cubicBezTo>
                  <a:pt x="1607" y="2048"/>
                  <a:pt x="2048" y="1576"/>
                  <a:pt x="2048" y="1009"/>
                </a:cubicBezTo>
                <a:cubicBezTo>
                  <a:pt x="2080" y="473"/>
                  <a:pt x="1607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07" name="Google Shape;5477;p57">
            <a:extLst>
              <a:ext uri="{FF2B5EF4-FFF2-40B4-BE49-F238E27FC236}">
                <a16:creationId xmlns:a16="http://schemas.microsoft.com/office/drawing/2014/main" id="{31FF3F76-34C0-5818-1FAB-E529325DE284}"/>
              </a:ext>
            </a:extLst>
          </p:cNvPr>
          <p:cNvSpPr/>
          <p:nvPr/>
        </p:nvSpPr>
        <p:spPr>
          <a:xfrm>
            <a:off x="11276852" y="3917646"/>
            <a:ext cx="29389" cy="30702"/>
          </a:xfrm>
          <a:custGeom>
            <a:avLst/>
            <a:gdLst/>
            <a:ahLst/>
            <a:cxnLst/>
            <a:rect l="l" t="t" r="r" b="b"/>
            <a:pathLst>
              <a:path w="694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67"/>
                  <a:pt x="158" y="725"/>
                  <a:pt x="347" y="725"/>
                </a:cubicBezTo>
                <a:cubicBezTo>
                  <a:pt x="536" y="725"/>
                  <a:pt x="694" y="567"/>
                  <a:pt x="694" y="347"/>
                </a:cubicBez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09" name="Google Shape;5479;p57">
            <a:extLst>
              <a:ext uri="{FF2B5EF4-FFF2-40B4-BE49-F238E27FC236}">
                <a16:creationId xmlns:a16="http://schemas.microsoft.com/office/drawing/2014/main" id="{A444FCB5-C4BF-7D7F-AEB4-22687887CE3F}"/>
              </a:ext>
            </a:extLst>
          </p:cNvPr>
          <p:cNvSpPr/>
          <p:nvPr/>
        </p:nvSpPr>
        <p:spPr>
          <a:xfrm>
            <a:off x="7247933" y="1650392"/>
            <a:ext cx="44083" cy="118783"/>
          </a:xfrm>
          <a:custGeom>
            <a:avLst/>
            <a:gdLst/>
            <a:ahLst/>
            <a:cxnLst/>
            <a:rect l="l" t="t" r="r" b="b"/>
            <a:pathLst>
              <a:path w="1041" h="2805" extrusionOk="0">
                <a:moveTo>
                  <a:pt x="536" y="0"/>
                </a:moveTo>
                <a:cubicBezTo>
                  <a:pt x="253" y="0"/>
                  <a:pt x="1" y="252"/>
                  <a:pt x="1" y="536"/>
                </a:cubicBezTo>
                <a:lnTo>
                  <a:pt x="1" y="2458"/>
                </a:lnTo>
                <a:cubicBezTo>
                  <a:pt x="410" y="2458"/>
                  <a:pt x="757" y="2584"/>
                  <a:pt x="1040" y="2804"/>
                </a:cubicBezTo>
                <a:lnTo>
                  <a:pt x="1040" y="536"/>
                </a:lnTo>
                <a:cubicBezTo>
                  <a:pt x="1040" y="252"/>
                  <a:pt x="788" y="0"/>
                  <a:pt x="5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0" name="Google Shape;5480;p57">
            <a:extLst>
              <a:ext uri="{FF2B5EF4-FFF2-40B4-BE49-F238E27FC236}">
                <a16:creationId xmlns:a16="http://schemas.microsoft.com/office/drawing/2014/main" id="{1AF844EB-A05C-1AE1-0AB6-6BCBF0BCC518}"/>
              </a:ext>
            </a:extLst>
          </p:cNvPr>
          <p:cNvSpPr/>
          <p:nvPr/>
        </p:nvSpPr>
        <p:spPr>
          <a:xfrm>
            <a:off x="7614826" y="1650393"/>
            <a:ext cx="44083" cy="117428"/>
          </a:xfrm>
          <a:custGeom>
            <a:avLst/>
            <a:gdLst/>
            <a:ahLst/>
            <a:cxnLst/>
            <a:rect l="l" t="t" r="r" b="b"/>
            <a:pathLst>
              <a:path w="1041" h="2773" extrusionOk="0">
                <a:moveTo>
                  <a:pt x="536" y="0"/>
                </a:moveTo>
                <a:cubicBezTo>
                  <a:pt x="253" y="0"/>
                  <a:pt x="1" y="252"/>
                  <a:pt x="1" y="536"/>
                </a:cubicBezTo>
                <a:lnTo>
                  <a:pt x="1" y="2773"/>
                </a:lnTo>
                <a:cubicBezTo>
                  <a:pt x="284" y="2584"/>
                  <a:pt x="694" y="2426"/>
                  <a:pt x="1040" y="2426"/>
                </a:cubicBezTo>
                <a:lnTo>
                  <a:pt x="1040" y="536"/>
                </a:lnTo>
                <a:cubicBezTo>
                  <a:pt x="1040" y="252"/>
                  <a:pt x="788" y="0"/>
                  <a:pt x="5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1" name="Google Shape;5481;p57">
            <a:extLst>
              <a:ext uri="{FF2B5EF4-FFF2-40B4-BE49-F238E27FC236}">
                <a16:creationId xmlns:a16="http://schemas.microsoft.com/office/drawing/2014/main" id="{36C01408-6C84-7A07-830E-6A3C86A65323}"/>
              </a:ext>
            </a:extLst>
          </p:cNvPr>
          <p:cNvSpPr/>
          <p:nvPr/>
        </p:nvSpPr>
        <p:spPr>
          <a:xfrm>
            <a:off x="7394706" y="1666400"/>
            <a:ext cx="44041" cy="97440"/>
          </a:xfrm>
          <a:custGeom>
            <a:avLst/>
            <a:gdLst/>
            <a:ahLst/>
            <a:cxnLst/>
            <a:rect l="l" t="t" r="r" b="b"/>
            <a:pathLst>
              <a:path w="1040" h="2301" extrusionOk="0">
                <a:moveTo>
                  <a:pt x="536" y="0"/>
                </a:moveTo>
                <a:cubicBezTo>
                  <a:pt x="252" y="0"/>
                  <a:pt x="0" y="221"/>
                  <a:pt x="0" y="504"/>
                </a:cubicBezTo>
                <a:lnTo>
                  <a:pt x="0" y="1954"/>
                </a:lnTo>
                <a:cubicBezTo>
                  <a:pt x="410" y="1985"/>
                  <a:pt x="756" y="2080"/>
                  <a:pt x="1040" y="2300"/>
                </a:cubicBezTo>
                <a:lnTo>
                  <a:pt x="1040" y="504"/>
                </a:lnTo>
                <a:cubicBezTo>
                  <a:pt x="1040" y="221"/>
                  <a:pt x="788" y="0"/>
                  <a:pt x="5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2" name="Google Shape;5482;p57">
            <a:extLst>
              <a:ext uri="{FF2B5EF4-FFF2-40B4-BE49-F238E27FC236}">
                <a16:creationId xmlns:a16="http://schemas.microsoft.com/office/drawing/2014/main" id="{37F76D64-FEBC-D116-EF58-6FA21B4DE10D}"/>
              </a:ext>
            </a:extLst>
          </p:cNvPr>
          <p:cNvSpPr/>
          <p:nvPr/>
        </p:nvSpPr>
        <p:spPr>
          <a:xfrm>
            <a:off x="7468094" y="1666400"/>
            <a:ext cx="44041" cy="97440"/>
          </a:xfrm>
          <a:custGeom>
            <a:avLst/>
            <a:gdLst/>
            <a:ahLst/>
            <a:cxnLst/>
            <a:rect l="l" t="t" r="r" b="b"/>
            <a:pathLst>
              <a:path w="1040" h="2301" extrusionOk="0">
                <a:moveTo>
                  <a:pt x="536" y="0"/>
                </a:moveTo>
                <a:cubicBezTo>
                  <a:pt x="252" y="0"/>
                  <a:pt x="0" y="221"/>
                  <a:pt x="0" y="504"/>
                </a:cubicBezTo>
                <a:lnTo>
                  <a:pt x="0" y="2300"/>
                </a:lnTo>
                <a:cubicBezTo>
                  <a:pt x="315" y="2111"/>
                  <a:pt x="693" y="1985"/>
                  <a:pt x="1040" y="1954"/>
                </a:cubicBezTo>
                <a:lnTo>
                  <a:pt x="1040" y="504"/>
                </a:lnTo>
                <a:cubicBezTo>
                  <a:pt x="1040" y="221"/>
                  <a:pt x="788" y="0"/>
                  <a:pt x="5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3" name="Google Shape;5483;p57">
            <a:extLst>
              <a:ext uri="{FF2B5EF4-FFF2-40B4-BE49-F238E27FC236}">
                <a16:creationId xmlns:a16="http://schemas.microsoft.com/office/drawing/2014/main" id="{1F7DC163-7241-F0E8-FC0B-FE074D3E8A1D}"/>
              </a:ext>
            </a:extLst>
          </p:cNvPr>
          <p:cNvSpPr/>
          <p:nvPr/>
        </p:nvSpPr>
        <p:spPr>
          <a:xfrm>
            <a:off x="7321319" y="1621045"/>
            <a:ext cx="44083" cy="154777"/>
          </a:xfrm>
          <a:custGeom>
            <a:avLst/>
            <a:gdLst/>
            <a:ahLst/>
            <a:cxnLst/>
            <a:rect l="l" t="t" r="r" b="b"/>
            <a:pathLst>
              <a:path w="1041" h="3655" extrusionOk="0">
                <a:moveTo>
                  <a:pt x="536" y="0"/>
                </a:moveTo>
                <a:cubicBezTo>
                  <a:pt x="253" y="0"/>
                  <a:pt x="1" y="221"/>
                  <a:pt x="1" y="504"/>
                </a:cubicBezTo>
                <a:lnTo>
                  <a:pt x="1" y="3655"/>
                </a:lnTo>
                <a:cubicBezTo>
                  <a:pt x="1" y="3655"/>
                  <a:pt x="1" y="3623"/>
                  <a:pt x="64" y="3623"/>
                </a:cubicBezTo>
                <a:cubicBezTo>
                  <a:pt x="284" y="3371"/>
                  <a:pt x="631" y="3182"/>
                  <a:pt x="1040" y="3056"/>
                </a:cubicBezTo>
                <a:lnTo>
                  <a:pt x="1040" y="504"/>
                </a:lnTo>
                <a:cubicBezTo>
                  <a:pt x="1040" y="221"/>
                  <a:pt x="788" y="0"/>
                  <a:pt x="5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4" name="Google Shape;5484;p57">
            <a:extLst>
              <a:ext uri="{FF2B5EF4-FFF2-40B4-BE49-F238E27FC236}">
                <a16:creationId xmlns:a16="http://schemas.microsoft.com/office/drawing/2014/main" id="{15401057-4583-7CC6-ADD2-A9DDC88106A0}"/>
              </a:ext>
            </a:extLst>
          </p:cNvPr>
          <p:cNvSpPr/>
          <p:nvPr/>
        </p:nvSpPr>
        <p:spPr>
          <a:xfrm>
            <a:off x="7541439" y="1622358"/>
            <a:ext cx="44083" cy="154820"/>
          </a:xfrm>
          <a:custGeom>
            <a:avLst/>
            <a:gdLst/>
            <a:ahLst/>
            <a:cxnLst/>
            <a:rect l="l" t="t" r="r" b="b"/>
            <a:pathLst>
              <a:path w="1041" h="3656" extrusionOk="0">
                <a:moveTo>
                  <a:pt x="536" y="1"/>
                </a:moveTo>
                <a:cubicBezTo>
                  <a:pt x="253" y="1"/>
                  <a:pt x="1" y="221"/>
                  <a:pt x="1" y="505"/>
                </a:cubicBezTo>
                <a:lnTo>
                  <a:pt x="1" y="3088"/>
                </a:lnTo>
                <a:cubicBezTo>
                  <a:pt x="379" y="3151"/>
                  <a:pt x="726" y="3340"/>
                  <a:pt x="1041" y="3655"/>
                </a:cubicBezTo>
                <a:lnTo>
                  <a:pt x="1041" y="505"/>
                </a:lnTo>
                <a:cubicBezTo>
                  <a:pt x="1041" y="253"/>
                  <a:pt x="789" y="1"/>
                  <a:pt x="53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5" name="Google Shape;5485;p57">
            <a:extLst>
              <a:ext uri="{FF2B5EF4-FFF2-40B4-BE49-F238E27FC236}">
                <a16:creationId xmlns:a16="http://schemas.microsoft.com/office/drawing/2014/main" id="{F9835A73-2093-E9B8-D2FE-8BA66CB70368}"/>
              </a:ext>
            </a:extLst>
          </p:cNvPr>
          <p:cNvSpPr/>
          <p:nvPr/>
        </p:nvSpPr>
        <p:spPr>
          <a:xfrm>
            <a:off x="7318652" y="1779803"/>
            <a:ext cx="273519" cy="225497"/>
          </a:xfrm>
          <a:custGeom>
            <a:avLst/>
            <a:gdLst/>
            <a:ahLst/>
            <a:cxnLst/>
            <a:rect l="l" t="t" r="r" b="b"/>
            <a:pathLst>
              <a:path w="6459" h="5325" extrusionOk="0">
                <a:moveTo>
                  <a:pt x="1733" y="0"/>
                </a:moveTo>
                <a:cubicBezTo>
                  <a:pt x="1355" y="0"/>
                  <a:pt x="946" y="158"/>
                  <a:pt x="662" y="410"/>
                </a:cubicBezTo>
                <a:cubicBezTo>
                  <a:pt x="64" y="882"/>
                  <a:pt x="1" y="1639"/>
                  <a:pt x="347" y="2237"/>
                </a:cubicBezTo>
                <a:cubicBezTo>
                  <a:pt x="1324" y="2458"/>
                  <a:pt x="2048" y="3340"/>
                  <a:pt x="2174" y="4348"/>
                </a:cubicBezTo>
                <a:lnTo>
                  <a:pt x="3214" y="5325"/>
                </a:lnTo>
                <a:lnTo>
                  <a:pt x="4285" y="4348"/>
                </a:lnTo>
                <a:cubicBezTo>
                  <a:pt x="4380" y="3340"/>
                  <a:pt x="5073" y="2521"/>
                  <a:pt x="6113" y="2237"/>
                </a:cubicBezTo>
                <a:cubicBezTo>
                  <a:pt x="6459" y="1639"/>
                  <a:pt x="6333" y="882"/>
                  <a:pt x="5860" y="410"/>
                </a:cubicBezTo>
                <a:cubicBezTo>
                  <a:pt x="5577" y="158"/>
                  <a:pt x="5199" y="0"/>
                  <a:pt x="4789" y="0"/>
                </a:cubicBezTo>
                <a:cubicBezTo>
                  <a:pt x="4411" y="0"/>
                  <a:pt x="4002" y="158"/>
                  <a:pt x="3750" y="410"/>
                </a:cubicBezTo>
                <a:lnTo>
                  <a:pt x="3277" y="882"/>
                </a:lnTo>
                <a:lnTo>
                  <a:pt x="2805" y="410"/>
                </a:lnTo>
                <a:cubicBezTo>
                  <a:pt x="2521" y="158"/>
                  <a:pt x="2143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6" name="Google Shape;5486;p57">
            <a:extLst>
              <a:ext uri="{FF2B5EF4-FFF2-40B4-BE49-F238E27FC236}">
                <a16:creationId xmlns:a16="http://schemas.microsoft.com/office/drawing/2014/main" id="{2A6F616C-E306-24F1-403C-A544CFF14506}"/>
              </a:ext>
            </a:extLst>
          </p:cNvPr>
          <p:cNvSpPr/>
          <p:nvPr/>
        </p:nvSpPr>
        <p:spPr>
          <a:xfrm>
            <a:off x="7466739" y="1781117"/>
            <a:ext cx="205509" cy="341569"/>
          </a:xfrm>
          <a:custGeom>
            <a:avLst/>
            <a:gdLst/>
            <a:ahLst/>
            <a:cxnLst/>
            <a:rect l="l" t="t" r="r" b="b"/>
            <a:pathLst>
              <a:path w="4853" h="8066" extrusionOk="0">
                <a:moveTo>
                  <a:pt x="4506" y="1"/>
                </a:moveTo>
                <a:cubicBezTo>
                  <a:pt x="3876" y="1"/>
                  <a:pt x="3403" y="505"/>
                  <a:pt x="3403" y="1198"/>
                </a:cubicBezTo>
                <a:lnTo>
                  <a:pt x="3403" y="2395"/>
                </a:lnTo>
                <a:cubicBezTo>
                  <a:pt x="3403" y="2584"/>
                  <a:pt x="3246" y="2742"/>
                  <a:pt x="3025" y="2742"/>
                </a:cubicBezTo>
                <a:cubicBezTo>
                  <a:pt x="2679" y="2742"/>
                  <a:pt x="2363" y="2868"/>
                  <a:pt x="2080" y="3025"/>
                </a:cubicBezTo>
                <a:cubicBezTo>
                  <a:pt x="1702" y="3372"/>
                  <a:pt x="1418" y="3939"/>
                  <a:pt x="1418" y="4474"/>
                </a:cubicBezTo>
                <a:lnTo>
                  <a:pt x="1418" y="5231"/>
                </a:lnTo>
                <a:cubicBezTo>
                  <a:pt x="1418" y="5420"/>
                  <a:pt x="1261" y="5577"/>
                  <a:pt x="1072" y="5577"/>
                </a:cubicBezTo>
                <a:cubicBezTo>
                  <a:pt x="883" y="5577"/>
                  <a:pt x="725" y="5420"/>
                  <a:pt x="725" y="5231"/>
                </a:cubicBezTo>
                <a:lnTo>
                  <a:pt x="1" y="5892"/>
                </a:lnTo>
                <a:lnTo>
                  <a:pt x="1" y="8066"/>
                </a:lnTo>
                <a:lnTo>
                  <a:pt x="3813" y="8066"/>
                </a:lnTo>
                <a:cubicBezTo>
                  <a:pt x="4033" y="8066"/>
                  <a:pt x="4191" y="7908"/>
                  <a:pt x="4191" y="7719"/>
                </a:cubicBezTo>
                <a:cubicBezTo>
                  <a:pt x="4191" y="7530"/>
                  <a:pt x="4033" y="7373"/>
                  <a:pt x="3813" y="7373"/>
                </a:cubicBezTo>
                <a:lnTo>
                  <a:pt x="3466" y="7373"/>
                </a:lnTo>
                <a:lnTo>
                  <a:pt x="3466" y="6270"/>
                </a:lnTo>
                <a:cubicBezTo>
                  <a:pt x="3466" y="6176"/>
                  <a:pt x="3498" y="6050"/>
                  <a:pt x="3592" y="6018"/>
                </a:cubicBezTo>
                <a:lnTo>
                  <a:pt x="4128" y="5420"/>
                </a:lnTo>
                <a:cubicBezTo>
                  <a:pt x="4600" y="4947"/>
                  <a:pt x="4852" y="4380"/>
                  <a:pt x="4852" y="3687"/>
                </a:cubicBezTo>
                <a:lnTo>
                  <a:pt x="4852" y="347"/>
                </a:lnTo>
                <a:cubicBezTo>
                  <a:pt x="4852" y="158"/>
                  <a:pt x="4695" y="1"/>
                  <a:pt x="450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7" name="Google Shape;5487;p57">
            <a:extLst>
              <a:ext uri="{FF2B5EF4-FFF2-40B4-BE49-F238E27FC236}">
                <a16:creationId xmlns:a16="http://schemas.microsoft.com/office/drawing/2014/main" id="{7D158F7A-9158-1B09-A78D-259A2A1822D4}"/>
              </a:ext>
            </a:extLst>
          </p:cNvPr>
          <p:cNvSpPr/>
          <p:nvPr/>
        </p:nvSpPr>
        <p:spPr>
          <a:xfrm>
            <a:off x="7230612" y="1783784"/>
            <a:ext cx="208134" cy="338901"/>
          </a:xfrm>
          <a:custGeom>
            <a:avLst/>
            <a:gdLst/>
            <a:ahLst/>
            <a:cxnLst/>
            <a:rect l="l" t="t" r="r" b="b"/>
            <a:pathLst>
              <a:path w="4915" h="8003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lnTo>
                  <a:pt x="0" y="3718"/>
                </a:lnTo>
                <a:cubicBezTo>
                  <a:pt x="0" y="4348"/>
                  <a:pt x="221" y="4979"/>
                  <a:pt x="693" y="5451"/>
                </a:cubicBezTo>
                <a:lnTo>
                  <a:pt x="1323" y="5955"/>
                </a:lnTo>
                <a:cubicBezTo>
                  <a:pt x="1418" y="6018"/>
                  <a:pt x="1449" y="6113"/>
                  <a:pt x="1449" y="6207"/>
                </a:cubicBezTo>
                <a:lnTo>
                  <a:pt x="1449" y="7310"/>
                </a:lnTo>
                <a:lnTo>
                  <a:pt x="1103" y="7310"/>
                </a:lnTo>
                <a:cubicBezTo>
                  <a:pt x="882" y="7310"/>
                  <a:pt x="725" y="7467"/>
                  <a:pt x="725" y="7656"/>
                </a:cubicBezTo>
                <a:cubicBezTo>
                  <a:pt x="725" y="7845"/>
                  <a:pt x="882" y="8003"/>
                  <a:pt x="1103" y="8003"/>
                </a:cubicBezTo>
                <a:lnTo>
                  <a:pt x="4915" y="8003"/>
                </a:lnTo>
                <a:lnTo>
                  <a:pt x="4915" y="5829"/>
                </a:lnTo>
                <a:lnTo>
                  <a:pt x="4190" y="5168"/>
                </a:lnTo>
                <a:cubicBezTo>
                  <a:pt x="4190" y="5357"/>
                  <a:pt x="4033" y="5514"/>
                  <a:pt x="3844" y="5514"/>
                </a:cubicBezTo>
                <a:cubicBezTo>
                  <a:pt x="3655" y="5514"/>
                  <a:pt x="3497" y="5357"/>
                  <a:pt x="3497" y="5168"/>
                </a:cubicBezTo>
                <a:lnTo>
                  <a:pt x="3497" y="4411"/>
                </a:lnTo>
                <a:cubicBezTo>
                  <a:pt x="3497" y="3876"/>
                  <a:pt x="3214" y="3372"/>
                  <a:pt x="2741" y="3057"/>
                </a:cubicBezTo>
                <a:cubicBezTo>
                  <a:pt x="2458" y="2899"/>
                  <a:pt x="2143" y="2773"/>
                  <a:pt x="1796" y="2773"/>
                </a:cubicBezTo>
                <a:cubicBezTo>
                  <a:pt x="1607" y="2773"/>
                  <a:pt x="1449" y="2616"/>
                  <a:pt x="1449" y="2427"/>
                </a:cubicBezTo>
                <a:lnTo>
                  <a:pt x="1449" y="1229"/>
                </a:lnTo>
                <a:cubicBezTo>
                  <a:pt x="1449" y="473"/>
                  <a:pt x="945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18" name="Google Shape;5488;p57">
            <a:extLst>
              <a:ext uri="{FF2B5EF4-FFF2-40B4-BE49-F238E27FC236}">
                <a16:creationId xmlns:a16="http://schemas.microsoft.com/office/drawing/2014/main" id="{7B952CA9-9715-8B36-E713-3F0FD0481E3F}"/>
              </a:ext>
            </a:extLst>
          </p:cNvPr>
          <p:cNvSpPr/>
          <p:nvPr/>
        </p:nvSpPr>
        <p:spPr>
          <a:xfrm>
            <a:off x="7201369" y="2271886"/>
            <a:ext cx="501640" cy="498677"/>
          </a:xfrm>
          <a:custGeom>
            <a:avLst/>
            <a:gdLst/>
            <a:ahLst/>
            <a:cxnLst/>
            <a:rect l="l" t="t" r="r" b="b"/>
            <a:pathLst>
              <a:path w="11846" h="11776" extrusionOk="0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20" name="Google Shape;5490;p57">
            <a:extLst>
              <a:ext uri="{FF2B5EF4-FFF2-40B4-BE49-F238E27FC236}">
                <a16:creationId xmlns:a16="http://schemas.microsoft.com/office/drawing/2014/main" id="{E20D3AEF-FD6C-DFD7-01F3-0005EC1D7315}"/>
              </a:ext>
            </a:extLst>
          </p:cNvPr>
          <p:cNvSpPr/>
          <p:nvPr/>
        </p:nvSpPr>
        <p:spPr>
          <a:xfrm>
            <a:off x="7349353" y="2911014"/>
            <a:ext cx="204154" cy="86768"/>
          </a:xfrm>
          <a:custGeom>
            <a:avLst/>
            <a:gdLst/>
            <a:ahLst/>
            <a:cxnLst/>
            <a:rect l="l" t="t" r="r" b="b"/>
            <a:pathLst>
              <a:path w="4821" h="2049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07"/>
                  <a:pt x="473" y="2048"/>
                  <a:pt x="1040" y="2048"/>
                </a:cubicBezTo>
                <a:lnTo>
                  <a:pt x="3781" y="2048"/>
                </a:lnTo>
                <a:cubicBezTo>
                  <a:pt x="4379" y="2048"/>
                  <a:pt x="4820" y="1575"/>
                  <a:pt x="4820" y="1040"/>
                </a:cubicBezTo>
                <a:cubicBezTo>
                  <a:pt x="4820" y="441"/>
                  <a:pt x="4348" y="0"/>
                  <a:pt x="37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21" name="Google Shape;5491;p57">
            <a:extLst>
              <a:ext uri="{FF2B5EF4-FFF2-40B4-BE49-F238E27FC236}">
                <a16:creationId xmlns:a16="http://schemas.microsoft.com/office/drawing/2014/main" id="{81E05BB5-2C8F-6CB6-5633-DD7ACF40D61A}"/>
              </a:ext>
            </a:extLst>
          </p:cNvPr>
          <p:cNvSpPr/>
          <p:nvPr/>
        </p:nvSpPr>
        <p:spPr>
          <a:xfrm>
            <a:off x="7289305" y="3204944"/>
            <a:ext cx="324250" cy="206398"/>
          </a:xfrm>
          <a:custGeom>
            <a:avLst/>
            <a:gdLst/>
            <a:ahLst/>
            <a:cxnLst/>
            <a:rect l="l" t="t" r="r" b="b"/>
            <a:pathLst>
              <a:path w="7657" h="4874" extrusionOk="0">
                <a:moveTo>
                  <a:pt x="1733" y="715"/>
                </a:moveTo>
                <a:cubicBezTo>
                  <a:pt x="1954" y="715"/>
                  <a:pt x="2111" y="872"/>
                  <a:pt x="2111" y="1061"/>
                </a:cubicBezTo>
                <a:cubicBezTo>
                  <a:pt x="2111" y="1250"/>
                  <a:pt x="1954" y="1408"/>
                  <a:pt x="1733" y="1408"/>
                </a:cubicBezTo>
                <a:cubicBezTo>
                  <a:pt x="1544" y="1408"/>
                  <a:pt x="1387" y="1250"/>
                  <a:pt x="1387" y="1061"/>
                </a:cubicBezTo>
                <a:cubicBezTo>
                  <a:pt x="1418" y="872"/>
                  <a:pt x="1576" y="715"/>
                  <a:pt x="1733" y="715"/>
                </a:cubicBezTo>
                <a:close/>
                <a:moveTo>
                  <a:pt x="3151" y="1376"/>
                </a:moveTo>
                <a:cubicBezTo>
                  <a:pt x="3372" y="1376"/>
                  <a:pt x="3529" y="1534"/>
                  <a:pt x="3529" y="1723"/>
                </a:cubicBezTo>
                <a:cubicBezTo>
                  <a:pt x="3529" y="1912"/>
                  <a:pt x="3372" y="2070"/>
                  <a:pt x="3151" y="2070"/>
                </a:cubicBezTo>
                <a:cubicBezTo>
                  <a:pt x="2962" y="2070"/>
                  <a:pt x="2804" y="1912"/>
                  <a:pt x="2804" y="1723"/>
                </a:cubicBezTo>
                <a:cubicBezTo>
                  <a:pt x="2804" y="1534"/>
                  <a:pt x="2962" y="1376"/>
                  <a:pt x="3151" y="1376"/>
                </a:cubicBezTo>
                <a:close/>
                <a:moveTo>
                  <a:pt x="5199" y="2070"/>
                </a:moveTo>
                <a:cubicBezTo>
                  <a:pt x="5419" y="2070"/>
                  <a:pt x="5577" y="2227"/>
                  <a:pt x="5577" y="2448"/>
                </a:cubicBezTo>
                <a:cubicBezTo>
                  <a:pt x="5577" y="2637"/>
                  <a:pt x="5419" y="2794"/>
                  <a:pt x="5199" y="2794"/>
                </a:cubicBezTo>
                <a:cubicBezTo>
                  <a:pt x="5010" y="2794"/>
                  <a:pt x="4852" y="2637"/>
                  <a:pt x="4852" y="2448"/>
                </a:cubicBezTo>
                <a:cubicBezTo>
                  <a:pt x="4884" y="2227"/>
                  <a:pt x="5041" y="2070"/>
                  <a:pt x="5199" y="2070"/>
                </a:cubicBezTo>
                <a:close/>
                <a:moveTo>
                  <a:pt x="3151" y="2794"/>
                </a:moveTo>
                <a:cubicBezTo>
                  <a:pt x="3372" y="2794"/>
                  <a:pt x="3529" y="2952"/>
                  <a:pt x="3529" y="3141"/>
                </a:cubicBezTo>
                <a:cubicBezTo>
                  <a:pt x="3529" y="3330"/>
                  <a:pt x="3372" y="3487"/>
                  <a:pt x="3151" y="3487"/>
                </a:cubicBezTo>
                <a:cubicBezTo>
                  <a:pt x="2962" y="3487"/>
                  <a:pt x="2804" y="3330"/>
                  <a:pt x="2804" y="3141"/>
                </a:cubicBezTo>
                <a:cubicBezTo>
                  <a:pt x="2804" y="2952"/>
                  <a:pt x="2962" y="2794"/>
                  <a:pt x="3151" y="2794"/>
                </a:cubicBezTo>
                <a:close/>
                <a:moveTo>
                  <a:pt x="1748" y="1"/>
                </a:moveTo>
                <a:cubicBezTo>
                  <a:pt x="1181" y="1"/>
                  <a:pt x="615" y="166"/>
                  <a:pt x="63" y="494"/>
                </a:cubicBezTo>
                <a:cubicBezTo>
                  <a:pt x="63" y="715"/>
                  <a:pt x="0" y="872"/>
                  <a:pt x="0" y="1061"/>
                </a:cubicBezTo>
                <a:cubicBezTo>
                  <a:pt x="0" y="2196"/>
                  <a:pt x="536" y="3298"/>
                  <a:pt x="1418" y="4023"/>
                </a:cubicBezTo>
                <a:cubicBezTo>
                  <a:pt x="2111" y="4558"/>
                  <a:pt x="2962" y="4874"/>
                  <a:pt x="3844" y="4874"/>
                </a:cubicBezTo>
                <a:cubicBezTo>
                  <a:pt x="4096" y="4874"/>
                  <a:pt x="4380" y="4842"/>
                  <a:pt x="4663" y="4811"/>
                </a:cubicBezTo>
                <a:cubicBezTo>
                  <a:pt x="6144" y="4495"/>
                  <a:pt x="7341" y="3267"/>
                  <a:pt x="7625" y="1723"/>
                </a:cubicBezTo>
                <a:cubicBezTo>
                  <a:pt x="7656" y="1439"/>
                  <a:pt x="7656" y="1219"/>
                  <a:pt x="7656" y="935"/>
                </a:cubicBezTo>
                <a:lnTo>
                  <a:pt x="7656" y="935"/>
                </a:lnTo>
                <a:cubicBezTo>
                  <a:pt x="7033" y="1235"/>
                  <a:pt x="6444" y="1354"/>
                  <a:pt x="5904" y="1354"/>
                </a:cubicBezTo>
                <a:cubicBezTo>
                  <a:pt x="4969" y="1354"/>
                  <a:pt x="4183" y="1000"/>
                  <a:pt x="3624" y="620"/>
                </a:cubicBezTo>
                <a:cubicBezTo>
                  <a:pt x="3010" y="206"/>
                  <a:pt x="2378" y="1"/>
                  <a:pt x="17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22" name="Google Shape;5492;p57">
            <a:extLst>
              <a:ext uri="{FF2B5EF4-FFF2-40B4-BE49-F238E27FC236}">
                <a16:creationId xmlns:a16="http://schemas.microsoft.com/office/drawing/2014/main" id="{CE201AFA-8EC0-1D69-C6BB-191EC45FB048}"/>
              </a:ext>
            </a:extLst>
          </p:cNvPr>
          <p:cNvSpPr/>
          <p:nvPr/>
        </p:nvSpPr>
        <p:spPr>
          <a:xfrm>
            <a:off x="7301330" y="3028399"/>
            <a:ext cx="308200" cy="206610"/>
          </a:xfrm>
          <a:custGeom>
            <a:avLst/>
            <a:gdLst/>
            <a:ahLst/>
            <a:cxnLst/>
            <a:rect l="l" t="t" r="r" b="b"/>
            <a:pathLst>
              <a:path w="7278" h="4879" extrusionOk="0">
                <a:moveTo>
                  <a:pt x="1827" y="1"/>
                </a:moveTo>
                <a:lnTo>
                  <a:pt x="1827" y="1639"/>
                </a:lnTo>
                <a:cubicBezTo>
                  <a:pt x="1827" y="1765"/>
                  <a:pt x="1733" y="1891"/>
                  <a:pt x="1607" y="1922"/>
                </a:cubicBezTo>
                <a:cubicBezTo>
                  <a:pt x="914" y="2363"/>
                  <a:pt x="315" y="3025"/>
                  <a:pt x="0" y="3813"/>
                </a:cubicBezTo>
                <a:cubicBezTo>
                  <a:pt x="492" y="3611"/>
                  <a:pt x="988" y="3505"/>
                  <a:pt x="1488" y="3505"/>
                </a:cubicBezTo>
                <a:cubicBezTo>
                  <a:pt x="2237" y="3505"/>
                  <a:pt x="2993" y="3743"/>
                  <a:pt x="3749" y="4254"/>
                </a:cubicBezTo>
                <a:cubicBezTo>
                  <a:pt x="4370" y="4673"/>
                  <a:pt x="5000" y="4878"/>
                  <a:pt x="5629" y="4878"/>
                </a:cubicBezTo>
                <a:cubicBezTo>
                  <a:pt x="6181" y="4878"/>
                  <a:pt x="6733" y="4721"/>
                  <a:pt x="7278" y="4411"/>
                </a:cubicBezTo>
                <a:cubicBezTo>
                  <a:pt x="7057" y="3372"/>
                  <a:pt x="6427" y="2427"/>
                  <a:pt x="5450" y="1922"/>
                </a:cubicBezTo>
                <a:cubicBezTo>
                  <a:pt x="5356" y="1859"/>
                  <a:pt x="5293" y="1765"/>
                  <a:pt x="5293" y="1639"/>
                </a:cubicBezTo>
                <a:lnTo>
                  <a:pt x="529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24" name="Google Shape;5494;p57">
            <a:extLst>
              <a:ext uri="{FF2B5EF4-FFF2-40B4-BE49-F238E27FC236}">
                <a16:creationId xmlns:a16="http://schemas.microsoft.com/office/drawing/2014/main" id="{8616CC9B-9251-3D14-37D8-511C7AD03D08}"/>
              </a:ext>
            </a:extLst>
          </p:cNvPr>
          <p:cNvSpPr/>
          <p:nvPr/>
        </p:nvSpPr>
        <p:spPr>
          <a:xfrm>
            <a:off x="10569632" y="1621025"/>
            <a:ext cx="86726" cy="384297"/>
          </a:xfrm>
          <a:custGeom>
            <a:avLst/>
            <a:gdLst/>
            <a:ahLst/>
            <a:cxnLst/>
            <a:rect l="l" t="t" r="r" b="b"/>
            <a:pathLst>
              <a:path w="2048" h="9075" extrusionOk="0">
                <a:moveTo>
                  <a:pt x="1071" y="1"/>
                </a:moveTo>
                <a:cubicBezTo>
                  <a:pt x="882" y="1"/>
                  <a:pt x="725" y="158"/>
                  <a:pt x="725" y="347"/>
                </a:cubicBezTo>
                <a:lnTo>
                  <a:pt x="725" y="6554"/>
                </a:lnTo>
                <a:cubicBezTo>
                  <a:pt x="473" y="6900"/>
                  <a:pt x="0" y="7656"/>
                  <a:pt x="0" y="8034"/>
                </a:cubicBezTo>
                <a:cubicBezTo>
                  <a:pt x="0" y="8633"/>
                  <a:pt x="473" y="9074"/>
                  <a:pt x="1040" y="9074"/>
                </a:cubicBezTo>
                <a:cubicBezTo>
                  <a:pt x="1638" y="9074"/>
                  <a:pt x="2048" y="8602"/>
                  <a:pt x="2048" y="8034"/>
                </a:cubicBezTo>
                <a:cubicBezTo>
                  <a:pt x="2048" y="7656"/>
                  <a:pt x="1638" y="6900"/>
                  <a:pt x="1355" y="6554"/>
                </a:cubicBezTo>
                <a:lnTo>
                  <a:pt x="1355" y="347"/>
                </a:lnTo>
                <a:cubicBezTo>
                  <a:pt x="1386" y="158"/>
                  <a:pt x="1260" y="1"/>
                  <a:pt x="107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25" name="Google Shape;5495;p57">
            <a:extLst>
              <a:ext uri="{FF2B5EF4-FFF2-40B4-BE49-F238E27FC236}">
                <a16:creationId xmlns:a16="http://schemas.microsoft.com/office/drawing/2014/main" id="{4E87453C-3825-D67E-5819-73F6A13F05F7}"/>
              </a:ext>
            </a:extLst>
          </p:cNvPr>
          <p:cNvSpPr/>
          <p:nvPr/>
        </p:nvSpPr>
        <p:spPr>
          <a:xfrm>
            <a:off x="10368145" y="1859861"/>
            <a:ext cx="501683" cy="262846"/>
          </a:xfrm>
          <a:custGeom>
            <a:avLst/>
            <a:gdLst/>
            <a:ahLst/>
            <a:cxnLst/>
            <a:rect l="l" t="t" r="r" b="b"/>
            <a:pathLst>
              <a:path w="11847" h="6207" extrusionOk="0">
                <a:moveTo>
                  <a:pt x="3939" y="662"/>
                </a:moveTo>
                <a:cubicBezTo>
                  <a:pt x="3876" y="914"/>
                  <a:pt x="3750" y="1134"/>
                  <a:pt x="3624" y="1323"/>
                </a:cubicBezTo>
                <a:cubicBezTo>
                  <a:pt x="3624" y="1386"/>
                  <a:pt x="3593" y="1418"/>
                  <a:pt x="3593" y="1481"/>
                </a:cubicBezTo>
                <a:cubicBezTo>
                  <a:pt x="3277" y="1292"/>
                  <a:pt x="2836" y="1229"/>
                  <a:pt x="2490" y="1229"/>
                </a:cubicBezTo>
                <a:cubicBezTo>
                  <a:pt x="1986" y="1229"/>
                  <a:pt x="1293" y="1386"/>
                  <a:pt x="1041" y="1859"/>
                </a:cubicBezTo>
                <a:cubicBezTo>
                  <a:pt x="915" y="2048"/>
                  <a:pt x="757" y="2111"/>
                  <a:pt x="568" y="2111"/>
                </a:cubicBezTo>
                <a:lnTo>
                  <a:pt x="568" y="1008"/>
                </a:lnTo>
                <a:cubicBezTo>
                  <a:pt x="568" y="819"/>
                  <a:pt x="726" y="662"/>
                  <a:pt x="915" y="662"/>
                </a:cubicBezTo>
                <a:close/>
                <a:moveTo>
                  <a:pt x="10681" y="662"/>
                </a:moveTo>
                <a:cubicBezTo>
                  <a:pt x="10870" y="662"/>
                  <a:pt x="11028" y="819"/>
                  <a:pt x="11028" y="1008"/>
                </a:cubicBezTo>
                <a:lnTo>
                  <a:pt x="11028" y="2111"/>
                </a:lnTo>
                <a:cubicBezTo>
                  <a:pt x="10870" y="2111"/>
                  <a:pt x="10681" y="2048"/>
                  <a:pt x="10555" y="1859"/>
                </a:cubicBezTo>
                <a:cubicBezTo>
                  <a:pt x="10335" y="1449"/>
                  <a:pt x="9894" y="1229"/>
                  <a:pt x="9452" y="1229"/>
                </a:cubicBezTo>
                <a:cubicBezTo>
                  <a:pt x="9011" y="1229"/>
                  <a:pt x="8602" y="1449"/>
                  <a:pt x="8350" y="1859"/>
                </a:cubicBezTo>
                <a:cubicBezTo>
                  <a:pt x="8318" y="1922"/>
                  <a:pt x="8224" y="2016"/>
                  <a:pt x="8192" y="2048"/>
                </a:cubicBezTo>
                <a:cubicBezTo>
                  <a:pt x="8161" y="1733"/>
                  <a:pt x="8003" y="1292"/>
                  <a:pt x="7657" y="662"/>
                </a:cubicBezTo>
                <a:close/>
                <a:moveTo>
                  <a:pt x="2332" y="2741"/>
                </a:moveTo>
                <a:cubicBezTo>
                  <a:pt x="2521" y="2741"/>
                  <a:pt x="2679" y="2899"/>
                  <a:pt x="2679" y="3119"/>
                </a:cubicBezTo>
                <a:cubicBezTo>
                  <a:pt x="2679" y="3308"/>
                  <a:pt x="2521" y="3466"/>
                  <a:pt x="2332" y="3466"/>
                </a:cubicBezTo>
                <a:cubicBezTo>
                  <a:pt x="2143" y="3466"/>
                  <a:pt x="1986" y="3308"/>
                  <a:pt x="1986" y="3119"/>
                </a:cubicBezTo>
                <a:cubicBezTo>
                  <a:pt x="1986" y="2899"/>
                  <a:pt x="2143" y="2741"/>
                  <a:pt x="2332" y="2741"/>
                </a:cubicBezTo>
                <a:close/>
                <a:moveTo>
                  <a:pt x="9295" y="2741"/>
                </a:moveTo>
                <a:cubicBezTo>
                  <a:pt x="9484" y="2741"/>
                  <a:pt x="9641" y="2899"/>
                  <a:pt x="9641" y="3119"/>
                </a:cubicBezTo>
                <a:cubicBezTo>
                  <a:pt x="9641" y="3308"/>
                  <a:pt x="9484" y="3466"/>
                  <a:pt x="9295" y="3466"/>
                </a:cubicBezTo>
                <a:cubicBezTo>
                  <a:pt x="9106" y="3466"/>
                  <a:pt x="8948" y="3308"/>
                  <a:pt x="8948" y="3119"/>
                </a:cubicBezTo>
                <a:cubicBezTo>
                  <a:pt x="8948" y="2899"/>
                  <a:pt x="9106" y="2741"/>
                  <a:pt x="9295" y="2741"/>
                </a:cubicBezTo>
                <a:close/>
                <a:moveTo>
                  <a:pt x="1608" y="4127"/>
                </a:moveTo>
                <a:cubicBezTo>
                  <a:pt x="1828" y="4127"/>
                  <a:pt x="1986" y="4285"/>
                  <a:pt x="1986" y="4474"/>
                </a:cubicBezTo>
                <a:cubicBezTo>
                  <a:pt x="1986" y="4694"/>
                  <a:pt x="1828" y="4852"/>
                  <a:pt x="1608" y="4852"/>
                </a:cubicBezTo>
                <a:cubicBezTo>
                  <a:pt x="1419" y="4852"/>
                  <a:pt x="1261" y="4694"/>
                  <a:pt x="1261" y="4474"/>
                </a:cubicBezTo>
                <a:cubicBezTo>
                  <a:pt x="1261" y="4285"/>
                  <a:pt x="1419" y="4127"/>
                  <a:pt x="1608" y="4127"/>
                </a:cubicBezTo>
                <a:close/>
                <a:moveTo>
                  <a:pt x="3025" y="4127"/>
                </a:moveTo>
                <a:cubicBezTo>
                  <a:pt x="3246" y="4127"/>
                  <a:pt x="3404" y="4285"/>
                  <a:pt x="3404" y="4474"/>
                </a:cubicBezTo>
                <a:cubicBezTo>
                  <a:pt x="3404" y="4694"/>
                  <a:pt x="3183" y="4852"/>
                  <a:pt x="3025" y="4852"/>
                </a:cubicBezTo>
                <a:cubicBezTo>
                  <a:pt x="2836" y="4852"/>
                  <a:pt x="2679" y="4694"/>
                  <a:pt x="2679" y="4474"/>
                </a:cubicBezTo>
                <a:cubicBezTo>
                  <a:pt x="2679" y="4285"/>
                  <a:pt x="2836" y="4127"/>
                  <a:pt x="3025" y="4127"/>
                </a:cubicBezTo>
                <a:close/>
                <a:moveTo>
                  <a:pt x="8602" y="4127"/>
                </a:moveTo>
                <a:cubicBezTo>
                  <a:pt x="8791" y="4127"/>
                  <a:pt x="8948" y="4285"/>
                  <a:pt x="8948" y="4474"/>
                </a:cubicBezTo>
                <a:cubicBezTo>
                  <a:pt x="8948" y="4694"/>
                  <a:pt x="8791" y="4852"/>
                  <a:pt x="8602" y="4852"/>
                </a:cubicBezTo>
                <a:cubicBezTo>
                  <a:pt x="8381" y="4852"/>
                  <a:pt x="8224" y="4694"/>
                  <a:pt x="8224" y="4474"/>
                </a:cubicBezTo>
                <a:cubicBezTo>
                  <a:pt x="8224" y="4285"/>
                  <a:pt x="8381" y="4127"/>
                  <a:pt x="8602" y="4127"/>
                </a:cubicBezTo>
                <a:close/>
                <a:moveTo>
                  <a:pt x="9957" y="4127"/>
                </a:moveTo>
                <a:cubicBezTo>
                  <a:pt x="10177" y="4127"/>
                  <a:pt x="10335" y="4285"/>
                  <a:pt x="10335" y="4474"/>
                </a:cubicBezTo>
                <a:cubicBezTo>
                  <a:pt x="10335" y="4694"/>
                  <a:pt x="10177" y="4852"/>
                  <a:pt x="9957" y="4852"/>
                </a:cubicBezTo>
                <a:cubicBezTo>
                  <a:pt x="9768" y="4852"/>
                  <a:pt x="9610" y="4694"/>
                  <a:pt x="9610" y="4474"/>
                </a:cubicBezTo>
                <a:cubicBezTo>
                  <a:pt x="9610" y="4285"/>
                  <a:pt x="9768" y="4127"/>
                  <a:pt x="9957" y="4127"/>
                </a:cubicBezTo>
                <a:close/>
                <a:moveTo>
                  <a:pt x="1041" y="0"/>
                </a:moveTo>
                <a:cubicBezTo>
                  <a:pt x="442" y="0"/>
                  <a:pt x="1" y="473"/>
                  <a:pt x="1" y="1008"/>
                </a:cubicBezTo>
                <a:lnTo>
                  <a:pt x="1" y="5860"/>
                </a:lnTo>
                <a:cubicBezTo>
                  <a:pt x="1" y="6049"/>
                  <a:pt x="159" y="6207"/>
                  <a:pt x="348" y="6207"/>
                </a:cubicBezTo>
                <a:lnTo>
                  <a:pt x="11500" y="6207"/>
                </a:lnTo>
                <a:cubicBezTo>
                  <a:pt x="11689" y="6207"/>
                  <a:pt x="11847" y="6049"/>
                  <a:pt x="11847" y="5860"/>
                </a:cubicBezTo>
                <a:lnTo>
                  <a:pt x="11847" y="1008"/>
                </a:lnTo>
                <a:cubicBezTo>
                  <a:pt x="11752" y="441"/>
                  <a:pt x="11280" y="0"/>
                  <a:pt x="10713" y="0"/>
                </a:cubicBezTo>
                <a:lnTo>
                  <a:pt x="7058" y="0"/>
                </a:lnTo>
                <a:cubicBezTo>
                  <a:pt x="6775" y="0"/>
                  <a:pt x="6617" y="315"/>
                  <a:pt x="6775" y="536"/>
                </a:cubicBezTo>
                <a:cubicBezTo>
                  <a:pt x="7342" y="1323"/>
                  <a:pt x="7594" y="1953"/>
                  <a:pt x="7594" y="2426"/>
                </a:cubicBezTo>
                <a:cubicBezTo>
                  <a:pt x="7594" y="2899"/>
                  <a:pt x="7405" y="3371"/>
                  <a:pt x="7027" y="3749"/>
                </a:cubicBezTo>
                <a:cubicBezTo>
                  <a:pt x="6686" y="4033"/>
                  <a:pt x="6243" y="4163"/>
                  <a:pt x="5813" y="4163"/>
                </a:cubicBezTo>
                <a:cubicBezTo>
                  <a:pt x="5766" y="4163"/>
                  <a:pt x="5719" y="4162"/>
                  <a:pt x="5672" y="4159"/>
                </a:cubicBezTo>
                <a:cubicBezTo>
                  <a:pt x="5168" y="4127"/>
                  <a:pt x="4695" y="3812"/>
                  <a:pt x="4443" y="3340"/>
                </a:cubicBezTo>
                <a:cubicBezTo>
                  <a:pt x="4128" y="2835"/>
                  <a:pt x="4097" y="2205"/>
                  <a:pt x="4349" y="1638"/>
                </a:cubicBezTo>
                <a:cubicBezTo>
                  <a:pt x="4506" y="1323"/>
                  <a:pt x="4695" y="945"/>
                  <a:pt x="4979" y="536"/>
                </a:cubicBezTo>
                <a:cubicBezTo>
                  <a:pt x="5136" y="315"/>
                  <a:pt x="4979" y="0"/>
                  <a:pt x="46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27" name="Google Shape;5497;p57">
            <a:extLst>
              <a:ext uri="{FF2B5EF4-FFF2-40B4-BE49-F238E27FC236}">
                <a16:creationId xmlns:a16="http://schemas.microsoft.com/office/drawing/2014/main" id="{67C41C9E-4C52-7AEF-3AF0-693229D45D15}"/>
              </a:ext>
            </a:extLst>
          </p:cNvPr>
          <p:cNvSpPr/>
          <p:nvPr/>
        </p:nvSpPr>
        <p:spPr>
          <a:xfrm>
            <a:off x="10368822" y="2477911"/>
            <a:ext cx="501683" cy="293548"/>
          </a:xfrm>
          <a:custGeom>
            <a:avLst/>
            <a:gdLst/>
            <a:ahLst/>
            <a:cxnLst/>
            <a:rect l="l" t="t" r="r" b="b"/>
            <a:pathLst>
              <a:path w="11847" h="6932" extrusionOk="0">
                <a:moveTo>
                  <a:pt x="7656" y="3466"/>
                </a:moveTo>
                <a:lnTo>
                  <a:pt x="7656" y="4852"/>
                </a:lnTo>
                <a:lnTo>
                  <a:pt x="6963" y="4852"/>
                </a:lnTo>
                <a:lnTo>
                  <a:pt x="6963" y="3466"/>
                </a:lnTo>
                <a:close/>
                <a:moveTo>
                  <a:pt x="9074" y="3466"/>
                </a:moveTo>
                <a:lnTo>
                  <a:pt x="9074" y="4852"/>
                </a:lnTo>
                <a:lnTo>
                  <a:pt x="8381" y="4852"/>
                </a:lnTo>
                <a:lnTo>
                  <a:pt x="8381" y="3466"/>
                </a:lnTo>
                <a:close/>
                <a:moveTo>
                  <a:pt x="10460" y="3435"/>
                </a:moveTo>
                <a:lnTo>
                  <a:pt x="10460" y="4852"/>
                </a:lnTo>
                <a:lnTo>
                  <a:pt x="9735" y="4852"/>
                </a:lnTo>
                <a:lnTo>
                  <a:pt x="9735" y="3466"/>
                </a:lnTo>
                <a:lnTo>
                  <a:pt x="10114" y="3466"/>
                </a:lnTo>
                <a:cubicBezTo>
                  <a:pt x="10208" y="3466"/>
                  <a:pt x="10334" y="3466"/>
                  <a:pt x="10460" y="3435"/>
                </a:cubicBezTo>
                <a:close/>
                <a:moveTo>
                  <a:pt x="10114" y="1"/>
                </a:moveTo>
                <a:cubicBezTo>
                  <a:pt x="9515" y="1"/>
                  <a:pt x="9042" y="442"/>
                  <a:pt x="8633" y="788"/>
                </a:cubicBezTo>
                <a:cubicBezTo>
                  <a:pt x="8318" y="1103"/>
                  <a:pt x="8034" y="1387"/>
                  <a:pt x="7656" y="1387"/>
                </a:cubicBezTo>
                <a:cubicBezTo>
                  <a:pt x="7404" y="1387"/>
                  <a:pt x="7121" y="1229"/>
                  <a:pt x="7026" y="946"/>
                </a:cubicBezTo>
                <a:cubicBezTo>
                  <a:pt x="6974" y="815"/>
                  <a:pt x="6855" y="749"/>
                  <a:pt x="6708" y="749"/>
                </a:cubicBezTo>
                <a:cubicBezTo>
                  <a:pt x="6679" y="749"/>
                  <a:pt x="6648" y="752"/>
                  <a:pt x="6617" y="757"/>
                </a:cubicBezTo>
                <a:cubicBezTo>
                  <a:pt x="6018" y="914"/>
                  <a:pt x="5577" y="1481"/>
                  <a:pt x="5577" y="2080"/>
                </a:cubicBezTo>
                <a:cubicBezTo>
                  <a:pt x="5577" y="2616"/>
                  <a:pt x="5860" y="3025"/>
                  <a:pt x="6301" y="3277"/>
                </a:cubicBezTo>
                <a:lnTo>
                  <a:pt x="6301" y="4758"/>
                </a:lnTo>
                <a:cubicBezTo>
                  <a:pt x="6238" y="4758"/>
                  <a:pt x="6207" y="4726"/>
                  <a:pt x="6144" y="4726"/>
                </a:cubicBezTo>
                <a:lnTo>
                  <a:pt x="4443" y="3813"/>
                </a:lnTo>
                <a:cubicBezTo>
                  <a:pt x="4002" y="3592"/>
                  <a:pt x="3498" y="3466"/>
                  <a:pt x="2993" y="3466"/>
                </a:cubicBezTo>
                <a:lnTo>
                  <a:pt x="347" y="3466"/>
                </a:lnTo>
                <a:cubicBezTo>
                  <a:pt x="158" y="3466"/>
                  <a:pt x="0" y="3624"/>
                  <a:pt x="0" y="3813"/>
                </a:cubicBezTo>
                <a:lnTo>
                  <a:pt x="0" y="5199"/>
                </a:lnTo>
                <a:cubicBezTo>
                  <a:pt x="0" y="5388"/>
                  <a:pt x="158" y="5546"/>
                  <a:pt x="347" y="5546"/>
                </a:cubicBezTo>
                <a:lnTo>
                  <a:pt x="2993" y="5546"/>
                </a:lnTo>
                <a:cubicBezTo>
                  <a:pt x="3371" y="5546"/>
                  <a:pt x="3781" y="5672"/>
                  <a:pt x="4128" y="5829"/>
                </a:cubicBezTo>
                <a:lnTo>
                  <a:pt x="5829" y="6743"/>
                </a:lnTo>
                <a:cubicBezTo>
                  <a:pt x="6049" y="6869"/>
                  <a:pt x="6364" y="6932"/>
                  <a:pt x="6648" y="6932"/>
                </a:cubicBezTo>
                <a:lnTo>
                  <a:pt x="10807" y="6932"/>
                </a:lnTo>
                <a:cubicBezTo>
                  <a:pt x="11405" y="6932"/>
                  <a:pt x="11846" y="6459"/>
                  <a:pt x="11846" y="5924"/>
                </a:cubicBezTo>
                <a:cubicBezTo>
                  <a:pt x="11846" y="5483"/>
                  <a:pt x="11563" y="5073"/>
                  <a:pt x="11122" y="4915"/>
                </a:cubicBezTo>
                <a:lnTo>
                  <a:pt x="11122" y="3120"/>
                </a:lnTo>
                <a:cubicBezTo>
                  <a:pt x="11563" y="2805"/>
                  <a:pt x="11846" y="2301"/>
                  <a:pt x="11846" y="1733"/>
                </a:cubicBezTo>
                <a:cubicBezTo>
                  <a:pt x="11846" y="788"/>
                  <a:pt x="11059" y="1"/>
                  <a:pt x="1011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28" name="Google Shape;5498;p57">
            <a:extLst>
              <a:ext uri="{FF2B5EF4-FFF2-40B4-BE49-F238E27FC236}">
                <a16:creationId xmlns:a16="http://schemas.microsoft.com/office/drawing/2014/main" id="{42DDCEEE-3A9B-4120-60D2-535F32DB1578}"/>
              </a:ext>
            </a:extLst>
          </p:cNvPr>
          <p:cNvSpPr/>
          <p:nvPr/>
        </p:nvSpPr>
        <p:spPr>
          <a:xfrm>
            <a:off x="10367467" y="2271133"/>
            <a:ext cx="503038" cy="206822"/>
          </a:xfrm>
          <a:custGeom>
            <a:avLst/>
            <a:gdLst/>
            <a:ahLst/>
            <a:cxnLst/>
            <a:rect l="l" t="t" r="r" b="b"/>
            <a:pathLst>
              <a:path w="11879" h="4884" extrusionOk="0">
                <a:moveTo>
                  <a:pt x="10839" y="1702"/>
                </a:moveTo>
                <a:cubicBezTo>
                  <a:pt x="11028" y="1702"/>
                  <a:pt x="11185" y="1859"/>
                  <a:pt x="11185" y="2048"/>
                </a:cubicBezTo>
                <a:cubicBezTo>
                  <a:pt x="11154" y="2269"/>
                  <a:pt x="10996" y="2426"/>
                  <a:pt x="10839" y="2426"/>
                </a:cubicBezTo>
                <a:lnTo>
                  <a:pt x="10492" y="2426"/>
                </a:lnTo>
                <a:lnTo>
                  <a:pt x="10492" y="1702"/>
                </a:lnTo>
                <a:close/>
                <a:moveTo>
                  <a:pt x="726" y="725"/>
                </a:moveTo>
                <a:lnTo>
                  <a:pt x="1419" y="757"/>
                </a:lnTo>
                <a:lnTo>
                  <a:pt x="1419" y="4002"/>
                </a:lnTo>
                <a:lnTo>
                  <a:pt x="726" y="4096"/>
                </a:lnTo>
                <a:lnTo>
                  <a:pt x="726" y="725"/>
                </a:lnTo>
                <a:close/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lnTo>
                  <a:pt x="1" y="4537"/>
                </a:lnTo>
                <a:cubicBezTo>
                  <a:pt x="1" y="4726"/>
                  <a:pt x="221" y="4884"/>
                  <a:pt x="411" y="4884"/>
                </a:cubicBezTo>
                <a:lnTo>
                  <a:pt x="9578" y="3592"/>
                </a:lnTo>
                <a:cubicBezTo>
                  <a:pt x="9862" y="3561"/>
                  <a:pt x="10083" y="3403"/>
                  <a:pt x="10240" y="3151"/>
                </a:cubicBezTo>
                <a:lnTo>
                  <a:pt x="10807" y="3151"/>
                </a:lnTo>
                <a:cubicBezTo>
                  <a:pt x="11406" y="3151"/>
                  <a:pt x="11815" y="2678"/>
                  <a:pt x="11815" y="2143"/>
                </a:cubicBezTo>
                <a:cubicBezTo>
                  <a:pt x="11878" y="1513"/>
                  <a:pt x="11406" y="1040"/>
                  <a:pt x="10839" y="1040"/>
                </a:cubicBezTo>
                <a:lnTo>
                  <a:pt x="10240" y="1040"/>
                </a:lnTo>
                <a:cubicBezTo>
                  <a:pt x="10083" y="788"/>
                  <a:pt x="9831" y="694"/>
                  <a:pt x="9515" y="631"/>
                </a:cubicBezTo>
                <a:lnTo>
                  <a:pt x="37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29" name="Google Shape;5499;p57">
            <a:extLst>
              <a:ext uri="{FF2B5EF4-FFF2-40B4-BE49-F238E27FC236}">
                <a16:creationId xmlns:a16="http://schemas.microsoft.com/office/drawing/2014/main" id="{66C644A6-1A6C-980F-2211-1C78361D61BF}"/>
              </a:ext>
            </a:extLst>
          </p:cNvPr>
          <p:cNvSpPr/>
          <p:nvPr/>
        </p:nvSpPr>
        <p:spPr>
          <a:xfrm>
            <a:off x="10414227" y="2910255"/>
            <a:ext cx="410933" cy="501683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31" name="Google Shape;5501;p57">
            <a:extLst>
              <a:ext uri="{FF2B5EF4-FFF2-40B4-BE49-F238E27FC236}">
                <a16:creationId xmlns:a16="http://schemas.microsoft.com/office/drawing/2014/main" id="{EC0D28E2-36BC-12F6-B613-BEBCA71FF34C}"/>
              </a:ext>
            </a:extLst>
          </p:cNvPr>
          <p:cNvSpPr/>
          <p:nvPr/>
        </p:nvSpPr>
        <p:spPr>
          <a:xfrm>
            <a:off x="8674273" y="3802886"/>
            <a:ext cx="88124" cy="86768"/>
          </a:xfrm>
          <a:custGeom>
            <a:avLst/>
            <a:gdLst/>
            <a:ahLst/>
            <a:cxnLst/>
            <a:rect l="l" t="t" r="r" b="b"/>
            <a:pathLst>
              <a:path w="2081" h="2049" extrusionOk="0">
                <a:moveTo>
                  <a:pt x="1041" y="1"/>
                </a:moveTo>
                <a:cubicBezTo>
                  <a:pt x="505" y="1"/>
                  <a:pt x="32" y="473"/>
                  <a:pt x="32" y="1040"/>
                </a:cubicBezTo>
                <a:cubicBezTo>
                  <a:pt x="1" y="1576"/>
                  <a:pt x="473" y="2049"/>
                  <a:pt x="1041" y="2049"/>
                </a:cubicBezTo>
                <a:cubicBezTo>
                  <a:pt x="1639" y="2049"/>
                  <a:pt x="2080" y="1576"/>
                  <a:pt x="2080" y="1040"/>
                </a:cubicBezTo>
                <a:cubicBezTo>
                  <a:pt x="2080" y="442"/>
                  <a:pt x="1608" y="1"/>
                  <a:pt x="104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32" name="Google Shape;5502;p57">
            <a:extLst>
              <a:ext uri="{FF2B5EF4-FFF2-40B4-BE49-F238E27FC236}">
                <a16:creationId xmlns:a16="http://schemas.microsoft.com/office/drawing/2014/main" id="{965A51B5-29A4-F911-CF9E-8707FCAE7E2C}"/>
              </a:ext>
            </a:extLst>
          </p:cNvPr>
          <p:cNvSpPr/>
          <p:nvPr/>
        </p:nvSpPr>
        <p:spPr>
          <a:xfrm>
            <a:off x="8478166" y="3593440"/>
            <a:ext cx="491011" cy="501683"/>
          </a:xfrm>
          <a:custGeom>
            <a:avLst/>
            <a:gdLst/>
            <a:ahLst/>
            <a:cxnLst/>
            <a:rect l="l" t="t" r="r" b="b"/>
            <a:pathLst>
              <a:path w="11595" h="11847" extrusionOk="0">
                <a:moveTo>
                  <a:pt x="5672" y="757"/>
                </a:moveTo>
                <a:cubicBezTo>
                  <a:pt x="6144" y="757"/>
                  <a:pt x="6680" y="1544"/>
                  <a:pt x="7026" y="2710"/>
                </a:cubicBezTo>
                <a:cubicBezTo>
                  <a:pt x="6585" y="2867"/>
                  <a:pt x="6176" y="3025"/>
                  <a:pt x="5672" y="3214"/>
                </a:cubicBezTo>
                <a:cubicBezTo>
                  <a:pt x="5262" y="3025"/>
                  <a:pt x="4789" y="2836"/>
                  <a:pt x="4348" y="2710"/>
                </a:cubicBezTo>
                <a:cubicBezTo>
                  <a:pt x="4695" y="1481"/>
                  <a:pt x="5199" y="757"/>
                  <a:pt x="5672" y="757"/>
                </a:cubicBezTo>
                <a:close/>
                <a:moveTo>
                  <a:pt x="4191" y="3372"/>
                </a:moveTo>
                <a:cubicBezTo>
                  <a:pt x="4411" y="3466"/>
                  <a:pt x="4632" y="3529"/>
                  <a:pt x="4852" y="3624"/>
                </a:cubicBezTo>
                <a:cubicBezTo>
                  <a:pt x="4159" y="3970"/>
                  <a:pt x="4726" y="3655"/>
                  <a:pt x="4065" y="4096"/>
                </a:cubicBezTo>
                <a:lnTo>
                  <a:pt x="4191" y="3372"/>
                </a:lnTo>
                <a:close/>
                <a:moveTo>
                  <a:pt x="7184" y="3372"/>
                </a:moveTo>
                <a:lnTo>
                  <a:pt x="7310" y="4096"/>
                </a:lnTo>
                <a:cubicBezTo>
                  <a:pt x="6585" y="3655"/>
                  <a:pt x="7184" y="4002"/>
                  <a:pt x="6522" y="3624"/>
                </a:cubicBezTo>
                <a:cubicBezTo>
                  <a:pt x="6743" y="3529"/>
                  <a:pt x="6995" y="3466"/>
                  <a:pt x="7184" y="3372"/>
                </a:cubicBezTo>
                <a:close/>
                <a:moveTo>
                  <a:pt x="9191" y="3001"/>
                </a:moveTo>
                <a:cubicBezTo>
                  <a:pt x="9631" y="3001"/>
                  <a:pt x="10026" y="3084"/>
                  <a:pt x="10177" y="3340"/>
                </a:cubicBezTo>
                <a:cubicBezTo>
                  <a:pt x="10208" y="3435"/>
                  <a:pt x="10240" y="3529"/>
                  <a:pt x="10208" y="3655"/>
                </a:cubicBezTo>
                <a:cubicBezTo>
                  <a:pt x="9925" y="3687"/>
                  <a:pt x="9673" y="3907"/>
                  <a:pt x="9515" y="4159"/>
                </a:cubicBezTo>
                <a:cubicBezTo>
                  <a:pt x="9358" y="4474"/>
                  <a:pt x="9295" y="4852"/>
                  <a:pt x="9452" y="5104"/>
                </a:cubicBezTo>
                <a:cubicBezTo>
                  <a:pt x="9358" y="5230"/>
                  <a:pt x="9263" y="5356"/>
                  <a:pt x="9137" y="5482"/>
                </a:cubicBezTo>
                <a:cubicBezTo>
                  <a:pt x="8791" y="5167"/>
                  <a:pt x="8444" y="4884"/>
                  <a:pt x="8034" y="4600"/>
                </a:cubicBezTo>
                <a:cubicBezTo>
                  <a:pt x="8003" y="4128"/>
                  <a:pt x="7940" y="3655"/>
                  <a:pt x="7845" y="3183"/>
                </a:cubicBezTo>
                <a:cubicBezTo>
                  <a:pt x="8174" y="3100"/>
                  <a:pt x="8710" y="3001"/>
                  <a:pt x="9191" y="3001"/>
                </a:cubicBezTo>
                <a:close/>
                <a:moveTo>
                  <a:pt x="2994" y="3119"/>
                </a:moveTo>
                <a:cubicBezTo>
                  <a:pt x="3151" y="3151"/>
                  <a:pt x="3309" y="3151"/>
                  <a:pt x="3466" y="3214"/>
                </a:cubicBezTo>
                <a:cubicBezTo>
                  <a:pt x="3403" y="3655"/>
                  <a:pt x="3309" y="4128"/>
                  <a:pt x="3277" y="4632"/>
                </a:cubicBezTo>
                <a:cubicBezTo>
                  <a:pt x="2899" y="4915"/>
                  <a:pt x="2490" y="5230"/>
                  <a:pt x="2174" y="5514"/>
                </a:cubicBezTo>
                <a:cubicBezTo>
                  <a:pt x="1733" y="5010"/>
                  <a:pt x="851" y="3939"/>
                  <a:pt x="1166" y="3340"/>
                </a:cubicBezTo>
                <a:cubicBezTo>
                  <a:pt x="1198" y="3277"/>
                  <a:pt x="1261" y="3183"/>
                  <a:pt x="1387" y="3151"/>
                </a:cubicBezTo>
                <a:cubicBezTo>
                  <a:pt x="1576" y="3372"/>
                  <a:pt x="1859" y="3529"/>
                  <a:pt x="2174" y="3529"/>
                </a:cubicBezTo>
                <a:cubicBezTo>
                  <a:pt x="2521" y="3529"/>
                  <a:pt x="2836" y="3372"/>
                  <a:pt x="2994" y="3119"/>
                </a:cubicBezTo>
                <a:close/>
                <a:moveTo>
                  <a:pt x="3277" y="5482"/>
                </a:moveTo>
                <a:lnTo>
                  <a:pt x="3277" y="5482"/>
                </a:lnTo>
                <a:cubicBezTo>
                  <a:pt x="3246" y="6144"/>
                  <a:pt x="3246" y="5986"/>
                  <a:pt x="3277" y="6428"/>
                </a:cubicBezTo>
                <a:cubicBezTo>
                  <a:pt x="3088" y="6270"/>
                  <a:pt x="2899" y="6112"/>
                  <a:pt x="2742" y="5955"/>
                </a:cubicBezTo>
                <a:cubicBezTo>
                  <a:pt x="2899" y="5797"/>
                  <a:pt x="3088" y="5640"/>
                  <a:pt x="3277" y="5482"/>
                </a:cubicBezTo>
                <a:close/>
                <a:moveTo>
                  <a:pt x="8097" y="5514"/>
                </a:moveTo>
                <a:cubicBezTo>
                  <a:pt x="8286" y="5671"/>
                  <a:pt x="8475" y="5829"/>
                  <a:pt x="8633" y="5986"/>
                </a:cubicBezTo>
                <a:cubicBezTo>
                  <a:pt x="8475" y="6144"/>
                  <a:pt x="8286" y="6301"/>
                  <a:pt x="8097" y="6459"/>
                </a:cubicBezTo>
                <a:lnTo>
                  <a:pt x="8097" y="5514"/>
                </a:lnTo>
                <a:close/>
                <a:moveTo>
                  <a:pt x="5703" y="4002"/>
                </a:moveTo>
                <a:cubicBezTo>
                  <a:pt x="6333" y="4317"/>
                  <a:pt x="6743" y="4569"/>
                  <a:pt x="7373" y="5010"/>
                </a:cubicBezTo>
                <a:cubicBezTo>
                  <a:pt x="7436" y="5671"/>
                  <a:pt x="7436" y="6238"/>
                  <a:pt x="7373" y="6963"/>
                </a:cubicBezTo>
                <a:cubicBezTo>
                  <a:pt x="6837" y="7310"/>
                  <a:pt x="6333" y="7625"/>
                  <a:pt x="5703" y="7940"/>
                </a:cubicBezTo>
                <a:cubicBezTo>
                  <a:pt x="5073" y="7625"/>
                  <a:pt x="4537" y="7373"/>
                  <a:pt x="4002" y="6963"/>
                </a:cubicBezTo>
                <a:cubicBezTo>
                  <a:pt x="3907" y="6270"/>
                  <a:pt x="3907" y="5671"/>
                  <a:pt x="4002" y="5010"/>
                </a:cubicBezTo>
                <a:cubicBezTo>
                  <a:pt x="4600" y="4600"/>
                  <a:pt x="5041" y="4317"/>
                  <a:pt x="5703" y="4002"/>
                </a:cubicBezTo>
                <a:close/>
                <a:moveTo>
                  <a:pt x="4065" y="7845"/>
                </a:moveTo>
                <a:cubicBezTo>
                  <a:pt x="4506" y="8097"/>
                  <a:pt x="4254" y="8003"/>
                  <a:pt x="4852" y="8318"/>
                </a:cubicBezTo>
                <a:cubicBezTo>
                  <a:pt x="4632" y="8381"/>
                  <a:pt x="4380" y="8507"/>
                  <a:pt x="4191" y="8538"/>
                </a:cubicBezTo>
                <a:lnTo>
                  <a:pt x="4065" y="7845"/>
                </a:lnTo>
                <a:close/>
                <a:moveTo>
                  <a:pt x="7278" y="7845"/>
                </a:moveTo>
                <a:cubicBezTo>
                  <a:pt x="7247" y="8066"/>
                  <a:pt x="7215" y="8318"/>
                  <a:pt x="7152" y="8538"/>
                </a:cubicBezTo>
                <a:cubicBezTo>
                  <a:pt x="6900" y="8475"/>
                  <a:pt x="6711" y="8381"/>
                  <a:pt x="6491" y="8318"/>
                </a:cubicBezTo>
                <a:cubicBezTo>
                  <a:pt x="6837" y="8097"/>
                  <a:pt x="6869" y="8097"/>
                  <a:pt x="7278" y="7845"/>
                </a:cubicBezTo>
                <a:close/>
                <a:moveTo>
                  <a:pt x="2237" y="6459"/>
                </a:moveTo>
                <a:cubicBezTo>
                  <a:pt x="2584" y="6774"/>
                  <a:pt x="2931" y="7058"/>
                  <a:pt x="3340" y="7310"/>
                </a:cubicBezTo>
                <a:cubicBezTo>
                  <a:pt x="3372" y="7845"/>
                  <a:pt x="3435" y="8255"/>
                  <a:pt x="3529" y="8727"/>
                </a:cubicBezTo>
                <a:cubicBezTo>
                  <a:pt x="3008" y="8861"/>
                  <a:pt x="2544" y="8927"/>
                  <a:pt x="2165" y="8927"/>
                </a:cubicBezTo>
                <a:cubicBezTo>
                  <a:pt x="1650" y="8927"/>
                  <a:pt x="1293" y="8806"/>
                  <a:pt x="1166" y="8570"/>
                </a:cubicBezTo>
                <a:cubicBezTo>
                  <a:pt x="851" y="8003"/>
                  <a:pt x="1733" y="6932"/>
                  <a:pt x="2237" y="6459"/>
                </a:cubicBezTo>
                <a:close/>
                <a:moveTo>
                  <a:pt x="9137" y="6459"/>
                </a:moveTo>
                <a:cubicBezTo>
                  <a:pt x="9610" y="6932"/>
                  <a:pt x="10523" y="8003"/>
                  <a:pt x="10177" y="8570"/>
                </a:cubicBezTo>
                <a:cubicBezTo>
                  <a:pt x="10032" y="8806"/>
                  <a:pt x="9678" y="8927"/>
                  <a:pt x="9169" y="8927"/>
                </a:cubicBezTo>
                <a:cubicBezTo>
                  <a:pt x="8794" y="8927"/>
                  <a:pt x="8335" y="8861"/>
                  <a:pt x="7814" y="8727"/>
                </a:cubicBezTo>
                <a:cubicBezTo>
                  <a:pt x="7940" y="8318"/>
                  <a:pt x="8003" y="7845"/>
                  <a:pt x="8034" y="7310"/>
                </a:cubicBezTo>
                <a:cubicBezTo>
                  <a:pt x="8444" y="7058"/>
                  <a:pt x="8822" y="6743"/>
                  <a:pt x="9137" y="6459"/>
                </a:cubicBezTo>
                <a:close/>
                <a:moveTo>
                  <a:pt x="5640" y="8696"/>
                </a:moveTo>
                <a:cubicBezTo>
                  <a:pt x="6081" y="8885"/>
                  <a:pt x="6554" y="9074"/>
                  <a:pt x="6995" y="9200"/>
                </a:cubicBezTo>
                <a:cubicBezTo>
                  <a:pt x="6680" y="10429"/>
                  <a:pt x="6176" y="11185"/>
                  <a:pt x="5672" y="11185"/>
                </a:cubicBezTo>
                <a:cubicBezTo>
                  <a:pt x="5609" y="11185"/>
                  <a:pt x="5482" y="11090"/>
                  <a:pt x="5356" y="11059"/>
                </a:cubicBezTo>
                <a:cubicBezTo>
                  <a:pt x="5482" y="10775"/>
                  <a:pt x="5451" y="10460"/>
                  <a:pt x="5293" y="10177"/>
                </a:cubicBezTo>
                <a:cubicBezTo>
                  <a:pt x="5136" y="9862"/>
                  <a:pt x="4821" y="9736"/>
                  <a:pt x="4474" y="9673"/>
                </a:cubicBezTo>
                <a:cubicBezTo>
                  <a:pt x="4411" y="9515"/>
                  <a:pt x="4348" y="9357"/>
                  <a:pt x="4317" y="9200"/>
                </a:cubicBezTo>
                <a:cubicBezTo>
                  <a:pt x="4726" y="9042"/>
                  <a:pt x="5167" y="8885"/>
                  <a:pt x="5640" y="8696"/>
                </a:cubicBezTo>
                <a:close/>
                <a:moveTo>
                  <a:pt x="5640" y="1"/>
                </a:moveTo>
                <a:cubicBezTo>
                  <a:pt x="4758" y="1"/>
                  <a:pt x="4065" y="1072"/>
                  <a:pt x="3655" y="2489"/>
                </a:cubicBezTo>
                <a:cubicBezTo>
                  <a:pt x="3498" y="2426"/>
                  <a:pt x="3340" y="2395"/>
                  <a:pt x="3214" y="2395"/>
                </a:cubicBezTo>
                <a:cubicBezTo>
                  <a:pt x="3183" y="1859"/>
                  <a:pt x="2742" y="1418"/>
                  <a:pt x="2174" y="1418"/>
                </a:cubicBezTo>
                <a:cubicBezTo>
                  <a:pt x="1607" y="1418"/>
                  <a:pt x="1166" y="1891"/>
                  <a:pt x="1166" y="2426"/>
                </a:cubicBezTo>
                <a:cubicBezTo>
                  <a:pt x="883" y="2552"/>
                  <a:pt x="694" y="2710"/>
                  <a:pt x="568" y="2962"/>
                </a:cubicBezTo>
                <a:cubicBezTo>
                  <a:pt x="32" y="3907"/>
                  <a:pt x="977" y="5104"/>
                  <a:pt x="1702" y="5892"/>
                </a:cubicBezTo>
                <a:cubicBezTo>
                  <a:pt x="946" y="6743"/>
                  <a:pt x="1" y="8003"/>
                  <a:pt x="568" y="8885"/>
                </a:cubicBezTo>
                <a:cubicBezTo>
                  <a:pt x="879" y="9433"/>
                  <a:pt x="1519" y="9600"/>
                  <a:pt x="2210" y="9600"/>
                </a:cubicBezTo>
                <a:cubicBezTo>
                  <a:pt x="2710" y="9600"/>
                  <a:pt x="3237" y="9513"/>
                  <a:pt x="3687" y="9420"/>
                </a:cubicBezTo>
                <a:cubicBezTo>
                  <a:pt x="3718" y="9578"/>
                  <a:pt x="3750" y="9673"/>
                  <a:pt x="3844" y="9830"/>
                </a:cubicBezTo>
                <a:cubicBezTo>
                  <a:pt x="3403" y="10145"/>
                  <a:pt x="3246" y="10744"/>
                  <a:pt x="3529" y="11216"/>
                </a:cubicBezTo>
                <a:cubicBezTo>
                  <a:pt x="3718" y="11531"/>
                  <a:pt x="4065" y="11720"/>
                  <a:pt x="4411" y="11720"/>
                </a:cubicBezTo>
                <a:cubicBezTo>
                  <a:pt x="4600" y="11720"/>
                  <a:pt x="4789" y="11689"/>
                  <a:pt x="4947" y="11563"/>
                </a:cubicBezTo>
                <a:cubicBezTo>
                  <a:pt x="5167" y="11720"/>
                  <a:pt x="5419" y="11846"/>
                  <a:pt x="5703" y="11846"/>
                </a:cubicBezTo>
                <a:cubicBezTo>
                  <a:pt x="6585" y="11846"/>
                  <a:pt x="7278" y="10775"/>
                  <a:pt x="7688" y="9357"/>
                </a:cubicBezTo>
                <a:cubicBezTo>
                  <a:pt x="8143" y="9478"/>
                  <a:pt x="8678" y="9576"/>
                  <a:pt x="9184" y="9576"/>
                </a:cubicBezTo>
                <a:cubicBezTo>
                  <a:pt x="9868" y="9576"/>
                  <a:pt x="10499" y="9397"/>
                  <a:pt x="10807" y="8853"/>
                </a:cubicBezTo>
                <a:cubicBezTo>
                  <a:pt x="11374" y="7908"/>
                  <a:pt x="10429" y="6680"/>
                  <a:pt x="9673" y="5892"/>
                </a:cubicBezTo>
                <a:cubicBezTo>
                  <a:pt x="9799" y="5797"/>
                  <a:pt x="9862" y="5671"/>
                  <a:pt x="9988" y="5545"/>
                </a:cubicBezTo>
                <a:cubicBezTo>
                  <a:pt x="10145" y="5640"/>
                  <a:pt x="10271" y="5671"/>
                  <a:pt x="10429" y="5671"/>
                </a:cubicBezTo>
                <a:cubicBezTo>
                  <a:pt x="10775" y="5671"/>
                  <a:pt x="11122" y="5482"/>
                  <a:pt x="11311" y="5167"/>
                </a:cubicBezTo>
                <a:cubicBezTo>
                  <a:pt x="11594" y="4632"/>
                  <a:pt x="11437" y="4002"/>
                  <a:pt x="10933" y="3750"/>
                </a:cubicBezTo>
                <a:cubicBezTo>
                  <a:pt x="10964" y="3466"/>
                  <a:pt x="10901" y="3183"/>
                  <a:pt x="10775" y="2962"/>
                </a:cubicBezTo>
                <a:cubicBezTo>
                  <a:pt x="10457" y="2432"/>
                  <a:pt x="9842" y="2259"/>
                  <a:pt x="9179" y="2259"/>
                </a:cubicBezTo>
                <a:cubicBezTo>
                  <a:pt x="8661" y="2259"/>
                  <a:pt x="8113" y="2365"/>
                  <a:pt x="7656" y="2489"/>
                </a:cubicBezTo>
                <a:cubicBezTo>
                  <a:pt x="7278" y="1072"/>
                  <a:pt x="6585" y="1"/>
                  <a:pt x="56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34" name="Google Shape;5504;p57">
            <a:extLst>
              <a:ext uri="{FF2B5EF4-FFF2-40B4-BE49-F238E27FC236}">
                <a16:creationId xmlns:a16="http://schemas.microsoft.com/office/drawing/2014/main" id="{E0E9AF16-079D-20FF-1373-1FF636327055}"/>
              </a:ext>
            </a:extLst>
          </p:cNvPr>
          <p:cNvSpPr/>
          <p:nvPr/>
        </p:nvSpPr>
        <p:spPr>
          <a:xfrm>
            <a:off x="8665636" y="4333829"/>
            <a:ext cx="117428" cy="58353"/>
          </a:xfrm>
          <a:custGeom>
            <a:avLst/>
            <a:gdLst/>
            <a:ahLst/>
            <a:cxnLst/>
            <a:rect l="l" t="t" r="r" b="b"/>
            <a:pathLst>
              <a:path w="2773" h="1378" extrusionOk="0">
                <a:moveTo>
                  <a:pt x="1387" y="0"/>
                </a:moveTo>
                <a:cubicBezTo>
                  <a:pt x="788" y="0"/>
                  <a:pt x="284" y="347"/>
                  <a:pt x="95" y="914"/>
                </a:cubicBezTo>
                <a:cubicBezTo>
                  <a:pt x="0" y="1071"/>
                  <a:pt x="95" y="1260"/>
                  <a:pt x="284" y="1355"/>
                </a:cubicBezTo>
                <a:cubicBezTo>
                  <a:pt x="318" y="1366"/>
                  <a:pt x="352" y="1371"/>
                  <a:pt x="385" y="1371"/>
                </a:cubicBezTo>
                <a:cubicBezTo>
                  <a:pt x="537" y="1371"/>
                  <a:pt x="673" y="1263"/>
                  <a:pt x="725" y="1134"/>
                </a:cubicBezTo>
                <a:cubicBezTo>
                  <a:pt x="788" y="882"/>
                  <a:pt x="1072" y="662"/>
                  <a:pt x="1387" y="662"/>
                </a:cubicBezTo>
                <a:cubicBezTo>
                  <a:pt x="1702" y="662"/>
                  <a:pt x="1922" y="882"/>
                  <a:pt x="2048" y="1134"/>
                </a:cubicBezTo>
                <a:cubicBezTo>
                  <a:pt x="2120" y="1301"/>
                  <a:pt x="2246" y="1378"/>
                  <a:pt x="2371" y="1378"/>
                </a:cubicBezTo>
                <a:cubicBezTo>
                  <a:pt x="2411" y="1378"/>
                  <a:pt x="2451" y="1370"/>
                  <a:pt x="2489" y="1355"/>
                </a:cubicBezTo>
                <a:cubicBezTo>
                  <a:pt x="2678" y="1260"/>
                  <a:pt x="2773" y="1071"/>
                  <a:pt x="2678" y="914"/>
                </a:cubicBezTo>
                <a:cubicBezTo>
                  <a:pt x="2489" y="347"/>
                  <a:pt x="1985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35" name="Google Shape;5505;p57">
            <a:extLst>
              <a:ext uri="{FF2B5EF4-FFF2-40B4-BE49-F238E27FC236}">
                <a16:creationId xmlns:a16="http://schemas.microsoft.com/office/drawing/2014/main" id="{B4C0748C-EBA6-BCE7-9E6C-037AD311F028}"/>
              </a:ext>
            </a:extLst>
          </p:cNvPr>
          <p:cNvSpPr/>
          <p:nvPr/>
        </p:nvSpPr>
        <p:spPr>
          <a:xfrm>
            <a:off x="8489514" y="4275094"/>
            <a:ext cx="468314" cy="500370"/>
          </a:xfrm>
          <a:custGeom>
            <a:avLst/>
            <a:gdLst/>
            <a:ahLst/>
            <a:cxnLst/>
            <a:rect l="l" t="t" r="r" b="b"/>
            <a:pathLst>
              <a:path w="11059" h="11816" extrusionOk="0">
                <a:moveTo>
                  <a:pt x="5546" y="694"/>
                </a:moveTo>
                <a:cubicBezTo>
                  <a:pt x="6743" y="694"/>
                  <a:pt x="7625" y="1608"/>
                  <a:pt x="7625" y="2773"/>
                </a:cubicBezTo>
                <a:lnTo>
                  <a:pt x="7625" y="3120"/>
                </a:lnTo>
                <a:cubicBezTo>
                  <a:pt x="7625" y="3309"/>
                  <a:pt x="7467" y="3466"/>
                  <a:pt x="7278" y="3466"/>
                </a:cubicBezTo>
                <a:lnTo>
                  <a:pt x="5892" y="3466"/>
                </a:lnTo>
                <a:lnTo>
                  <a:pt x="5892" y="3120"/>
                </a:lnTo>
                <a:cubicBezTo>
                  <a:pt x="5892" y="2931"/>
                  <a:pt x="5735" y="2773"/>
                  <a:pt x="5546" y="2773"/>
                </a:cubicBezTo>
                <a:cubicBezTo>
                  <a:pt x="5357" y="2773"/>
                  <a:pt x="5199" y="2931"/>
                  <a:pt x="5199" y="3120"/>
                </a:cubicBezTo>
                <a:lnTo>
                  <a:pt x="5199" y="3466"/>
                </a:lnTo>
                <a:lnTo>
                  <a:pt x="3813" y="3466"/>
                </a:lnTo>
                <a:cubicBezTo>
                  <a:pt x="3624" y="3466"/>
                  <a:pt x="3466" y="3309"/>
                  <a:pt x="3466" y="3120"/>
                </a:cubicBezTo>
                <a:lnTo>
                  <a:pt x="3466" y="2773"/>
                </a:lnTo>
                <a:cubicBezTo>
                  <a:pt x="3466" y="1639"/>
                  <a:pt x="4411" y="694"/>
                  <a:pt x="5546" y="694"/>
                </a:cubicBezTo>
                <a:close/>
                <a:moveTo>
                  <a:pt x="7940" y="4821"/>
                </a:moveTo>
                <a:cubicBezTo>
                  <a:pt x="8160" y="4821"/>
                  <a:pt x="8318" y="4979"/>
                  <a:pt x="8318" y="5168"/>
                </a:cubicBezTo>
                <a:cubicBezTo>
                  <a:pt x="8318" y="5357"/>
                  <a:pt x="8160" y="5514"/>
                  <a:pt x="7940" y="5514"/>
                </a:cubicBezTo>
                <a:lnTo>
                  <a:pt x="3088" y="5514"/>
                </a:lnTo>
                <a:cubicBezTo>
                  <a:pt x="2899" y="5514"/>
                  <a:pt x="2742" y="5357"/>
                  <a:pt x="2742" y="5168"/>
                </a:cubicBezTo>
                <a:cubicBezTo>
                  <a:pt x="2742" y="4979"/>
                  <a:pt x="2899" y="4821"/>
                  <a:pt x="3088" y="4821"/>
                </a:cubicBezTo>
                <a:close/>
                <a:moveTo>
                  <a:pt x="4128" y="6932"/>
                </a:moveTo>
                <a:cubicBezTo>
                  <a:pt x="4317" y="6932"/>
                  <a:pt x="4474" y="7089"/>
                  <a:pt x="4474" y="7310"/>
                </a:cubicBezTo>
                <a:cubicBezTo>
                  <a:pt x="4474" y="7499"/>
                  <a:pt x="4317" y="7656"/>
                  <a:pt x="4128" y="7656"/>
                </a:cubicBezTo>
                <a:lnTo>
                  <a:pt x="3088" y="7656"/>
                </a:lnTo>
                <a:cubicBezTo>
                  <a:pt x="2899" y="7656"/>
                  <a:pt x="2742" y="7499"/>
                  <a:pt x="2742" y="7310"/>
                </a:cubicBezTo>
                <a:cubicBezTo>
                  <a:pt x="2742" y="7089"/>
                  <a:pt x="2899" y="6932"/>
                  <a:pt x="3088" y="6932"/>
                </a:cubicBezTo>
                <a:close/>
                <a:moveTo>
                  <a:pt x="7940" y="6932"/>
                </a:moveTo>
                <a:cubicBezTo>
                  <a:pt x="8160" y="6932"/>
                  <a:pt x="8318" y="7089"/>
                  <a:pt x="8318" y="7310"/>
                </a:cubicBezTo>
                <a:cubicBezTo>
                  <a:pt x="8286" y="7499"/>
                  <a:pt x="8160" y="7656"/>
                  <a:pt x="7940" y="7656"/>
                </a:cubicBezTo>
                <a:lnTo>
                  <a:pt x="6932" y="7656"/>
                </a:lnTo>
                <a:cubicBezTo>
                  <a:pt x="6743" y="7656"/>
                  <a:pt x="6585" y="7499"/>
                  <a:pt x="6585" y="7310"/>
                </a:cubicBezTo>
                <a:cubicBezTo>
                  <a:pt x="6585" y="7089"/>
                  <a:pt x="6743" y="6932"/>
                  <a:pt x="6932" y="6932"/>
                </a:cubicBezTo>
                <a:close/>
                <a:moveTo>
                  <a:pt x="3781" y="8318"/>
                </a:moveTo>
                <a:cubicBezTo>
                  <a:pt x="4002" y="8350"/>
                  <a:pt x="4128" y="8507"/>
                  <a:pt x="4128" y="8665"/>
                </a:cubicBezTo>
                <a:cubicBezTo>
                  <a:pt x="4128" y="8885"/>
                  <a:pt x="3970" y="9043"/>
                  <a:pt x="3781" y="9043"/>
                </a:cubicBezTo>
                <a:lnTo>
                  <a:pt x="3057" y="9043"/>
                </a:lnTo>
                <a:cubicBezTo>
                  <a:pt x="2868" y="9043"/>
                  <a:pt x="2710" y="8885"/>
                  <a:pt x="2710" y="8665"/>
                </a:cubicBezTo>
                <a:cubicBezTo>
                  <a:pt x="2710" y="8476"/>
                  <a:pt x="2868" y="8318"/>
                  <a:pt x="3057" y="8318"/>
                </a:cubicBezTo>
                <a:close/>
                <a:moveTo>
                  <a:pt x="7940" y="8318"/>
                </a:moveTo>
                <a:cubicBezTo>
                  <a:pt x="8160" y="8350"/>
                  <a:pt x="8286" y="8507"/>
                  <a:pt x="8286" y="8665"/>
                </a:cubicBezTo>
                <a:cubicBezTo>
                  <a:pt x="8286" y="8885"/>
                  <a:pt x="8129" y="9043"/>
                  <a:pt x="7940" y="9043"/>
                </a:cubicBezTo>
                <a:lnTo>
                  <a:pt x="7247" y="9043"/>
                </a:lnTo>
                <a:cubicBezTo>
                  <a:pt x="7026" y="9043"/>
                  <a:pt x="6869" y="8885"/>
                  <a:pt x="6869" y="8665"/>
                </a:cubicBezTo>
                <a:cubicBezTo>
                  <a:pt x="6869" y="8476"/>
                  <a:pt x="7026" y="8318"/>
                  <a:pt x="7247" y="8318"/>
                </a:cubicBezTo>
                <a:close/>
                <a:moveTo>
                  <a:pt x="2868" y="2049"/>
                </a:moveTo>
                <a:lnTo>
                  <a:pt x="2868" y="2049"/>
                </a:lnTo>
                <a:cubicBezTo>
                  <a:pt x="2805" y="2332"/>
                  <a:pt x="2805" y="2521"/>
                  <a:pt x="2805" y="2805"/>
                </a:cubicBezTo>
                <a:cubicBezTo>
                  <a:pt x="2395" y="2962"/>
                  <a:pt x="2080" y="3309"/>
                  <a:pt x="2080" y="3781"/>
                </a:cubicBezTo>
                <a:lnTo>
                  <a:pt x="2080" y="8665"/>
                </a:lnTo>
                <a:cubicBezTo>
                  <a:pt x="2080" y="9263"/>
                  <a:pt x="2553" y="9704"/>
                  <a:pt x="3088" y="9704"/>
                </a:cubicBezTo>
                <a:lnTo>
                  <a:pt x="5199" y="9704"/>
                </a:lnTo>
                <a:lnTo>
                  <a:pt x="5199" y="7247"/>
                </a:lnTo>
                <a:cubicBezTo>
                  <a:pt x="5199" y="7058"/>
                  <a:pt x="5357" y="6900"/>
                  <a:pt x="5546" y="6900"/>
                </a:cubicBezTo>
                <a:cubicBezTo>
                  <a:pt x="5735" y="6900"/>
                  <a:pt x="5892" y="7058"/>
                  <a:pt x="5892" y="7247"/>
                </a:cubicBezTo>
                <a:lnTo>
                  <a:pt x="5892" y="9704"/>
                </a:lnTo>
                <a:lnTo>
                  <a:pt x="8003" y="9704"/>
                </a:lnTo>
                <a:cubicBezTo>
                  <a:pt x="8570" y="9704"/>
                  <a:pt x="9011" y="9232"/>
                  <a:pt x="9011" y="8665"/>
                </a:cubicBezTo>
                <a:lnTo>
                  <a:pt x="9011" y="3844"/>
                </a:lnTo>
                <a:cubicBezTo>
                  <a:pt x="9011" y="3372"/>
                  <a:pt x="8728" y="2994"/>
                  <a:pt x="8318" y="2836"/>
                </a:cubicBezTo>
                <a:cubicBezTo>
                  <a:pt x="8318" y="2584"/>
                  <a:pt x="8318" y="2364"/>
                  <a:pt x="8223" y="2112"/>
                </a:cubicBezTo>
                <a:lnTo>
                  <a:pt x="8223" y="2112"/>
                </a:lnTo>
                <a:cubicBezTo>
                  <a:pt x="9043" y="2269"/>
                  <a:pt x="9736" y="2962"/>
                  <a:pt x="9736" y="3844"/>
                </a:cubicBezTo>
                <a:lnTo>
                  <a:pt x="9736" y="8696"/>
                </a:lnTo>
                <a:cubicBezTo>
                  <a:pt x="9736" y="9641"/>
                  <a:pt x="8948" y="10429"/>
                  <a:pt x="8003" y="10429"/>
                </a:cubicBezTo>
                <a:lnTo>
                  <a:pt x="3151" y="10429"/>
                </a:lnTo>
                <a:cubicBezTo>
                  <a:pt x="2206" y="10429"/>
                  <a:pt x="1418" y="9641"/>
                  <a:pt x="1418" y="8696"/>
                </a:cubicBezTo>
                <a:lnTo>
                  <a:pt x="1418" y="3781"/>
                </a:lnTo>
                <a:lnTo>
                  <a:pt x="1355" y="3781"/>
                </a:lnTo>
                <a:cubicBezTo>
                  <a:pt x="1355" y="2931"/>
                  <a:pt x="1985" y="2206"/>
                  <a:pt x="2868" y="2049"/>
                </a:cubicBezTo>
                <a:close/>
                <a:moveTo>
                  <a:pt x="3088" y="1"/>
                </a:moveTo>
                <a:cubicBezTo>
                  <a:pt x="1355" y="1"/>
                  <a:pt x="1" y="1419"/>
                  <a:pt x="1" y="3120"/>
                </a:cubicBezTo>
                <a:lnTo>
                  <a:pt x="1" y="8728"/>
                </a:lnTo>
                <a:cubicBezTo>
                  <a:pt x="1" y="10397"/>
                  <a:pt x="1355" y="11815"/>
                  <a:pt x="3088" y="11815"/>
                </a:cubicBezTo>
                <a:lnTo>
                  <a:pt x="7940" y="11815"/>
                </a:lnTo>
                <a:cubicBezTo>
                  <a:pt x="9673" y="11815"/>
                  <a:pt x="11059" y="10397"/>
                  <a:pt x="11059" y="8728"/>
                </a:cubicBezTo>
                <a:lnTo>
                  <a:pt x="11059" y="3120"/>
                </a:lnTo>
                <a:cubicBezTo>
                  <a:pt x="11059" y="1387"/>
                  <a:pt x="9641" y="1"/>
                  <a:pt x="79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37" name="Google Shape;5507;p57">
            <a:extLst>
              <a:ext uri="{FF2B5EF4-FFF2-40B4-BE49-F238E27FC236}">
                <a16:creationId xmlns:a16="http://schemas.microsoft.com/office/drawing/2014/main" id="{39BE1B7C-21B9-3F2C-F56D-C81B0ECB52D1}"/>
              </a:ext>
            </a:extLst>
          </p:cNvPr>
          <p:cNvSpPr/>
          <p:nvPr/>
        </p:nvSpPr>
        <p:spPr>
          <a:xfrm>
            <a:off x="8646938" y="5123090"/>
            <a:ext cx="149442" cy="110780"/>
          </a:xfrm>
          <a:custGeom>
            <a:avLst/>
            <a:gdLst/>
            <a:ahLst/>
            <a:cxnLst/>
            <a:rect l="l" t="t" r="r" b="b"/>
            <a:pathLst>
              <a:path w="3529" h="2616" extrusionOk="0">
                <a:moveTo>
                  <a:pt x="725" y="1"/>
                </a:moveTo>
                <a:cubicBezTo>
                  <a:pt x="315" y="1"/>
                  <a:pt x="0" y="347"/>
                  <a:pt x="0" y="725"/>
                </a:cubicBezTo>
                <a:cubicBezTo>
                  <a:pt x="0" y="1356"/>
                  <a:pt x="1040" y="2049"/>
                  <a:pt x="1733" y="2616"/>
                </a:cubicBezTo>
                <a:cubicBezTo>
                  <a:pt x="2458" y="2017"/>
                  <a:pt x="3466" y="1356"/>
                  <a:pt x="3466" y="725"/>
                </a:cubicBezTo>
                <a:cubicBezTo>
                  <a:pt x="3529" y="410"/>
                  <a:pt x="3277" y="1"/>
                  <a:pt x="2804" y="1"/>
                </a:cubicBezTo>
                <a:cubicBezTo>
                  <a:pt x="2300" y="1"/>
                  <a:pt x="2111" y="599"/>
                  <a:pt x="2111" y="599"/>
                </a:cubicBezTo>
                <a:cubicBezTo>
                  <a:pt x="2063" y="745"/>
                  <a:pt x="1906" y="824"/>
                  <a:pt x="1753" y="824"/>
                </a:cubicBezTo>
                <a:cubicBezTo>
                  <a:pt x="1607" y="824"/>
                  <a:pt x="1464" y="753"/>
                  <a:pt x="1418" y="599"/>
                </a:cubicBezTo>
                <a:cubicBezTo>
                  <a:pt x="1418" y="568"/>
                  <a:pt x="1229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38" name="Google Shape;5508;p57">
            <a:extLst>
              <a:ext uri="{FF2B5EF4-FFF2-40B4-BE49-F238E27FC236}">
                <a16:creationId xmlns:a16="http://schemas.microsoft.com/office/drawing/2014/main" id="{8BE8C819-8B2D-1056-E19B-6873817CD96B}"/>
              </a:ext>
            </a:extLst>
          </p:cNvPr>
          <p:cNvSpPr/>
          <p:nvPr/>
        </p:nvSpPr>
        <p:spPr>
          <a:xfrm>
            <a:off x="8474840" y="4917665"/>
            <a:ext cx="497660" cy="494992"/>
          </a:xfrm>
          <a:custGeom>
            <a:avLst/>
            <a:gdLst/>
            <a:ahLst/>
            <a:cxnLst/>
            <a:rect l="l" t="t" r="r" b="b"/>
            <a:pathLst>
              <a:path w="11752" h="11689" extrusionOk="0">
                <a:moveTo>
                  <a:pt x="6837" y="4159"/>
                </a:moveTo>
                <a:cubicBezTo>
                  <a:pt x="7624" y="4159"/>
                  <a:pt x="8223" y="4789"/>
                  <a:pt x="8223" y="5576"/>
                </a:cubicBezTo>
                <a:cubicBezTo>
                  <a:pt x="8254" y="6616"/>
                  <a:pt x="7309" y="7183"/>
                  <a:pt x="6049" y="8223"/>
                </a:cubicBezTo>
                <a:cubicBezTo>
                  <a:pt x="5986" y="8286"/>
                  <a:pt x="5907" y="8317"/>
                  <a:pt x="5829" y="8317"/>
                </a:cubicBezTo>
                <a:cubicBezTo>
                  <a:pt x="5750" y="8317"/>
                  <a:pt x="5671" y="8286"/>
                  <a:pt x="5608" y="8223"/>
                </a:cubicBezTo>
                <a:cubicBezTo>
                  <a:pt x="4348" y="7183"/>
                  <a:pt x="3403" y="6585"/>
                  <a:pt x="3403" y="5576"/>
                </a:cubicBezTo>
                <a:cubicBezTo>
                  <a:pt x="3403" y="4789"/>
                  <a:pt x="4033" y="4159"/>
                  <a:pt x="4789" y="4159"/>
                </a:cubicBezTo>
                <a:cubicBezTo>
                  <a:pt x="5293" y="4159"/>
                  <a:pt x="5608" y="4411"/>
                  <a:pt x="5797" y="4663"/>
                </a:cubicBezTo>
                <a:cubicBezTo>
                  <a:pt x="6018" y="4411"/>
                  <a:pt x="6364" y="4159"/>
                  <a:pt x="6837" y="4159"/>
                </a:cubicBezTo>
                <a:close/>
                <a:moveTo>
                  <a:pt x="4474" y="0"/>
                </a:moveTo>
                <a:cubicBezTo>
                  <a:pt x="3875" y="0"/>
                  <a:pt x="3466" y="473"/>
                  <a:pt x="3466" y="1008"/>
                </a:cubicBezTo>
                <a:lnTo>
                  <a:pt x="3466" y="3466"/>
                </a:lnTo>
                <a:lnTo>
                  <a:pt x="1008" y="3466"/>
                </a:lnTo>
                <a:cubicBezTo>
                  <a:pt x="410" y="3466"/>
                  <a:pt x="0" y="3938"/>
                  <a:pt x="0" y="4474"/>
                </a:cubicBezTo>
                <a:lnTo>
                  <a:pt x="0" y="7246"/>
                </a:lnTo>
                <a:cubicBezTo>
                  <a:pt x="0" y="7813"/>
                  <a:pt x="473" y="8254"/>
                  <a:pt x="1008" y="8254"/>
                </a:cubicBezTo>
                <a:lnTo>
                  <a:pt x="3466" y="8254"/>
                </a:lnTo>
                <a:lnTo>
                  <a:pt x="3466" y="10649"/>
                </a:lnTo>
                <a:cubicBezTo>
                  <a:pt x="3466" y="11247"/>
                  <a:pt x="3938" y="11688"/>
                  <a:pt x="4474" y="11688"/>
                </a:cubicBezTo>
                <a:lnTo>
                  <a:pt x="7246" y="11688"/>
                </a:lnTo>
                <a:cubicBezTo>
                  <a:pt x="7813" y="11688"/>
                  <a:pt x="8254" y="11216"/>
                  <a:pt x="8254" y="10649"/>
                </a:cubicBezTo>
                <a:lnTo>
                  <a:pt x="8254" y="8254"/>
                </a:lnTo>
                <a:lnTo>
                  <a:pt x="10680" y="8254"/>
                </a:lnTo>
                <a:cubicBezTo>
                  <a:pt x="11279" y="8254"/>
                  <a:pt x="11720" y="7782"/>
                  <a:pt x="11720" y="7246"/>
                </a:cubicBezTo>
                <a:lnTo>
                  <a:pt x="11720" y="4474"/>
                </a:lnTo>
                <a:cubicBezTo>
                  <a:pt x="11751" y="3938"/>
                  <a:pt x="11279" y="3466"/>
                  <a:pt x="10680" y="3466"/>
                </a:cubicBezTo>
                <a:lnTo>
                  <a:pt x="8254" y="3466"/>
                </a:lnTo>
                <a:lnTo>
                  <a:pt x="8254" y="1008"/>
                </a:lnTo>
                <a:cubicBezTo>
                  <a:pt x="8254" y="410"/>
                  <a:pt x="7782" y="0"/>
                  <a:pt x="72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40" name="Google Shape;5510;p57">
            <a:extLst>
              <a:ext uri="{FF2B5EF4-FFF2-40B4-BE49-F238E27FC236}">
                <a16:creationId xmlns:a16="http://schemas.microsoft.com/office/drawing/2014/main" id="{9D0A7AB3-E74D-3ED2-A8F3-658310FA768A}"/>
              </a:ext>
            </a:extLst>
          </p:cNvPr>
          <p:cNvSpPr/>
          <p:nvPr/>
        </p:nvSpPr>
        <p:spPr>
          <a:xfrm>
            <a:off x="11276217" y="4275453"/>
            <a:ext cx="237482" cy="499692"/>
          </a:xfrm>
          <a:custGeom>
            <a:avLst/>
            <a:gdLst/>
            <a:ahLst/>
            <a:cxnLst/>
            <a:rect l="l" t="t" r="r" b="b"/>
            <a:pathLst>
              <a:path w="5608" h="11800" extrusionOk="0">
                <a:moveTo>
                  <a:pt x="1465" y="2908"/>
                </a:moveTo>
                <a:cubicBezTo>
                  <a:pt x="1552" y="2908"/>
                  <a:pt x="1638" y="2931"/>
                  <a:pt x="1701" y="2979"/>
                </a:cubicBezTo>
                <a:cubicBezTo>
                  <a:pt x="1827" y="3105"/>
                  <a:pt x="1827" y="3357"/>
                  <a:pt x="1701" y="3451"/>
                </a:cubicBezTo>
                <a:cubicBezTo>
                  <a:pt x="1292" y="3861"/>
                  <a:pt x="1292" y="4522"/>
                  <a:pt x="1701" y="4932"/>
                </a:cubicBezTo>
                <a:cubicBezTo>
                  <a:pt x="1827" y="5026"/>
                  <a:pt x="1827" y="5279"/>
                  <a:pt x="1701" y="5373"/>
                </a:cubicBezTo>
                <a:cubicBezTo>
                  <a:pt x="1632" y="5477"/>
                  <a:pt x="1544" y="5524"/>
                  <a:pt x="1452" y="5524"/>
                </a:cubicBezTo>
                <a:cubicBezTo>
                  <a:pt x="1377" y="5524"/>
                  <a:pt x="1300" y="5493"/>
                  <a:pt x="1229" y="5436"/>
                </a:cubicBezTo>
                <a:cubicBezTo>
                  <a:pt x="567" y="4774"/>
                  <a:pt x="567" y="3672"/>
                  <a:pt x="1229" y="2979"/>
                </a:cubicBezTo>
                <a:cubicBezTo>
                  <a:pt x="1292" y="2931"/>
                  <a:pt x="1378" y="2908"/>
                  <a:pt x="1465" y="2908"/>
                </a:cubicBezTo>
                <a:close/>
                <a:moveTo>
                  <a:pt x="2461" y="7313"/>
                </a:moveTo>
                <a:cubicBezTo>
                  <a:pt x="2532" y="7313"/>
                  <a:pt x="2605" y="7318"/>
                  <a:pt x="2678" y="7326"/>
                </a:cubicBezTo>
                <a:cubicBezTo>
                  <a:pt x="2867" y="7358"/>
                  <a:pt x="3025" y="7515"/>
                  <a:pt x="2993" y="7704"/>
                </a:cubicBezTo>
                <a:cubicBezTo>
                  <a:pt x="2962" y="7925"/>
                  <a:pt x="2804" y="8019"/>
                  <a:pt x="2615" y="8019"/>
                </a:cubicBezTo>
                <a:cubicBezTo>
                  <a:pt x="2579" y="8016"/>
                  <a:pt x="2543" y="8014"/>
                  <a:pt x="2507" y="8014"/>
                </a:cubicBezTo>
                <a:cubicBezTo>
                  <a:pt x="1947" y="8014"/>
                  <a:pt x="1418" y="8467"/>
                  <a:pt x="1418" y="9059"/>
                </a:cubicBezTo>
                <a:cubicBezTo>
                  <a:pt x="1418" y="9248"/>
                  <a:pt x="1260" y="9406"/>
                  <a:pt x="1071" y="9406"/>
                </a:cubicBezTo>
                <a:cubicBezTo>
                  <a:pt x="882" y="9406"/>
                  <a:pt x="725" y="9248"/>
                  <a:pt x="725" y="9059"/>
                </a:cubicBezTo>
                <a:cubicBezTo>
                  <a:pt x="725" y="8091"/>
                  <a:pt x="1490" y="7313"/>
                  <a:pt x="2461" y="7313"/>
                </a:cubicBezTo>
                <a:close/>
                <a:moveTo>
                  <a:pt x="1060" y="0"/>
                </a:moveTo>
                <a:cubicBezTo>
                  <a:pt x="689" y="0"/>
                  <a:pt x="327" y="130"/>
                  <a:pt x="0" y="364"/>
                </a:cubicBezTo>
                <a:lnTo>
                  <a:pt x="0" y="5247"/>
                </a:lnTo>
                <a:cubicBezTo>
                  <a:pt x="0" y="5814"/>
                  <a:pt x="473" y="6255"/>
                  <a:pt x="1040" y="6255"/>
                </a:cubicBezTo>
                <a:cubicBezTo>
                  <a:pt x="1229" y="6255"/>
                  <a:pt x="1386" y="6413"/>
                  <a:pt x="1386" y="6602"/>
                </a:cubicBezTo>
                <a:cubicBezTo>
                  <a:pt x="1386" y="6822"/>
                  <a:pt x="1229" y="6948"/>
                  <a:pt x="1040" y="6948"/>
                </a:cubicBezTo>
                <a:cubicBezTo>
                  <a:pt x="630" y="6948"/>
                  <a:pt x="284" y="6854"/>
                  <a:pt x="0" y="6602"/>
                </a:cubicBezTo>
                <a:lnTo>
                  <a:pt x="0" y="11453"/>
                </a:lnTo>
                <a:cubicBezTo>
                  <a:pt x="284" y="11705"/>
                  <a:pt x="630" y="11800"/>
                  <a:pt x="1040" y="11800"/>
                </a:cubicBezTo>
                <a:cubicBezTo>
                  <a:pt x="1733" y="11800"/>
                  <a:pt x="2363" y="11359"/>
                  <a:pt x="2647" y="10760"/>
                </a:cubicBezTo>
                <a:cubicBezTo>
                  <a:pt x="3497" y="10634"/>
                  <a:pt x="4190" y="9910"/>
                  <a:pt x="4190" y="9028"/>
                </a:cubicBezTo>
                <a:cubicBezTo>
                  <a:pt x="4190" y="8902"/>
                  <a:pt x="4159" y="8776"/>
                  <a:pt x="4159" y="8618"/>
                </a:cubicBezTo>
                <a:cubicBezTo>
                  <a:pt x="4505" y="8555"/>
                  <a:pt x="4820" y="8397"/>
                  <a:pt x="5104" y="8145"/>
                </a:cubicBezTo>
                <a:cubicBezTo>
                  <a:pt x="5419" y="7830"/>
                  <a:pt x="5608" y="7389"/>
                  <a:pt x="5608" y="6917"/>
                </a:cubicBezTo>
                <a:cubicBezTo>
                  <a:pt x="5608" y="6539"/>
                  <a:pt x="5482" y="6192"/>
                  <a:pt x="5261" y="5909"/>
                </a:cubicBezTo>
                <a:cubicBezTo>
                  <a:pt x="5482" y="5594"/>
                  <a:pt x="5608" y="5247"/>
                  <a:pt x="5608" y="4869"/>
                </a:cubicBezTo>
                <a:cubicBezTo>
                  <a:pt x="5608" y="4396"/>
                  <a:pt x="5387" y="3987"/>
                  <a:pt x="5072" y="3672"/>
                </a:cubicBezTo>
                <a:cubicBezTo>
                  <a:pt x="4852" y="3420"/>
                  <a:pt x="4505" y="3262"/>
                  <a:pt x="4127" y="3199"/>
                </a:cubicBezTo>
                <a:cubicBezTo>
                  <a:pt x="4253" y="2632"/>
                  <a:pt x="4096" y="2002"/>
                  <a:pt x="3655" y="1561"/>
                </a:cubicBezTo>
                <a:cubicBezTo>
                  <a:pt x="3403" y="1309"/>
                  <a:pt x="3025" y="1120"/>
                  <a:pt x="2647" y="1088"/>
                </a:cubicBezTo>
                <a:cubicBezTo>
                  <a:pt x="2394" y="584"/>
                  <a:pt x="1985" y="143"/>
                  <a:pt x="1449" y="49"/>
                </a:cubicBezTo>
                <a:cubicBezTo>
                  <a:pt x="1319" y="16"/>
                  <a:pt x="1189" y="0"/>
                  <a:pt x="106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41" name="Google Shape;5511;p57">
            <a:extLst>
              <a:ext uri="{FF2B5EF4-FFF2-40B4-BE49-F238E27FC236}">
                <a16:creationId xmlns:a16="http://schemas.microsoft.com/office/drawing/2014/main" id="{58CCDE10-DF0A-307F-F2A1-35BC9CE24A74}"/>
              </a:ext>
            </a:extLst>
          </p:cNvPr>
          <p:cNvSpPr/>
          <p:nvPr/>
        </p:nvSpPr>
        <p:spPr>
          <a:xfrm>
            <a:off x="11010702" y="4275412"/>
            <a:ext cx="236169" cy="498421"/>
          </a:xfrm>
          <a:custGeom>
            <a:avLst/>
            <a:gdLst/>
            <a:ahLst/>
            <a:cxnLst/>
            <a:rect l="l" t="t" r="r" b="b"/>
            <a:pathLst>
              <a:path w="5577" h="11770" extrusionOk="0">
                <a:moveTo>
                  <a:pt x="4187" y="2948"/>
                </a:moveTo>
                <a:cubicBezTo>
                  <a:pt x="4277" y="2948"/>
                  <a:pt x="4364" y="2980"/>
                  <a:pt x="4411" y="3043"/>
                </a:cubicBezTo>
                <a:cubicBezTo>
                  <a:pt x="5104" y="3673"/>
                  <a:pt x="5104" y="4775"/>
                  <a:pt x="4411" y="5437"/>
                </a:cubicBezTo>
                <a:cubicBezTo>
                  <a:pt x="4364" y="5500"/>
                  <a:pt x="4277" y="5532"/>
                  <a:pt x="4187" y="5532"/>
                </a:cubicBezTo>
                <a:cubicBezTo>
                  <a:pt x="4096" y="5532"/>
                  <a:pt x="4002" y="5500"/>
                  <a:pt x="3939" y="5437"/>
                </a:cubicBezTo>
                <a:cubicBezTo>
                  <a:pt x="3844" y="5311"/>
                  <a:pt x="3844" y="5090"/>
                  <a:pt x="3939" y="4964"/>
                </a:cubicBezTo>
                <a:cubicBezTo>
                  <a:pt x="4348" y="4555"/>
                  <a:pt x="4348" y="3893"/>
                  <a:pt x="3939" y="3515"/>
                </a:cubicBezTo>
                <a:cubicBezTo>
                  <a:pt x="3844" y="3389"/>
                  <a:pt x="3844" y="3137"/>
                  <a:pt x="3939" y="3043"/>
                </a:cubicBezTo>
                <a:cubicBezTo>
                  <a:pt x="4002" y="2980"/>
                  <a:pt x="4096" y="2948"/>
                  <a:pt x="4187" y="2948"/>
                </a:cubicBezTo>
                <a:close/>
                <a:moveTo>
                  <a:pt x="3148" y="7314"/>
                </a:moveTo>
                <a:cubicBezTo>
                  <a:pt x="4123" y="7314"/>
                  <a:pt x="4915" y="8092"/>
                  <a:pt x="4915" y="9060"/>
                </a:cubicBezTo>
                <a:cubicBezTo>
                  <a:pt x="4915" y="9249"/>
                  <a:pt x="4726" y="9407"/>
                  <a:pt x="4537" y="9407"/>
                </a:cubicBezTo>
                <a:cubicBezTo>
                  <a:pt x="4348" y="9407"/>
                  <a:pt x="4191" y="9249"/>
                  <a:pt x="4191" y="9060"/>
                </a:cubicBezTo>
                <a:cubicBezTo>
                  <a:pt x="4191" y="8468"/>
                  <a:pt x="3662" y="8015"/>
                  <a:pt x="3101" y="8015"/>
                </a:cubicBezTo>
                <a:cubicBezTo>
                  <a:pt x="3066" y="8015"/>
                  <a:pt x="3030" y="8017"/>
                  <a:pt x="2994" y="8020"/>
                </a:cubicBezTo>
                <a:cubicBezTo>
                  <a:pt x="2968" y="8029"/>
                  <a:pt x="2944" y="8033"/>
                  <a:pt x="2920" y="8033"/>
                </a:cubicBezTo>
                <a:cubicBezTo>
                  <a:pt x="2765" y="8033"/>
                  <a:pt x="2643" y="7869"/>
                  <a:pt x="2616" y="7705"/>
                </a:cubicBezTo>
                <a:cubicBezTo>
                  <a:pt x="2584" y="7516"/>
                  <a:pt x="2742" y="7359"/>
                  <a:pt x="2931" y="7327"/>
                </a:cubicBezTo>
                <a:cubicBezTo>
                  <a:pt x="3004" y="7319"/>
                  <a:pt x="3077" y="7314"/>
                  <a:pt x="3148" y="7314"/>
                </a:cubicBezTo>
                <a:close/>
                <a:moveTo>
                  <a:pt x="4581" y="0"/>
                </a:moveTo>
                <a:cubicBezTo>
                  <a:pt x="4444" y="0"/>
                  <a:pt x="4303" y="16"/>
                  <a:pt x="4159" y="50"/>
                </a:cubicBezTo>
                <a:cubicBezTo>
                  <a:pt x="3592" y="144"/>
                  <a:pt x="3214" y="585"/>
                  <a:pt x="2962" y="1089"/>
                </a:cubicBezTo>
                <a:cubicBezTo>
                  <a:pt x="2584" y="1152"/>
                  <a:pt x="2206" y="1310"/>
                  <a:pt x="1954" y="1562"/>
                </a:cubicBezTo>
                <a:cubicBezTo>
                  <a:pt x="1513" y="2003"/>
                  <a:pt x="1355" y="2633"/>
                  <a:pt x="1481" y="3200"/>
                </a:cubicBezTo>
                <a:cubicBezTo>
                  <a:pt x="1135" y="3232"/>
                  <a:pt x="820" y="3389"/>
                  <a:pt x="536" y="3673"/>
                </a:cubicBezTo>
                <a:cubicBezTo>
                  <a:pt x="221" y="3988"/>
                  <a:pt x="1" y="4397"/>
                  <a:pt x="1" y="4870"/>
                </a:cubicBezTo>
                <a:cubicBezTo>
                  <a:pt x="1" y="5280"/>
                  <a:pt x="127" y="5626"/>
                  <a:pt x="379" y="5910"/>
                </a:cubicBezTo>
                <a:cubicBezTo>
                  <a:pt x="127" y="6225"/>
                  <a:pt x="1" y="6571"/>
                  <a:pt x="1" y="6918"/>
                </a:cubicBezTo>
                <a:cubicBezTo>
                  <a:pt x="1" y="7390"/>
                  <a:pt x="221" y="7831"/>
                  <a:pt x="536" y="8146"/>
                </a:cubicBezTo>
                <a:cubicBezTo>
                  <a:pt x="788" y="8430"/>
                  <a:pt x="1135" y="8588"/>
                  <a:pt x="1481" y="8619"/>
                </a:cubicBezTo>
                <a:cubicBezTo>
                  <a:pt x="1229" y="9690"/>
                  <a:pt x="1985" y="10604"/>
                  <a:pt x="2931" y="10698"/>
                </a:cubicBezTo>
                <a:cubicBezTo>
                  <a:pt x="3214" y="11328"/>
                  <a:pt x="3781" y="11769"/>
                  <a:pt x="4537" y="11769"/>
                </a:cubicBezTo>
                <a:cubicBezTo>
                  <a:pt x="4947" y="11769"/>
                  <a:pt x="5293" y="11612"/>
                  <a:pt x="5577" y="11423"/>
                </a:cubicBezTo>
                <a:lnTo>
                  <a:pt x="5577" y="6571"/>
                </a:lnTo>
                <a:cubicBezTo>
                  <a:pt x="5293" y="6823"/>
                  <a:pt x="4947" y="6918"/>
                  <a:pt x="4537" y="6918"/>
                </a:cubicBezTo>
                <a:cubicBezTo>
                  <a:pt x="4348" y="6918"/>
                  <a:pt x="4191" y="6760"/>
                  <a:pt x="4191" y="6571"/>
                </a:cubicBezTo>
                <a:cubicBezTo>
                  <a:pt x="4191" y="6382"/>
                  <a:pt x="4348" y="6225"/>
                  <a:pt x="4537" y="6225"/>
                </a:cubicBezTo>
                <a:cubicBezTo>
                  <a:pt x="5136" y="6225"/>
                  <a:pt x="5577" y="5752"/>
                  <a:pt x="5577" y="5185"/>
                </a:cubicBezTo>
                <a:lnTo>
                  <a:pt x="5577" y="302"/>
                </a:lnTo>
                <a:cubicBezTo>
                  <a:pt x="5300" y="117"/>
                  <a:pt x="4956" y="0"/>
                  <a:pt x="45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43" name="Google Shape;5513;p57">
            <a:extLst>
              <a:ext uri="{FF2B5EF4-FFF2-40B4-BE49-F238E27FC236}">
                <a16:creationId xmlns:a16="http://schemas.microsoft.com/office/drawing/2014/main" id="{B6EEEA7A-EE60-5F27-8AC0-857CF6860519}"/>
              </a:ext>
            </a:extLst>
          </p:cNvPr>
          <p:cNvSpPr/>
          <p:nvPr/>
        </p:nvSpPr>
        <p:spPr>
          <a:xfrm>
            <a:off x="8209087" y="1829794"/>
            <a:ext cx="30702" cy="30743"/>
          </a:xfrm>
          <a:custGeom>
            <a:avLst/>
            <a:gdLst/>
            <a:ahLst/>
            <a:cxnLst/>
            <a:rect l="l" t="t" r="r" b="b"/>
            <a:pathLst>
              <a:path w="725" h="726" extrusionOk="0">
                <a:moveTo>
                  <a:pt x="378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68"/>
                  <a:pt x="158" y="726"/>
                  <a:pt x="378" y="726"/>
                </a:cubicBezTo>
                <a:cubicBezTo>
                  <a:pt x="599" y="663"/>
                  <a:pt x="725" y="505"/>
                  <a:pt x="725" y="347"/>
                </a:cubicBezTo>
                <a:cubicBezTo>
                  <a:pt x="725" y="158"/>
                  <a:pt x="567" y="1"/>
                  <a:pt x="37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44" name="Google Shape;5514;p57">
            <a:extLst>
              <a:ext uri="{FF2B5EF4-FFF2-40B4-BE49-F238E27FC236}">
                <a16:creationId xmlns:a16="http://schemas.microsoft.com/office/drawing/2014/main" id="{9823CF1B-9EE4-0317-BB9D-A40F14CD9E89}"/>
              </a:ext>
            </a:extLst>
          </p:cNvPr>
          <p:cNvSpPr/>
          <p:nvPr/>
        </p:nvSpPr>
        <p:spPr>
          <a:xfrm>
            <a:off x="8004975" y="1621702"/>
            <a:ext cx="102733" cy="178788"/>
          </a:xfrm>
          <a:custGeom>
            <a:avLst/>
            <a:gdLst/>
            <a:ahLst/>
            <a:cxnLst/>
            <a:rect l="l" t="t" r="r" b="b"/>
            <a:pathLst>
              <a:path w="2426" h="4222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32" y="1922"/>
                  <a:pt x="158" y="2080"/>
                  <a:pt x="347" y="2080"/>
                </a:cubicBezTo>
                <a:cubicBezTo>
                  <a:pt x="536" y="2080"/>
                  <a:pt x="693" y="1922"/>
                  <a:pt x="693" y="1733"/>
                </a:cubicBezTo>
                <a:lnTo>
                  <a:pt x="693" y="1386"/>
                </a:lnTo>
                <a:lnTo>
                  <a:pt x="1040" y="1386"/>
                </a:lnTo>
                <a:cubicBezTo>
                  <a:pt x="1260" y="1386"/>
                  <a:pt x="1418" y="1544"/>
                  <a:pt x="1418" y="1733"/>
                </a:cubicBezTo>
                <a:lnTo>
                  <a:pt x="1418" y="2899"/>
                </a:lnTo>
                <a:cubicBezTo>
                  <a:pt x="1197" y="3025"/>
                  <a:pt x="1040" y="3277"/>
                  <a:pt x="1040" y="3497"/>
                </a:cubicBezTo>
                <a:lnTo>
                  <a:pt x="1040" y="4222"/>
                </a:lnTo>
                <a:lnTo>
                  <a:pt x="2426" y="4222"/>
                </a:lnTo>
                <a:lnTo>
                  <a:pt x="2426" y="3497"/>
                </a:lnTo>
                <a:cubicBezTo>
                  <a:pt x="2426" y="3214"/>
                  <a:pt x="2268" y="3025"/>
                  <a:pt x="2079" y="2899"/>
                </a:cubicBezTo>
                <a:lnTo>
                  <a:pt x="2079" y="1733"/>
                </a:lnTo>
                <a:cubicBezTo>
                  <a:pt x="2079" y="1134"/>
                  <a:pt x="1607" y="693"/>
                  <a:pt x="1040" y="693"/>
                </a:cubicBezTo>
                <a:lnTo>
                  <a:pt x="693" y="693"/>
                </a:lnTo>
                <a:lnTo>
                  <a:pt x="693" y="347"/>
                </a:ln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45" name="Google Shape;5515;p57">
            <a:extLst>
              <a:ext uri="{FF2B5EF4-FFF2-40B4-BE49-F238E27FC236}">
                <a16:creationId xmlns:a16="http://schemas.microsoft.com/office/drawing/2014/main" id="{39068780-A8FA-BA41-16F9-18F65975C64D}"/>
              </a:ext>
            </a:extLst>
          </p:cNvPr>
          <p:cNvSpPr/>
          <p:nvPr/>
        </p:nvSpPr>
        <p:spPr>
          <a:xfrm>
            <a:off x="7872896" y="1621702"/>
            <a:ext cx="102733" cy="178788"/>
          </a:xfrm>
          <a:custGeom>
            <a:avLst/>
            <a:gdLst/>
            <a:ahLst/>
            <a:cxnLst/>
            <a:rect l="l" t="t" r="r" b="b"/>
            <a:pathLst>
              <a:path w="2426" h="4222" extrusionOk="0">
                <a:moveTo>
                  <a:pt x="2079" y="0"/>
                </a:moveTo>
                <a:cubicBezTo>
                  <a:pt x="1890" y="0"/>
                  <a:pt x="1733" y="158"/>
                  <a:pt x="1733" y="347"/>
                </a:cubicBezTo>
                <a:lnTo>
                  <a:pt x="1733" y="693"/>
                </a:lnTo>
                <a:lnTo>
                  <a:pt x="1386" y="693"/>
                </a:lnTo>
                <a:cubicBezTo>
                  <a:pt x="788" y="693"/>
                  <a:pt x="347" y="1166"/>
                  <a:pt x="347" y="1733"/>
                </a:cubicBezTo>
                <a:lnTo>
                  <a:pt x="347" y="2899"/>
                </a:lnTo>
                <a:cubicBezTo>
                  <a:pt x="158" y="3025"/>
                  <a:pt x="0" y="3277"/>
                  <a:pt x="0" y="3497"/>
                </a:cubicBezTo>
                <a:lnTo>
                  <a:pt x="0" y="4222"/>
                </a:lnTo>
                <a:lnTo>
                  <a:pt x="1386" y="4222"/>
                </a:lnTo>
                <a:lnTo>
                  <a:pt x="1386" y="3497"/>
                </a:lnTo>
                <a:cubicBezTo>
                  <a:pt x="1386" y="3214"/>
                  <a:pt x="1229" y="3025"/>
                  <a:pt x="1008" y="2899"/>
                </a:cubicBezTo>
                <a:lnTo>
                  <a:pt x="1008" y="1733"/>
                </a:lnTo>
                <a:cubicBezTo>
                  <a:pt x="1008" y="1544"/>
                  <a:pt x="1166" y="1386"/>
                  <a:pt x="1386" y="1386"/>
                </a:cubicBezTo>
                <a:lnTo>
                  <a:pt x="1733" y="1386"/>
                </a:lnTo>
                <a:lnTo>
                  <a:pt x="1733" y="1733"/>
                </a:lnTo>
                <a:cubicBezTo>
                  <a:pt x="1733" y="1922"/>
                  <a:pt x="1890" y="2080"/>
                  <a:pt x="2079" y="2080"/>
                </a:cubicBezTo>
                <a:cubicBezTo>
                  <a:pt x="2268" y="2080"/>
                  <a:pt x="2426" y="1922"/>
                  <a:pt x="2426" y="1733"/>
                </a:cubicBezTo>
                <a:lnTo>
                  <a:pt x="2426" y="347"/>
                </a:lnTo>
                <a:cubicBezTo>
                  <a:pt x="2426" y="158"/>
                  <a:pt x="2268" y="0"/>
                  <a:pt x="207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46" name="Google Shape;5516;p57">
            <a:extLst>
              <a:ext uri="{FF2B5EF4-FFF2-40B4-BE49-F238E27FC236}">
                <a16:creationId xmlns:a16="http://schemas.microsoft.com/office/drawing/2014/main" id="{8C1ACEB0-CA95-9EEA-9EA7-8EF2E23F55EE}"/>
              </a:ext>
            </a:extLst>
          </p:cNvPr>
          <p:cNvSpPr/>
          <p:nvPr/>
        </p:nvSpPr>
        <p:spPr>
          <a:xfrm>
            <a:off x="7872896" y="1771102"/>
            <a:ext cx="425628" cy="350928"/>
          </a:xfrm>
          <a:custGeom>
            <a:avLst/>
            <a:gdLst/>
            <a:ahLst/>
            <a:cxnLst/>
            <a:rect l="l" t="t" r="r" b="b"/>
            <a:pathLst>
              <a:path w="10051" h="8287" extrusionOk="0">
                <a:moveTo>
                  <a:pt x="8317" y="725"/>
                </a:moveTo>
                <a:cubicBezTo>
                  <a:pt x="8885" y="725"/>
                  <a:pt x="9326" y="1198"/>
                  <a:pt x="9326" y="1733"/>
                </a:cubicBezTo>
                <a:cubicBezTo>
                  <a:pt x="9326" y="2332"/>
                  <a:pt x="8853" y="2773"/>
                  <a:pt x="8317" y="2773"/>
                </a:cubicBezTo>
                <a:cubicBezTo>
                  <a:pt x="7750" y="2773"/>
                  <a:pt x="7278" y="2301"/>
                  <a:pt x="7278" y="1733"/>
                </a:cubicBezTo>
                <a:cubicBezTo>
                  <a:pt x="7278" y="1166"/>
                  <a:pt x="7750" y="725"/>
                  <a:pt x="8317" y="725"/>
                </a:cubicBezTo>
                <a:close/>
                <a:moveTo>
                  <a:pt x="8317" y="1"/>
                </a:moveTo>
                <a:cubicBezTo>
                  <a:pt x="7372" y="1"/>
                  <a:pt x="6585" y="788"/>
                  <a:pt x="6585" y="1733"/>
                </a:cubicBezTo>
                <a:cubicBezTo>
                  <a:pt x="6585" y="2584"/>
                  <a:pt x="7152" y="3277"/>
                  <a:pt x="7939" y="3435"/>
                </a:cubicBezTo>
                <a:lnTo>
                  <a:pt x="7939" y="5199"/>
                </a:lnTo>
                <a:cubicBezTo>
                  <a:pt x="7939" y="6554"/>
                  <a:pt x="6837" y="7656"/>
                  <a:pt x="5513" y="7656"/>
                </a:cubicBezTo>
                <a:cubicBezTo>
                  <a:pt x="4190" y="7656"/>
                  <a:pt x="3088" y="6554"/>
                  <a:pt x="3088" y="5199"/>
                </a:cubicBezTo>
                <a:lnTo>
                  <a:pt x="3088" y="4506"/>
                </a:lnTo>
                <a:lnTo>
                  <a:pt x="3088" y="4443"/>
                </a:lnTo>
                <a:cubicBezTo>
                  <a:pt x="4316" y="4317"/>
                  <a:pt x="5324" y="3309"/>
                  <a:pt x="5482" y="2049"/>
                </a:cubicBezTo>
                <a:cubicBezTo>
                  <a:pt x="5513" y="1797"/>
                  <a:pt x="5513" y="1891"/>
                  <a:pt x="5513" y="1355"/>
                </a:cubicBezTo>
                <a:lnTo>
                  <a:pt x="4127" y="1355"/>
                </a:lnTo>
                <a:cubicBezTo>
                  <a:pt x="4127" y="1607"/>
                  <a:pt x="4127" y="1765"/>
                  <a:pt x="4096" y="2049"/>
                </a:cubicBezTo>
                <a:cubicBezTo>
                  <a:pt x="3938" y="2710"/>
                  <a:pt x="3340" y="3088"/>
                  <a:pt x="2741" y="3088"/>
                </a:cubicBezTo>
                <a:cubicBezTo>
                  <a:pt x="2174" y="3088"/>
                  <a:pt x="1575" y="2773"/>
                  <a:pt x="1418" y="2049"/>
                </a:cubicBezTo>
                <a:cubicBezTo>
                  <a:pt x="1386" y="1828"/>
                  <a:pt x="1386" y="1607"/>
                  <a:pt x="1386" y="1355"/>
                </a:cubicBezTo>
                <a:lnTo>
                  <a:pt x="0" y="1355"/>
                </a:lnTo>
                <a:cubicBezTo>
                  <a:pt x="0" y="1670"/>
                  <a:pt x="0" y="1733"/>
                  <a:pt x="32" y="2049"/>
                </a:cubicBezTo>
                <a:cubicBezTo>
                  <a:pt x="221" y="3277"/>
                  <a:pt x="1166" y="4317"/>
                  <a:pt x="2426" y="4474"/>
                </a:cubicBezTo>
                <a:lnTo>
                  <a:pt x="2426" y="5168"/>
                </a:lnTo>
                <a:cubicBezTo>
                  <a:pt x="2426" y="5672"/>
                  <a:pt x="2552" y="6144"/>
                  <a:pt x="2804" y="6585"/>
                </a:cubicBezTo>
                <a:cubicBezTo>
                  <a:pt x="3308" y="7625"/>
                  <a:pt x="4379" y="8286"/>
                  <a:pt x="5545" y="8286"/>
                </a:cubicBezTo>
                <a:cubicBezTo>
                  <a:pt x="7278" y="8286"/>
                  <a:pt x="8664" y="6869"/>
                  <a:pt x="8664" y="5168"/>
                </a:cubicBezTo>
                <a:lnTo>
                  <a:pt x="8664" y="3435"/>
                </a:lnTo>
                <a:cubicBezTo>
                  <a:pt x="9452" y="3277"/>
                  <a:pt x="10050" y="2584"/>
                  <a:pt x="10050" y="1733"/>
                </a:cubicBezTo>
                <a:cubicBezTo>
                  <a:pt x="10050" y="788"/>
                  <a:pt x="9263" y="1"/>
                  <a:pt x="831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48" name="Google Shape;5518;p57">
            <a:extLst>
              <a:ext uri="{FF2B5EF4-FFF2-40B4-BE49-F238E27FC236}">
                <a16:creationId xmlns:a16="http://schemas.microsoft.com/office/drawing/2014/main" id="{89194BB8-BF7B-011B-88CA-154A11327628}"/>
              </a:ext>
            </a:extLst>
          </p:cNvPr>
          <p:cNvSpPr/>
          <p:nvPr/>
        </p:nvSpPr>
        <p:spPr>
          <a:xfrm>
            <a:off x="8012323" y="2449899"/>
            <a:ext cx="146774" cy="146817"/>
          </a:xfrm>
          <a:custGeom>
            <a:avLst/>
            <a:gdLst/>
            <a:ahLst/>
            <a:cxnLst/>
            <a:rect l="l" t="t" r="r" b="b"/>
            <a:pathLst>
              <a:path w="3466" h="3467" extrusionOk="0">
                <a:moveTo>
                  <a:pt x="1386" y="662"/>
                </a:moveTo>
                <a:cubicBezTo>
                  <a:pt x="1764" y="662"/>
                  <a:pt x="2079" y="977"/>
                  <a:pt x="2079" y="1387"/>
                </a:cubicBezTo>
                <a:cubicBezTo>
                  <a:pt x="2079" y="1765"/>
                  <a:pt x="1764" y="2080"/>
                  <a:pt x="1386" y="2080"/>
                </a:cubicBezTo>
                <a:cubicBezTo>
                  <a:pt x="977" y="2080"/>
                  <a:pt x="662" y="1765"/>
                  <a:pt x="662" y="1387"/>
                </a:cubicBezTo>
                <a:cubicBezTo>
                  <a:pt x="662" y="977"/>
                  <a:pt x="977" y="662"/>
                  <a:pt x="1386" y="662"/>
                </a:cubicBezTo>
                <a:close/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cubicBezTo>
                  <a:pt x="0" y="2679"/>
                  <a:pt x="788" y="3466"/>
                  <a:pt x="1733" y="3466"/>
                </a:cubicBezTo>
                <a:cubicBezTo>
                  <a:pt x="2678" y="3466"/>
                  <a:pt x="3466" y="2679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49" name="Google Shape;5519;p57">
            <a:extLst>
              <a:ext uri="{FF2B5EF4-FFF2-40B4-BE49-F238E27FC236}">
                <a16:creationId xmlns:a16="http://schemas.microsoft.com/office/drawing/2014/main" id="{DA36B38D-36A4-1F8E-21BA-C350FB1973C3}"/>
              </a:ext>
            </a:extLst>
          </p:cNvPr>
          <p:cNvSpPr/>
          <p:nvPr/>
        </p:nvSpPr>
        <p:spPr>
          <a:xfrm>
            <a:off x="7833534" y="2359193"/>
            <a:ext cx="504352" cy="324208"/>
          </a:xfrm>
          <a:custGeom>
            <a:avLst/>
            <a:gdLst/>
            <a:ahLst/>
            <a:cxnLst/>
            <a:rect l="l" t="t" r="r" b="b"/>
            <a:pathLst>
              <a:path w="11910" h="7656" extrusionOk="0">
                <a:moveTo>
                  <a:pt x="5955" y="1418"/>
                </a:moveTo>
                <a:cubicBezTo>
                  <a:pt x="7278" y="1418"/>
                  <a:pt x="8381" y="2521"/>
                  <a:pt x="8381" y="3875"/>
                </a:cubicBezTo>
                <a:cubicBezTo>
                  <a:pt x="8381" y="5199"/>
                  <a:pt x="7278" y="6301"/>
                  <a:pt x="5955" y="6301"/>
                </a:cubicBezTo>
                <a:cubicBezTo>
                  <a:pt x="4600" y="6301"/>
                  <a:pt x="3497" y="5199"/>
                  <a:pt x="3497" y="3875"/>
                </a:cubicBezTo>
                <a:cubicBezTo>
                  <a:pt x="3497" y="2521"/>
                  <a:pt x="4600" y="1418"/>
                  <a:pt x="5955" y="1418"/>
                </a:cubicBezTo>
                <a:close/>
                <a:moveTo>
                  <a:pt x="5955" y="0"/>
                </a:moveTo>
                <a:cubicBezTo>
                  <a:pt x="2710" y="0"/>
                  <a:pt x="189" y="3466"/>
                  <a:pt x="95" y="3623"/>
                </a:cubicBezTo>
                <a:cubicBezTo>
                  <a:pt x="0" y="3749"/>
                  <a:pt x="0" y="3907"/>
                  <a:pt x="95" y="4033"/>
                </a:cubicBezTo>
                <a:cubicBezTo>
                  <a:pt x="189" y="4190"/>
                  <a:pt x="2773" y="7656"/>
                  <a:pt x="5955" y="7656"/>
                </a:cubicBezTo>
                <a:cubicBezTo>
                  <a:pt x="9137" y="7656"/>
                  <a:pt x="11689" y="4190"/>
                  <a:pt x="11815" y="4033"/>
                </a:cubicBezTo>
                <a:cubicBezTo>
                  <a:pt x="11909" y="3907"/>
                  <a:pt x="11909" y="3749"/>
                  <a:pt x="11815" y="3623"/>
                </a:cubicBezTo>
                <a:cubicBezTo>
                  <a:pt x="11689" y="3466"/>
                  <a:pt x="9168" y="0"/>
                  <a:pt x="59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51" name="Google Shape;5521;p57">
            <a:extLst>
              <a:ext uri="{FF2B5EF4-FFF2-40B4-BE49-F238E27FC236}">
                <a16:creationId xmlns:a16="http://schemas.microsoft.com/office/drawing/2014/main" id="{6C07450F-8AFD-2F96-A1E1-E270439F7630}"/>
              </a:ext>
            </a:extLst>
          </p:cNvPr>
          <p:cNvSpPr/>
          <p:nvPr/>
        </p:nvSpPr>
        <p:spPr>
          <a:xfrm>
            <a:off x="8043659" y="2918763"/>
            <a:ext cx="292236" cy="275382"/>
          </a:xfrm>
          <a:custGeom>
            <a:avLst/>
            <a:gdLst/>
            <a:ahLst/>
            <a:cxnLst/>
            <a:rect l="l" t="t" r="r" b="b"/>
            <a:pathLst>
              <a:path w="6901" h="6503" extrusionOk="0">
                <a:moveTo>
                  <a:pt x="5042" y="0"/>
                </a:moveTo>
                <a:cubicBezTo>
                  <a:pt x="4425" y="0"/>
                  <a:pt x="3809" y="237"/>
                  <a:pt x="3340" y="705"/>
                </a:cubicBezTo>
                <a:lnTo>
                  <a:pt x="1765" y="2281"/>
                </a:lnTo>
                <a:cubicBezTo>
                  <a:pt x="1639" y="2407"/>
                  <a:pt x="1639" y="2627"/>
                  <a:pt x="1765" y="2785"/>
                </a:cubicBezTo>
                <a:cubicBezTo>
                  <a:pt x="1860" y="2879"/>
                  <a:pt x="1891" y="2942"/>
                  <a:pt x="1891" y="3037"/>
                </a:cubicBezTo>
                <a:cubicBezTo>
                  <a:pt x="1891" y="3100"/>
                  <a:pt x="1860" y="3226"/>
                  <a:pt x="1765" y="3257"/>
                </a:cubicBezTo>
                <a:lnTo>
                  <a:pt x="1229" y="3824"/>
                </a:lnTo>
                <a:cubicBezTo>
                  <a:pt x="1009" y="3856"/>
                  <a:pt x="820" y="3919"/>
                  <a:pt x="662" y="4045"/>
                </a:cubicBezTo>
                <a:lnTo>
                  <a:pt x="1" y="4643"/>
                </a:lnTo>
                <a:lnTo>
                  <a:pt x="1860" y="6502"/>
                </a:lnTo>
                <a:lnTo>
                  <a:pt x="2427" y="5809"/>
                </a:lnTo>
                <a:cubicBezTo>
                  <a:pt x="2553" y="5652"/>
                  <a:pt x="2647" y="5494"/>
                  <a:pt x="2679" y="5305"/>
                </a:cubicBezTo>
                <a:lnTo>
                  <a:pt x="6774" y="1209"/>
                </a:lnTo>
                <a:cubicBezTo>
                  <a:pt x="6900" y="1083"/>
                  <a:pt x="6900" y="863"/>
                  <a:pt x="6774" y="737"/>
                </a:cubicBezTo>
                <a:cubicBezTo>
                  <a:pt x="6298" y="245"/>
                  <a:pt x="5669" y="0"/>
                  <a:pt x="504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52" name="Google Shape;5522;p57">
            <a:extLst>
              <a:ext uri="{FF2B5EF4-FFF2-40B4-BE49-F238E27FC236}">
                <a16:creationId xmlns:a16="http://schemas.microsoft.com/office/drawing/2014/main" id="{F24756E7-6A0D-A701-7187-D8B056EA6501}"/>
              </a:ext>
            </a:extLst>
          </p:cNvPr>
          <p:cNvSpPr/>
          <p:nvPr/>
        </p:nvSpPr>
        <p:spPr>
          <a:xfrm>
            <a:off x="7835524" y="3136721"/>
            <a:ext cx="266870" cy="266870"/>
          </a:xfrm>
          <a:custGeom>
            <a:avLst/>
            <a:gdLst/>
            <a:ahLst/>
            <a:cxnLst/>
            <a:rect l="l" t="t" r="r" b="b"/>
            <a:pathLst>
              <a:path w="6302" h="6302" extrusionOk="0">
                <a:moveTo>
                  <a:pt x="4412" y="1"/>
                </a:moveTo>
                <a:lnTo>
                  <a:pt x="537" y="3466"/>
                </a:lnTo>
                <a:cubicBezTo>
                  <a:pt x="190" y="3781"/>
                  <a:pt x="1" y="4222"/>
                  <a:pt x="1" y="4695"/>
                </a:cubicBezTo>
                <a:cubicBezTo>
                  <a:pt x="1" y="5136"/>
                  <a:pt x="158" y="5545"/>
                  <a:pt x="474" y="5829"/>
                </a:cubicBezTo>
                <a:cubicBezTo>
                  <a:pt x="789" y="6144"/>
                  <a:pt x="1167" y="6302"/>
                  <a:pt x="1608" y="6302"/>
                </a:cubicBezTo>
                <a:lnTo>
                  <a:pt x="1639" y="6302"/>
                </a:lnTo>
                <a:cubicBezTo>
                  <a:pt x="1954" y="6302"/>
                  <a:pt x="2269" y="6175"/>
                  <a:pt x="2553" y="5986"/>
                </a:cubicBezTo>
                <a:lnTo>
                  <a:pt x="1482" y="4915"/>
                </a:lnTo>
                <a:cubicBezTo>
                  <a:pt x="1356" y="4789"/>
                  <a:pt x="1356" y="4569"/>
                  <a:pt x="1482" y="4443"/>
                </a:cubicBezTo>
                <a:cubicBezTo>
                  <a:pt x="1545" y="4395"/>
                  <a:pt x="1631" y="4372"/>
                  <a:pt x="1718" y="4372"/>
                </a:cubicBezTo>
                <a:cubicBezTo>
                  <a:pt x="1805" y="4372"/>
                  <a:pt x="1891" y="4395"/>
                  <a:pt x="1954" y="4443"/>
                </a:cubicBezTo>
                <a:lnTo>
                  <a:pt x="3025" y="5514"/>
                </a:lnTo>
                <a:lnTo>
                  <a:pt x="3498" y="5010"/>
                </a:lnTo>
                <a:lnTo>
                  <a:pt x="2521" y="4002"/>
                </a:lnTo>
                <a:cubicBezTo>
                  <a:pt x="2395" y="3907"/>
                  <a:pt x="2395" y="3655"/>
                  <a:pt x="2521" y="3561"/>
                </a:cubicBezTo>
                <a:cubicBezTo>
                  <a:pt x="2569" y="3498"/>
                  <a:pt x="2655" y="3466"/>
                  <a:pt x="2746" y="3466"/>
                </a:cubicBezTo>
                <a:cubicBezTo>
                  <a:pt x="2836" y="3466"/>
                  <a:pt x="2931" y="3498"/>
                  <a:pt x="2994" y="3561"/>
                </a:cubicBezTo>
                <a:lnTo>
                  <a:pt x="3939" y="4474"/>
                </a:lnTo>
                <a:lnTo>
                  <a:pt x="4412" y="3970"/>
                </a:lnTo>
                <a:lnTo>
                  <a:pt x="3530" y="3120"/>
                </a:lnTo>
                <a:cubicBezTo>
                  <a:pt x="3403" y="2994"/>
                  <a:pt x="3403" y="2773"/>
                  <a:pt x="3530" y="2647"/>
                </a:cubicBezTo>
                <a:cubicBezTo>
                  <a:pt x="3593" y="2584"/>
                  <a:pt x="3679" y="2552"/>
                  <a:pt x="3766" y="2552"/>
                </a:cubicBezTo>
                <a:cubicBezTo>
                  <a:pt x="3852" y="2552"/>
                  <a:pt x="3939" y="2584"/>
                  <a:pt x="4002" y="2647"/>
                </a:cubicBezTo>
                <a:lnTo>
                  <a:pt x="4884" y="3498"/>
                </a:lnTo>
                <a:lnTo>
                  <a:pt x="5357" y="2994"/>
                </a:lnTo>
                <a:lnTo>
                  <a:pt x="4601" y="2237"/>
                </a:lnTo>
                <a:cubicBezTo>
                  <a:pt x="4475" y="2111"/>
                  <a:pt x="4475" y="1891"/>
                  <a:pt x="4601" y="1765"/>
                </a:cubicBezTo>
                <a:cubicBezTo>
                  <a:pt x="4671" y="1624"/>
                  <a:pt x="4771" y="1562"/>
                  <a:pt x="4867" y="1562"/>
                </a:cubicBezTo>
                <a:cubicBezTo>
                  <a:pt x="4944" y="1562"/>
                  <a:pt x="5018" y="1601"/>
                  <a:pt x="5073" y="1670"/>
                </a:cubicBezTo>
                <a:lnTo>
                  <a:pt x="5829" y="2395"/>
                </a:lnTo>
                <a:lnTo>
                  <a:pt x="6302" y="1891"/>
                </a:lnTo>
                <a:lnTo>
                  <a:pt x="441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54" name="Google Shape;5524;p57">
            <a:extLst>
              <a:ext uri="{FF2B5EF4-FFF2-40B4-BE49-F238E27FC236}">
                <a16:creationId xmlns:a16="http://schemas.microsoft.com/office/drawing/2014/main" id="{4B1E3917-1613-BD1C-4BA0-2DB773D2D788}"/>
              </a:ext>
            </a:extLst>
          </p:cNvPr>
          <p:cNvSpPr/>
          <p:nvPr/>
        </p:nvSpPr>
        <p:spPr>
          <a:xfrm>
            <a:off x="11347437" y="1856495"/>
            <a:ext cx="117428" cy="145461"/>
          </a:xfrm>
          <a:custGeom>
            <a:avLst/>
            <a:gdLst/>
            <a:ahLst/>
            <a:cxnLst/>
            <a:rect l="l" t="t" r="r" b="b"/>
            <a:pathLst>
              <a:path w="2773" h="3435" extrusionOk="0">
                <a:moveTo>
                  <a:pt x="0" y="1"/>
                </a:moveTo>
                <a:lnTo>
                  <a:pt x="0" y="3435"/>
                </a:lnTo>
                <a:lnTo>
                  <a:pt x="2773" y="3435"/>
                </a:lnTo>
                <a:lnTo>
                  <a:pt x="2773" y="2741"/>
                </a:lnTo>
                <a:lnTo>
                  <a:pt x="1040" y="2741"/>
                </a:lnTo>
                <a:cubicBezTo>
                  <a:pt x="851" y="2741"/>
                  <a:pt x="693" y="2584"/>
                  <a:pt x="693" y="2395"/>
                </a:cubicBezTo>
                <a:cubicBezTo>
                  <a:pt x="693" y="2206"/>
                  <a:pt x="851" y="2048"/>
                  <a:pt x="1040" y="2048"/>
                </a:cubicBezTo>
                <a:lnTo>
                  <a:pt x="2773" y="2048"/>
                </a:lnTo>
                <a:lnTo>
                  <a:pt x="2773" y="1324"/>
                </a:lnTo>
                <a:lnTo>
                  <a:pt x="1040" y="1324"/>
                </a:lnTo>
                <a:cubicBezTo>
                  <a:pt x="851" y="1324"/>
                  <a:pt x="693" y="1166"/>
                  <a:pt x="693" y="977"/>
                </a:cubicBezTo>
                <a:cubicBezTo>
                  <a:pt x="693" y="851"/>
                  <a:pt x="851" y="694"/>
                  <a:pt x="1040" y="694"/>
                </a:cubicBezTo>
                <a:lnTo>
                  <a:pt x="2773" y="694"/>
                </a:lnTo>
                <a:lnTo>
                  <a:pt x="277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55" name="Google Shape;5525;p57">
            <a:extLst>
              <a:ext uri="{FF2B5EF4-FFF2-40B4-BE49-F238E27FC236}">
                <a16:creationId xmlns:a16="http://schemas.microsoft.com/office/drawing/2014/main" id="{5E2BAB0D-479B-BD88-FDFC-F495A78F9EC0}"/>
              </a:ext>
            </a:extLst>
          </p:cNvPr>
          <p:cNvSpPr/>
          <p:nvPr/>
        </p:nvSpPr>
        <p:spPr>
          <a:xfrm>
            <a:off x="11172629" y="1620368"/>
            <a:ext cx="324250" cy="502996"/>
          </a:xfrm>
          <a:custGeom>
            <a:avLst/>
            <a:gdLst/>
            <a:ahLst/>
            <a:cxnLst/>
            <a:rect l="l" t="t" r="r" b="b"/>
            <a:pathLst>
              <a:path w="7657" h="11878" extrusionOk="0">
                <a:moveTo>
                  <a:pt x="2049" y="693"/>
                </a:moveTo>
                <a:lnTo>
                  <a:pt x="2049" y="2773"/>
                </a:lnTo>
                <a:lnTo>
                  <a:pt x="1356" y="2773"/>
                </a:lnTo>
                <a:lnTo>
                  <a:pt x="1356" y="693"/>
                </a:lnTo>
                <a:close/>
                <a:moveTo>
                  <a:pt x="3435" y="693"/>
                </a:moveTo>
                <a:lnTo>
                  <a:pt x="3435" y="2773"/>
                </a:lnTo>
                <a:lnTo>
                  <a:pt x="2710" y="2773"/>
                </a:lnTo>
                <a:lnTo>
                  <a:pt x="2710" y="693"/>
                </a:lnTo>
                <a:close/>
                <a:moveTo>
                  <a:pt x="4821" y="693"/>
                </a:moveTo>
                <a:lnTo>
                  <a:pt x="4821" y="2773"/>
                </a:lnTo>
                <a:lnTo>
                  <a:pt x="4097" y="2773"/>
                </a:lnTo>
                <a:lnTo>
                  <a:pt x="4097" y="693"/>
                </a:lnTo>
                <a:close/>
                <a:moveTo>
                  <a:pt x="6176" y="693"/>
                </a:moveTo>
                <a:lnTo>
                  <a:pt x="6176" y="2773"/>
                </a:lnTo>
                <a:lnTo>
                  <a:pt x="5483" y="2773"/>
                </a:lnTo>
                <a:lnTo>
                  <a:pt x="5483" y="693"/>
                </a:lnTo>
                <a:close/>
                <a:moveTo>
                  <a:pt x="1041" y="0"/>
                </a:moveTo>
                <a:cubicBezTo>
                  <a:pt x="442" y="0"/>
                  <a:pt x="1" y="473"/>
                  <a:pt x="1" y="1040"/>
                </a:cubicBezTo>
                <a:lnTo>
                  <a:pt x="1" y="3119"/>
                </a:lnTo>
                <a:cubicBezTo>
                  <a:pt x="1" y="3308"/>
                  <a:pt x="158" y="3466"/>
                  <a:pt x="379" y="3466"/>
                </a:cubicBezTo>
                <a:lnTo>
                  <a:pt x="726" y="3466"/>
                </a:lnTo>
                <a:lnTo>
                  <a:pt x="726" y="4883"/>
                </a:lnTo>
                <a:lnTo>
                  <a:pt x="2458" y="4883"/>
                </a:lnTo>
                <a:cubicBezTo>
                  <a:pt x="2647" y="4883"/>
                  <a:pt x="2805" y="5041"/>
                  <a:pt x="2805" y="5262"/>
                </a:cubicBezTo>
                <a:lnTo>
                  <a:pt x="2805" y="9420"/>
                </a:lnTo>
                <a:cubicBezTo>
                  <a:pt x="2805" y="9609"/>
                  <a:pt x="2647" y="9767"/>
                  <a:pt x="2458" y="9767"/>
                </a:cubicBezTo>
                <a:lnTo>
                  <a:pt x="2112" y="9767"/>
                </a:lnTo>
                <a:cubicBezTo>
                  <a:pt x="2112" y="10523"/>
                  <a:pt x="1797" y="11247"/>
                  <a:pt x="1261" y="11751"/>
                </a:cubicBezTo>
                <a:cubicBezTo>
                  <a:pt x="1419" y="11815"/>
                  <a:pt x="1576" y="11878"/>
                  <a:pt x="1734" y="11878"/>
                </a:cubicBezTo>
                <a:lnTo>
                  <a:pt x="5924" y="11878"/>
                </a:lnTo>
                <a:cubicBezTo>
                  <a:pt x="6522" y="11878"/>
                  <a:pt x="6932" y="11405"/>
                  <a:pt x="6932" y="10838"/>
                </a:cubicBezTo>
                <a:lnTo>
                  <a:pt x="6932" y="9798"/>
                </a:lnTo>
                <a:lnTo>
                  <a:pt x="3813" y="9798"/>
                </a:lnTo>
                <a:cubicBezTo>
                  <a:pt x="3624" y="9798"/>
                  <a:pt x="3467" y="9672"/>
                  <a:pt x="3467" y="9452"/>
                </a:cubicBezTo>
                <a:lnTo>
                  <a:pt x="3467" y="5293"/>
                </a:lnTo>
                <a:cubicBezTo>
                  <a:pt x="3467" y="5104"/>
                  <a:pt x="3624" y="4946"/>
                  <a:pt x="3813" y="4946"/>
                </a:cubicBezTo>
                <a:lnTo>
                  <a:pt x="6932" y="4946"/>
                </a:lnTo>
                <a:lnTo>
                  <a:pt x="6932" y="3529"/>
                </a:lnTo>
                <a:lnTo>
                  <a:pt x="7310" y="3529"/>
                </a:lnTo>
                <a:cubicBezTo>
                  <a:pt x="7499" y="3529"/>
                  <a:pt x="7657" y="3371"/>
                  <a:pt x="7657" y="3151"/>
                </a:cubicBezTo>
                <a:lnTo>
                  <a:pt x="7657" y="1040"/>
                </a:lnTo>
                <a:lnTo>
                  <a:pt x="7625" y="1040"/>
                </a:lnTo>
                <a:cubicBezTo>
                  <a:pt x="7625" y="441"/>
                  <a:pt x="7153" y="0"/>
                  <a:pt x="658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56" name="Google Shape;5526;p57">
            <a:extLst>
              <a:ext uri="{FF2B5EF4-FFF2-40B4-BE49-F238E27FC236}">
                <a16:creationId xmlns:a16="http://schemas.microsoft.com/office/drawing/2014/main" id="{F469BA19-D074-76B7-0D78-4B0C9B7DDE3F}"/>
              </a:ext>
            </a:extLst>
          </p:cNvPr>
          <p:cNvSpPr/>
          <p:nvPr/>
        </p:nvSpPr>
        <p:spPr>
          <a:xfrm>
            <a:off x="10993883" y="1913875"/>
            <a:ext cx="117428" cy="162781"/>
          </a:xfrm>
          <a:custGeom>
            <a:avLst/>
            <a:gdLst/>
            <a:ahLst/>
            <a:cxnLst/>
            <a:rect l="l" t="t" r="r" b="b"/>
            <a:pathLst>
              <a:path w="2773" h="3844" extrusionOk="0">
                <a:moveTo>
                  <a:pt x="2143" y="0"/>
                </a:moveTo>
                <a:cubicBezTo>
                  <a:pt x="1008" y="0"/>
                  <a:pt x="63" y="945"/>
                  <a:pt x="63" y="2080"/>
                </a:cubicBezTo>
                <a:cubicBezTo>
                  <a:pt x="0" y="2804"/>
                  <a:pt x="378" y="3434"/>
                  <a:pt x="914" y="3844"/>
                </a:cubicBezTo>
                <a:cubicBezTo>
                  <a:pt x="788" y="3529"/>
                  <a:pt x="725" y="3151"/>
                  <a:pt x="725" y="2804"/>
                </a:cubicBezTo>
                <a:cubicBezTo>
                  <a:pt x="725" y="1544"/>
                  <a:pt x="1576" y="473"/>
                  <a:pt x="2773" y="126"/>
                </a:cubicBezTo>
                <a:cubicBezTo>
                  <a:pt x="2584" y="63"/>
                  <a:pt x="2332" y="0"/>
                  <a:pt x="2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57" name="Google Shape;5527;p57">
            <a:extLst>
              <a:ext uri="{FF2B5EF4-FFF2-40B4-BE49-F238E27FC236}">
                <a16:creationId xmlns:a16="http://schemas.microsoft.com/office/drawing/2014/main" id="{8C9A4760-EB68-2C26-1321-CCB23D88805A}"/>
              </a:ext>
            </a:extLst>
          </p:cNvPr>
          <p:cNvSpPr/>
          <p:nvPr/>
        </p:nvSpPr>
        <p:spPr>
          <a:xfrm>
            <a:off x="11052575" y="1944534"/>
            <a:ext cx="177476" cy="176163"/>
          </a:xfrm>
          <a:custGeom>
            <a:avLst/>
            <a:gdLst/>
            <a:ahLst/>
            <a:cxnLst/>
            <a:rect l="l" t="t" r="r" b="b"/>
            <a:pathLst>
              <a:path w="4191" h="4160" extrusionOk="0">
                <a:moveTo>
                  <a:pt x="2080" y="694"/>
                </a:moveTo>
                <a:cubicBezTo>
                  <a:pt x="2836" y="694"/>
                  <a:pt x="3466" y="1324"/>
                  <a:pt x="3466" y="2080"/>
                </a:cubicBezTo>
                <a:cubicBezTo>
                  <a:pt x="3466" y="2364"/>
                  <a:pt x="3403" y="2584"/>
                  <a:pt x="3246" y="2836"/>
                </a:cubicBezTo>
                <a:lnTo>
                  <a:pt x="1292" y="915"/>
                </a:lnTo>
                <a:cubicBezTo>
                  <a:pt x="1576" y="788"/>
                  <a:pt x="1828" y="694"/>
                  <a:pt x="2080" y="694"/>
                </a:cubicBezTo>
                <a:close/>
                <a:moveTo>
                  <a:pt x="2111" y="1"/>
                </a:moveTo>
                <a:cubicBezTo>
                  <a:pt x="946" y="1"/>
                  <a:pt x="1" y="946"/>
                  <a:pt x="1" y="2080"/>
                </a:cubicBezTo>
                <a:cubicBezTo>
                  <a:pt x="1" y="3214"/>
                  <a:pt x="946" y="4160"/>
                  <a:pt x="2111" y="4160"/>
                </a:cubicBezTo>
                <a:cubicBezTo>
                  <a:pt x="3246" y="4160"/>
                  <a:pt x="4191" y="3214"/>
                  <a:pt x="4191" y="2080"/>
                </a:cubicBezTo>
                <a:cubicBezTo>
                  <a:pt x="4191" y="946"/>
                  <a:pt x="3246" y="1"/>
                  <a:pt x="211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58" name="Google Shape;5528;p57">
            <a:extLst>
              <a:ext uri="{FF2B5EF4-FFF2-40B4-BE49-F238E27FC236}">
                <a16:creationId xmlns:a16="http://schemas.microsoft.com/office/drawing/2014/main" id="{A4E98B6B-660B-EE88-45FD-F8BB81C17D4E}"/>
              </a:ext>
            </a:extLst>
          </p:cNvPr>
          <p:cNvSpPr/>
          <p:nvPr/>
        </p:nvSpPr>
        <p:spPr>
          <a:xfrm>
            <a:off x="11200662" y="1857851"/>
            <a:ext cx="58736" cy="146774"/>
          </a:xfrm>
          <a:custGeom>
            <a:avLst/>
            <a:gdLst/>
            <a:ahLst/>
            <a:cxnLst/>
            <a:rect l="l" t="t" r="r" b="b"/>
            <a:pathLst>
              <a:path w="1387" h="3466" extrusionOk="0">
                <a:moveTo>
                  <a:pt x="1" y="0"/>
                </a:moveTo>
                <a:lnTo>
                  <a:pt x="1" y="1764"/>
                </a:lnTo>
                <a:cubicBezTo>
                  <a:pt x="631" y="2111"/>
                  <a:pt x="1072" y="2709"/>
                  <a:pt x="1261" y="3466"/>
                </a:cubicBezTo>
                <a:lnTo>
                  <a:pt x="1387" y="3466"/>
                </a:lnTo>
                <a:lnTo>
                  <a:pt x="138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0" name="Google Shape;5530;p57">
            <a:extLst>
              <a:ext uri="{FF2B5EF4-FFF2-40B4-BE49-F238E27FC236}">
                <a16:creationId xmlns:a16="http://schemas.microsoft.com/office/drawing/2014/main" id="{6440FEF1-4DD0-DEB5-01AD-AA114C472EFD}"/>
              </a:ext>
            </a:extLst>
          </p:cNvPr>
          <p:cNvSpPr/>
          <p:nvPr/>
        </p:nvSpPr>
        <p:spPr>
          <a:xfrm>
            <a:off x="11231364" y="2521932"/>
            <a:ext cx="29389" cy="29431"/>
          </a:xfrm>
          <a:custGeom>
            <a:avLst/>
            <a:gdLst/>
            <a:ahLst/>
            <a:cxnLst/>
            <a:rect l="l" t="t" r="r" b="b"/>
            <a:pathLst>
              <a:path w="694" h="695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7"/>
                  <a:pt x="158" y="694"/>
                  <a:pt x="347" y="694"/>
                </a:cubicBezTo>
                <a:cubicBezTo>
                  <a:pt x="536" y="694"/>
                  <a:pt x="693" y="537"/>
                  <a:pt x="693" y="347"/>
                </a:cubicBezTo>
                <a:cubicBezTo>
                  <a:pt x="693" y="158"/>
                  <a:pt x="504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1" name="Google Shape;5531;p57">
            <a:extLst>
              <a:ext uri="{FF2B5EF4-FFF2-40B4-BE49-F238E27FC236}">
                <a16:creationId xmlns:a16="http://schemas.microsoft.com/office/drawing/2014/main" id="{9BE3DA1E-2315-1EC9-4D92-5F41EC50C75F}"/>
              </a:ext>
            </a:extLst>
          </p:cNvPr>
          <p:cNvSpPr/>
          <p:nvPr/>
        </p:nvSpPr>
        <p:spPr>
          <a:xfrm>
            <a:off x="11406130" y="2521931"/>
            <a:ext cx="90749" cy="30743"/>
          </a:xfrm>
          <a:custGeom>
            <a:avLst/>
            <a:gdLst/>
            <a:ahLst/>
            <a:cxnLst/>
            <a:rect l="l" t="t" r="r" b="b"/>
            <a:pathLst>
              <a:path w="2143" h="72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7"/>
                  <a:pt x="158" y="726"/>
                  <a:pt x="347" y="726"/>
                </a:cubicBezTo>
                <a:lnTo>
                  <a:pt x="1765" y="726"/>
                </a:lnTo>
                <a:cubicBezTo>
                  <a:pt x="1985" y="726"/>
                  <a:pt x="2143" y="568"/>
                  <a:pt x="2143" y="347"/>
                </a:cubicBezTo>
                <a:cubicBezTo>
                  <a:pt x="2143" y="158"/>
                  <a:pt x="1985" y="1"/>
                  <a:pt x="176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2" name="Google Shape;5532;p57">
            <a:extLst>
              <a:ext uri="{FF2B5EF4-FFF2-40B4-BE49-F238E27FC236}">
                <a16:creationId xmlns:a16="http://schemas.microsoft.com/office/drawing/2014/main" id="{B9034F6A-905D-0F26-C47F-0782CFDBC672}"/>
              </a:ext>
            </a:extLst>
          </p:cNvPr>
          <p:cNvSpPr/>
          <p:nvPr/>
        </p:nvSpPr>
        <p:spPr>
          <a:xfrm>
            <a:off x="10993883" y="2521931"/>
            <a:ext cx="90749" cy="30743"/>
          </a:xfrm>
          <a:custGeom>
            <a:avLst/>
            <a:gdLst/>
            <a:ahLst/>
            <a:cxnLst/>
            <a:rect l="l" t="t" r="r" b="b"/>
            <a:pathLst>
              <a:path w="2143" h="726" extrusionOk="0">
                <a:moveTo>
                  <a:pt x="378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68"/>
                  <a:pt x="158" y="726"/>
                  <a:pt x="378" y="726"/>
                </a:cubicBezTo>
                <a:lnTo>
                  <a:pt x="1796" y="726"/>
                </a:lnTo>
                <a:cubicBezTo>
                  <a:pt x="1985" y="726"/>
                  <a:pt x="2143" y="568"/>
                  <a:pt x="2143" y="347"/>
                </a:cubicBezTo>
                <a:cubicBezTo>
                  <a:pt x="2143" y="158"/>
                  <a:pt x="1985" y="1"/>
                  <a:pt x="179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3" name="Google Shape;5533;p57">
            <a:extLst>
              <a:ext uri="{FF2B5EF4-FFF2-40B4-BE49-F238E27FC236}">
                <a16:creationId xmlns:a16="http://schemas.microsoft.com/office/drawing/2014/main" id="{7FF97CBB-8914-0C38-27FB-32A494FCBBC5}"/>
              </a:ext>
            </a:extLst>
          </p:cNvPr>
          <p:cNvSpPr/>
          <p:nvPr/>
        </p:nvSpPr>
        <p:spPr>
          <a:xfrm>
            <a:off x="11230008" y="2285804"/>
            <a:ext cx="29389" cy="89436"/>
          </a:xfrm>
          <a:custGeom>
            <a:avLst/>
            <a:gdLst/>
            <a:ahLst/>
            <a:cxnLst/>
            <a:rect l="l" t="t" r="r" b="b"/>
            <a:pathLst>
              <a:path w="694" h="2112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1765"/>
                </a:lnTo>
                <a:cubicBezTo>
                  <a:pt x="1" y="1954"/>
                  <a:pt x="158" y="2111"/>
                  <a:pt x="347" y="2111"/>
                </a:cubicBezTo>
                <a:cubicBezTo>
                  <a:pt x="536" y="2111"/>
                  <a:pt x="694" y="1954"/>
                  <a:pt x="694" y="1765"/>
                </a:cubicBezTo>
                <a:lnTo>
                  <a:pt x="694" y="347"/>
                </a:lnTo>
                <a:cubicBezTo>
                  <a:pt x="694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4" name="Google Shape;5534;p57">
            <a:extLst>
              <a:ext uri="{FF2B5EF4-FFF2-40B4-BE49-F238E27FC236}">
                <a16:creationId xmlns:a16="http://schemas.microsoft.com/office/drawing/2014/main" id="{90940492-20E7-699B-11F2-E00D808D0345}"/>
              </a:ext>
            </a:extLst>
          </p:cNvPr>
          <p:cNvSpPr/>
          <p:nvPr/>
        </p:nvSpPr>
        <p:spPr>
          <a:xfrm>
            <a:off x="11064602" y="2356525"/>
            <a:ext cx="72075" cy="69407"/>
          </a:xfrm>
          <a:custGeom>
            <a:avLst/>
            <a:gdLst/>
            <a:ahLst/>
            <a:cxnLst/>
            <a:rect l="l" t="t" r="r" b="b"/>
            <a:pathLst>
              <a:path w="1702" h="1639" extrusionOk="0">
                <a:moveTo>
                  <a:pt x="351" y="0"/>
                </a:moveTo>
                <a:cubicBezTo>
                  <a:pt x="260" y="0"/>
                  <a:pt x="173" y="32"/>
                  <a:pt x="126" y="95"/>
                </a:cubicBezTo>
                <a:cubicBezTo>
                  <a:pt x="0" y="221"/>
                  <a:pt x="0" y="441"/>
                  <a:pt x="126" y="567"/>
                </a:cubicBezTo>
                <a:lnTo>
                  <a:pt x="1103" y="1544"/>
                </a:lnTo>
                <a:cubicBezTo>
                  <a:pt x="1166" y="1607"/>
                  <a:pt x="1252" y="1639"/>
                  <a:pt x="1339" y="1639"/>
                </a:cubicBezTo>
                <a:cubicBezTo>
                  <a:pt x="1426" y="1639"/>
                  <a:pt x="1512" y="1607"/>
                  <a:pt x="1575" y="1544"/>
                </a:cubicBezTo>
                <a:cubicBezTo>
                  <a:pt x="1701" y="1418"/>
                  <a:pt x="1701" y="1198"/>
                  <a:pt x="1575" y="1071"/>
                </a:cubicBezTo>
                <a:lnTo>
                  <a:pt x="599" y="95"/>
                </a:lnTo>
                <a:cubicBezTo>
                  <a:pt x="536" y="32"/>
                  <a:pt x="441" y="0"/>
                  <a:pt x="3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5" name="Google Shape;5535;p57">
            <a:extLst>
              <a:ext uri="{FF2B5EF4-FFF2-40B4-BE49-F238E27FC236}">
                <a16:creationId xmlns:a16="http://schemas.microsoft.com/office/drawing/2014/main" id="{89A439E5-CFDE-C6FA-2062-96F757AFEB0C}"/>
              </a:ext>
            </a:extLst>
          </p:cNvPr>
          <p:cNvSpPr/>
          <p:nvPr/>
        </p:nvSpPr>
        <p:spPr>
          <a:xfrm>
            <a:off x="11354086" y="2356525"/>
            <a:ext cx="73429" cy="69407"/>
          </a:xfrm>
          <a:custGeom>
            <a:avLst/>
            <a:gdLst/>
            <a:ahLst/>
            <a:cxnLst/>
            <a:rect l="l" t="t" r="r" b="b"/>
            <a:pathLst>
              <a:path w="1734" h="1639" extrusionOk="0">
                <a:moveTo>
                  <a:pt x="1351" y="0"/>
                </a:moveTo>
                <a:cubicBezTo>
                  <a:pt x="1261" y="0"/>
                  <a:pt x="1166" y="32"/>
                  <a:pt x="1103" y="95"/>
                </a:cubicBezTo>
                <a:lnTo>
                  <a:pt x="127" y="1071"/>
                </a:lnTo>
                <a:cubicBezTo>
                  <a:pt x="1" y="1198"/>
                  <a:pt x="1" y="1418"/>
                  <a:pt x="127" y="1544"/>
                </a:cubicBezTo>
                <a:cubicBezTo>
                  <a:pt x="190" y="1607"/>
                  <a:pt x="284" y="1639"/>
                  <a:pt x="375" y="1639"/>
                </a:cubicBezTo>
                <a:cubicBezTo>
                  <a:pt x="465" y="1639"/>
                  <a:pt x="552" y="1607"/>
                  <a:pt x="599" y="1544"/>
                </a:cubicBezTo>
                <a:lnTo>
                  <a:pt x="1576" y="567"/>
                </a:lnTo>
                <a:cubicBezTo>
                  <a:pt x="1733" y="441"/>
                  <a:pt x="1733" y="221"/>
                  <a:pt x="1576" y="95"/>
                </a:cubicBezTo>
                <a:cubicBezTo>
                  <a:pt x="1529" y="32"/>
                  <a:pt x="1442" y="0"/>
                  <a:pt x="13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6" name="Google Shape;5536;p57">
            <a:extLst>
              <a:ext uri="{FF2B5EF4-FFF2-40B4-BE49-F238E27FC236}">
                <a16:creationId xmlns:a16="http://schemas.microsoft.com/office/drawing/2014/main" id="{20917CB7-69DA-808B-CAEF-E0515B5AAA81}"/>
              </a:ext>
            </a:extLst>
          </p:cNvPr>
          <p:cNvSpPr/>
          <p:nvPr/>
        </p:nvSpPr>
        <p:spPr>
          <a:xfrm>
            <a:off x="11080609" y="2696739"/>
            <a:ext cx="325563" cy="60047"/>
          </a:xfrm>
          <a:custGeom>
            <a:avLst/>
            <a:gdLst/>
            <a:ahLst/>
            <a:cxnLst/>
            <a:rect l="l" t="t" r="r" b="b"/>
            <a:pathLst>
              <a:path w="7688" h="1418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lnTo>
                  <a:pt x="0" y="1071"/>
                </a:lnTo>
                <a:cubicBezTo>
                  <a:pt x="0" y="1260"/>
                  <a:pt x="158" y="1418"/>
                  <a:pt x="378" y="1418"/>
                </a:cubicBezTo>
                <a:lnTo>
                  <a:pt x="7309" y="1418"/>
                </a:lnTo>
                <a:cubicBezTo>
                  <a:pt x="7530" y="1418"/>
                  <a:pt x="7687" y="1260"/>
                  <a:pt x="7687" y="1071"/>
                </a:cubicBezTo>
                <a:lnTo>
                  <a:pt x="7687" y="725"/>
                </a:lnTo>
                <a:cubicBezTo>
                  <a:pt x="7687" y="315"/>
                  <a:pt x="7372" y="0"/>
                  <a:pt x="69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7" name="Google Shape;5537;p57">
            <a:extLst>
              <a:ext uri="{FF2B5EF4-FFF2-40B4-BE49-F238E27FC236}">
                <a16:creationId xmlns:a16="http://schemas.microsoft.com/office/drawing/2014/main" id="{AAE62C04-9C19-DD5D-3D2D-5276908707A7}"/>
              </a:ext>
            </a:extLst>
          </p:cNvPr>
          <p:cNvSpPr/>
          <p:nvPr/>
        </p:nvSpPr>
        <p:spPr>
          <a:xfrm>
            <a:off x="11112622" y="2405901"/>
            <a:ext cx="260179" cy="262846"/>
          </a:xfrm>
          <a:custGeom>
            <a:avLst/>
            <a:gdLst/>
            <a:ahLst/>
            <a:cxnLst/>
            <a:rect l="l" t="t" r="r" b="b"/>
            <a:pathLst>
              <a:path w="6144" h="6207" extrusionOk="0">
                <a:moveTo>
                  <a:pt x="3025" y="0"/>
                </a:moveTo>
                <a:cubicBezTo>
                  <a:pt x="1355" y="0"/>
                  <a:pt x="0" y="1355"/>
                  <a:pt x="0" y="3087"/>
                </a:cubicBezTo>
                <a:lnTo>
                  <a:pt x="0" y="6206"/>
                </a:lnTo>
                <a:lnTo>
                  <a:pt x="2773" y="6206"/>
                </a:lnTo>
                <a:lnTo>
                  <a:pt x="2773" y="4064"/>
                </a:lnTo>
                <a:cubicBezTo>
                  <a:pt x="2363" y="3938"/>
                  <a:pt x="2048" y="3560"/>
                  <a:pt x="2048" y="3087"/>
                </a:cubicBezTo>
                <a:cubicBezTo>
                  <a:pt x="2048" y="2489"/>
                  <a:pt x="2521" y="2079"/>
                  <a:pt x="3088" y="2079"/>
                </a:cubicBezTo>
                <a:cubicBezTo>
                  <a:pt x="3655" y="2079"/>
                  <a:pt x="4096" y="2552"/>
                  <a:pt x="4096" y="3087"/>
                </a:cubicBezTo>
                <a:cubicBezTo>
                  <a:pt x="4096" y="3529"/>
                  <a:pt x="3812" y="3938"/>
                  <a:pt x="3403" y="4064"/>
                </a:cubicBezTo>
                <a:lnTo>
                  <a:pt x="3403" y="6206"/>
                </a:lnTo>
                <a:lnTo>
                  <a:pt x="6144" y="6206"/>
                </a:lnTo>
                <a:lnTo>
                  <a:pt x="6144" y="3087"/>
                </a:lnTo>
                <a:cubicBezTo>
                  <a:pt x="6144" y="1355"/>
                  <a:pt x="4726" y="0"/>
                  <a:pt x="30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69" name="Google Shape;5539;p57">
            <a:extLst>
              <a:ext uri="{FF2B5EF4-FFF2-40B4-BE49-F238E27FC236}">
                <a16:creationId xmlns:a16="http://schemas.microsoft.com/office/drawing/2014/main" id="{E136E2AD-02FE-E6DC-E167-6733F8F3CF73}"/>
              </a:ext>
            </a:extLst>
          </p:cNvPr>
          <p:cNvSpPr/>
          <p:nvPr/>
        </p:nvSpPr>
        <p:spPr>
          <a:xfrm>
            <a:off x="11256686" y="2910507"/>
            <a:ext cx="242859" cy="233204"/>
          </a:xfrm>
          <a:custGeom>
            <a:avLst/>
            <a:gdLst/>
            <a:ahLst/>
            <a:cxnLst/>
            <a:rect l="l" t="t" r="r" b="b"/>
            <a:pathLst>
              <a:path w="5735" h="5507" extrusionOk="0">
                <a:moveTo>
                  <a:pt x="1123" y="1"/>
                </a:moveTo>
                <a:cubicBezTo>
                  <a:pt x="859" y="1"/>
                  <a:pt x="599" y="103"/>
                  <a:pt x="410" y="308"/>
                </a:cubicBezTo>
                <a:cubicBezTo>
                  <a:pt x="1" y="686"/>
                  <a:pt x="1" y="1379"/>
                  <a:pt x="410" y="1757"/>
                </a:cubicBezTo>
                <a:lnTo>
                  <a:pt x="3813" y="5191"/>
                </a:lnTo>
                <a:cubicBezTo>
                  <a:pt x="4033" y="5380"/>
                  <a:pt x="4285" y="5506"/>
                  <a:pt x="4569" y="5506"/>
                </a:cubicBezTo>
                <a:cubicBezTo>
                  <a:pt x="4853" y="5506"/>
                  <a:pt x="5136" y="5380"/>
                  <a:pt x="5325" y="5191"/>
                </a:cubicBezTo>
                <a:cubicBezTo>
                  <a:pt x="5735" y="4781"/>
                  <a:pt x="5735" y="4120"/>
                  <a:pt x="5325" y="3742"/>
                </a:cubicBezTo>
                <a:lnTo>
                  <a:pt x="1860" y="308"/>
                </a:lnTo>
                <a:cubicBezTo>
                  <a:pt x="1655" y="103"/>
                  <a:pt x="1387" y="1"/>
                  <a:pt x="112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70" name="Google Shape;5540;p57">
            <a:extLst>
              <a:ext uri="{FF2B5EF4-FFF2-40B4-BE49-F238E27FC236}">
                <a16:creationId xmlns:a16="http://schemas.microsoft.com/office/drawing/2014/main" id="{F8200570-6E10-85E7-932C-3BAB18A09C8D}"/>
              </a:ext>
            </a:extLst>
          </p:cNvPr>
          <p:cNvSpPr/>
          <p:nvPr/>
        </p:nvSpPr>
        <p:spPr>
          <a:xfrm>
            <a:off x="10991215" y="3337109"/>
            <a:ext cx="73429" cy="74742"/>
          </a:xfrm>
          <a:custGeom>
            <a:avLst/>
            <a:gdLst/>
            <a:ahLst/>
            <a:cxnLst/>
            <a:rect l="l" t="t" r="r" b="b"/>
            <a:pathLst>
              <a:path w="1734" h="1765" extrusionOk="0">
                <a:moveTo>
                  <a:pt x="756" y="0"/>
                </a:moveTo>
                <a:lnTo>
                  <a:pt x="221" y="630"/>
                </a:lnTo>
                <a:cubicBezTo>
                  <a:pt x="95" y="756"/>
                  <a:pt x="0" y="945"/>
                  <a:pt x="0" y="1103"/>
                </a:cubicBezTo>
                <a:cubicBezTo>
                  <a:pt x="0" y="1292"/>
                  <a:pt x="95" y="1449"/>
                  <a:pt x="221" y="1575"/>
                </a:cubicBezTo>
                <a:cubicBezTo>
                  <a:pt x="347" y="1702"/>
                  <a:pt x="536" y="1765"/>
                  <a:pt x="693" y="1765"/>
                </a:cubicBezTo>
                <a:cubicBezTo>
                  <a:pt x="882" y="1765"/>
                  <a:pt x="1040" y="1702"/>
                  <a:pt x="1166" y="1575"/>
                </a:cubicBezTo>
                <a:lnTo>
                  <a:pt x="1733" y="977"/>
                </a:lnTo>
                <a:lnTo>
                  <a:pt x="75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71" name="Google Shape;5541;p57">
            <a:extLst>
              <a:ext uri="{FF2B5EF4-FFF2-40B4-BE49-F238E27FC236}">
                <a16:creationId xmlns:a16="http://schemas.microsoft.com/office/drawing/2014/main" id="{450050D4-05CA-CCC5-FC17-B741A6CC7DE5}"/>
              </a:ext>
            </a:extLst>
          </p:cNvPr>
          <p:cNvSpPr/>
          <p:nvPr/>
        </p:nvSpPr>
        <p:spPr>
          <a:xfrm>
            <a:off x="11048594" y="3006253"/>
            <a:ext cx="349573" cy="352240"/>
          </a:xfrm>
          <a:custGeom>
            <a:avLst/>
            <a:gdLst/>
            <a:ahLst/>
            <a:cxnLst/>
            <a:rect l="l" t="t" r="r" b="b"/>
            <a:pathLst>
              <a:path w="8255" h="8318" extrusionOk="0">
                <a:moveTo>
                  <a:pt x="4285" y="2457"/>
                </a:moveTo>
                <a:lnTo>
                  <a:pt x="5797" y="3938"/>
                </a:lnTo>
                <a:lnTo>
                  <a:pt x="5261" y="4474"/>
                </a:lnTo>
                <a:cubicBezTo>
                  <a:pt x="4868" y="4868"/>
                  <a:pt x="4342" y="5064"/>
                  <a:pt x="3814" y="5064"/>
                </a:cubicBezTo>
                <a:cubicBezTo>
                  <a:pt x="3708" y="5064"/>
                  <a:pt x="3602" y="5057"/>
                  <a:pt x="3497" y="5041"/>
                </a:cubicBezTo>
                <a:lnTo>
                  <a:pt x="3214" y="5009"/>
                </a:lnTo>
                <a:lnTo>
                  <a:pt x="3182" y="4726"/>
                </a:lnTo>
                <a:cubicBezTo>
                  <a:pt x="3119" y="4096"/>
                  <a:pt x="3308" y="3434"/>
                  <a:pt x="3781" y="2962"/>
                </a:cubicBezTo>
                <a:lnTo>
                  <a:pt x="4285" y="2457"/>
                </a:lnTo>
                <a:close/>
                <a:moveTo>
                  <a:pt x="4789" y="0"/>
                </a:moveTo>
                <a:lnTo>
                  <a:pt x="3056" y="1796"/>
                </a:lnTo>
                <a:cubicBezTo>
                  <a:pt x="2174" y="2678"/>
                  <a:pt x="1733" y="4001"/>
                  <a:pt x="1890" y="5261"/>
                </a:cubicBezTo>
                <a:lnTo>
                  <a:pt x="1922" y="5419"/>
                </a:lnTo>
                <a:lnTo>
                  <a:pt x="0" y="7341"/>
                </a:lnTo>
                <a:lnTo>
                  <a:pt x="977" y="8317"/>
                </a:lnTo>
                <a:lnTo>
                  <a:pt x="2898" y="6396"/>
                </a:lnTo>
                <a:lnTo>
                  <a:pt x="3056" y="6427"/>
                </a:lnTo>
                <a:cubicBezTo>
                  <a:pt x="3214" y="6459"/>
                  <a:pt x="3371" y="6459"/>
                  <a:pt x="3592" y="6459"/>
                </a:cubicBezTo>
                <a:cubicBezTo>
                  <a:pt x="4694" y="6459"/>
                  <a:pt x="5734" y="6049"/>
                  <a:pt x="6522" y="5261"/>
                </a:cubicBezTo>
                <a:lnTo>
                  <a:pt x="8254" y="3466"/>
                </a:lnTo>
                <a:lnTo>
                  <a:pt x="7278" y="2489"/>
                </a:lnTo>
                <a:lnTo>
                  <a:pt x="6301" y="3466"/>
                </a:lnTo>
                <a:lnTo>
                  <a:pt x="4852" y="2016"/>
                </a:lnTo>
                <a:lnTo>
                  <a:pt x="5828" y="1040"/>
                </a:lnTo>
                <a:lnTo>
                  <a:pt x="478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73" name="Google Shape;5543;p57">
            <a:extLst>
              <a:ext uri="{FF2B5EF4-FFF2-40B4-BE49-F238E27FC236}">
                <a16:creationId xmlns:a16="http://schemas.microsoft.com/office/drawing/2014/main" id="{87FD9075-0605-2DC4-79CC-0731EC6D7006}"/>
              </a:ext>
            </a:extLst>
          </p:cNvPr>
          <p:cNvSpPr/>
          <p:nvPr/>
        </p:nvSpPr>
        <p:spPr>
          <a:xfrm>
            <a:off x="9194515" y="3594752"/>
            <a:ext cx="324208" cy="60090"/>
          </a:xfrm>
          <a:custGeom>
            <a:avLst/>
            <a:gdLst/>
            <a:ahLst/>
            <a:cxnLst/>
            <a:rect l="l" t="t" r="r" b="b"/>
            <a:pathLst>
              <a:path w="7656" h="1419" extrusionOk="0">
                <a:moveTo>
                  <a:pt x="1040" y="1"/>
                </a:moveTo>
                <a:cubicBezTo>
                  <a:pt x="441" y="1"/>
                  <a:pt x="0" y="473"/>
                  <a:pt x="0" y="1040"/>
                </a:cubicBezTo>
                <a:lnTo>
                  <a:pt x="0" y="1418"/>
                </a:lnTo>
                <a:lnTo>
                  <a:pt x="7656" y="1418"/>
                </a:lnTo>
                <a:lnTo>
                  <a:pt x="7656" y="1040"/>
                </a:lnTo>
                <a:lnTo>
                  <a:pt x="7593" y="1040"/>
                </a:lnTo>
                <a:cubicBezTo>
                  <a:pt x="7593" y="442"/>
                  <a:pt x="7120" y="1"/>
                  <a:pt x="658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74" name="Google Shape;5544;p57">
            <a:extLst>
              <a:ext uri="{FF2B5EF4-FFF2-40B4-BE49-F238E27FC236}">
                <a16:creationId xmlns:a16="http://schemas.microsoft.com/office/drawing/2014/main" id="{1D46AF20-DA6B-B559-F8BB-C6529BE35447}"/>
              </a:ext>
            </a:extLst>
          </p:cNvPr>
          <p:cNvSpPr/>
          <p:nvPr/>
        </p:nvSpPr>
        <p:spPr>
          <a:xfrm>
            <a:off x="9281241" y="3744195"/>
            <a:ext cx="146774" cy="146774"/>
          </a:xfrm>
          <a:custGeom>
            <a:avLst/>
            <a:gdLst/>
            <a:ahLst/>
            <a:cxnLst/>
            <a:rect l="l" t="t" r="r" b="b"/>
            <a:pathLst>
              <a:path w="3466" h="3466" extrusionOk="0">
                <a:moveTo>
                  <a:pt x="1386" y="0"/>
                </a:moveTo>
                <a:lnTo>
                  <a:pt x="1386" y="1008"/>
                </a:lnTo>
                <a:cubicBezTo>
                  <a:pt x="1386" y="1197"/>
                  <a:pt x="1229" y="1355"/>
                  <a:pt x="1008" y="1355"/>
                </a:cubicBezTo>
                <a:lnTo>
                  <a:pt x="0" y="1355"/>
                </a:lnTo>
                <a:lnTo>
                  <a:pt x="0" y="2079"/>
                </a:lnTo>
                <a:lnTo>
                  <a:pt x="1008" y="2079"/>
                </a:lnTo>
                <a:cubicBezTo>
                  <a:pt x="1229" y="2079"/>
                  <a:pt x="1386" y="2237"/>
                  <a:pt x="1386" y="2426"/>
                </a:cubicBezTo>
                <a:lnTo>
                  <a:pt x="1386" y="3466"/>
                </a:lnTo>
                <a:lnTo>
                  <a:pt x="2079" y="3466"/>
                </a:lnTo>
                <a:lnTo>
                  <a:pt x="2079" y="2426"/>
                </a:lnTo>
                <a:cubicBezTo>
                  <a:pt x="2079" y="2237"/>
                  <a:pt x="2237" y="2079"/>
                  <a:pt x="2426" y="2079"/>
                </a:cubicBezTo>
                <a:lnTo>
                  <a:pt x="3466" y="2079"/>
                </a:lnTo>
                <a:lnTo>
                  <a:pt x="3466" y="1355"/>
                </a:lnTo>
                <a:lnTo>
                  <a:pt x="2426" y="1355"/>
                </a:lnTo>
                <a:cubicBezTo>
                  <a:pt x="2237" y="1355"/>
                  <a:pt x="2079" y="1197"/>
                  <a:pt x="2079" y="1008"/>
                </a:cubicBezTo>
                <a:lnTo>
                  <a:pt x="207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75" name="Google Shape;5545;p57">
            <a:extLst>
              <a:ext uri="{FF2B5EF4-FFF2-40B4-BE49-F238E27FC236}">
                <a16:creationId xmlns:a16="http://schemas.microsoft.com/office/drawing/2014/main" id="{646B402A-6413-7222-1CDB-198234340906}"/>
              </a:ext>
            </a:extLst>
          </p:cNvPr>
          <p:cNvSpPr/>
          <p:nvPr/>
        </p:nvSpPr>
        <p:spPr>
          <a:xfrm>
            <a:off x="9193159" y="3977653"/>
            <a:ext cx="322895" cy="116157"/>
          </a:xfrm>
          <a:custGeom>
            <a:avLst/>
            <a:gdLst/>
            <a:ahLst/>
            <a:cxnLst/>
            <a:rect l="l" t="t" r="r" b="b"/>
            <a:pathLst>
              <a:path w="7625" h="2743" extrusionOk="0">
                <a:moveTo>
                  <a:pt x="4159" y="694"/>
                </a:moveTo>
                <a:cubicBezTo>
                  <a:pt x="4348" y="694"/>
                  <a:pt x="4506" y="851"/>
                  <a:pt x="4506" y="1040"/>
                </a:cubicBezTo>
                <a:cubicBezTo>
                  <a:pt x="4506" y="1261"/>
                  <a:pt x="4348" y="1418"/>
                  <a:pt x="4159" y="1418"/>
                </a:cubicBezTo>
                <a:lnTo>
                  <a:pt x="3466" y="1418"/>
                </a:lnTo>
                <a:cubicBezTo>
                  <a:pt x="3246" y="1418"/>
                  <a:pt x="3088" y="1261"/>
                  <a:pt x="3088" y="1040"/>
                </a:cubicBezTo>
                <a:cubicBezTo>
                  <a:pt x="3088" y="851"/>
                  <a:pt x="3246" y="694"/>
                  <a:pt x="3466" y="694"/>
                </a:cubicBezTo>
                <a:close/>
                <a:moveTo>
                  <a:pt x="1" y="0"/>
                </a:moveTo>
                <a:lnTo>
                  <a:pt x="1" y="1733"/>
                </a:lnTo>
                <a:cubicBezTo>
                  <a:pt x="1" y="2300"/>
                  <a:pt x="473" y="2741"/>
                  <a:pt x="1009" y="2741"/>
                </a:cubicBezTo>
                <a:lnTo>
                  <a:pt x="6554" y="2741"/>
                </a:lnTo>
                <a:cubicBezTo>
                  <a:pt x="6573" y="2742"/>
                  <a:pt x="6592" y="2743"/>
                  <a:pt x="6610" y="2743"/>
                </a:cubicBezTo>
                <a:cubicBezTo>
                  <a:pt x="7182" y="2743"/>
                  <a:pt x="7625" y="2282"/>
                  <a:pt x="7625" y="1733"/>
                </a:cubicBezTo>
                <a:lnTo>
                  <a:pt x="76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76" name="Google Shape;5546;p57">
            <a:extLst>
              <a:ext uri="{FF2B5EF4-FFF2-40B4-BE49-F238E27FC236}">
                <a16:creationId xmlns:a16="http://schemas.microsoft.com/office/drawing/2014/main" id="{C8A4B68E-750E-C6EF-25F1-33BB9014A770}"/>
              </a:ext>
            </a:extLst>
          </p:cNvPr>
          <p:cNvSpPr/>
          <p:nvPr/>
        </p:nvSpPr>
        <p:spPr>
          <a:xfrm>
            <a:off x="9193159" y="3684146"/>
            <a:ext cx="322895" cy="264202"/>
          </a:xfrm>
          <a:custGeom>
            <a:avLst/>
            <a:gdLst/>
            <a:ahLst/>
            <a:cxnLst/>
            <a:rect l="l" t="t" r="r" b="b"/>
            <a:pathLst>
              <a:path w="7625" h="6239" extrusionOk="0">
                <a:moveTo>
                  <a:pt x="4506" y="693"/>
                </a:moveTo>
                <a:cubicBezTo>
                  <a:pt x="4727" y="693"/>
                  <a:pt x="4884" y="851"/>
                  <a:pt x="4884" y="1040"/>
                </a:cubicBezTo>
                <a:lnTo>
                  <a:pt x="4884" y="2080"/>
                </a:lnTo>
                <a:lnTo>
                  <a:pt x="5892" y="2080"/>
                </a:lnTo>
                <a:cubicBezTo>
                  <a:pt x="6081" y="2080"/>
                  <a:pt x="6239" y="2237"/>
                  <a:pt x="6239" y="2426"/>
                </a:cubicBezTo>
                <a:lnTo>
                  <a:pt x="6239" y="3812"/>
                </a:lnTo>
                <a:cubicBezTo>
                  <a:pt x="6239" y="4001"/>
                  <a:pt x="6081" y="4159"/>
                  <a:pt x="5892" y="4159"/>
                </a:cubicBezTo>
                <a:lnTo>
                  <a:pt x="4884" y="4159"/>
                </a:lnTo>
                <a:lnTo>
                  <a:pt x="4884" y="5199"/>
                </a:lnTo>
                <a:cubicBezTo>
                  <a:pt x="4884" y="5388"/>
                  <a:pt x="4727" y="5545"/>
                  <a:pt x="4506" y="5545"/>
                </a:cubicBezTo>
                <a:lnTo>
                  <a:pt x="3151" y="5545"/>
                </a:lnTo>
                <a:cubicBezTo>
                  <a:pt x="2931" y="5545"/>
                  <a:pt x="2773" y="5388"/>
                  <a:pt x="2773" y="5199"/>
                </a:cubicBezTo>
                <a:lnTo>
                  <a:pt x="2773" y="4159"/>
                </a:lnTo>
                <a:lnTo>
                  <a:pt x="1765" y="4159"/>
                </a:lnTo>
                <a:cubicBezTo>
                  <a:pt x="1576" y="4159"/>
                  <a:pt x="1419" y="4001"/>
                  <a:pt x="1419" y="3812"/>
                </a:cubicBezTo>
                <a:lnTo>
                  <a:pt x="1419" y="2426"/>
                </a:lnTo>
                <a:cubicBezTo>
                  <a:pt x="1419" y="2237"/>
                  <a:pt x="1576" y="2080"/>
                  <a:pt x="1765" y="2080"/>
                </a:cubicBezTo>
                <a:lnTo>
                  <a:pt x="2773" y="2080"/>
                </a:lnTo>
                <a:lnTo>
                  <a:pt x="2773" y="1040"/>
                </a:lnTo>
                <a:cubicBezTo>
                  <a:pt x="2773" y="851"/>
                  <a:pt x="2931" y="693"/>
                  <a:pt x="3151" y="693"/>
                </a:cubicBezTo>
                <a:close/>
                <a:moveTo>
                  <a:pt x="1" y="0"/>
                </a:moveTo>
                <a:lnTo>
                  <a:pt x="1" y="6238"/>
                </a:lnTo>
                <a:lnTo>
                  <a:pt x="7625" y="6238"/>
                </a:lnTo>
                <a:lnTo>
                  <a:pt x="76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78" name="Google Shape;5548;p57">
            <a:extLst>
              <a:ext uri="{FF2B5EF4-FFF2-40B4-BE49-F238E27FC236}">
                <a16:creationId xmlns:a16="http://schemas.microsoft.com/office/drawing/2014/main" id="{A8ED3A90-9EFD-D554-4D87-737627670709}"/>
              </a:ext>
            </a:extLst>
          </p:cNvPr>
          <p:cNvSpPr/>
          <p:nvPr/>
        </p:nvSpPr>
        <p:spPr>
          <a:xfrm>
            <a:off x="9133133" y="4379183"/>
            <a:ext cx="446970" cy="396281"/>
          </a:xfrm>
          <a:custGeom>
            <a:avLst/>
            <a:gdLst/>
            <a:ahLst/>
            <a:cxnLst/>
            <a:rect l="l" t="t" r="r" b="b"/>
            <a:pathLst>
              <a:path w="10555" h="9358" extrusionOk="0">
                <a:moveTo>
                  <a:pt x="1701" y="3119"/>
                </a:moveTo>
                <a:cubicBezTo>
                  <a:pt x="1890" y="3119"/>
                  <a:pt x="2048" y="3277"/>
                  <a:pt x="2048" y="3466"/>
                </a:cubicBezTo>
                <a:lnTo>
                  <a:pt x="2048" y="4159"/>
                </a:lnTo>
                <a:cubicBezTo>
                  <a:pt x="2048" y="4379"/>
                  <a:pt x="2205" y="4537"/>
                  <a:pt x="2394" y="4537"/>
                </a:cubicBezTo>
                <a:lnTo>
                  <a:pt x="3119" y="4537"/>
                </a:lnTo>
                <a:cubicBezTo>
                  <a:pt x="3308" y="4537"/>
                  <a:pt x="3466" y="4663"/>
                  <a:pt x="3466" y="4883"/>
                </a:cubicBezTo>
                <a:cubicBezTo>
                  <a:pt x="3466" y="5072"/>
                  <a:pt x="3308" y="5230"/>
                  <a:pt x="3119" y="5230"/>
                </a:cubicBezTo>
                <a:lnTo>
                  <a:pt x="2394" y="5230"/>
                </a:lnTo>
                <a:cubicBezTo>
                  <a:pt x="1796" y="5198"/>
                  <a:pt x="1323" y="4726"/>
                  <a:pt x="1323" y="4159"/>
                </a:cubicBezTo>
                <a:lnTo>
                  <a:pt x="1323" y="3466"/>
                </a:lnTo>
                <a:cubicBezTo>
                  <a:pt x="1323" y="3277"/>
                  <a:pt x="1512" y="3119"/>
                  <a:pt x="1701" y="3119"/>
                </a:cubicBezTo>
                <a:close/>
                <a:moveTo>
                  <a:pt x="3781" y="6585"/>
                </a:moveTo>
                <a:lnTo>
                  <a:pt x="3781" y="6931"/>
                </a:lnTo>
                <a:cubicBezTo>
                  <a:pt x="3781" y="7120"/>
                  <a:pt x="3623" y="7278"/>
                  <a:pt x="3434" y="7278"/>
                </a:cubicBezTo>
                <a:cubicBezTo>
                  <a:pt x="3214" y="7278"/>
                  <a:pt x="3056" y="7120"/>
                  <a:pt x="3056" y="6931"/>
                </a:cubicBezTo>
                <a:lnTo>
                  <a:pt x="3056" y="6585"/>
                </a:lnTo>
                <a:close/>
                <a:moveTo>
                  <a:pt x="6900" y="0"/>
                </a:moveTo>
                <a:cubicBezTo>
                  <a:pt x="5986" y="0"/>
                  <a:pt x="5293" y="693"/>
                  <a:pt x="5293" y="1607"/>
                </a:cubicBezTo>
                <a:cubicBezTo>
                  <a:pt x="5293" y="2363"/>
                  <a:pt x="5765" y="2741"/>
                  <a:pt x="6238" y="3182"/>
                </a:cubicBezTo>
                <a:lnTo>
                  <a:pt x="7561" y="4379"/>
                </a:lnTo>
                <a:lnTo>
                  <a:pt x="7561" y="7624"/>
                </a:lnTo>
                <a:cubicBezTo>
                  <a:pt x="7561" y="8223"/>
                  <a:pt x="7089" y="8664"/>
                  <a:pt x="6553" y="8664"/>
                </a:cubicBezTo>
                <a:lnTo>
                  <a:pt x="4820" y="8664"/>
                </a:lnTo>
                <a:cubicBezTo>
                  <a:pt x="4348" y="8664"/>
                  <a:pt x="3938" y="8349"/>
                  <a:pt x="3812" y="7876"/>
                </a:cubicBezTo>
                <a:cubicBezTo>
                  <a:pt x="4222" y="7719"/>
                  <a:pt x="4505" y="7372"/>
                  <a:pt x="4505" y="6931"/>
                </a:cubicBezTo>
                <a:lnTo>
                  <a:pt x="4505" y="6585"/>
                </a:lnTo>
                <a:lnTo>
                  <a:pt x="5198" y="6585"/>
                </a:lnTo>
                <a:cubicBezTo>
                  <a:pt x="6144" y="6585"/>
                  <a:pt x="6931" y="5797"/>
                  <a:pt x="6931" y="4852"/>
                </a:cubicBezTo>
                <a:lnTo>
                  <a:pt x="6931" y="4631"/>
                </a:lnTo>
                <a:lnTo>
                  <a:pt x="5829" y="3686"/>
                </a:lnTo>
                <a:cubicBezTo>
                  <a:pt x="5671" y="3529"/>
                  <a:pt x="5482" y="3371"/>
                  <a:pt x="5293" y="3182"/>
                </a:cubicBezTo>
                <a:cubicBezTo>
                  <a:pt x="4568" y="3151"/>
                  <a:pt x="3875" y="2899"/>
                  <a:pt x="3182" y="2332"/>
                </a:cubicBezTo>
                <a:cubicBezTo>
                  <a:pt x="2720" y="1911"/>
                  <a:pt x="1880" y="1701"/>
                  <a:pt x="1091" y="1701"/>
                </a:cubicBezTo>
                <a:cubicBezTo>
                  <a:pt x="697" y="1701"/>
                  <a:pt x="315" y="1754"/>
                  <a:pt x="0" y="1859"/>
                </a:cubicBezTo>
                <a:lnTo>
                  <a:pt x="0" y="4883"/>
                </a:lnTo>
                <a:cubicBezTo>
                  <a:pt x="0" y="5829"/>
                  <a:pt x="788" y="6616"/>
                  <a:pt x="1733" y="6616"/>
                </a:cubicBezTo>
                <a:lnTo>
                  <a:pt x="2457" y="6616"/>
                </a:lnTo>
                <a:lnTo>
                  <a:pt x="2457" y="6963"/>
                </a:lnTo>
                <a:cubicBezTo>
                  <a:pt x="2394" y="7404"/>
                  <a:pt x="2678" y="7782"/>
                  <a:pt x="3119" y="7908"/>
                </a:cubicBezTo>
                <a:cubicBezTo>
                  <a:pt x="3277" y="8727"/>
                  <a:pt x="3970" y="9357"/>
                  <a:pt x="4820" y="9357"/>
                </a:cubicBezTo>
                <a:lnTo>
                  <a:pt x="6553" y="9357"/>
                </a:lnTo>
                <a:cubicBezTo>
                  <a:pt x="7498" y="9357"/>
                  <a:pt x="8286" y="8569"/>
                  <a:pt x="8286" y="7624"/>
                </a:cubicBezTo>
                <a:lnTo>
                  <a:pt x="8286" y="4379"/>
                </a:lnTo>
                <a:cubicBezTo>
                  <a:pt x="9294" y="3497"/>
                  <a:pt x="9546" y="3277"/>
                  <a:pt x="9546" y="3277"/>
                </a:cubicBezTo>
                <a:cubicBezTo>
                  <a:pt x="9987" y="2867"/>
                  <a:pt x="10554" y="2395"/>
                  <a:pt x="10554" y="1607"/>
                </a:cubicBezTo>
                <a:cubicBezTo>
                  <a:pt x="10554" y="693"/>
                  <a:pt x="9830" y="0"/>
                  <a:pt x="8948" y="0"/>
                </a:cubicBezTo>
                <a:cubicBezTo>
                  <a:pt x="8538" y="0"/>
                  <a:pt x="8191" y="126"/>
                  <a:pt x="7908" y="347"/>
                </a:cubicBezTo>
                <a:cubicBezTo>
                  <a:pt x="7656" y="95"/>
                  <a:pt x="7278" y="0"/>
                  <a:pt x="69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79" name="Google Shape;5549;p57">
            <a:extLst>
              <a:ext uri="{FF2B5EF4-FFF2-40B4-BE49-F238E27FC236}">
                <a16:creationId xmlns:a16="http://schemas.microsoft.com/office/drawing/2014/main" id="{373ED60B-15FA-5B9B-7998-2BCA4856D99B}"/>
              </a:ext>
            </a:extLst>
          </p:cNvPr>
          <p:cNvSpPr/>
          <p:nvPr/>
        </p:nvSpPr>
        <p:spPr>
          <a:xfrm>
            <a:off x="9131777" y="4275094"/>
            <a:ext cx="268225" cy="206864"/>
          </a:xfrm>
          <a:custGeom>
            <a:avLst/>
            <a:gdLst/>
            <a:ahLst/>
            <a:cxnLst/>
            <a:rect l="l" t="t" r="r" b="b"/>
            <a:pathLst>
              <a:path w="6334" h="4885" extrusionOk="0">
                <a:moveTo>
                  <a:pt x="3844" y="631"/>
                </a:moveTo>
                <a:cubicBezTo>
                  <a:pt x="4065" y="631"/>
                  <a:pt x="4222" y="788"/>
                  <a:pt x="4222" y="1009"/>
                </a:cubicBezTo>
                <a:lnTo>
                  <a:pt x="4222" y="1387"/>
                </a:lnTo>
                <a:lnTo>
                  <a:pt x="2773" y="1387"/>
                </a:lnTo>
                <a:lnTo>
                  <a:pt x="2773" y="1009"/>
                </a:lnTo>
                <a:cubicBezTo>
                  <a:pt x="2773" y="788"/>
                  <a:pt x="2931" y="631"/>
                  <a:pt x="3151" y="631"/>
                </a:cubicBezTo>
                <a:close/>
                <a:moveTo>
                  <a:pt x="3088" y="1"/>
                </a:moveTo>
                <a:cubicBezTo>
                  <a:pt x="2521" y="1"/>
                  <a:pt x="2080" y="473"/>
                  <a:pt x="2080" y="1040"/>
                </a:cubicBezTo>
                <a:lnTo>
                  <a:pt x="2080" y="1419"/>
                </a:lnTo>
                <a:lnTo>
                  <a:pt x="1733" y="1419"/>
                </a:lnTo>
                <a:cubicBezTo>
                  <a:pt x="788" y="1419"/>
                  <a:pt x="1" y="2206"/>
                  <a:pt x="1" y="3151"/>
                </a:cubicBezTo>
                <a:lnTo>
                  <a:pt x="1" y="3592"/>
                </a:lnTo>
                <a:cubicBezTo>
                  <a:pt x="332" y="3503"/>
                  <a:pt x="705" y="3459"/>
                  <a:pt x="1087" y="3459"/>
                </a:cubicBezTo>
                <a:cubicBezTo>
                  <a:pt x="2048" y="3459"/>
                  <a:pt x="3069" y="3736"/>
                  <a:pt x="3655" y="4254"/>
                </a:cubicBezTo>
                <a:cubicBezTo>
                  <a:pt x="4002" y="4569"/>
                  <a:pt x="4411" y="4758"/>
                  <a:pt x="4789" y="4884"/>
                </a:cubicBezTo>
                <a:cubicBezTo>
                  <a:pt x="4726" y="4664"/>
                  <a:pt x="4632" y="4380"/>
                  <a:pt x="4632" y="4096"/>
                </a:cubicBezTo>
                <a:cubicBezTo>
                  <a:pt x="4632" y="2994"/>
                  <a:pt x="5356" y="2112"/>
                  <a:pt x="6333" y="1860"/>
                </a:cubicBezTo>
                <a:cubicBezTo>
                  <a:pt x="6018" y="1576"/>
                  <a:pt x="5608" y="1419"/>
                  <a:pt x="5199" y="1419"/>
                </a:cubicBezTo>
                <a:lnTo>
                  <a:pt x="4821" y="1419"/>
                </a:lnTo>
                <a:lnTo>
                  <a:pt x="4821" y="1040"/>
                </a:lnTo>
                <a:cubicBezTo>
                  <a:pt x="4821" y="442"/>
                  <a:pt x="4348" y="1"/>
                  <a:pt x="381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80" name="Google Shape;5550;p57">
            <a:extLst>
              <a:ext uri="{FF2B5EF4-FFF2-40B4-BE49-F238E27FC236}">
                <a16:creationId xmlns:a16="http://schemas.microsoft.com/office/drawing/2014/main" id="{A81B12AF-A844-5CA3-D775-432DB704F854}"/>
              </a:ext>
            </a:extLst>
          </p:cNvPr>
          <p:cNvSpPr/>
          <p:nvPr/>
        </p:nvSpPr>
        <p:spPr>
          <a:xfrm>
            <a:off x="9089740" y="4920211"/>
            <a:ext cx="533697" cy="489741"/>
          </a:xfrm>
          <a:custGeom>
            <a:avLst/>
            <a:gdLst/>
            <a:ahLst/>
            <a:cxnLst/>
            <a:rect l="l" t="t" r="r" b="b"/>
            <a:pathLst>
              <a:path w="12603" h="11565" extrusionOk="0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82" name="Google Shape;5552;p57">
            <a:extLst>
              <a:ext uri="{FF2B5EF4-FFF2-40B4-BE49-F238E27FC236}">
                <a16:creationId xmlns:a16="http://schemas.microsoft.com/office/drawing/2014/main" id="{DEEA7304-78B1-ECEF-3219-35966DF0A41D}"/>
              </a:ext>
            </a:extLst>
          </p:cNvPr>
          <p:cNvSpPr/>
          <p:nvPr/>
        </p:nvSpPr>
        <p:spPr>
          <a:xfrm>
            <a:off x="11113415" y="5356591"/>
            <a:ext cx="110779" cy="58735"/>
          </a:xfrm>
          <a:custGeom>
            <a:avLst/>
            <a:gdLst/>
            <a:ahLst/>
            <a:cxnLst/>
            <a:rect l="l" t="t" r="r" b="b"/>
            <a:pathLst>
              <a:path w="2616" h="1387" extrusionOk="0">
                <a:moveTo>
                  <a:pt x="32" y="1"/>
                </a:moveTo>
                <a:cubicBezTo>
                  <a:pt x="1" y="883"/>
                  <a:pt x="631" y="1387"/>
                  <a:pt x="1292" y="1387"/>
                </a:cubicBezTo>
                <a:cubicBezTo>
                  <a:pt x="1985" y="1387"/>
                  <a:pt x="2615" y="851"/>
                  <a:pt x="255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83" name="Google Shape;5553;p57">
            <a:extLst>
              <a:ext uri="{FF2B5EF4-FFF2-40B4-BE49-F238E27FC236}">
                <a16:creationId xmlns:a16="http://schemas.microsoft.com/office/drawing/2014/main" id="{D8EAC684-CA34-2A3A-C2A3-F51526FD861A}"/>
              </a:ext>
            </a:extLst>
          </p:cNvPr>
          <p:cNvSpPr/>
          <p:nvPr/>
        </p:nvSpPr>
        <p:spPr>
          <a:xfrm>
            <a:off x="11293516" y="4915168"/>
            <a:ext cx="138813" cy="413474"/>
          </a:xfrm>
          <a:custGeom>
            <a:avLst/>
            <a:gdLst/>
            <a:ahLst/>
            <a:cxnLst/>
            <a:rect l="l" t="t" r="r" b="b"/>
            <a:pathLst>
              <a:path w="3278" h="9764" extrusionOk="0">
                <a:moveTo>
                  <a:pt x="1198" y="5541"/>
                </a:moveTo>
                <a:cubicBezTo>
                  <a:pt x="1387" y="5604"/>
                  <a:pt x="1544" y="5699"/>
                  <a:pt x="1544" y="5888"/>
                </a:cubicBezTo>
                <a:lnTo>
                  <a:pt x="1576" y="6266"/>
                </a:lnTo>
                <a:lnTo>
                  <a:pt x="788" y="6266"/>
                </a:lnTo>
                <a:lnTo>
                  <a:pt x="788" y="5888"/>
                </a:lnTo>
                <a:cubicBezTo>
                  <a:pt x="788" y="5699"/>
                  <a:pt x="946" y="5541"/>
                  <a:pt x="1198" y="5541"/>
                </a:cubicBezTo>
                <a:close/>
                <a:moveTo>
                  <a:pt x="2885" y="0"/>
                </a:moveTo>
                <a:cubicBezTo>
                  <a:pt x="2798" y="0"/>
                  <a:pt x="2714" y="40"/>
                  <a:pt x="2647" y="123"/>
                </a:cubicBezTo>
                <a:lnTo>
                  <a:pt x="914" y="2202"/>
                </a:lnTo>
                <a:cubicBezTo>
                  <a:pt x="883" y="2296"/>
                  <a:pt x="820" y="2360"/>
                  <a:pt x="820" y="2454"/>
                </a:cubicBezTo>
                <a:lnTo>
                  <a:pt x="820" y="4974"/>
                </a:lnTo>
                <a:cubicBezTo>
                  <a:pt x="442" y="5069"/>
                  <a:pt x="127" y="5478"/>
                  <a:pt x="127" y="5920"/>
                </a:cubicBezTo>
                <a:lnTo>
                  <a:pt x="1" y="9763"/>
                </a:lnTo>
                <a:lnTo>
                  <a:pt x="2458" y="9763"/>
                </a:lnTo>
                <a:lnTo>
                  <a:pt x="2238" y="5857"/>
                </a:lnTo>
                <a:cubicBezTo>
                  <a:pt x="2206" y="5447"/>
                  <a:pt x="1923" y="5069"/>
                  <a:pt x="1513" y="4974"/>
                </a:cubicBezTo>
                <a:lnTo>
                  <a:pt x="1513" y="2549"/>
                </a:lnTo>
                <a:lnTo>
                  <a:pt x="3151" y="595"/>
                </a:lnTo>
                <a:cubicBezTo>
                  <a:pt x="3277" y="375"/>
                  <a:pt x="3277" y="186"/>
                  <a:pt x="3120" y="91"/>
                </a:cubicBezTo>
                <a:cubicBezTo>
                  <a:pt x="3045" y="32"/>
                  <a:pt x="2964" y="0"/>
                  <a:pt x="288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84" name="Google Shape;5554;p57">
            <a:extLst>
              <a:ext uri="{FF2B5EF4-FFF2-40B4-BE49-F238E27FC236}">
                <a16:creationId xmlns:a16="http://schemas.microsoft.com/office/drawing/2014/main" id="{A53D0AE1-3730-6B02-4C7D-987750974DCF}"/>
              </a:ext>
            </a:extLst>
          </p:cNvPr>
          <p:cNvSpPr/>
          <p:nvPr/>
        </p:nvSpPr>
        <p:spPr>
          <a:xfrm>
            <a:off x="11092071" y="4914998"/>
            <a:ext cx="148129" cy="413643"/>
          </a:xfrm>
          <a:custGeom>
            <a:avLst/>
            <a:gdLst/>
            <a:ahLst/>
            <a:cxnLst/>
            <a:rect l="l" t="t" r="r" b="b"/>
            <a:pathLst>
              <a:path w="3498" h="9768" extrusionOk="0">
                <a:moveTo>
                  <a:pt x="1733" y="1355"/>
                </a:moveTo>
                <a:cubicBezTo>
                  <a:pt x="1922" y="1355"/>
                  <a:pt x="2080" y="1513"/>
                  <a:pt x="2080" y="1702"/>
                </a:cubicBezTo>
                <a:cubicBezTo>
                  <a:pt x="2080" y="1922"/>
                  <a:pt x="1922" y="2048"/>
                  <a:pt x="1733" y="2048"/>
                </a:cubicBezTo>
                <a:cubicBezTo>
                  <a:pt x="1544" y="2048"/>
                  <a:pt x="1387" y="1891"/>
                  <a:pt x="1387" y="1702"/>
                </a:cubicBezTo>
                <a:cubicBezTo>
                  <a:pt x="1387" y="1513"/>
                  <a:pt x="1544" y="1355"/>
                  <a:pt x="1733" y="1355"/>
                </a:cubicBezTo>
                <a:close/>
                <a:moveTo>
                  <a:pt x="1765" y="5545"/>
                </a:moveTo>
                <a:cubicBezTo>
                  <a:pt x="1954" y="5608"/>
                  <a:pt x="2111" y="5703"/>
                  <a:pt x="2111" y="5892"/>
                </a:cubicBezTo>
                <a:lnTo>
                  <a:pt x="2174" y="6270"/>
                </a:lnTo>
                <a:lnTo>
                  <a:pt x="1387" y="6270"/>
                </a:lnTo>
                <a:lnTo>
                  <a:pt x="1387" y="5892"/>
                </a:lnTo>
                <a:cubicBezTo>
                  <a:pt x="1387" y="5703"/>
                  <a:pt x="1544" y="5545"/>
                  <a:pt x="1765" y="5545"/>
                </a:cubicBezTo>
                <a:close/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cubicBezTo>
                  <a:pt x="0" y="2553"/>
                  <a:pt x="599" y="3277"/>
                  <a:pt x="1387" y="3435"/>
                </a:cubicBezTo>
                <a:lnTo>
                  <a:pt x="1387" y="4947"/>
                </a:lnTo>
                <a:cubicBezTo>
                  <a:pt x="977" y="5073"/>
                  <a:pt x="662" y="5482"/>
                  <a:pt x="662" y="5892"/>
                </a:cubicBezTo>
                <a:lnTo>
                  <a:pt x="536" y="9767"/>
                </a:lnTo>
                <a:lnTo>
                  <a:pt x="2993" y="9767"/>
                </a:lnTo>
                <a:lnTo>
                  <a:pt x="2804" y="5861"/>
                </a:lnTo>
                <a:cubicBezTo>
                  <a:pt x="2741" y="5419"/>
                  <a:pt x="2489" y="5073"/>
                  <a:pt x="2048" y="4947"/>
                </a:cubicBezTo>
                <a:lnTo>
                  <a:pt x="2048" y="3435"/>
                </a:lnTo>
                <a:cubicBezTo>
                  <a:pt x="2836" y="3277"/>
                  <a:pt x="3435" y="2553"/>
                  <a:pt x="3435" y="1733"/>
                </a:cubicBezTo>
                <a:cubicBezTo>
                  <a:pt x="3498" y="757"/>
                  <a:pt x="2710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85" name="Google Shape;5555;p57">
            <a:extLst>
              <a:ext uri="{FF2B5EF4-FFF2-40B4-BE49-F238E27FC236}">
                <a16:creationId xmlns:a16="http://schemas.microsoft.com/office/drawing/2014/main" id="{40D5A440-8E25-6EFB-F477-E2E1E430CFC7}"/>
              </a:ext>
            </a:extLst>
          </p:cNvPr>
          <p:cNvSpPr/>
          <p:nvPr/>
        </p:nvSpPr>
        <p:spPr>
          <a:xfrm>
            <a:off x="11290848" y="5356591"/>
            <a:ext cx="109466" cy="58735"/>
          </a:xfrm>
          <a:custGeom>
            <a:avLst/>
            <a:gdLst/>
            <a:ahLst/>
            <a:cxnLst/>
            <a:rect l="l" t="t" r="r" b="b"/>
            <a:pathLst>
              <a:path w="2585" h="1387" extrusionOk="0">
                <a:moveTo>
                  <a:pt x="32" y="1"/>
                </a:moveTo>
                <a:cubicBezTo>
                  <a:pt x="1" y="883"/>
                  <a:pt x="631" y="1387"/>
                  <a:pt x="1292" y="1387"/>
                </a:cubicBezTo>
                <a:cubicBezTo>
                  <a:pt x="1954" y="1387"/>
                  <a:pt x="2584" y="851"/>
                  <a:pt x="255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87" name="Google Shape;5557;p57">
            <a:extLst>
              <a:ext uri="{FF2B5EF4-FFF2-40B4-BE49-F238E27FC236}">
                <a16:creationId xmlns:a16="http://schemas.microsoft.com/office/drawing/2014/main" id="{3197513D-D7D2-0CF1-F14A-CC3D6C8740E9}"/>
              </a:ext>
            </a:extLst>
          </p:cNvPr>
          <p:cNvSpPr/>
          <p:nvPr/>
        </p:nvSpPr>
        <p:spPr>
          <a:xfrm>
            <a:off x="8469147" y="1621045"/>
            <a:ext cx="503039" cy="266870"/>
          </a:xfrm>
          <a:custGeom>
            <a:avLst/>
            <a:gdLst/>
            <a:ahLst/>
            <a:cxnLst/>
            <a:rect l="l" t="t" r="r" b="b"/>
            <a:pathLst>
              <a:path w="11879" h="6302" extrusionOk="0">
                <a:moveTo>
                  <a:pt x="7688" y="2080"/>
                </a:moveTo>
                <a:lnTo>
                  <a:pt x="7688" y="2836"/>
                </a:lnTo>
                <a:lnTo>
                  <a:pt x="4191" y="2836"/>
                </a:lnTo>
                <a:lnTo>
                  <a:pt x="4191" y="2080"/>
                </a:lnTo>
                <a:close/>
                <a:moveTo>
                  <a:pt x="10177" y="3497"/>
                </a:moveTo>
                <a:cubicBezTo>
                  <a:pt x="10586" y="3497"/>
                  <a:pt x="10996" y="3781"/>
                  <a:pt x="11154" y="4222"/>
                </a:cubicBezTo>
                <a:lnTo>
                  <a:pt x="820" y="4222"/>
                </a:lnTo>
                <a:cubicBezTo>
                  <a:pt x="914" y="3812"/>
                  <a:pt x="1292" y="3497"/>
                  <a:pt x="1765" y="3497"/>
                </a:cubicBezTo>
                <a:close/>
                <a:moveTo>
                  <a:pt x="3844" y="0"/>
                </a:moveTo>
                <a:cubicBezTo>
                  <a:pt x="2899" y="0"/>
                  <a:pt x="2112" y="788"/>
                  <a:pt x="2112" y="1733"/>
                </a:cubicBezTo>
                <a:lnTo>
                  <a:pt x="2112" y="2836"/>
                </a:lnTo>
                <a:lnTo>
                  <a:pt x="1734" y="2836"/>
                </a:lnTo>
                <a:cubicBezTo>
                  <a:pt x="788" y="2836"/>
                  <a:pt x="1" y="3623"/>
                  <a:pt x="1" y="4568"/>
                </a:cubicBezTo>
                <a:lnTo>
                  <a:pt x="1" y="6301"/>
                </a:lnTo>
                <a:lnTo>
                  <a:pt x="1387" y="6301"/>
                </a:lnTo>
                <a:lnTo>
                  <a:pt x="1387" y="5955"/>
                </a:lnTo>
                <a:lnTo>
                  <a:pt x="1418" y="5955"/>
                </a:lnTo>
                <a:cubicBezTo>
                  <a:pt x="1418" y="5734"/>
                  <a:pt x="1576" y="5577"/>
                  <a:pt x="1765" y="5577"/>
                </a:cubicBezTo>
                <a:lnTo>
                  <a:pt x="3151" y="5577"/>
                </a:lnTo>
                <a:cubicBezTo>
                  <a:pt x="3340" y="5577"/>
                  <a:pt x="3529" y="5734"/>
                  <a:pt x="3529" y="5955"/>
                </a:cubicBezTo>
                <a:lnTo>
                  <a:pt x="3529" y="6301"/>
                </a:lnTo>
                <a:lnTo>
                  <a:pt x="8413" y="6301"/>
                </a:lnTo>
                <a:lnTo>
                  <a:pt x="8413" y="5955"/>
                </a:lnTo>
                <a:cubicBezTo>
                  <a:pt x="8413" y="5734"/>
                  <a:pt x="8570" y="5577"/>
                  <a:pt x="8759" y="5577"/>
                </a:cubicBezTo>
                <a:lnTo>
                  <a:pt x="10145" y="5577"/>
                </a:lnTo>
                <a:cubicBezTo>
                  <a:pt x="10334" y="5577"/>
                  <a:pt x="10492" y="5734"/>
                  <a:pt x="10492" y="5955"/>
                </a:cubicBezTo>
                <a:lnTo>
                  <a:pt x="10492" y="6301"/>
                </a:lnTo>
                <a:lnTo>
                  <a:pt x="11878" y="6301"/>
                </a:lnTo>
                <a:lnTo>
                  <a:pt x="11878" y="4568"/>
                </a:lnTo>
                <a:cubicBezTo>
                  <a:pt x="11878" y="3623"/>
                  <a:pt x="11091" y="2836"/>
                  <a:pt x="10145" y="2836"/>
                </a:cubicBezTo>
                <a:lnTo>
                  <a:pt x="9767" y="2836"/>
                </a:lnTo>
                <a:lnTo>
                  <a:pt x="9767" y="1733"/>
                </a:lnTo>
                <a:cubicBezTo>
                  <a:pt x="9767" y="788"/>
                  <a:pt x="8980" y="0"/>
                  <a:pt x="80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88" name="Google Shape;5558;p57">
            <a:extLst>
              <a:ext uri="{FF2B5EF4-FFF2-40B4-BE49-F238E27FC236}">
                <a16:creationId xmlns:a16="http://schemas.microsoft.com/office/drawing/2014/main" id="{3A9AE13B-8908-E4CE-9025-51AB75379086}"/>
              </a:ext>
            </a:extLst>
          </p:cNvPr>
          <p:cNvSpPr/>
          <p:nvPr/>
        </p:nvSpPr>
        <p:spPr>
          <a:xfrm>
            <a:off x="8854715" y="1887873"/>
            <a:ext cx="29389" cy="88081"/>
          </a:xfrm>
          <a:custGeom>
            <a:avLst/>
            <a:gdLst/>
            <a:ahLst/>
            <a:cxnLst/>
            <a:rect l="l" t="t" r="r" b="b"/>
            <a:pathLst>
              <a:path w="694" h="2080" extrusionOk="0">
                <a:moveTo>
                  <a:pt x="1" y="0"/>
                </a:moveTo>
                <a:lnTo>
                  <a:pt x="1" y="1733"/>
                </a:lnTo>
                <a:cubicBezTo>
                  <a:pt x="1" y="1922"/>
                  <a:pt x="158" y="2079"/>
                  <a:pt x="347" y="2079"/>
                </a:cubicBezTo>
                <a:cubicBezTo>
                  <a:pt x="536" y="2079"/>
                  <a:pt x="694" y="1922"/>
                  <a:pt x="694" y="1733"/>
                </a:cubicBezTo>
                <a:lnTo>
                  <a:pt x="6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89" name="Google Shape;5559;p57">
            <a:extLst>
              <a:ext uri="{FF2B5EF4-FFF2-40B4-BE49-F238E27FC236}">
                <a16:creationId xmlns:a16="http://schemas.microsoft.com/office/drawing/2014/main" id="{8B111606-AA52-3375-780D-1A60E4D2A400}"/>
              </a:ext>
            </a:extLst>
          </p:cNvPr>
          <p:cNvSpPr/>
          <p:nvPr/>
        </p:nvSpPr>
        <p:spPr>
          <a:xfrm>
            <a:off x="8470502" y="1917220"/>
            <a:ext cx="502996" cy="205466"/>
          </a:xfrm>
          <a:custGeom>
            <a:avLst/>
            <a:gdLst/>
            <a:ahLst/>
            <a:cxnLst/>
            <a:rect l="l" t="t" r="r" b="b"/>
            <a:pathLst>
              <a:path w="11878" h="4852" extrusionOk="0">
                <a:moveTo>
                  <a:pt x="5923" y="693"/>
                </a:moveTo>
                <a:cubicBezTo>
                  <a:pt x="6112" y="693"/>
                  <a:pt x="6270" y="851"/>
                  <a:pt x="6270" y="1040"/>
                </a:cubicBezTo>
                <a:lnTo>
                  <a:pt x="6270" y="1733"/>
                </a:lnTo>
                <a:lnTo>
                  <a:pt x="6994" y="1733"/>
                </a:lnTo>
                <a:cubicBezTo>
                  <a:pt x="7183" y="1733"/>
                  <a:pt x="7341" y="1891"/>
                  <a:pt x="7341" y="2080"/>
                </a:cubicBezTo>
                <a:cubicBezTo>
                  <a:pt x="7341" y="2300"/>
                  <a:pt x="7183" y="2458"/>
                  <a:pt x="6994" y="2458"/>
                </a:cubicBezTo>
                <a:lnTo>
                  <a:pt x="6270" y="2458"/>
                </a:lnTo>
                <a:lnTo>
                  <a:pt x="6270" y="3151"/>
                </a:lnTo>
                <a:cubicBezTo>
                  <a:pt x="6270" y="3340"/>
                  <a:pt x="6112" y="3497"/>
                  <a:pt x="5923" y="3497"/>
                </a:cubicBezTo>
                <a:cubicBezTo>
                  <a:pt x="5734" y="3497"/>
                  <a:pt x="5577" y="3340"/>
                  <a:pt x="5577" y="3151"/>
                </a:cubicBezTo>
                <a:lnTo>
                  <a:pt x="5577" y="2458"/>
                </a:lnTo>
                <a:lnTo>
                  <a:pt x="4852" y="2458"/>
                </a:lnTo>
                <a:cubicBezTo>
                  <a:pt x="4663" y="2458"/>
                  <a:pt x="4505" y="2300"/>
                  <a:pt x="4505" y="2080"/>
                </a:cubicBezTo>
                <a:cubicBezTo>
                  <a:pt x="4537" y="1891"/>
                  <a:pt x="4695" y="1733"/>
                  <a:pt x="4852" y="1733"/>
                </a:cubicBezTo>
                <a:lnTo>
                  <a:pt x="5577" y="1733"/>
                </a:lnTo>
                <a:lnTo>
                  <a:pt x="5577" y="1040"/>
                </a:lnTo>
                <a:cubicBezTo>
                  <a:pt x="5577" y="851"/>
                  <a:pt x="5734" y="693"/>
                  <a:pt x="5923" y="693"/>
                </a:cubicBezTo>
                <a:close/>
                <a:moveTo>
                  <a:pt x="126" y="0"/>
                </a:moveTo>
                <a:lnTo>
                  <a:pt x="126" y="3119"/>
                </a:lnTo>
                <a:cubicBezTo>
                  <a:pt x="0" y="4064"/>
                  <a:pt x="756" y="4852"/>
                  <a:pt x="1733" y="4852"/>
                </a:cubicBezTo>
                <a:lnTo>
                  <a:pt x="10145" y="4852"/>
                </a:lnTo>
                <a:cubicBezTo>
                  <a:pt x="11090" y="4852"/>
                  <a:pt x="11878" y="4064"/>
                  <a:pt x="11878" y="3119"/>
                </a:cubicBezTo>
                <a:lnTo>
                  <a:pt x="11878" y="0"/>
                </a:lnTo>
                <a:lnTo>
                  <a:pt x="10491" y="0"/>
                </a:lnTo>
                <a:lnTo>
                  <a:pt x="10491" y="1040"/>
                </a:lnTo>
                <a:cubicBezTo>
                  <a:pt x="10491" y="1639"/>
                  <a:pt x="10019" y="2048"/>
                  <a:pt x="9452" y="2048"/>
                </a:cubicBezTo>
                <a:cubicBezTo>
                  <a:pt x="8885" y="2048"/>
                  <a:pt x="8444" y="1576"/>
                  <a:pt x="8444" y="1040"/>
                </a:cubicBezTo>
                <a:lnTo>
                  <a:pt x="8444" y="0"/>
                </a:lnTo>
                <a:lnTo>
                  <a:pt x="3560" y="0"/>
                </a:lnTo>
                <a:lnTo>
                  <a:pt x="3560" y="1040"/>
                </a:lnTo>
                <a:cubicBezTo>
                  <a:pt x="3560" y="1639"/>
                  <a:pt x="3088" y="2048"/>
                  <a:pt x="2521" y="2048"/>
                </a:cubicBezTo>
                <a:cubicBezTo>
                  <a:pt x="1954" y="2048"/>
                  <a:pt x="1513" y="1576"/>
                  <a:pt x="1513" y="1040"/>
                </a:cubicBezTo>
                <a:lnTo>
                  <a:pt x="151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90" name="Google Shape;5560;p57">
            <a:extLst>
              <a:ext uri="{FF2B5EF4-FFF2-40B4-BE49-F238E27FC236}">
                <a16:creationId xmlns:a16="http://schemas.microsoft.com/office/drawing/2014/main" id="{121C49E3-E58E-0005-1A98-79892BA10608}"/>
              </a:ext>
            </a:extLst>
          </p:cNvPr>
          <p:cNvSpPr/>
          <p:nvPr/>
        </p:nvSpPr>
        <p:spPr>
          <a:xfrm>
            <a:off x="8557229" y="1887873"/>
            <a:ext cx="30702" cy="88081"/>
          </a:xfrm>
          <a:custGeom>
            <a:avLst/>
            <a:gdLst/>
            <a:ahLst/>
            <a:cxnLst/>
            <a:rect l="l" t="t" r="r" b="b"/>
            <a:pathLst>
              <a:path w="725" h="2080" extrusionOk="0">
                <a:moveTo>
                  <a:pt x="0" y="0"/>
                </a:moveTo>
                <a:lnTo>
                  <a:pt x="0" y="1733"/>
                </a:lnTo>
                <a:cubicBezTo>
                  <a:pt x="0" y="1922"/>
                  <a:pt x="158" y="2079"/>
                  <a:pt x="378" y="2079"/>
                </a:cubicBezTo>
                <a:cubicBezTo>
                  <a:pt x="567" y="2079"/>
                  <a:pt x="725" y="1922"/>
                  <a:pt x="725" y="1733"/>
                </a:cubicBez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92" name="Google Shape;5562;p57">
            <a:extLst>
              <a:ext uri="{FF2B5EF4-FFF2-40B4-BE49-F238E27FC236}">
                <a16:creationId xmlns:a16="http://schemas.microsoft.com/office/drawing/2014/main" id="{24B3771B-FD7E-7D8D-E8C3-366A88542AC4}"/>
              </a:ext>
            </a:extLst>
          </p:cNvPr>
          <p:cNvSpPr/>
          <p:nvPr/>
        </p:nvSpPr>
        <p:spPr>
          <a:xfrm>
            <a:off x="8548934" y="2354243"/>
            <a:ext cx="353596" cy="293210"/>
          </a:xfrm>
          <a:custGeom>
            <a:avLst/>
            <a:gdLst/>
            <a:ahLst/>
            <a:cxnLst/>
            <a:rect l="l" t="t" r="r" b="b"/>
            <a:pathLst>
              <a:path w="8350" h="6924" extrusionOk="0">
                <a:moveTo>
                  <a:pt x="4128" y="2733"/>
                </a:moveTo>
                <a:cubicBezTo>
                  <a:pt x="4380" y="3048"/>
                  <a:pt x="4726" y="3269"/>
                  <a:pt x="5167" y="3552"/>
                </a:cubicBezTo>
                <a:lnTo>
                  <a:pt x="5167" y="4497"/>
                </a:lnTo>
                <a:cubicBezTo>
                  <a:pt x="5167" y="4844"/>
                  <a:pt x="5010" y="5159"/>
                  <a:pt x="4695" y="5348"/>
                </a:cubicBezTo>
                <a:cubicBezTo>
                  <a:pt x="4537" y="5474"/>
                  <a:pt x="4325" y="5537"/>
                  <a:pt x="4112" y="5537"/>
                </a:cubicBezTo>
                <a:cubicBezTo>
                  <a:pt x="3899" y="5537"/>
                  <a:pt x="3687" y="5474"/>
                  <a:pt x="3529" y="5348"/>
                </a:cubicBezTo>
                <a:cubicBezTo>
                  <a:pt x="3277" y="5159"/>
                  <a:pt x="3057" y="4844"/>
                  <a:pt x="3057" y="4497"/>
                </a:cubicBezTo>
                <a:lnTo>
                  <a:pt x="3057" y="3552"/>
                </a:lnTo>
                <a:lnTo>
                  <a:pt x="3120" y="3552"/>
                </a:lnTo>
                <a:cubicBezTo>
                  <a:pt x="3529" y="3269"/>
                  <a:pt x="3907" y="2985"/>
                  <a:pt x="4128" y="2733"/>
                </a:cubicBezTo>
                <a:close/>
                <a:moveTo>
                  <a:pt x="4222" y="0"/>
                </a:moveTo>
                <a:cubicBezTo>
                  <a:pt x="3568" y="0"/>
                  <a:pt x="2915" y="166"/>
                  <a:pt x="2363" y="496"/>
                </a:cubicBezTo>
                <a:cubicBezTo>
                  <a:pt x="1702" y="906"/>
                  <a:pt x="1229" y="1473"/>
                  <a:pt x="946" y="2166"/>
                </a:cubicBezTo>
                <a:lnTo>
                  <a:pt x="190" y="4560"/>
                </a:lnTo>
                <a:cubicBezTo>
                  <a:pt x="1" y="5002"/>
                  <a:pt x="64" y="5474"/>
                  <a:pt x="316" y="5915"/>
                </a:cubicBezTo>
                <a:cubicBezTo>
                  <a:pt x="662" y="6514"/>
                  <a:pt x="1324" y="6892"/>
                  <a:pt x="2080" y="6923"/>
                </a:cubicBezTo>
                <a:cubicBezTo>
                  <a:pt x="2363" y="6923"/>
                  <a:pt x="2615" y="6892"/>
                  <a:pt x="2805" y="6766"/>
                </a:cubicBezTo>
                <a:cubicBezTo>
                  <a:pt x="3120" y="6608"/>
                  <a:pt x="3403" y="6419"/>
                  <a:pt x="3561" y="6104"/>
                </a:cubicBezTo>
                <a:cubicBezTo>
                  <a:pt x="3750" y="6199"/>
                  <a:pt x="3939" y="6230"/>
                  <a:pt x="4191" y="6230"/>
                </a:cubicBezTo>
                <a:cubicBezTo>
                  <a:pt x="4380" y="6230"/>
                  <a:pt x="4600" y="6199"/>
                  <a:pt x="4821" y="6104"/>
                </a:cubicBezTo>
                <a:cubicBezTo>
                  <a:pt x="5010" y="6388"/>
                  <a:pt x="5230" y="6608"/>
                  <a:pt x="5545" y="6766"/>
                </a:cubicBezTo>
                <a:cubicBezTo>
                  <a:pt x="5797" y="6892"/>
                  <a:pt x="6018" y="6923"/>
                  <a:pt x="6270" y="6923"/>
                </a:cubicBezTo>
                <a:lnTo>
                  <a:pt x="6302" y="6923"/>
                </a:lnTo>
                <a:cubicBezTo>
                  <a:pt x="7026" y="6892"/>
                  <a:pt x="7688" y="6451"/>
                  <a:pt x="8034" y="5915"/>
                </a:cubicBezTo>
                <a:cubicBezTo>
                  <a:pt x="8318" y="5474"/>
                  <a:pt x="8349" y="5002"/>
                  <a:pt x="8192" y="4623"/>
                </a:cubicBezTo>
                <a:lnTo>
                  <a:pt x="7436" y="2135"/>
                </a:lnTo>
                <a:cubicBezTo>
                  <a:pt x="7184" y="1473"/>
                  <a:pt x="6711" y="906"/>
                  <a:pt x="6081" y="496"/>
                </a:cubicBezTo>
                <a:cubicBezTo>
                  <a:pt x="5530" y="166"/>
                  <a:pt x="4876" y="0"/>
                  <a:pt x="42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93" name="Google Shape;5563;p57">
            <a:extLst>
              <a:ext uri="{FF2B5EF4-FFF2-40B4-BE49-F238E27FC236}">
                <a16:creationId xmlns:a16="http://schemas.microsoft.com/office/drawing/2014/main" id="{6AD7B044-C1DD-19C5-0D33-DCD9C1119C3E}"/>
              </a:ext>
            </a:extLst>
          </p:cNvPr>
          <p:cNvSpPr/>
          <p:nvPr/>
        </p:nvSpPr>
        <p:spPr>
          <a:xfrm>
            <a:off x="8534282" y="2646055"/>
            <a:ext cx="382900" cy="120138"/>
          </a:xfrm>
          <a:custGeom>
            <a:avLst/>
            <a:gdLst/>
            <a:ahLst/>
            <a:cxnLst/>
            <a:rect l="l" t="t" r="r" b="b"/>
            <a:pathLst>
              <a:path w="9042" h="2837" extrusionOk="0">
                <a:moveTo>
                  <a:pt x="4159" y="1"/>
                </a:moveTo>
                <a:cubicBezTo>
                  <a:pt x="3970" y="190"/>
                  <a:pt x="3686" y="379"/>
                  <a:pt x="3403" y="505"/>
                </a:cubicBezTo>
                <a:cubicBezTo>
                  <a:pt x="3151" y="631"/>
                  <a:pt x="2772" y="694"/>
                  <a:pt x="2426" y="694"/>
                </a:cubicBezTo>
                <a:cubicBezTo>
                  <a:pt x="1764" y="662"/>
                  <a:pt x="1166" y="442"/>
                  <a:pt x="693" y="32"/>
                </a:cubicBezTo>
                <a:cubicBezTo>
                  <a:pt x="252" y="473"/>
                  <a:pt x="0" y="1072"/>
                  <a:pt x="0" y="1734"/>
                </a:cubicBezTo>
                <a:lnTo>
                  <a:pt x="0" y="2490"/>
                </a:lnTo>
                <a:cubicBezTo>
                  <a:pt x="0" y="2679"/>
                  <a:pt x="158" y="2836"/>
                  <a:pt x="347" y="2836"/>
                </a:cubicBezTo>
                <a:lnTo>
                  <a:pt x="8695" y="2836"/>
                </a:lnTo>
                <a:cubicBezTo>
                  <a:pt x="8884" y="2836"/>
                  <a:pt x="9042" y="2679"/>
                  <a:pt x="9042" y="2490"/>
                </a:cubicBezTo>
                <a:lnTo>
                  <a:pt x="9042" y="1765"/>
                </a:lnTo>
                <a:cubicBezTo>
                  <a:pt x="9042" y="1135"/>
                  <a:pt x="8821" y="505"/>
                  <a:pt x="8349" y="95"/>
                </a:cubicBezTo>
                <a:cubicBezTo>
                  <a:pt x="7876" y="473"/>
                  <a:pt x="7309" y="725"/>
                  <a:pt x="6679" y="757"/>
                </a:cubicBezTo>
                <a:lnTo>
                  <a:pt x="6616" y="757"/>
                </a:lnTo>
                <a:cubicBezTo>
                  <a:pt x="6238" y="757"/>
                  <a:pt x="5891" y="662"/>
                  <a:pt x="5576" y="505"/>
                </a:cubicBezTo>
                <a:cubicBezTo>
                  <a:pt x="5324" y="379"/>
                  <a:pt x="5072" y="221"/>
                  <a:pt x="4883" y="1"/>
                </a:cubicBezTo>
                <a:cubicBezTo>
                  <a:pt x="4757" y="32"/>
                  <a:pt x="4631" y="32"/>
                  <a:pt x="4505" y="32"/>
                </a:cubicBezTo>
                <a:cubicBezTo>
                  <a:pt x="4411" y="32"/>
                  <a:pt x="4285" y="32"/>
                  <a:pt x="415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94" name="Google Shape;5564;p57">
            <a:extLst>
              <a:ext uri="{FF2B5EF4-FFF2-40B4-BE49-F238E27FC236}">
                <a16:creationId xmlns:a16="http://schemas.microsoft.com/office/drawing/2014/main" id="{D84D1F08-992F-A310-A496-845E0A306347}"/>
              </a:ext>
            </a:extLst>
          </p:cNvPr>
          <p:cNvSpPr/>
          <p:nvPr/>
        </p:nvSpPr>
        <p:spPr>
          <a:xfrm>
            <a:off x="8623634" y="2264172"/>
            <a:ext cx="206822" cy="87108"/>
          </a:xfrm>
          <a:custGeom>
            <a:avLst/>
            <a:gdLst/>
            <a:ahLst/>
            <a:cxnLst/>
            <a:rect l="l" t="t" r="r" b="b"/>
            <a:pathLst>
              <a:path w="4884" h="2057" extrusionOk="0">
                <a:moveTo>
                  <a:pt x="2454" y="1"/>
                </a:moveTo>
                <a:cubicBezTo>
                  <a:pt x="1639" y="1"/>
                  <a:pt x="820" y="339"/>
                  <a:pt x="127" y="1017"/>
                </a:cubicBezTo>
                <a:cubicBezTo>
                  <a:pt x="32" y="1111"/>
                  <a:pt x="1" y="1237"/>
                  <a:pt x="32" y="1332"/>
                </a:cubicBezTo>
                <a:lnTo>
                  <a:pt x="190" y="2056"/>
                </a:lnTo>
                <a:cubicBezTo>
                  <a:pt x="820" y="1647"/>
                  <a:pt x="1608" y="1458"/>
                  <a:pt x="2395" y="1458"/>
                </a:cubicBezTo>
                <a:cubicBezTo>
                  <a:pt x="3183" y="1458"/>
                  <a:pt x="3970" y="1647"/>
                  <a:pt x="4601" y="2056"/>
                </a:cubicBezTo>
                <a:lnTo>
                  <a:pt x="4664" y="2056"/>
                </a:lnTo>
                <a:lnTo>
                  <a:pt x="4853" y="1332"/>
                </a:lnTo>
                <a:cubicBezTo>
                  <a:pt x="4884" y="1237"/>
                  <a:pt x="4853" y="1111"/>
                  <a:pt x="4758" y="1017"/>
                </a:cubicBezTo>
                <a:cubicBezTo>
                  <a:pt x="4081" y="339"/>
                  <a:pt x="3269" y="1"/>
                  <a:pt x="245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96" name="Google Shape;5566;p57">
            <a:extLst>
              <a:ext uri="{FF2B5EF4-FFF2-40B4-BE49-F238E27FC236}">
                <a16:creationId xmlns:a16="http://schemas.microsoft.com/office/drawing/2014/main" id="{AC23B111-1D03-8962-3296-FD69062C3C5C}"/>
              </a:ext>
            </a:extLst>
          </p:cNvPr>
          <p:cNvSpPr/>
          <p:nvPr/>
        </p:nvSpPr>
        <p:spPr>
          <a:xfrm>
            <a:off x="8469147" y="3150485"/>
            <a:ext cx="260222" cy="264202"/>
          </a:xfrm>
          <a:custGeom>
            <a:avLst/>
            <a:gdLst/>
            <a:ahLst/>
            <a:cxnLst/>
            <a:rect l="l" t="t" r="r" b="b"/>
            <a:pathLst>
              <a:path w="6145" h="6239" extrusionOk="0">
                <a:moveTo>
                  <a:pt x="3183" y="1"/>
                </a:moveTo>
                <a:lnTo>
                  <a:pt x="2490" y="725"/>
                </a:lnTo>
                <a:cubicBezTo>
                  <a:pt x="2206" y="1009"/>
                  <a:pt x="1986" y="1387"/>
                  <a:pt x="1860" y="1828"/>
                </a:cubicBezTo>
                <a:cubicBezTo>
                  <a:pt x="1608" y="2742"/>
                  <a:pt x="1229" y="3435"/>
                  <a:pt x="725" y="4002"/>
                </a:cubicBezTo>
                <a:lnTo>
                  <a:pt x="316" y="4411"/>
                </a:lnTo>
                <a:cubicBezTo>
                  <a:pt x="127" y="4632"/>
                  <a:pt x="1" y="4884"/>
                  <a:pt x="1" y="5167"/>
                </a:cubicBezTo>
                <a:cubicBezTo>
                  <a:pt x="1" y="5451"/>
                  <a:pt x="127" y="5734"/>
                  <a:pt x="316" y="5923"/>
                </a:cubicBezTo>
                <a:cubicBezTo>
                  <a:pt x="505" y="6113"/>
                  <a:pt x="788" y="6239"/>
                  <a:pt x="1072" y="6239"/>
                </a:cubicBezTo>
                <a:cubicBezTo>
                  <a:pt x="1355" y="6113"/>
                  <a:pt x="1608" y="5986"/>
                  <a:pt x="1765" y="5797"/>
                </a:cubicBezTo>
                <a:lnTo>
                  <a:pt x="2206" y="5419"/>
                </a:lnTo>
                <a:cubicBezTo>
                  <a:pt x="2710" y="4884"/>
                  <a:pt x="3435" y="4506"/>
                  <a:pt x="4380" y="4254"/>
                </a:cubicBezTo>
                <a:cubicBezTo>
                  <a:pt x="4664" y="4191"/>
                  <a:pt x="4916" y="4033"/>
                  <a:pt x="5168" y="3876"/>
                </a:cubicBezTo>
                <a:lnTo>
                  <a:pt x="4664" y="3372"/>
                </a:lnTo>
                <a:cubicBezTo>
                  <a:pt x="4537" y="3246"/>
                  <a:pt x="4537" y="2994"/>
                  <a:pt x="4664" y="2899"/>
                </a:cubicBezTo>
                <a:cubicBezTo>
                  <a:pt x="4711" y="2836"/>
                  <a:pt x="4797" y="2805"/>
                  <a:pt x="4888" y="2805"/>
                </a:cubicBezTo>
                <a:cubicBezTo>
                  <a:pt x="4979" y="2805"/>
                  <a:pt x="5073" y="2836"/>
                  <a:pt x="5136" y="2899"/>
                </a:cubicBezTo>
                <a:lnTo>
                  <a:pt x="5672" y="3435"/>
                </a:lnTo>
                <a:lnTo>
                  <a:pt x="6144" y="2962"/>
                </a:lnTo>
                <a:lnTo>
                  <a:pt x="318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97" name="Google Shape;5567;p57">
            <a:extLst>
              <a:ext uri="{FF2B5EF4-FFF2-40B4-BE49-F238E27FC236}">
                <a16:creationId xmlns:a16="http://schemas.microsoft.com/office/drawing/2014/main" id="{CC928082-CD94-CA57-A87A-F911B00875D0}"/>
              </a:ext>
            </a:extLst>
          </p:cNvPr>
          <p:cNvSpPr/>
          <p:nvPr/>
        </p:nvSpPr>
        <p:spPr>
          <a:xfrm>
            <a:off x="8629261" y="2907669"/>
            <a:ext cx="344238" cy="342924"/>
          </a:xfrm>
          <a:custGeom>
            <a:avLst/>
            <a:gdLst/>
            <a:ahLst/>
            <a:cxnLst/>
            <a:rect l="l" t="t" r="r" b="b"/>
            <a:pathLst>
              <a:path w="8129" h="8098" extrusionOk="0">
                <a:moveTo>
                  <a:pt x="1891" y="2364"/>
                </a:moveTo>
                <a:cubicBezTo>
                  <a:pt x="1985" y="2364"/>
                  <a:pt x="2048" y="2395"/>
                  <a:pt x="2143" y="2490"/>
                </a:cubicBezTo>
                <a:lnTo>
                  <a:pt x="5545" y="5892"/>
                </a:lnTo>
                <a:cubicBezTo>
                  <a:pt x="5671" y="6018"/>
                  <a:pt x="5671" y="6239"/>
                  <a:pt x="5545" y="6365"/>
                </a:cubicBezTo>
                <a:cubicBezTo>
                  <a:pt x="5498" y="6428"/>
                  <a:pt x="5411" y="6459"/>
                  <a:pt x="5321" y="6459"/>
                </a:cubicBezTo>
                <a:cubicBezTo>
                  <a:pt x="5230" y="6459"/>
                  <a:pt x="5136" y="6428"/>
                  <a:pt x="5073" y="6365"/>
                </a:cubicBezTo>
                <a:lnTo>
                  <a:pt x="1670" y="2962"/>
                </a:lnTo>
                <a:cubicBezTo>
                  <a:pt x="1544" y="2836"/>
                  <a:pt x="1544" y="2647"/>
                  <a:pt x="1670" y="2490"/>
                </a:cubicBezTo>
                <a:cubicBezTo>
                  <a:pt x="1733" y="2395"/>
                  <a:pt x="1828" y="2364"/>
                  <a:pt x="1891" y="2364"/>
                </a:cubicBezTo>
                <a:close/>
                <a:moveTo>
                  <a:pt x="6742" y="1"/>
                </a:moveTo>
                <a:cubicBezTo>
                  <a:pt x="6333" y="1"/>
                  <a:pt x="6018" y="158"/>
                  <a:pt x="5766" y="379"/>
                </a:cubicBezTo>
                <a:lnTo>
                  <a:pt x="4128" y="2017"/>
                </a:lnTo>
                <a:cubicBezTo>
                  <a:pt x="3938" y="2206"/>
                  <a:pt x="3679" y="2301"/>
                  <a:pt x="3415" y="2301"/>
                </a:cubicBezTo>
                <a:cubicBezTo>
                  <a:pt x="3151" y="2301"/>
                  <a:pt x="2883" y="2206"/>
                  <a:pt x="2678" y="2017"/>
                </a:cubicBezTo>
                <a:cubicBezTo>
                  <a:pt x="2489" y="1812"/>
                  <a:pt x="2229" y="1710"/>
                  <a:pt x="1965" y="1710"/>
                </a:cubicBezTo>
                <a:cubicBezTo>
                  <a:pt x="1702" y="1710"/>
                  <a:pt x="1434" y="1812"/>
                  <a:pt x="1229" y="2017"/>
                </a:cubicBezTo>
                <a:cubicBezTo>
                  <a:pt x="851" y="2395"/>
                  <a:pt x="851" y="3057"/>
                  <a:pt x="1229" y="3466"/>
                </a:cubicBezTo>
                <a:lnTo>
                  <a:pt x="1481" y="3687"/>
                </a:lnTo>
                <a:lnTo>
                  <a:pt x="0" y="5167"/>
                </a:lnTo>
                <a:lnTo>
                  <a:pt x="2962" y="8097"/>
                </a:lnTo>
                <a:lnTo>
                  <a:pt x="3403" y="7625"/>
                </a:lnTo>
                <a:lnTo>
                  <a:pt x="2836" y="7089"/>
                </a:lnTo>
                <a:cubicBezTo>
                  <a:pt x="2710" y="6963"/>
                  <a:pt x="2710" y="6743"/>
                  <a:pt x="2836" y="6617"/>
                </a:cubicBezTo>
                <a:cubicBezTo>
                  <a:pt x="2899" y="6554"/>
                  <a:pt x="2985" y="6522"/>
                  <a:pt x="3072" y="6522"/>
                </a:cubicBezTo>
                <a:cubicBezTo>
                  <a:pt x="3159" y="6522"/>
                  <a:pt x="3245" y="6554"/>
                  <a:pt x="3308" y="6617"/>
                </a:cubicBezTo>
                <a:lnTo>
                  <a:pt x="3875" y="7152"/>
                </a:lnTo>
                <a:lnTo>
                  <a:pt x="4380" y="6648"/>
                </a:lnTo>
                <a:lnTo>
                  <a:pt x="4600" y="6900"/>
                </a:lnTo>
                <a:cubicBezTo>
                  <a:pt x="4821" y="7089"/>
                  <a:pt x="5073" y="7215"/>
                  <a:pt x="5356" y="7215"/>
                </a:cubicBezTo>
                <a:cubicBezTo>
                  <a:pt x="5640" y="7215"/>
                  <a:pt x="5923" y="7089"/>
                  <a:pt x="6112" y="6900"/>
                </a:cubicBezTo>
                <a:cubicBezTo>
                  <a:pt x="6490" y="6491"/>
                  <a:pt x="6490" y="5829"/>
                  <a:pt x="6112" y="5420"/>
                </a:cubicBezTo>
                <a:cubicBezTo>
                  <a:pt x="5703" y="5041"/>
                  <a:pt x="5703" y="4380"/>
                  <a:pt x="6112" y="3970"/>
                </a:cubicBezTo>
                <a:lnTo>
                  <a:pt x="7719" y="2364"/>
                </a:lnTo>
                <a:cubicBezTo>
                  <a:pt x="8003" y="2080"/>
                  <a:pt x="8129" y="1733"/>
                  <a:pt x="8129" y="1387"/>
                </a:cubicBezTo>
                <a:cubicBezTo>
                  <a:pt x="8129" y="1009"/>
                  <a:pt x="7971" y="662"/>
                  <a:pt x="7719" y="379"/>
                </a:cubicBezTo>
                <a:cubicBezTo>
                  <a:pt x="7436" y="127"/>
                  <a:pt x="7120" y="1"/>
                  <a:pt x="674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299" name="Google Shape;5569;p57">
            <a:extLst>
              <a:ext uri="{FF2B5EF4-FFF2-40B4-BE49-F238E27FC236}">
                <a16:creationId xmlns:a16="http://schemas.microsoft.com/office/drawing/2014/main" id="{DCFB46FD-DCA7-4C42-7A75-3706F061C61F}"/>
              </a:ext>
            </a:extLst>
          </p:cNvPr>
          <p:cNvSpPr/>
          <p:nvPr/>
        </p:nvSpPr>
        <p:spPr>
          <a:xfrm>
            <a:off x="6602932" y="3917795"/>
            <a:ext cx="209490" cy="177476"/>
          </a:xfrm>
          <a:custGeom>
            <a:avLst/>
            <a:gdLst/>
            <a:ahLst/>
            <a:cxnLst/>
            <a:rect l="l" t="t" r="r" b="b"/>
            <a:pathLst>
              <a:path w="4947" h="4191" extrusionOk="0">
                <a:moveTo>
                  <a:pt x="3088" y="0"/>
                </a:moveTo>
                <a:cubicBezTo>
                  <a:pt x="2364" y="883"/>
                  <a:pt x="1387" y="2080"/>
                  <a:pt x="127" y="3655"/>
                </a:cubicBezTo>
                <a:cubicBezTo>
                  <a:pt x="1" y="3718"/>
                  <a:pt x="1" y="3875"/>
                  <a:pt x="32" y="4001"/>
                </a:cubicBezTo>
                <a:cubicBezTo>
                  <a:pt x="95" y="4127"/>
                  <a:pt x="253" y="4191"/>
                  <a:pt x="379" y="4191"/>
                </a:cubicBezTo>
                <a:lnTo>
                  <a:pt x="3246" y="4191"/>
                </a:lnTo>
                <a:cubicBezTo>
                  <a:pt x="3372" y="4191"/>
                  <a:pt x="3435" y="4159"/>
                  <a:pt x="3529" y="4096"/>
                </a:cubicBezTo>
                <a:lnTo>
                  <a:pt x="4947" y="2363"/>
                </a:lnTo>
                <a:lnTo>
                  <a:pt x="3466" y="536"/>
                </a:lnTo>
                <a:lnTo>
                  <a:pt x="3120" y="63"/>
                </a:lnTo>
                <a:cubicBezTo>
                  <a:pt x="3120" y="32"/>
                  <a:pt x="3088" y="32"/>
                  <a:pt x="30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00" name="Google Shape;5570;p57">
            <a:extLst>
              <a:ext uri="{FF2B5EF4-FFF2-40B4-BE49-F238E27FC236}">
                <a16:creationId xmlns:a16="http://schemas.microsoft.com/office/drawing/2014/main" id="{B1A8638F-E3A9-7653-DF64-3394F3AEC67C}"/>
              </a:ext>
            </a:extLst>
          </p:cNvPr>
          <p:cNvSpPr/>
          <p:nvPr/>
        </p:nvSpPr>
        <p:spPr>
          <a:xfrm>
            <a:off x="6683009" y="3593292"/>
            <a:ext cx="373584" cy="501980"/>
          </a:xfrm>
          <a:custGeom>
            <a:avLst/>
            <a:gdLst/>
            <a:ahLst/>
            <a:cxnLst/>
            <a:rect l="l" t="t" r="r" b="b"/>
            <a:pathLst>
              <a:path w="8822" h="11854" extrusionOk="0">
                <a:moveTo>
                  <a:pt x="3491" y="1"/>
                </a:moveTo>
                <a:cubicBezTo>
                  <a:pt x="3420" y="1"/>
                  <a:pt x="3348" y="3"/>
                  <a:pt x="3277" y="8"/>
                </a:cubicBezTo>
                <a:cubicBezTo>
                  <a:pt x="1481" y="134"/>
                  <a:pt x="0" y="1709"/>
                  <a:pt x="0" y="3568"/>
                </a:cubicBezTo>
                <a:cubicBezTo>
                  <a:pt x="0" y="4733"/>
                  <a:pt x="945" y="6246"/>
                  <a:pt x="1764" y="7285"/>
                </a:cubicBezTo>
                <a:lnTo>
                  <a:pt x="2142" y="7758"/>
                </a:lnTo>
                <a:lnTo>
                  <a:pt x="5324" y="11759"/>
                </a:lnTo>
                <a:cubicBezTo>
                  <a:pt x="5387" y="11822"/>
                  <a:pt x="5482" y="11854"/>
                  <a:pt x="5608" y="11854"/>
                </a:cubicBezTo>
                <a:lnTo>
                  <a:pt x="8475" y="11854"/>
                </a:lnTo>
                <a:cubicBezTo>
                  <a:pt x="8601" y="11854"/>
                  <a:pt x="8695" y="11790"/>
                  <a:pt x="8790" y="11664"/>
                </a:cubicBezTo>
                <a:cubicBezTo>
                  <a:pt x="8821" y="11538"/>
                  <a:pt x="8821" y="11381"/>
                  <a:pt x="8758" y="11318"/>
                </a:cubicBezTo>
                <a:cubicBezTo>
                  <a:pt x="7939" y="10278"/>
                  <a:pt x="7183" y="9302"/>
                  <a:pt x="6459" y="8482"/>
                </a:cubicBezTo>
                <a:cubicBezTo>
                  <a:pt x="6144" y="8073"/>
                  <a:pt x="5828" y="7695"/>
                  <a:pt x="5513" y="7348"/>
                </a:cubicBezTo>
                <a:cubicBezTo>
                  <a:pt x="5387" y="7191"/>
                  <a:pt x="5293" y="7065"/>
                  <a:pt x="5167" y="6907"/>
                </a:cubicBezTo>
                <a:cubicBezTo>
                  <a:pt x="4600" y="6246"/>
                  <a:pt x="4127" y="5647"/>
                  <a:pt x="3749" y="5080"/>
                </a:cubicBezTo>
                <a:cubicBezTo>
                  <a:pt x="3088" y="4198"/>
                  <a:pt x="2646" y="3568"/>
                  <a:pt x="2363" y="3032"/>
                </a:cubicBezTo>
                <a:cubicBezTo>
                  <a:pt x="2174" y="2686"/>
                  <a:pt x="2079" y="2371"/>
                  <a:pt x="2079" y="2182"/>
                </a:cubicBezTo>
                <a:cubicBezTo>
                  <a:pt x="2079" y="1425"/>
                  <a:pt x="2678" y="764"/>
                  <a:pt x="3466" y="764"/>
                </a:cubicBezTo>
                <a:cubicBezTo>
                  <a:pt x="4253" y="764"/>
                  <a:pt x="4852" y="1425"/>
                  <a:pt x="4852" y="2182"/>
                </a:cubicBezTo>
                <a:cubicBezTo>
                  <a:pt x="4852" y="2308"/>
                  <a:pt x="4820" y="2528"/>
                  <a:pt x="4568" y="3001"/>
                </a:cubicBezTo>
                <a:cubicBezTo>
                  <a:pt x="4379" y="3347"/>
                  <a:pt x="4159" y="3757"/>
                  <a:pt x="3907" y="4103"/>
                </a:cubicBezTo>
                <a:cubicBezTo>
                  <a:pt x="4064" y="4292"/>
                  <a:pt x="4190" y="4513"/>
                  <a:pt x="4316" y="4670"/>
                </a:cubicBezTo>
                <a:cubicBezTo>
                  <a:pt x="4694" y="5206"/>
                  <a:pt x="5167" y="5805"/>
                  <a:pt x="5734" y="6435"/>
                </a:cubicBezTo>
                <a:lnTo>
                  <a:pt x="5765" y="6466"/>
                </a:lnTo>
                <a:cubicBezTo>
                  <a:pt x="6396" y="5521"/>
                  <a:pt x="6931" y="4418"/>
                  <a:pt x="6931" y="3505"/>
                </a:cubicBezTo>
                <a:cubicBezTo>
                  <a:pt x="6931" y="1621"/>
                  <a:pt x="5408" y="1"/>
                  <a:pt x="34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01" name="Google Shape;5571;p57">
            <a:extLst>
              <a:ext uri="{FF2B5EF4-FFF2-40B4-BE49-F238E27FC236}">
                <a16:creationId xmlns:a16="http://schemas.microsoft.com/office/drawing/2014/main" id="{6E5D443B-309C-DE76-35BC-BA8F6547B314}"/>
              </a:ext>
            </a:extLst>
          </p:cNvPr>
          <p:cNvSpPr/>
          <p:nvPr/>
        </p:nvSpPr>
        <p:spPr>
          <a:xfrm>
            <a:off x="6800394" y="3653636"/>
            <a:ext cx="60090" cy="61403"/>
          </a:xfrm>
          <a:custGeom>
            <a:avLst/>
            <a:gdLst/>
            <a:ahLst/>
            <a:cxnLst/>
            <a:rect l="l" t="t" r="r" b="b"/>
            <a:pathLst>
              <a:path w="1419" h="1450" extrusionOk="0">
                <a:moveTo>
                  <a:pt x="694" y="0"/>
                </a:moveTo>
                <a:cubicBezTo>
                  <a:pt x="316" y="0"/>
                  <a:pt x="0" y="347"/>
                  <a:pt x="0" y="757"/>
                </a:cubicBezTo>
                <a:cubicBezTo>
                  <a:pt x="0" y="757"/>
                  <a:pt x="0" y="914"/>
                  <a:pt x="190" y="1292"/>
                </a:cubicBezTo>
                <a:cubicBezTo>
                  <a:pt x="221" y="1355"/>
                  <a:pt x="221" y="1418"/>
                  <a:pt x="253" y="1450"/>
                </a:cubicBezTo>
                <a:cubicBezTo>
                  <a:pt x="379" y="1418"/>
                  <a:pt x="536" y="1387"/>
                  <a:pt x="662" y="1387"/>
                </a:cubicBezTo>
                <a:cubicBezTo>
                  <a:pt x="788" y="1387"/>
                  <a:pt x="946" y="1418"/>
                  <a:pt x="1040" y="1450"/>
                </a:cubicBezTo>
                <a:cubicBezTo>
                  <a:pt x="1103" y="1418"/>
                  <a:pt x="1135" y="1355"/>
                  <a:pt x="1135" y="1292"/>
                </a:cubicBezTo>
                <a:cubicBezTo>
                  <a:pt x="1324" y="914"/>
                  <a:pt x="1324" y="757"/>
                  <a:pt x="1324" y="757"/>
                </a:cubicBezTo>
                <a:cubicBezTo>
                  <a:pt x="1418" y="347"/>
                  <a:pt x="1103" y="0"/>
                  <a:pt x="6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03" name="Google Shape;5573;p57">
            <a:extLst>
              <a:ext uri="{FF2B5EF4-FFF2-40B4-BE49-F238E27FC236}">
                <a16:creationId xmlns:a16="http://schemas.microsoft.com/office/drawing/2014/main" id="{6A34BED4-2151-BF62-3279-4220F915D484}"/>
              </a:ext>
            </a:extLst>
          </p:cNvPr>
          <p:cNvSpPr/>
          <p:nvPr/>
        </p:nvSpPr>
        <p:spPr>
          <a:xfrm>
            <a:off x="6664969" y="4290468"/>
            <a:ext cx="292193" cy="176121"/>
          </a:xfrm>
          <a:custGeom>
            <a:avLst/>
            <a:gdLst/>
            <a:ahLst/>
            <a:cxnLst/>
            <a:rect l="l" t="t" r="r" b="b"/>
            <a:pathLst>
              <a:path w="6900" h="4159" extrusionOk="0">
                <a:moveTo>
                  <a:pt x="4884" y="1166"/>
                </a:moveTo>
                <a:lnTo>
                  <a:pt x="5797" y="2079"/>
                </a:lnTo>
                <a:lnTo>
                  <a:pt x="4884" y="2079"/>
                </a:lnTo>
                <a:lnTo>
                  <a:pt x="4884" y="1166"/>
                </a:lnTo>
                <a:close/>
                <a:moveTo>
                  <a:pt x="379" y="0"/>
                </a:moveTo>
                <a:cubicBezTo>
                  <a:pt x="158" y="0"/>
                  <a:pt x="0" y="158"/>
                  <a:pt x="0" y="347"/>
                </a:cubicBezTo>
                <a:lnTo>
                  <a:pt x="0" y="3151"/>
                </a:lnTo>
                <a:cubicBezTo>
                  <a:pt x="284" y="2899"/>
                  <a:pt x="631" y="2804"/>
                  <a:pt x="1040" y="2804"/>
                </a:cubicBezTo>
                <a:lnTo>
                  <a:pt x="4065" y="2804"/>
                </a:lnTo>
                <a:cubicBezTo>
                  <a:pt x="4726" y="2804"/>
                  <a:pt x="5325" y="3151"/>
                  <a:pt x="5608" y="3718"/>
                </a:cubicBezTo>
                <a:lnTo>
                  <a:pt x="5797" y="4159"/>
                </a:lnTo>
                <a:lnTo>
                  <a:pt x="6900" y="4159"/>
                </a:lnTo>
                <a:lnTo>
                  <a:pt x="6900" y="2426"/>
                </a:lnTo>
                <a:cubicBezTo>
                  <a:pt x="6900" y="2394"/>
                  <a:pt x="6869" y="2237"/>
                  <a:pt x="6774" y="2205"/>
                </a:cubicBezTo>
                <a:lnTo>
                  <a:pt x="4695" y="126"/>
                </a:lnTo>
                <a:cubicBezTo>
                  <a:pt x="4726" y="32"/>
                  <a:pt x="4632" y="0"/>
                  <a:pt x="453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04" name="Google Shape;5574;p57">
            <a:extLst>
              <a:ext uri="{FF2B5EF4-FFF2-40B4-BE49-F238E27FC236}">
                <a16:creationId xmlns:a16="http://schemas.microsoft.com/office/drawing/2014/main" id="{36FAB179-8AC9-5A60-9CBA-738C5FB10052}"/>
              </a:ext>
            </a:extLst>
          </p:cNvPr>
          <p:cNvSpPr/>
          <p:nvPr/>
        </p:nvSpPr>
        <p:spPr>
          <a:xfrm>
            <a:off x="6576930" y="4434531"/>
            <a:ext cx="505663" cy="325563"/>
          </a:xfrm>
          <a:custGeom>
            <a:avLst/>
            <a:gdLst/>
            <a:ahLst/>
            <a:cxnLst/>
            <a:rect l="l" t="t" r="r" b="b"/>
            <a:pathLst>
              <a:path w="11941" h="7688" extrusionOk="0">
                <a:moveTo>
                  <a:pt x="10838" y="3529"/>
                </a:moveTo>
                <a:cubicBezTo>
                  <a:pt x="10964" y="3529"/>
                  <a:pt x="11027" y="3561"/>
                  <a:pt x="11121" y="3655"/>
                </a:cubicBezTo>
                <a:cubicBezTo>
                  <a:pt x="11184" y="3718"/>
                  <a:pt x="11184" y="3813"/>
                  <a:pt x="11184" y="3907"/>
                </a:cubicBezTo>
                <a:lnTo>
                  <a:pt x="10901" y="5703"/>
                </a:lnTo>
                <a:lnTo>
                  <a:pt x="10365" y="3529"/>
                </a:lnTo>
                <a:close/>
                <a:moveTo>
                  <a:pt x="5227" y="2768"/>
                </a:moveTo>
                <a:cubicBezTo>
                  <a:pt x="5400" y="2768"/>
                  <a:pt x="5580" y="2884"/>
                  <a:pt x="5608" y="3025"/>
                </a:cubicBezTo>
                <a:lnTo>
                  <a:pt x="5892" y="4159"/>
                </a:lnTo>
                <a:lnTo>
                  <a:pt x="7341" y="4159"/>
                </a:lnTo>
                <a:cubicBezTo>
                  <a:pt x="7530" y="4159"/>
                  <a:pt x="7687" y="4317"/>
                  <a:pt x="7687" y="4506"/>
                </a:cubicBezTo>
                <a:cubicBezTo>
                  <a:pt x="7687" y="4758"/>
                  <a:pt x="7530" y="4915"/>
                  <a:pt x="7341" y="4915"/>
                </a:cubicBezTo>
                <a:lnTo>
                  <a:pt x="6018" y="4915"/>
                </a:lnTo>
                <a:lnTo>
                  <a:pt x="6270" y="5829"/>
                </a:lnTo>
                <a:cubicBezTo>
                  <a:pt x="6301" y="6050"/>
                  <a:pt x="6175" y="6207"/>
                  <a:pt x="6018" y="6270"/>
                </a:cubicBezTo>
                <a:lnTo>
                  <a:pt x="5955" y="6270"/>
                </a:lnTo>
                <a:cubicBezTo>
                  <a:pt x="5797" y="6270"/>
                  <a:pt x="5640" y="6176"/>
                  <a:pt x="5608" y="6018"/>
                </a:cubicBezTo>
                <a:lnTo>
                  <a:pt x="5324" y="4852"/>
                </a:lnTo>
                <a:lnTo>
                  <a:pt x="3875" y="4852"/>
                </a:lnTo>
                <a:cubicBezTo>
                  <a:pt x="3686" y="4852"/>
                  <a:pt x="3529" y="4695"/>
                  <a:pt x="3529" y="4506"/>
                </a:cubicBezTo>
                <a:cubicBezTo>
                  <a:pt x="3529" y="4317"/>
                  <a:pt x="3686" y="4159"/>
                  <a:pt x="3875" y="4159"/>
                </a:cubicBezTo>
                <a:lnTo>
                  <a:pt x="5167" y="4159"/>
                </a:lnTo>
                <a:lnTo>
                  <a:pt x="4946" y="3214"/>
                </a:lnTo>
                <a:cubicBezTo>
                  <a:pt x="4883" y="3025"/>
                  <a:pt x="5009" y="2868"/>
                  <a:pt x="5167" y="2773"/>
                </a:cubicBezTo>
                <a:cubicBezTo>
                  <a:pt x="5187" y="2770"/>
                  <a:pt x="5207" y="2768"/>
                  <a:pt x="5227" y="2768"/>
                </a:cubicBezTo>
                <a:close/>
                <a:moveTo>
                  <a:pt x="3151" y="1"/>
                </a:moveTo>
                <a:cubicBezTo>
                  <a:pt x="2584" y="1"/>
                  <a:pt x="2142" y="473"/>
                  <a:pt x="2142" y="1040"/>
                </a:cubicBezTo>
                <a:lnTo>
                  <a:pt x="2142" y="1387"/>
                </a:lnTo>
                <a:lnTo>
                  <a:pt x="1103" y="1387"/>
                </a:lnTo>
                <a:cubicBezTo>
                  <a:pt x="788" y="1387"/>
                  <a:pt x="473" y="1544"/>
                  <a:pt x="284" y="1796"/>
                </a:cubicBezTo>
                <a:cubicBezTo>
                  <a:pt x="95" y="2017"/>
                  <a:pt x="0" y="2332"/>
                  <a:pt x="95" y="2679"/>
                </a:cubicBezTo>
                <a:lnTo>
                  <a:pt x="1166" y="6869"/>
                </a:lnTo>
                <a:cubicBezTo>
                  <a:pt x="1260" y="7341"/>
                  <a:pt x="1701" y="7656"/>
                  <a:pt x="2174" y="7656"/>
                </a:cubicBezTo>
                <a:lnTo>
                  <a:pt x="10995" y="7688"/>
                </a:lnTo>
                <a:cubicBezTo>
                  <a:pt x="11153" y="7688"/>
                  <a:pt x="11310" y="7593"/>
                  <a:pt x="11342" y="7436"/>
                </a:cubicBezTo>
                <a:lnTo>
                  <a:pt x="11909" y="4033"/>
                </a:lnTo>
                <a:cubicBezTo>
                  <a:pt x="11941" y="3718"/>
                  <a:pt x="11846" y="3435"/>
                  <a:pt x="11657" y="3214"/>
                </a:cubicBezTo>
                <a:cubicBezTo>
                  <a:pt x="11468" y="2962"/>
                  <a:pt x="11184" y="2868"/>
                  <a:pt x="10869" y="2868"/>
                </a:cubicBezTo>
                <a:lnTo>
                  <a:pt x="10208" y="2868"/>
                </a:lnTo>
                <a:lnTo>
                  <a:pt x="10050" y="2269"/>
                </a:lnTo>
                <a:cubicBezTo>
                  <a:pt x="9924" y="1796"/>
                  <a:pt x="9546" y="1450"/>
                  <a:pt x="9042" y="1450"/>
                </a:cubicBezTo>
                <a:lnTo>
                  <a:pt x="7530" y="1450"/>
                </a:lnTo>
                <a:lnTo>
                  <a:pt x="7120" y="599"/>
                </a:lnTo>
                <a:cubicBezTo>
                  <a:pt x="6963" y="253"/>
                  <a:pt x="6585" y="1"/>
                  <a:pt x="617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06" name="Google Shape;5576;p57">
            <a:extLst>
              <a:ext uri="{FF2B5EF4-FFF2-40B4-BE49-F238E27FC236}">
                <a16:creationId xmlns:a16="http://schemas.microsoft.com/office/drawing/2014/main" id="{9C25CA75-0946-31AB-29A8-EA0BF9DFB0EA}"/>
              </a:ext>
            </a:extLst>
          </p:cNvPr>
          <p:cNvSpPr/>
          <p:nvPr/>
        </p:nvSpPr>
        <p:spPr>
          <a:xfrm>
            <a:off x="6828406" y="4915421"/>
            <a:ext cx="254843" cy="252684"/>
          </a:xfrm>
          <a:custGeom>
            <a:avLst/>
            <a:gdLst/>
            <a:ahLst/>
            <a:cxnLst/>
            <a:rect l="l" t="t" r="r" b="b"/>
            <a:pathLst>
              <a:path w="6018" h="5967" extrusionOk="0">
                <a:moveTo>
                  <a:pt x="3836" y="0"/>
                </a:moveTo>
                <a:cubicBezTo>
                  <a:pt x="3278" y="0"/>
                  <a:pt x="2726" y="214"/>
                  <a:pt x="2332" y="642"/>
                </a:cubicBezTo>
                <a:lnTo>
                  <a:pt x="1891" y="1083"/>
                </a:lnTo>
                <a:lnTo>
                  <a:pt x="2458" y="1619"/>
                </a:lnTo>
                <a:cubicBezTo>
                  <a:pt x="2552" y="1745"/>
                  <a:pt x="2552" y="1966"/>
                  <a:pt x="2458" y="2092"/>
                </a:cubicBezTo>
                <a:cubicBezTo>
                  <a:pt x="2363" y="2186"/>
                  <a:pt x="2300" y="2218"/>
                  <a:pt x="2206" y="2218"/>
                </a:cubicBezTo>
                <a:cubicBezTo>
                  <a:pt x="2143" y="2218"/>
                  <a:pt x="2017" y="2186"/>
                  <a:pt x="1985" y="2092"/>
                </a:cubicBezTo>
                <a:lnTo>
                  <a:pt x="1418" y="1556"/>
                </a:lnTo>
                <a:lnTo>
                  <a:pt x="946" y="2029"/>
                </a:lnTo>
                <a:lnTo>
                  <a:pt x="1513" y="2564"/>
                </a:lnTo>
                <a:cubicBezTo>
                  <a:pt x="1607" y="2690"/>
                  <a:pt x="1607" y="2911"/>
                  <a:pt x="1513" y="3037"/>
                </a:cubicBezTo>
                <a:cubicBezTo>
                  <a:pt x="1418" y="3131"/>
                  <a:pt x="1355" y="3163"/>
                  <a:pt x="1261" y="3163"/>
                </a:cubicBezTo>
                <a:cubicBezTo>
                  <a:pt x="1198" y="3163"/>
                  <a:pt x="1072" y="3131"/>
                  <a:pt x="1040" y="3037"/>
                </a:cubicBezTo>
                <a:lnTo>
                  <a:pt x="473" y="2501"/>
                </a:lnTo>
                <a:lnTo>
                  <a:pt x="1" y="3005"/>
                </a:lnTo>
                <a:lnTo>
                  <a:pt x="2962" y="5967"/>
                </a:lnTo>
                <a:lnTo>
                  <a:pt x="5388" y="3478"/>
                </a:lnTo>
                <a:cubicBezTo>
                  <a:pt x="5829" y="3037"/>
                  <a:pt x="6018" y="2501"/>
                  <a:pt x="5987" y="1903"/>
                </a:cubicBezTo>
                <a:cubicBezTo>
                  <a:pt x="5892" y="1398"/>
                  <a:pt x="5640" y="831"/>
                  <a:pt x="5167" y="453"/>
                </a:cubicBezTo>
                <a:cubicBezTo>
                  <a:pt x="4779" y="151"/>
                  <a:pt x="4305" y="0"/>
                  <a:pt x="38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07" name="Google Shape;5577;p57">
            <a:extLst>
              <a:ext uri="{FF2B5EF4-FFF2-40B4-BE49-F238E27FC236}">
                <a16:creationId xmlns:a16="http://schemas.microsoft.com/office/drawing/2014/main" id="{B4FB148B-00D6-8F33-54F6-FEF332EB95D0}"/>
              </a:ext>
            </a:extLst>
          </p:cNvPr>
          <p:cNvSpPr/>
          <p:nvPr/>
        </p:nvSpPr>
        <p:spPr>
          <a:xfrm>
            <a:off x="6576274" y="5064018"/>
            <a:ext cx="353553" cy="350886"/>
          </a:xfrm>
          <a:custGeom>
            <a:avLst/>
            <a:gdLst/>
            <a:ahLst/>
            <a:cxnLst/>
            <a:rect l="l" t="t" r="r" b="b"/>
            <a:pathLst>
              <a:path w="8349" h="8286" extrusionOk="0">
                <a:moveTo>
                  <a:pt x="5419" y="0"/>
                </a:moveTo>
                <a:lnTo>
                  <a:pt x="4883" y="567"/>
                </a:lnTo>
                <a:lnTo>
                  <a:pt x="5450" y="1103"/>
                </a:lnTo>
                <a:cubicBezTo>
                  <a:pt x="5545" y="1229"/>
                  <a:pt x="5545" y="1449"/>
                  <a:pt x="5450" y="1575"/>
                </a:cubicBezTo>
                <a:cubicBezTo>
                  <a:pt x="5356" y="1670"/>
                  <a:pt x="5293" y="1702"/>
                  <a:pt x="5198" y="1702"/>
                </a:cubicBezTo>
                <a:cubicBezTo>
                  <a:pt x="5135" y="1702"/>
                  <a:pt x="5009" y="1670"/>
                  <a:pt x="4978" y="1575"/>
                </a:cubicBezTo>
                <a:lnTo>
                  <a:pt x="4411" y="1040"/>
                </a:lnTo>
                <a:lnTo>
                  <a:pt x="3938" y="1512"/>
                </a:lnTo>
                <a:lnTo>
                  <a:pt x="4505" y="2048"/>
                </a:lnTo>
                <a:cubicBezTo>
                  <a:pt x="4631" y="2174"/>
                  <a:pt x="4631" y="2395"/>
                  <a:pt x="4505" y="2521"/>
                </a:cubicBezTo>
                <a:cubicBezTo>
                  <a:pt x="4411" y="2615"/>
                  <a:pt x="4348" y="2647"/>
                  <a:pt x="4253" y="2647"/>
                </a:cubicBezTo>
                <a:cubicBezTo>
                  <a:pt x="4190" y="2647"/>
                  <a:pt x="4064" y="2615"/>
                  <a:pt x="4033" y="2521"/>
                </a:cubicBezTo>
                <a:lnTo>
                  <a:pt x="3466" y="1985"/>
                </a:lnTo>
                <a:lnTo>
                  <a:pt x="3214" y="2237"/>
                </a:lnTo>
                <a:cubicBezTo>
                  <a:pt x="2773" y="2678"/>
                  <a:pt x="2458" y="3277"/>
                  <a:pt x="2363" y="3907"/>
                </a:cubicBezTo>
                <a:cubicBezTo>
                  <a:pt x="2300" y="4379"/>
                  <a:pt x="2111" y="4852"/>
                  <a:pt x="1733" y="5167"/>
                </a:cubicBezTo>
                <a:lnTo>
                  <a:pt x="410" y="6490"/>
                </a:lnTo>
                <a:cubicBezTo>
                  <a:pt x="0" y="6900"/>
                  <a:pt x="0" y="7561"/>
                  <a:pt x="410" y="7971"/>
                </a:cubicBezTo>
                <a:cubicBezTo>
                  <a:pt x="599" y="8160"/>
                  <a:pt x="882" y="8286"/>
                  <a:pt x="1166" y="8286"/>
                </a:cubicBezTo>
                <a:cubicBezTo>
                  <a:pt x="1418" y="8286"/>
                  <a:pt x="1701" y="8160"/>
                  <a:pt x="1890" y="7971"/>
                </a:cubicBezTo>
                <a:lnTo>
                  <a:pt x="3245" y="6616"/>
                </a:lnTo>
                <a:cubicBezTo>
                  <a:pt x="3592" y="6270"/>
                  <a:pt x="4033" y="6081"/>
                  <a:pt x="4505" y="5986"/>
                </a:cubicBezTo>
                <a:cubicBezTo>
                  <a:pt x="5135" y="5923"/>
                  <a:pt x="5734" y="5608"/>
                  <a:pt x="6144" y="5167"/>
                </a:cubicBezTo>
                <a:lnTo>
                  <a:pt x="8349" y="2962"/>
                </a:lnTo>
                <a:lnTo>
                  <a:pt x="541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09" name="Google Shape;5579;p57">
            <a:extLst>
              <a:ext uri="{FF2B5EF4-FFF2-40B4-BE49-F238E27FC236}">
                <a16:creationId xmlns:a16="http://schemas.microsoft.com/office/drawing/2014/main" id="{5C20109F-4A9A-CDD9-5872-CCF722A870F3}"/>
              </a:ext>
            </a:extLst>
          </p:cNvPr>
          <p:cNvSpPr/>
          <p:nvPr/>
        </p:nvSpPr>
        <p:spPr>
          <a:xfrm>
            <a:off x="9948866" y="3653467"/>
            <a:ext cx="89394" cy="90792"/>
          </a:xfrm>
          <a:custGeom>
            <a:avLst/>
            <a:gdLst/>
            <a:ahLst/>
            <a:cxnLst/>
            <a:rect l="l" t="t" r="r" b="b"/>
            <a:pathLst>
              <a:path w="2111" h="2144" extrusionOk="0">
                <a:moveTo>
                  <a:pt x="1040" y="1"/>
                </a:moveTo>
                <a:cubicBezTo>
                  <a:pt x="851" y="1"/>
                  <a:pt x="693" y="158"/>
                  <a:pt x="693" y="347"/>
                </a:cubicBezTo>
                <a:lnTo>
                  <a:pt x="693" y="725"/>
                </a:lnTo>
                <a:lnTo>
                  <a:pt x="347" y="725"/>
                </a:lnTo>
                <a:cubicBezTo>
                  <a:pt x="158" y="725"/>
                  <a:pt x="0" y="883"/>
                  <a:pt x="0" y="1072"/>
                </a:cubicBezTo>
                <a:cubicBezTo>
                  <a:pt x="0" y="1261"/>
                  <a:pt x="158" y="1418"/>
                  <a:pt x="347" y="1418"/>
                </a:cubicBezTo>
                <a:lnTo>
                  <a:pt x="693" y="1418"/>
                </a:lnTo>
                <a:lnTo>
                  <a:pt x="693" y="1765"/>
                </a:lnTo>
                <a:cubicBezTo>
                  <a:pt x="693" y="1986"/>
                  <a:pt x="851" y="2143"/>
                  <a:pt x="1040" y="2143"/>
                </a:cubicBezTo>
                <a:cubicBezTo>
                  <a:pt x="1260" y="2143"/>
                  <a:pt x="1418" y="1986"/>
                  <a:pt x="1418" y="1765"/>
                </a:cubicBezTo>
                <a:lnTo>
                  <a:pt x="1418" y="1418"/>
                </a:lnTo>
                <a:lnTo>
                  <a:pt x="1764" y="1418"/>
                </a:lnTo>
                <a:cubicBezTo>
                  <a:pt x="1953" y="1418"/>
                  <a:pt x="2111" y="1261"/>
                  <a:pt x="2111" y="1072"/>
                </a:cubicBezTo>
                <a:cubicBezTo>
                  <a:pt x="2111" y="883"/>
                  <a:pt x="1953" y="725"/>
                  <a:pt x="1764" y="725"/>
                </a:cubicBezTo>
                <a:lnTo>
                  <a:pt x="1418" y="725"/>
                </a:lnTo>
                <a:lnTo>
                  <a:pt x="1418" y="347"/>
                </a:lnTo>
                <a:cubicBezTo>
                  <a:pt x="1418" y="158"/>
                  <a:pt x="1260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10" name="Google Shape;5580;p57">
            <a:extLst>
              <a:ext uri="{FF2B5EF4-FFF2-40B4-BE49-F238E27FC236}">
                <a16:creationId xmlns:a16="http://schemas.microsoft.com/office/drawing/2014/main" id="{AAFB0A2C-A49C-4E09-3406-445FCA0985E2}"/>
              </a:ext>
            </a:extLst>
          </p:cNvPr>
          <p:cNvSpPr/>
          <p:nvPr/>
        </p:nvSpPr>
        <p:spPr>
          <a:xfrm>
            <a:off x="9743401" y="3796217"/>
            <a:ext cx="58735" cy="293548"/>
          </a:xfrm>
          <a:custGeom>
            <a:avLst/>
            <a:gdLst/>
            <a:ahLst/>
            <a:cxnLst/>
            <a:rect l="l" t="t" r="r" b="b"/>
            <a:pathLst>
              <a:path w="1387" h="6932" extrusionOk="0">
                <a:moveTo>
                  <a:pt x="1008" y="1"/>
                </a:moveTo>
                <a:cubicBezTo>
                  <a:pt x="441" y="1"/>
                  <a:pt x="0" y="473"/>
                  <a:pt x="0" y="1040"/>
                </a:cubicBezTo>
                <a:lnTo>
                  <a:pt x="0" y="6585"/>
                </a:lnTo>
                <a:cubicBezTo>
                  <a:pt x="0" y="6774"/>
                  <a:pt x="158" y="6932"/>
                  <a:pt x="347" y="6932"/>
                </a:cubicBezTo>
                <a:lnTo>
                  <a:pt x="1386" y="6932"/>
                </a:lnTo>
                <a:lnTo>
                  <a:pt x="1386" y="4285"/>
                </a:lnTo>
                <a:lnTo>
                  <a:pt x="662" y="4285"/>
                </a:lnTo>
                <a:lnTo>
                  <a:pt x="662" y="3561"/>
                </a:lnTo>
                <a:lnTo>
                  <a:pt x="1386" y="3561"/>
                </a:lnTo>
                <a:lnTo>
                  <a:pt x="1386" y="2868"/>
                </a:lnTo>
                <a:lnTo>
                  <a:pt x="662" y="2868"/>
                </a:lnTo>
                <a:lnTo>
                  <a:pt x="662" y="2143"/>
                </a:lnTo>
                <a:lnTo>
                  <a:pt x="1386" y="2143"/>
                </a:lnTo>
                <a:lnTo>
                  <a:pt x="1386" y="1418"/>
                </a:lnTo>
                <a:lnTo>
                  <a:pt x="662" y="1418"/>
                </a:lnTo>
                <a:lnTo>
                  <a:pt x="662" y="1072"/>
                </a:lnTo>
                <a:cubicBezTo>
                  <a:pt x="662" y="883"/>
                  <a:pt x="819" y="725"/>
                  <a:pt x="1008" y="725"/>
                </a:cubicBezTo>
                <a:lnTo>
                  <a:pt x="1386" y="725"/>
                </a:lnTo>
                <a:lnTo>
                  <a:pt x="138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11" name="Google Shape;5581;p57">
            <a:extLst>
              <a:ext uri="{FF2B5EF4-FFF2-40B4-BE49-F238E27FC236}">
                <a16:creationId xmlns:a16="http://schemas.microsoft.com/office/drawing/2014/main" id="{55A2DAC5-34FA-73C0-35F4-96AF86D816B1}"/>
              </a:ext>
            </a:extLst>
          </p:cNvPr>
          <p:cNvSpPr/>
          <p:nvPr/>
        </p:nvSpPr>
        <p:spPr>
          <a:xfrm>
            <a:off x="10184994" y="3800239"/>
            <a:ext cx="58735" cy="293548"/>
          </a:xfrm>
          <a:custGeom>
            <a:avLst/>
            <a:gdLst/>
            <a:ahLst/>
            <a:cxnLst/>
            <a:rect l="l" t="t" r="r" b="b"/>
            <a:pathLst>
              <a:path w="1387" h="6932" extrusionOk="0">
                <a:moveTo>
                  <a:pt x="0" y="0"/>
                </a:moveTo>
                <a:lnTo>
                  <a:pt x="0" y="725"/>
                </a:lnTo>
                <a:lnTo>
                  <a:pt x="347" y="725"/>
                </a:lnTo>
                <a:cubicBezTo>
                  <a:pt x="568" y="725"/>
                  <a:pt x="725" y="882"/>
                  <a:pt x="725" y="1071"/>
                </a:cubicBezTo>
                <a:lnTo>
                  <a:pt x="725" y="1418"/>
                </a:lnTo>
                <a:lnTo>
                  <a:pt x="0" y="1418"/>
                </a:lnTo>
                <a:lnTo>
                  <a:pt x="0" y="2143"/>
                </a:lnTo>
                <a:lnTo>
                  <a:pt x="725" y="2143"/>
                </a:lnTo>
                <a:lnTo>
                  <a:pt x="725" y="2836"/>
                </a:lnTo>
                <a:lnTo>
                  <a:pt x="0" y="2836"/>
                </a:lnTo>
                <a:lnTo>
                  <a:pt x="0" y="3560"/>
                </a:lnTo>
                <a:lnTo>
                  <a:pt x="725" y="3560"/>
                </a:lnTo>
                <a:lnTo>
                  <a:pt x="725" y="4253"/>
                </a:lnTo>
                <a:lnTo>
                  <a:pt x="0" y="4253"/>
                </a:lnTo>
                <a:lnTo>
                  <a:pt x="0" y="6931"/>
                </a:lnTo>
                <a:lnTo>
                  <a:pt x="1040" y="6931"/>
                </a:lnTo>
                <a:cubicBezTo>
                  <a:pt x="1229" y="6931"/>
                  <a:pt x="1387" y="6774"/>
                  <a:pt x="1387" y="6585"/>
                </a:cubicBezTo>
                <a:lnTo>
                  <a:pt x="1387" y="1040"/>
                </a:lnTo>
                <a:cubicBezTo>
                  <a:pt x="1387" y="441"/>
                  <a:pt x="914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12" name="Google Shape;5582;p57">
            <a:extLst>
              <a:ext uri="{FF2B5EF4-FFF2-40B4-BE49-F238E27FC236}">
                <a16:creationId xmlns:a16="http://schemas.microsoft.com/office/drawing/2014/main" id="{724E3E08-68B0-195B-7E8F-C719F410E924}"/>
              </a:ext>
            </a:extLst>
          </p:cNvPr>
          <p:cNvSpPr/>
          <p:nvPr/>
        </p:nvSpPr>
        <p:spPr>
          <a:xfrm>
            <a:off x="9832794" y="3593461"/>
            <a:ext cx="324207" cy="501640"/>
          </a:xfrm>
          <a:custGeom>
            <a:avLst/>
            <a:gdLst/>
            <a:ahLst/>
            <a:cxnLst/>
            <a:rect l="l" t="t" r="r" b="b"/>
            <a:pathLst>
              <a:path w="7656" h="11846" extrusionOk="0">
                <a:moveTo>
                  <a:pt x="5545" y="662"/>
                </a:moveTo>
                <a:lnTo>
                  <a:pt x="5545" y="1764"/>
                </a:lnTo>
                <a:lnTo>
                  <a:pt x="5545" y="4222"/>
                </a:lnTo>
                <a:lnTo>
                  <a:pt x="2079" y="4222"/>
                </a:lnTo>
                <a:lnTo>
                  <a:pt x="2079" y="1764"/>
                </a:lnTo>
                <a:lnTo>
                  <a:pt x="2079" y="662"/>
                </a:lnTo>
                <a:close/>
                <a:moveTo>
                  <a:pt x="3434" y="4883"/>
                </a:moveTo>
                <a:lnTo>
                  <a:pt x="3434" y="5608"/>
                </a:lnTo>
                <a:lnTo>
                  <a:pt x="2079" y="5608"/>
                </a:lnTo>
                <a:lnTo>
                  <a:pt x="2079" y="4883"/>
                </a:lnTo>
                <a:close/>
                <a:moveTo>
                  <a:pt x="5513" y="4883"/>
                </a:moveTo>
                <a:lnTo>
                  <a:pt x="5513" y="5608"/>
                </a:lnTo>
                <a:lnTo>
                  <a:pt x="4159" y="5608"/>
                </a:lnTo>
                <a:lnTo>
                  <a:pt x="4159" y="4883"/>
                </a:lnTo>
                <a:close/>
                <a:moveTo>
                  <a:pt x="3434" y="6301"/>
                </a:moveTo>
                <a:lnTo>
                  <a:pt x="3434" y="7026"/>
                </a:lnTo>
                <a:lnTo>
                  <a:pt x="2079" y="7026"/>
                </a:lnTo>
                <a:lnTo>
                  <a:pt x="2079" y="6301"/>
                </a:lnTo>
                <a:close/>
                <a:moveTo>
                  <a:pt x="5513" y="6301"/>
                </a:moveTo>
                <a:lnTo>
                  <a:pt x="5513" y="7026"/>
                </a:lnTo>
                <a:lnTo>
                  <a:pt x="4159" y="7026"/>
                </a:lnTo>
                <a:lnTo>
                  <a:pt x="4159" y="6301"/>
                </a:lnTo>
                <a:close/>
                <a:moveTo>
                  <a:pt x="3434" y="7687"/>
                </a:moveTo>
                <a:lnTo>
                  <a:pt x="3434" y="8380"/>
                </a:lnTo>
                <a:lnTo>
                  <a:pt x="2079" y="8380"/>
                </a:lnTo>
                <a:lnTo>
                  <a:pt x="2079" y="7687"/>
                </a:lnTo>
                <a:close/>
                <a:moveTo>
                  <a:pt x="5513" y="7687"/>
                </a:moveTo>
                <a:lnTo>
                  <a:pt x="5513" y="8380"/>
                </a:lnTo>
                <a:lnTo>
                  <a:pt x="4159" y="8380"/>
                </a:lnTo>
                <a:lnTo>
                  <a:pt x="4159" y="7687"/>
                </a:lnTo>
                <a:close/>
                <a:moveTo>
                  <a:pt x="1733" y="0"/>
                </a:moveTo>
                <a:cubicBezTo>
                  <a:pt x="1544" y="0"/>
                  <a:pt x="1386" y="158"/>
                  <a:pt x="1386" y="347"/>
                </a:cubicBezTo>
                <a:lnTo>
                  <a:pt x="1386" y="1449"/>
                </a:lnTo>
                <a:lnTo>
                  <a:pt x="1040" y="1449"/>
                </a:lnTo>
                <a:cubicBezTo>
                  <a:pt x="441" y="1449"/>
                  <a:pt x="0" y="1922"/>
                  <a:pt x="0" y="2489"/>
                </a:cubicBezTo>
                <a:lnTo>
                  <a:pt x="0" y="11846"/>
                </a:lnTo>
                <a:lnTo>
                  <a:pt x="2804" y="11846"/>
                </a:lnTo>
                <a:lnTo>
                  <a:pt x="2804" y="10491"/>
                </a:lnTo>
                <a:lnTo>
                  <a:pt x="4883" y="10491"/>
                </a:lnTo>
                <a:cubicBezTo>
                  <a:pt x="4852" y="10586"/>
                  <a:pt x="4852" y="11688"/>
                  <a:pt x="4852" y="11846"/>
                </a:cubicBezTo>
                <a:lnTo>
                  <a:pt x="7656" y="11846"/>
                </a:lnTo>
                <a:lnTo>
                  <a:pt x="7656" y="2489"/>
                </a:lnTo>
                <a:cubicBezTo>
                  <a:pt x="7656" y="1890"/>
                  <a:pt x="7183" y="1449"/>
                  <a:pt x="6616" y="1449"/>
                </a:cubicBezTo>
                <a:lnTo>
                  <a:pt x="6270" y="1449"/>
                </a:lnTo>
                <a:lnTo>
                  <a:pt x="6270" y="347"/>
                </a:lnTo>
                <a:cubicBezTo>
                  <a:pt x="6270" y="158"/>
                  <a:pt x="6112" y="0"/>
                  <a:pt x="59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13" name="Google Shape;5583;p57">
            <a:extLst>
              <a:ext uri="{FF2B5EF4-FFF2-40B4-BE49-F238E27FC236}">
                <a16:creationId xmlns:a16="http://schemas.microsoft.com/office/drawing/2014/main" id="{99BBB9EB-2EF3-78A4-E60A-25F443F6C6D8}"/>
              </a:ext>
            </a:extLst>
          </p:cNvPr>
          <p:cNvSpPr/>
          <p:nvPr/>
        </p:nvSpPr>
        <p:spPr>
          <a:xfrm>
            <a:off x="9740695" y="4273626"/>
            <a:ext cx="507019" cy="503166"/>
          </a:xfrm>
          <a:custGeom>
            <a:avLst/>
            <a:gdLst/>
            <a:ahLst/>
            <a:cxnLst/>
            <a:rect l="l" t="t" r="r" b="b"/>
            <a:pathLst>
              <a:path w="11973" h="11882" extrusionOk="0">
                <a:moveTo>
                  <a:pt x="6302" y="725"/>
                </a:moveTo>
                <a:lnTo>
                  <a:pt x="6302" y="1639"/>
                </a:lnTo>
                <a:cubicBezTo>
                  <a:pt x="6302" y="2111"/>
                  <a:pt x="6522" y="2552"/>
                  <a:pt x="6837" y="2867"/>
                </a:cubicBezTo>
                <a:lnTo>
                  <a:pt x="7152" y="3182"/>
                </a:lnTo>
                <a:cubicBezTo>
                  <a:pt x="6900" y="3340"/>
                  <a:pt x="6774" y="3560"/>
                  <a:pt x="6711" y="3749"/>
                </a:cubicBezTo>
                <a:cubicBezTo>
                  <a:pt x="6479" y="3517"/>
                  <a:pt x="6209" y="3407"/>
                  <a:pt x="5942" y="3407"/>
                </a:cubicBezTo>
                <a:cubicBezTo>
                  <a:pt x="5665" y="3407"/>
                  <a:pt x="5392" y="3525"/>
                  <a:pt x="5168" y="3749"/>
                </a:cubicBezTo>
                <a:cubicBezTo>
                  <a:pt x="5042" y="3497"/>
                  <a:pt x="4979" y="3340"/>
                  <a:pt x="4758" y="3151"/>
                </a:cubicBezTo>
                <a:lnTo>
                  <a:pt x="5105" y="2836"/>
                </a:lnTo>
                <a:cubicBezTo>
                  <a:pt x="5420" y="2521"/>
                  <a:pt x="5609" y="2080"/>
                  <a:pt x="5609" y="1607"/>
                </a:cubicBezTo>
                <a:lnTo>
                  <a:pt x="5609" y="725"/>
                </a:lnTo>
                <a:close/>
                <a:moveTo>
                  <a:pt x="5231" y="0"/>
                </a:moveTo>
                <a:cubicBezTo>
                  <a:pt x="5042" y="0"/>
                  <a:pt x="4884" y="158"/>
                  <a:pt x="4884" y="347"/>
                </a:cubicBezTo>
                <a:lnTo>
                  <a:pt x="4884" y="725"/>
                </a:ln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7"/>
                </a:lnTo>
                <a:lnTo>
                  <a:pt x="4033" y="2867"/>
                </a:lnTo>
                <a:cubicBezTo>
                  <a:pt x="2206" y="2867"/>
                  <a:pt x="127" y="7404"/>
                  <a:pt x="32" y="9830"/>
                </a:cubicBezTo>
                <a:cubicBezTo>
                  <a:pt x="1" y="11311"/>
                  <a:pt x="631" y="11846"/>
                  <a:pt x="1292" y="11846"/>
                </a:cubicBezTo>
                <a:cubicBezTo>
                  <a:pt x="1346" y="11852"/>
                  <a:pt x="1398" y="11855"/>
                  <a:pt x="1450" y="11855"/>
                </a:cubicBezTo>
                <a:cubicBezTo>
                  <a:pt x="2222" y="11855"/>
                  <a:pt x="2817" y="11224"/>
                  <a:pt x="3466" y="10869"/>
                </a:cubicBezTo>
                <a:cubicBezTo>
                  <a:pt x="4033" y="10554"/>
                  <a:pt x="4537" y="10271"/>
                  <a:pt x="4884" y="9767"/>
                </a:cubicBezTo>
                <a:cubicBezTo>
                  <a:pt x="5357" y="9137"/>
                  <a:pt x="5640" y="7593"/>
                  <a:pt x="5640" y="6144"/>
                </a:cubicBezTo>
                <a:lnTo>
                  <a:pt x="5640" y="6144"/>
                </a:lnTo>
                <a:lnTo>
                  <a:pt x="4222" y="7561"/>
                </a:lnTo>
                <a:cubicBezTo>
                  <a:pt x="4222" y="7593"/>
                  <a:pt x="4191" y="7593"/>
                  <a:pt x="4191" y="7624"/>
                </a:cubicBezTo>
                <a:cubicBezTo>
                  <a:pt x="4159" y="7687"/>
                  <a:pt x="4159" y="7687"/>
                  <a:pt x="4096" y="7687"/>
                </a:cubicBezTo>
                <a:lnTo>
                  <a:pt x="2773" y="9011"/>
                </a:lnTo>
                <a:cubicBezTo>
                  <a:pt x="2710" y="9074"/>
                  <a:pt x="2616" y="9105"/>
                  <a:pt x="2525" y="9105"/>
                </a:cubicBezTo>
                <a:cubicBezTo>
                  <a:pt x="2435" y="9105"/>
                  <a:pt x="2348" y="9074"/>
                  <a:pt x="2301" y="9011"/>
                </a:cubicBezTo>
                <a:cubicBezTo>
                  <a:pt x="2175" y="8885"/>
                  <a:pt x="2175" y="8664"/>
                  <a:pt x="2301" y="8538"/>
                </a:cubicBezTo>
                <a:lnTo>
                  <a:pt x="3435" y="7404"/>
                </a:lnTo>
                <a:lnTo>
                  <a:pt x="2994" y="6963"/>
                </a:lnTo>
                <a:cubicBezTo>
                  <a:pt x="2931" y="6900"/>
                  <a:pt x="2899" y="6805"/>
                  <a:pt x="2899" y="6742"/>
                </a:cubicBezTo>
                <a:cubicBezTo>
                  <a:pt x="2899" y="6648"/>
                  <a:pt x="2931" y="6585"/>
                  <a:pt x="2962" y="6490"/>
                </a:cubicBezTo>
                <a:cubicBezTo>
                  <a:pt x="3029" y="6424"/>
                  <a:pt x="3122" y="6384"/>
                  <a:pt x="3213" y="6384"/>
                </a:cubicBezTo>
                <a:cubicBezTo>
                  <a:pt x="3295" y="6384"/>
                  <a:pt x="3375" y="6416"/>
                  <a:pt x="3435" y="6490"/>
                </a:cubicBezTo>
                <a:lnTo>
                  <a:pt x="3907" y="6931"/>
                </a:lnTo>
                <a:lnTo>
                  <a:pt x="5546" y="5262"/>
                </a:lnTo>
                <a:lnTo>
                  <a:pt x="5451" y="4568"/>
                </a:lnTo>
                <a:lnTo>
                  <a:pt x="5703" y="4285"/>
                </a:lnTo>
                <a:cubicBezTo>
                  <a:pt x="5766" y="4222"/>
                  <a:pt x="5861" y="4190"/>
                  <a:pt x="5951" y="4190"/>
                </a:cubicBezTo>
                <a:cubicBezTo>
                  <a:pt x="6042" y="4190"/>
                  <a:pt x="6128" y="4222"/>
                  <a:pt x="6176" y="4285"/>
                </a:cubicBezTo>
                <a:lnTo>
                  <a:pt x="6459" y="4568"/>
                </a:lnTo>
                <a:cubicBezTo>
                  <a:pt x="6428" y="4789"/>
                  <a:pt x="6396" y="5010"/>
                  <a:pt x="6333" y="5262"/>
                </a:cubicBezTo>
                <a:lnTo>
                  <a:pt x="8035" y="6963"/>
                </a:lnTo>
                <a:lnTo>
                  <a:pt x="8476" y="6522"/>
                </a:lnTo>
                <a:cubicBezTo>
                  <a:pt x="8539" y="6475"/>
                  <a:pt x="8625" y="6451"/>
                  <a:pt x="8712" y="6451"/>
                </a:cubicBezTo>
                <a:cubicBezTo>
                  <a:pt x="8799" y="6451"/>
                  <a:pt x="8885" y="6475"/>
                  <a:pt x="8948" y="6522"/>
                </a:cubicBezTo>
                <a:cubicBezTo>
                  <a:pt x="9074" y="6648"/>
                  <a:pt x="9074" y="6900"/>
                  <a:pt x="8948" y="6994"/>
                </a:cubicBezTo>
                <a:lnTo>
                  <a:pt x="8507" y="7435"/>
                </a:lnTo>
                <a:lnTo>
                  <a:pt x="9641" y="8570"/>
                </a:lnTo>
                <a:cubicBezTo>
                  <a:pt x="9767" y="8696"/>
                  <a:pt x="9767" y="8948"/>
                  <a:pt x="9641" y="9042"/>
                </a:cubicBezTo>
                <a:cubicBezTo>
                  <a:pt x="9594" y="9105"/>
                  <a:pt x="9507" y="9137"/>
                  <a:pt x="9417" y="9137"/>
                </a:cubicBezTo>
                <a:cubicBezTo>
                  <a:pt x="9326" y="9137"/>
                  <a:pt x="9232" y="9105"/>
                  <a:pt x="9169" y="9042"/>
                </a:cubicBezTo>
                <a:lnTo>
                  <a:pt x="6302" y="6175"/>
                </a:lnTo>
                <a:lnTo>
                  <a:pt x="6302" y="6175"/>
                </a:lnTo>
                <a:cubicBezTo>
                  <a:pt x="6270" y="7624"/>
                  <a:pt x="6585" y="9168"/>
                  <a:pt x="7058" y="9798"/>
                </a:cubicBezTo>
                <a:cubicBezTo>
                  <a:pt x="7404" y="10302"/>
                  <a:pt x="7909" y="10617"/>
                  <a:pt x="8476" y="10901"/>
                </a:cubicBezTo>
                <a:cubicBezTo>
                  <a:pt x="9136" y="11291"/>
                  <a:pt x="9711" y="11882"/>
                  <a:pt x="10527" y="11882"/>
                </a:cubicBezTo>
                <a:cubicBezTo>
                  <a:pt x="10567" y="11882"/>
                  <a:pt x="10608" y="11881"/>
                  <a:pt x="10649" y="11878"/>
                </a:cubicBezTo>
                <a:cubicBezTo>
                  <a:pt x="11028" y="11846"/>
                  <a:pt x="11973" y="11626"/>
                  <a:pt x="11910" y="9893"/>
                </a:cubicBezTo>
                <a:cubicBezTo>
                  <a:pt x="11752" y="7372"/>
                  <a:pt x="9673" y="2836"/>
                  <a:pt x="7846" y="2836"/>
                </a:cubicBezTo>
                <a:lnTo>
                  <a:pt x="7751" y="2836"/>
                </a:lnTo>
                <a:lnTo>
                  <a:pt x="7310" y="2363"/>
                </a:lnTo>
                <a:cubicBezTo>
                  <a:pt x="7089" y="2174"/>
                  <a:pt x="6963" y="1891"/>
                  <a:pt x="6963" y="1607"/>
                </a:cubicBezTo>
                <a:lnTo>
                  <a:pt x="6963" y="725"/>
                </a:lnTo>
                <a:lnTo>
                  <a:pt x="6963" y="347"/>
                </a:lnTo>
                <a:cubicBezTo>
                  <a:pt x="6963" y="158"/>
                  <a:pt x="6806" y="0"/>
                  <a:pt x="661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15" name="Google Shape;5585;p57">
            <a:extLst>
              <a:ext uri="{FF2B5EF4-FFF2-40B4-BE49-F238E27FC236}">
                <a16:creationId xmlns:a16="http://schemas.microsoft.com/office/drawing/2014/main" id="{E818C901-A86F-D968-3741-06A73B24C3A2}"/>
              </a:ext>
            </a:extLst>
          </p:cNvPr>
          <p:cNvSpPr/>
          <p:nvPr/>
        </p:nvSpPr>
        <p:spPr>
          <a:xfrm>
            <a:off x="9742725" y="5010384"/>
            <a:ext cx="501683" cy="328230"/>
          </a:xfrm>
          <a:custGeom>
            <a:avLst/>
            <a:gdLst/>
            <a:ahLst/>
            <a:cxnLst/>
            <a:rect l="l" t="t" r="r" b="b"/>
            <a:pathLst>
              <a:path w="11847" h="7751" extrusionOk="0">
                <a:moveTo>
                  <a:pt x="10838" y="2993"/>
                </a:moveTo>
                <a:cubicBezTo>
                  <a:pt x="11027" y="2993"/>
                  <a:pt x="11185" y="3119"/>
                  <a:pt x="11185" y="3340"/>
                </a:cubicBezTo>
                <a:cubicBezTo>
                  <a:pt x="11153" y="3403"/>
                  <a:pt x="11153" y="3497"/>
                  <a:pt x="11059" y="3529"/>
                </a:cubicBezTo>
                <a:cubicBezTo>
                  <a:pt x="10996" y="3592"/>
                  <a:pt x="10901" y="3687"/>
                  <a:pt x="10806" y="3687"/>
                </a:cubicBezTo>
                <a:lnTo>
                  <a:pt x="1040" y="3687"/>
                </a:lnTo>
                <a:cubicBezTo>
                  <a:pt x="914" y="3687"/>
                  <a:pt x="819" y="3655"/>
                  <a:pt x="756" y="3529"/>
                </a:cubicBezTo>
                <a:cubicBezTo>
                  <a:pt x="725" y="3497"/>
                  <a:pt x="662" y="3403"/>
                  <a:pt x="662" y="3340"/>
                </a:cubicBezTo>
                <a:cubicBezTo>
                  <a:pt x="662" y="3119"/>
                  <a:pt x="819" y="2993"/>
                  <a:pt x="1040" y="2993"/>
                </a:cubicBezTo>
                <a:close/>
                <a:moveTo>
                  <a:pt x="9735" y="4411"/>
                </a:moveTo>
                <a:cubicBezTo>
                  <a:pt x="9641" y="4947"/>
                  <a:pt x="9357" y="5671"/>
                  <a:pt x="8507" y="6364"/>
                </a:cubicBezTo>
                <a:cubicBezTo>
                  <a:pt x="8444" y="6396"/>
                  <a:pt x="8349" y="6459"/>
                  <a:pt x="8318" y="6459"/>
                </a:cubicBezTo>
                <a:cubicBezTo>
                  <a:pt x="8192" y="6459"/>
                  <a:pt x="8129" y="6396"/>
                  <a:pt x="8034" y="6333"/>
                </a:cubicBezTo>
                <a:cubicBezTo>
                  <a:pt x="7908" y="6175"/>
                  <a:pt x="7971" y="5986"/>
                  <a:pt x="8066" y="5860"/>
                </a:cubicBezTo>
                <a:cubicBezTo>
                  <a:pt x="8696" y="5356"/>
                  <a:pt x="8948" y="4821"/>
                  <a:pt x="9011" y="4411"/>
                </a:cubicBezTo>
                <a:close/>
                <a:moveTo>
                  <a:pt x="3497" y="0"/>
                </a:moveTo>
                <a:cubicBezTo>
                  <a:pt x="3434" y="95"/>
                  <a:pt x="3340" y="221"/>
                  <a:pt x="3214" y="347"/>
                </a:cubicBezTo>
                <a:lnTo>
                  <a:pt x="2237" y="1324"/>
                </a:lnTo>
                <a:cubicBezTo>
                  <a:pt x="2111" y="1450"/>
                  <a:pt x="1985" y="1576"/>
                  <a:pt x="1765" y="1639"/>
                </a:cubicBezTo>
                <a:lnTo>
                  <a:pt x="2174" y="2237"/>
                </a:lnTo>
                <a:lnTo>
                  <a:pt x="1040" y="2237"/>
                </a:lnTo>
                <a:cubicBezTo>
                  <a:pt x="441" y="2237"/>
                  <a:pt x="0" y="2710"/>
                  <a:pt x="0" y="3245"/>
                </a:cubicBezTo>
                <a:cubicBezTo>
                  <a:pt x="0" y="3497"/>
                  <a:pt x="63" y="3687"/>
                  <a:pt x="189" y="3876"/>
                </a:cubicBezTo>
                <a:cubicBezTo>
                  <a:pt x="315" y="4096"/>
                  <a:pt x="504" y="4191"/>
                  <a:pt x="756" y="4254"/>
                </a:cubicBezTo>
                <a:cubicBezTo>
                  <a:pt x="945" y="6018"/>
                  <a:pt x="1765" y="6932"/>
                  <a:pt x="2930" y="7719"/>
                </a:cubicBezTo>
                <a:cubicBezTo>
                  <a:pt x="2962" y="7751"/>
                  <a:pt x="3025" y="7751"/>
                  <a:pt x="3119" y="7751"/>
                </a:cubicBezTo>
                <a:lnTo>
                  <a:pt x="8696" y="7751"/>
                </a:lnTo>
                <a:cubicBezTo>
                  <a:pt x="8790" y="7751"/>
                  <a:pt x="8822" y="7719"/>
                  <a:pt x="8916" y="7719"/>
                </a:cubicBezTo>
                <a:cubicBezTo>
                  <a:pt x="10239" y="6805"/>
                  <a:pt x="10932" y="5671"/>
                  <a:pt x="11090" y="4254"/>
                </a:cubicBezTo>
                <a:cubicBezTo>
                  <a:pt x="11311" y="4159"/>
                  <a:pt x="11500" y="4033"/>
                  <a:pt x="11626" y="3876"/>
                </a:cubicBezTo>
                <a:cubicBezTo>
                  <a:pt x="11752" y="3687"/>
                  <a:pt x="11815" y="3497"/>
                  <a:pt x="11815" y="3245"/>
                </a:cubicBezTo>
                <a:cubicBezTo>
                  <a:pt x="11846" y="2741"/>
                  <a:pt x="11374" y="2269"/>
                  <a:pt x="10775" y="2269"/>
                </a:cubicBezTo>
                <a:lnTo>
                  <a:pt x="10712" y="2269"/>
                </a:lnTo>
                <a:cubicBezTo>
                  <a:pt x="10996" y="1733"/>
                  <a:pt x="11153" y="1135"/>
                  <a:pt x="11153" y="536"/>
                </a:cubicBezTo>
                <a:cubicBezTo>
                  <a:pt x="11153" y="347"/>
                  <a:pt x="10996" y="189"/>
                  <a:pt x="10775" y="189"/>
                </a:cubicBezTo>
                <a:cubicBezTo>
                  <a:pt x="9326" y="189"/>
                  <a:pt x="8034" y="1009"/>
                  <a:pt x="7404" y="2269"/>
                </a:cubicBezTo>
                <a:lnTo>
                  <a:pt x="6301" y="2269"/>
                </a:lnTo>
                <a:lnTo>
                  <a:pt x="349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16" name="Google Shape;5586;p57">
            <a:extLst>
              <a:ext uri="{FF2B5EF4-FFF2-40B4-BE49-F238E27FC236}">
                <a16:creationId xmlns:a16="http://schemas.microsoft.com/office/drawing/2014/main" id="{67C2120E-A816-D75D-885B-67982E6F5133}"/>
              </a:ext>
            </a:extLst>
          </p:cNvPr>
          <p:cNvSpPr/>
          <p:nvPr/>
        </p:nvSpPr>
        <p:spPr>
          <a:xfrm>
            <a:off x="9742724" y="4928993"/>
            <a:ext cx="130767" cy="130809"/>
          </a:xfrm>
          <a:custGeom>
            <a:avLst/>
            <a:gdLst/>
            <a:ahLst/>
            <a:cxnLst/>
            <a:rect l="l" t="t" r="r" b="b"/>
            <a:pathLst>
              <a:path w="3088" h="3089" extrusionOk="0">
                <a:moveTo>
                  <a:pt x="2009" y="1"/>
                </a:moveTo>
                <a:cubicBezTo>
                  <a:pt x="1733" y="1"/>
                  <a:pt x="1465" y="95"/>
                  <a:pt x="1292" y="284"/>
                </a:cubicBezTo>
                <a:lnTo>
                  <a:pt x="315" y="1292"/>
                </a:lnTo>
                <a:cubicBezTo>
                  <a:pt x="126" y="1481"/>
                  <a:pt x="0" y="1765"/>
                  <a:pt x="0" y="2017"/>
                </a:cubicBezTo>
                <a:cubicBezTo>
                  <a:pt x="0" y="2301"/>
                  <a:pt x="126" y="2584"/>
                  <a:pt x="315" y="2773"/>
                </a:cubicBezTo>
                <a:cubicBezTo>
                  <a:pt x="504" y="2962"/>
                  <a:pt x="756" y="3088"/>
                  <a:pt x="1040" y="3088"/>
                </a:cubicBezTo>
                <a:cubicBezTo>
                  <a:pt x="1292" y="3088"/>
                  <a:pt x="1576" y="2962"/>
                  <a:pt x="1765" y="2773"/>
                </a:cubicBezTo>
                <a:lnTo>
                  <a:pt x="2773" y="1796"/>
                </a:lnTo>
                <a:cubicBezTo>
                  <a:pt x="2962" y="1576"/>
                  <a:pt x="3088" y="1324"/>
                  <a:pt x="3088" y="1040"/>
                </a:cubicBezTo>
                <a:cubicBezTo>
                  <a:pt x="3088" y="757"/>
                  <a:pt x="2962" y="505"/>
                  <a:pt x="2773" y="284"/>
                </a:cubicBezTo>
                <a:cubicBezTo>
                  <a:pt x="2568" y="95"/>
                  <a:pt x="2284" y="1"/>
                  <a:pt x="20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17" name="Google Shape;5587;p57">
            <a:extLst>
              <a:ext uri="{FF2B5EF4-FFF2-40B4-BE49-F238E27FC236}">
                <a16:creationId xmlns:a16="http://schemas.microsoft.com/office/drawing/2014/main" id="{988D3643-1540-272E-BE16-6D0B774EE643}"/>
              </a:ext>
            </a:extLst>
          </p:cNvPr>
          <p:cNvSpPr/>
          <p:nvPr/>
        </p:nvSpPr>
        <p:spPr>
          <a:xfrm>
            <a:off x="9864133" y="5371940"/>
            <a:ext cx="260178" cy="29389"/>
          </a:xfrm>
          <a:custGeom>
            <a:avLst/>
            <a:gdLst/>
            <a:ahLst/>
            <a:cxnLst/>
            <a:rect l="l" t="t" r="r" b="b"/>
            <a:pathLst>
              <a:path w="6144" h="694" extrusionOk="0">
                <a:moveTo>
                  <a:pt x="0" y="0"/>
                </a:moveTo>
                <a:cubicBezTo>
                  <a:pt x="158" y="378"/>
                  <a:pt x="536" y="693"/>
                  <a:pt x="1008" y="693"/>
                </a:cubicBezTo>
                <a:lnTo>
                  <a:pt x="5167" y="693"/>
                </a:lnTo>
                <a:cubicBezTo>
                  <a:pt x="5608" y="693"/>
                  <a:pt x="5986" y="441"/>
                  <a:pt x="61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18" name="Google Shape;5588;p57">
            <a:extLst>
              <a:ext uri="{FF2B5EF4-FFF2-40B4-BE49-F238E27FC236}">
                <a16:creationId xmlns:a16="http://schemas.microsoft.com/office/drawing/2014/main" id="{F1219ACF-6EE9-9610-D8BC-313E0C322146}"/>
              </a:ext>
            </a:extLst>
          </p:cNvPr>
          <p:cNvSpPr/>
          <p:nvPr/>
        </p:nvSpPr>
        <p:spPr>
          <a:xfrm>
            <a:off x="8489819" y="5543194"/>
            <a:ext cx="500327" cy="499015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20" name="Google Shape;5590;p57">
            <a:extLst>
              <a:ext uri="{FF2B5EF4-FFF2-40B4-BE49-F238E27FC236}">
                <a16:creationId xmlns:a16="http://schemas.microsoft.com/office/drawing/2014/main" id="{BA10B4AF-7792-8EC3-46F7-9FFCAFAC881E}"/>
              </a:ext>
            </a:extLst>
          </p:cNvPr>
          <p:cNvSpPr/>
          <p:nvPr/>
        </p:nvSpPr>
        <p:spPr>
          <a:xfrm>
            <a:off x="9409616" y="1621214"/>
            <a:ext cx="194796" cy="193144"/>
          </a:xfrm>
          <a:custGeom>
            <a:avLst/>
            <a:gdLst/>
            <a:ahLst/>
            <a:cxnLst/>
            <a:rect l="l" t="t" r="r" b="b"/>
            <a:pathLst>
              <a:path w="4600" h="4561" extrusionOk="0">
                <a:moveTo>
                  <a:pt x="1115" y="0"/>
                </a:moveTo>
                <a:cubicBezTo>
                  <a:pt x="851" y="0"/>
                  <a:pt x="583" y="102"/>
                  <a:pt x="378" y="307"/>
                </a:cubicBezTo>
                <a:cubicBezTo>
                  <a:pt x="0" y="685"/>
                  <a:pt x="0" y="1378"/>
                  <a:pt x="378" y="1756"/>
                </a:cubicBezTo>
                <a:lnTo>
                  <a:pt x="2773" y="4245"/>
                </a:lnTo>
                <a:cubicBezTo>
                  <a:pt x="2962" y="4434"/>
                  <a:pt x="3245" y="4560"/>
                  <a:pt x="3529" y="4560"/>
                </a:cubicBezTo>
                <a:cubicBezTo>
                  <a:pt x="3812" y="4560"/>
                  <a:pt x="4064" y="4434"/>
                  <a:pt x="4285" y="4245"/>
                </a:cubicBezTo>
                <a:cubicBezTo>
                  <a:pt x="4474" y="4056"/>
                  <a:pt x="4600" y="3773"/>
                  <a:pt x="4600" y="3489"/>
                </a:cubicBezTo>
                <a:cubicBezTo>
                  <a:pt x="4600" y="3206"/>
                  <a:pt x="4474" y="2954"/>
                  <a:pt x="4285" y="2733"/>
                </a:cubicBezTo>
                <a:lnTo>
                  <a:pt x="1828" y="307"/>
                </a:lnTo>
                <a:cubicBezTo>
                  <a:pt x="1639" y="102"/>
                  <a:pt x="1379" y="0"/>
                  <a:pt x="11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21" name="Google Shape;5591;p57">
            <a:extLst>
              <a:ext uri="{FF2B5EF4-FFF2-40B4-BE49-F238E27FC236}">
                <a16:creationId xmlns:a16="http://schemas.microsoft.com/office/drawing/2014/main" id="{689D9D86-8CDF-919B-BC37-5DDE731C27D7}"/>
              </a:ext>
            </a:extLst>
          </p:cNvPr>
          <p:cNvSpPr/>
          <p:nvPr/>
        </p:nvSpPr>
        <p:spPr>
          <a:xfrm>
            <a:off x="9101417" y="1875677"/>
            <a:ext cx="285545" cy="246839"/>
          </a:xfrm>
          <a:custGeom>
            <a:avLst/>
            <a:gdLst/>
            <a:ahLst/>
            <a:cxnLst/>
            <a:rect l="l" t="t" r="r" b="b"/>
            <a:pathLst>
              <a:path w="6743" h="5829" extrusionOk="0">
                <a:moveTo>
                  <a:pt x="3797" y="2167"/>
                </a:moveTo>
                <a:cubicBezTo>
                  <a:pt x="3884" y="2167"/>
                  <a:pt x="3970" y="2190"/>
                  <a:pt x="4033" y="2237"/>
                </a:cubicBezTo>
                <a:cubicBezTo>
                  <a:pt x="4159" y="2363"/>
                  <a:pt x="4159" y="2616"/>
                  <a:pt x="4033" y="2710"/>
                </a:cubicBezTo>
                <a:cubicBezTo>
                  <a:pt x="3970" y="2773"/>
                  <a:pt x="3884" y="2805"/>
                  <a:pt x="3797" y="2805"/>
                </a:cubicBezTo>
                <a:cubicBezTo>
                  <a:pt x="3710" y="2805"/>
                  <a:pt x="3624" y="2773"/>
                  <a:pt x="3561" y="2710"/>
                </a:cubicBezTo>
                <a:cubicBezTo>
                  <a:pt x="3435" y="2616"/>
                  <a:pt x="3435" y="2363"/>
                  <a:pt x="3561" y="2237"/>
                </a:cubicBezTo>
                <a:cubicBezTo>
                  <a:pt x="3624" y="2190"/>
                  <a:pt x="3710" y="2167"/>
                  <a:pt x="3797" y="2167"/>
                </a:cubicBezTo>
                <a:close/>
                <a:moveTo>
                  <a:pt x="2336" y="2639"/>
                </a:moveTo>
                <a:cubicBezTo>
                  <a:pt x="2426" y="2639"/>
                  <a:pt x="2521" y="2663"/>
                  <a:pt x="2584" y="2710"/>
                </a:cubicBezTo>
                <a:cubicBezTo>
                  <a:pt x="2679" y="2836"/>
                  <a:pt x="2679" y="3057"/>
                  <a:pt x="2584" y="3183"/>
                </a:cubicBezTo>
                <a:cubicBezTo>
                  <a:pt x="2521" y="3246"/>
                  <a:pt x="2426" y="3277"/>
                  <a:pt x="2336" y="3277"/>
                </a:cubicBezTo>
                <a:cubicBezTo>
                  <a:pt x="2245" y="3277"/>
                  <a:pt x="2159" y="3246"/>
                  <a:pt x="2111" y="3183"/>
                </a:cubicBezTo>
                <a:cubicBezTo>
                  <a:pt x="1985" y="3057"/>
                  <a:pt x="1985" y="2868"/>
                  <a:pt x="2111" y="2710"/>
                </a:cubicBezTo>
                <a:cubicBezTo>
                  <a:pt x="2159" y="2663"/>
                  <a:pt x="2245" y="2639"/>
                  <a:pt x="2336" y="2639"/>
                </a:cubicBezTo>
                <a:close/>
                <a:moveTo>
                  <a:pt x="2931" y="1"/>
                </a:moveTo>
                <a:lnTo>
                  <a:pt x="599" y="2332"/>
                </a:lnTo>
                <a:cubicBezTo>
                  <a:pt x="221" y="2710"/>
                  <a:pt x="1" y="3214"/>
                  <a:pt x="1" y="3781"/>
                </a:cubicBezTo>
                <a:cubicBezTo>
                  <a:pt x="1" y="4317"/>
                  <a:pt x="221" y="4852"/>
                  <a:pt x="599" y="5230"/>
                </a:cubicBezTo>
                <a:cubicBezTo>
                  <a:pt x="1009" y="5608"/>
                  <a:pt x="1513" y="5829"/>
                  <a:pt x="2048" y="5829"/>
                </a:cubicBezTo>
                <a:cubicBezTo>
                  <a:pt x="2616" y="5829"/>
                  <a:pt x="3120" y="5640"/>
                  <a:pt x="3529" y="5230"/>
                </a:cubicBezTo>
                <a:lnTo>
                  <a:pt x="6743" y="2048"/>
                </a:lnTo>
                <a:cubicBezTo>
                  <a:pt x="6743" y="2017"/>
                  <a:pt x="6711" y="1954"/>
                  <a:pt x="6711" y="1922"/>
                </a:cubicBezTo>
                <a:cubicBezTo>
                  <a:pt x="6396" y="1418"/>
                  <a:pt x="5829" y="1103"/>
                  <a:pt x="5136" y="1103"/>
                </a:cubicBezTo>
                <a:lnTo>
                  <a:pt x="5104" y="1103"/>
                </a:lnTo>
                <a:cubicBezTo>
                  <a:pt x="5075" y="1104"/>
                  <a:pt x="5045" y="1105"/>
                  <a:pt x="5016" y="1105"/>
                </a:cubicBezTo>
                <a:cubicBezTo>
                  <a:pt x="4168" y="1105"/>
                  <a:pt x="3387" y="670"/>
                  <a:pt x="293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22" name="Google Shape;5592;p57">
            <a:extLst>
              <a:ext uri="{FF2B5EF4-FFF2-40B4-BE49-F238E27FC236}">
                <a16:creationId xmlns:a16="http://schemas.microsoft.com/office/drawing/2014/main" id="{3D9F4F7D-A40E-04CF-3E9D-533905276F43}"/>
              </a:ext>
            </a:extLst>
          </p:cNvPr>
          <p:cNvSpPr/>
          <p:nvPr/>
        </p:nvSpPr>
        <p:spPr>
          <a:xfrm>
            <a:off x="9248191" y="1707603"/>
            <a:ext cx="269538" cy="233500"/>
          </a:xfrm>
          <a:custGeom>
            <a:avLst/>
            <a:gdLst/>
            <a:ahLst/>
            <a:cxnLst/>
            <a:rect l="l" t="t" r="r" b="b"/>
            <a:pathLst>
              <a:path w="6365" h="5514" extrusionOk="0">
                <a:moveTo>
                  <a:pt x="3403" y="0"/>
                </a:moveTo>
                <a:lnTo>
                  <a:pt x="2678" y="693"/>
                </a:lnTo>
                <a:lnTo>
                  <a:pt x="2300" y="1103"/>
                </a:lnTo>
                <a:lnTo>
                  <a:pt x="3056" y="1859"/>
                </a:lnTo>
                <a:cubicBezTo>
                  <a:pt x="3151" y="1953"/>
                  <a:pt x="3151" y="2205"/>
                  <a:pt x="3056" y="2331"/>
                </a:cubicBezTo>
                <a:cubicBezTo>
                  <a:pt x="2962" y="2394"/>
                  <a:pt x="2899" y="2426"/>
                  <a:pt x="2804" y="2426"/>
                </a:cubicBezTo>
                <a:cubicBezTo>
                  <a:pt x="2741" y="2426"/>
                  <a:pt x="2615" y="2394"/>
                  <a:pt x="2584" y="2331"/>
                </a:cubicBezTo>
                <a:lnTo>
                  <a:pt x="1827" y="1575"/>
                </a:lnTo>
                <a:lnTo>
                  <a:pt x="1355" y="2048"/>
                </a:lnTo>
                <a:lnTo>
                  <a:pt x="2111" y="2804"/>
                </a:lnTo>
                <a:cubicBezTo>
                  <a:pt x="2205" y="2898"/>
                  <a:pt x="2205" y="3150"/>
                  <a:pt x="2111" y="3277"/>
                </a:cubicBezTo>
                <a:cubicBezTo>
                  <a:pt x="2016" y="3340"/>
                  <a:pt x="1953" y="3371"/>
                  <a:pt x="1859" y="3371"/>
                </a:cubicBezTo>
                <a:cubicBezTo>
                  <a:pt x="1796" y="3371"/>
                  <a:pt x="1670" y="3340"/>
                  <a:pt x="1638" y="3277"/>
                </a:cubicBezTo>
                <a:lnTo>
                  <a:pt x="882" y="2520"/>
                </a:lnTo>
                <a:lnTo>
                  <a:pt x="0" y="3371"/>
                </a:lnTo>
                <a:cubicBezTo>
                  <a:pt x="0" y="3403"/>
                  <a:pt x="63" y="3466"/>
                  <a:pt x="63" y="3497"/>
                </a:cubicBezTo>
                <a:cubicBezTo>
                  <a:pt x="364" y="4068"/>
                  <a:pt x="894" y="4381"/>
                  <a:pt x="1490" y="4381"/>
                </a:cubicBezTo>
                <a:cubicBezTo>
                  <a:pt x="1518" y="4381"/>
                  <a:pt x="1547" y="4381"/>
                  <a:pt x="1575" y="4379"/>
                </a:cubicBezTo>
                <a:cubicBezTo>
                  <a:pt x="1890" y="4379"/>
                  <a:pt x="2174" y="4411"/>
                  <a:pt x="2458" y="4474"/>
                </a:cubicBezTo>
                <a:cubicBezTo>
                  <a:pt x="2993" y="4631"/>
                  <a:pt x="3529" y="5009"/>
                  <a:pt x="3781" y="5513"/>
                </a:cubicBezTo>
                <a:lnTo>
                  <a:pt x="6364" y="2961"/>
                </a:lnTo>
                <a:lnTo>
                  <a:pt x="340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23" name="Google Shape;5593;p57">
            <a:extLst>
              <a:ext uri="{FF2B5EF4-FFF2-40B4-BE49-F238E27FC236}">
                <a16:creationId xmlns:a16="http://schemas.microsoft.com/office/drawing/2014/main" id="{7B034B5B-0A8E-9C3E-7895-50B30E546618}"/>
              </a:ext>
            </a:extLst>
          </p:cNvPr>
          <p:cNvSpPr/>
          <p:nvPr/>
        </p:nvSpPr>
        <p:spPr>
          <a:xfrm>
            <a:off x="9133505" y="2271039"/>
            <a:ext cx="440280" cy="500370"/>
          </a:xfrm>
          <a:custGeom>
            <a:avLst/>
            <a:gdLst/>
            <a:ahLst/>
            <a:cxnLst/>
            <a:rect l="l" t="t" r="r" b="b"/>
            <a:pathLst>
              <a:path w="10397" h="11816" extrusionOk="0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25" name="Google Shape;5595;p57">
            <a:extLst>
              <a:ext uri="{FF2B5EF4-FFF2-40B4-BE49-F238E27FC236}">
                <a16:creationId xmlns:a16="http://schemas.microsoft.com/office/drawing/2014/main" id="{B36516C9-F4F2-5EED-221B-4134C2D9BAEE}"/>
              </a:ext>
            </a:extLst>
          </p:cNvPr>
          <p:cNvSpPr/>
          <p:nvPr/>
        </p:nvSpPr>
        <p:spPr>
          <a:xfrm>
            <a:off x="9107429" y="2955689"/>
            <a:ext cx="293548" cy="264202"/>
          </a:xfrm>
          <a:custGeom>
            <a:avLst/>
            <a:gdLst/>
            <a:ahLst/>
            <a:cxnLst/>
            <a:rect l="l" t="t" r="r" b="b"/>
            <a:pathLst>
              <a:path w="6932" h="6239" extrusionOk="0">
                <a:moveTo>
                  <a:pt x="3340" y="2364"/>
                </a:moveTo>
                <a:cubicBezTo>
                  <a:pt x="3529" y="2364"/>
                  <a:pt x="3686" y="2521"/>
                  <a:pt x="3686" y="2710"/>
                </a:cubicBezTo>
                <a:lnTo>
                  <a:pt x="3686" y="3435"/>
                </a:lnTo>
                <a:lnTo>
                  <a:pt x="4411" y="3435"/>
                </a:lnTo>
                <a:cubicBezTo>
                  <a:pt x="4600" y="3435"/>
                  <a:pt x="4757" y="3592"/>
                  <a:pt x="4757" y="3782"/>
                </a:cubicBezTo>
                <a:cubicBezTo>
                  <a:pt x="4757" y="3971"/>
                  <a:pt x="4600" y="4128"/>
                  <a:pt x="4411" y="4128"/>
                </a:cubicBezTo>
                <a:lnTo>
                  <a:pt x="3686" y="4128"/>
                </a:lnTo>
                <a:lnTo>
                  <a:pt x="3686" y="4853"/>
                </a:lnTo>
                <a:cubicBezTo>
                  <a:pt x="3686" y="5042"/>
                  <a:pt x="3529" y="5199"/>
                  <a:pt x="3340" y="5199"/>
                </a:cubicBezTo>
                <a:cubicBezTo>
                  <a:pt x="3151" y="5199"/>
                  <a:pt x="2993" y="5042"/>
                  <a:pt x="2993" y="4853"/>
                </a:cubicBezTo>
                <a:lnTo>
                  <a:pt x="2993" y="4128"/>
                </a:lnTo>
                <a:lnTo>
                  <a:pt x="2268" y="4128"/>
                </a:lnTo>
                <a:cubicBezTo>
                  <a:pt x="2079" y="4128"/>
                  <a:pt x="1922" y="3971"/>
                  <a:pt x="1922" y="3782"/>
                </a:cubicBezTo>
                <a:cubicBezTo>
                  <a:pt x="1922" y="3592"/>
                  <a:pt x="2079" y="3435"/>
                  <a:pt x="2268" y="3435"/>
                </a:cubicBezTo>
                <a:lnTo>
                  <a:pt x="2993" y="3435"/>
                </a:lnTo>
                <a:lnTo>
                  <a:pt x="2993" y="2710"/>
                </a:lnTo>
                <a:cubicBezTo>
                  <a:pt x="2993" y="2521"/>
                  <a:pt x="3151" y="2364"/>
                  <a:pt x="3340" y="2364"/>
                </a:cubicBezTo>
                <a:close/>
                <a:moveTo>
                  <a:pt x="3434" y="1"/>
                </a:moveTo>
                <a:cubicBezTo>
                  <a:pt x="2836" y="1"/>
                  <a:pt x="2394" y="474"/>
                  <a:pt x="2394" y="1041"/>
                </a:cubicBezTo>
                <a:lnTo>
                  <a:pt x="2394" y="1387"/>
                </a:lnTo>
                <a:lnTo>
                  <a:pt x="1008" y="1387"/>
                </a:lnTo>
                <a:cubicBezTo>
                  <a:pt x="441" y="1387"/>
                  <a:pt x="0" y="1860"/>
                  <a:pt x="0" y="2395"/>
                </a:cubicBezTo>
                <a:lnTo>
                  <a:pt x="0" y="6239"/>
                </a:lnTo>
                <a:lnTo>
                  <a:pt x="6931" y="6239"/>
                </a:lnTo>
                <a:lnTo>
                  <a:pt x="6931" y="2395"/>
                </a:lnTo>
                <a:lnTo>
                  <a:pt x="6837" y="2395"/>
                </a:lnTo>
                <a:cubicBezTo>
                  <a:pt x="6837" y="1828"/>
                  <a:pt x="6364" y="1387"/>
                  <a:pt x="5829" y="1387"/>
                </a:cubicBezTo>
                <a:lnTo>
                  <a:pt x="4442" y="1387"/>
                </a:lnTo>
                <a:lnTo>
                  <a:pt x="4442" y="1041"/>
                </a:lnTo>
                <a:cubicBezTo>
                  <a:pt x="4442" y="442"/>
                  <a:pt x="3970" y="1"/>
                  <a:pt x="343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26" name="Google Shape;5596;p57">
            <a:extLst>
              <a:ext uri="{FF2B5EF4-FFF2-40B4-BE49-F238E27FC236}">
                <a16:creationId xmlns:a16="http://schemas.microsoft.com/office/drawing/2014/main" id="{1ED821E8-A736-7997-9602-CF2555BEA94D}"/>
              </a:ext>
            </a:extLst>
          </p:cNvPr>
          <p:cNvSpPr/>
          <p:nvPr/>
        </p:nvSpPr>
        <p:spPr>
          <a:xfrm>
            <a:off x="9102094" y="3247882"/>
            <a:ext cx="294861" cy="118783"/>
          </a:xfrm>
          <a:custGeom>
            <a:avLst/>
            <a:gdLst/>
            <a:ahLst/>
            <a:cxnLst/>
            <a:rect l="l" t="t" r="r" b="b"/>
            <a:pathLst>
              <a:path w="6963" h="2805" extrusionOk="0">
                <a:moveTo>
                  <a:pt x="2457" y="1418"/>
                </a:moveTo>
                <a:cubicBezTo>
                  <a:pt x="2647" y="1418"/>
                  <a:pt x="2804" y="1576"/>
                  <a:pt x="2804" y="1765"/>
                </a:cubicBezTo>
                <a:cubicBezTo>
                  <a:pt x="2804" y="1954"/>
                  <a:pt x="2647" y="2111"/>
                  <a:pt x="2457" y="2111"/>
                </a:cubicBezTo>
                <a:cubicBezTo>
                  <a:pt x="2237" y="2111"/>
                  <a:pt x="2079" y="1954"/>
                  <a:pt x="2079" y="1765"/>
                </a:cubicBezTo>
                <a:cubicBezTo>
                  <a:pt x="2079" y="1576"/>
                  <a:pt x="2237" y="1418"/>
                  <a:pt x="2457" y="1418"/>
                </a:cubicBezTo>
                <a:close/>
                <a:moveTo>
                  <a:pt x="32" y="0"/>
                </a:moveTo>
                <a:lnTo>
                  <a:pt x="32" y="1009"/>
                </a:lnTo>
                <a:cubicBezTo>
                  <a:pt x="0" y="1607"/>
                  <a:pt x="473" y="2080"/>
                  <a:pt x="1071" y="2080"/>
                </a:cubicBezTo>
                <a:lnTo>
                  <a:pt x="1449" y="2080"/>
                </a:lnTo>
                <a:cubicBezTo>
                  <a:pt x="1607" y="2489"/>
                  <a:pt x="1985" y="2804"/>
                  <a:pt x="2457" y="2804"/>
                </a:cubicBezTo>
                <a:cubicBezTo>
                  <a:pt x="2867" y="2804"/>
                  <a:pt x="3277" y="2521"/>
                  <a:pt x="3434" y="2080"/>
                </a:cubicBezTo>
                <a:lnTo>
                  <a:pt x="6963" y="2080"/>
                </a:lnTo>
                <a:lnTo>
                  <a:pt x="696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27" name="Google Shape;5597;p57">
            <a:extLst>
              <a:ext uri="{FF2B5EF4-FFF2-40B4-BE49-F238E27FC236}">
                <a16:creationId xmlns:a16="http://schemas.microsoft.com/office/drawing/2014/main" id="{392E10A7-124D-FB39-8FB3-4F24ABFAC21B}"/>
              </a:ext>
            </a:extLst>
          </p:cNvPr>
          <p:cNvSpPr/>
          <p:nvPr/>
        </p:nvSpPr>
        <p:spPr>
          <a:xfrm>
            <a:off x="9426259" y="3041102"/>
            <a:ext cx="177475" cy="325563"/>
          </a:xfrm>
          <a:custGeom>
            <a:avLst/>
            <a:gdLst/>
            <a:ahLst/>
            <a:cxnLst/>
            <a:rect l="l" t="t" r="r" b="b"/>
            <a:pathLst>
              <a:path w="4191" h="7688" extrusionOk="0">
                <a:moveTo>
                  <a:pt x="1513" y="693"/>
                </a:moveTo>
                <a:cubicBezTo>
                  <a:pt x="1954" y="693"/>
                  <a:pt x="2364" y="977"/>
                  <a:pt x="2521" y="1386"/>
                </a:cubicBezTo>
                <a:lnTo>
                  <a:pt x="3372" y="3497"/>
                </a:lnTo>
                <a:lnTo>
                  <a:pt x="1765" y="3497"/>
                </a:lnTo>
                <a:cubicBezTo>
                  <a:pt x="1576" y="3497"/>
                  <a:pt x="1419" y="3340"/>
                  <a:pt x="1419" y="3151"/>
                </a:cubicBezTo>
                <a:lnTo>
                  <a:pt x="1419" y="693"/>
                </a:lnTo>
                <a:close/>
                <a:moveTo>
                  <a:pt x="1765" y="6270"/>
                </a:moveTo>
                <a:cubicBezTo>
                  <a:pt x="1954" y="6270"/>
                  <a:pt x="2112" y="6427"/>
                  <a:pt x="2112" y="6616"/>
                </a:cubicBezTo>
                <a:cubicBezTo>
                  <a:pt x="2112" y="6805"/>
                  <a:pt x="1954" y="6963"/>
                  <a:pt x="1765" y="6963"/>
                </a:cubicBezTo>
                <a:cubicBezTo>
                  <a:pt x="1576" y="6963"/>
                  <a:pt x="1419" y="6805"/>
                  <a:pt x="1419" y="6616"/>
                </a:cubicBezTo>
                <a:cubicBezTo>
                  <a:pt x="1419" y="6427"/>
                  <a:pt x="1576" y="6270"/>
                  <a:pt x="1765" y="6270"/>
                </a:cubicBezTo>
                <a:close/>
                <a:moveTo>
                  <a:pt x="1" y="0"/>
                </a:moveTo>
                <a:lnTo>
                  <a:pt x="1" y="6963"/>
                </a:lnTo>
                <a:lnTo>
                  <a:pt x="788" y="6963"/>
                </a:lnTo>
                <a:cubicBezTo>
                  <a:pt x="946" y="7372"/>
                  <a:pt x="1293" y="7687"/>
                  <a:pt x="1765" y="7687"/>
                </a:cubicBezTo>
                <a:cubicBezTo>
                  <a:pt x="2206" y="7687"/>
                  <a:pt x="2584" y="7404"/>
                  <a:pt x="2742" y="6963"/>
                </a:cubicBezTo>
                <a:lnTo>
                  <a:pt x="3151" y="6963"/>
                </a:lnTo>
                <a:cubicBezTo>
                  <a:pt x="3718" y="6963"/>
                  <a:pt x="4159" y="6490"/>
                  <a:pt x="4159" y="5955"/>
                </a:cubicBezTo>
                <a:lnTo>
                  <a:pt x="4159" y="5577"/>
                </a:lnTo>
                <a:lnTo>
                  <a:pt x="3151" y="5577"/>
                </a:lnTo>
                <a:cubicBezTo>
                  <a:pt x="2931" y="5577"/>
                  <a:pt x="2773" y="5419"/>
                  <a:pt x="2773" y="5230"/>
                </a:cubicBezTo>
                <a:cubicBezTo>
                  <a:pt x="2773" y="5041"/>
                  <a:pt x="2994" y="4883"/>
                  <a:pt x="3183" y="4883"/>
                </a:cubicBezTo>
                <a:lnTo>
                  <a:pt x="4191" y="4883"/>
                </a:lnTo>
                <a:lnTo>
                  <a:pt x="4191" y="4096"/>
                </a:lnTo>
                <a:cubicBezTo>
                  <a:pt x="4191" y="3970"/>
                  <a:pt x="4159" y="3812"/>
                  <a:pt x="4159" y="3686"/>
                </a:cubicBezTo>
                <a:cubicBezTo>
                  <a:pt x="4096" y="3466"/>
                  <a:pt x="3246" y="1386"/>
                  <a:pt x="3151" y="1103"/>
                </a:cubicBezTo>
                <a:cubicBezTo>
                  <a:pt x="2868" y="410"/>
                  <a:pt x="2238" y="0"/>
                  <a:pt x="154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29" name="Google Shape;5599;p57">
            <a:extLst>
              <a:ext uri="{FF2B5EF4-FFF2-40B4-BE49-F238E27FC236}">
                <a16:creationId xmlns:a16="http://schemas.microsoft.com/office/drawing/2014/main" id="{8913529B-0163-F832-7E0A-CCD1261922AB}"/>
              </a:ext>
            </a:extLst>
          </p:cNvPr>
          <p:cNvSpPr/>
          <p:nvPr/>
        </p:nvSpPr>
        <p:spPr>
          <a:xfrm>
            <a:off x="7381859" y="3592106"/>
            <a:ext cx="147706" cy="207500"/>
          </a:xfrm>
          <a:custGeom>
            <a:avLst/>
            <a:gdLst/>
            <a:ahLst/>
            <a:cxnLst/>
            <a:rect l="l" t="t" r="r" b="b"/>
            <a:pathLst>
              <a:path w="3488" h="4900" extrusionOk="0">
                <a:moveTo>
                  <a:pt x="1408" y="1"/>
                </a:moveTo>
                <a:lnTo>
                  <a:pt x="1408" y="1922"/>
                </a:lnTo>
                <a:cubicBezTo>
                  <a:pt x="1408" y="2647"/>
                  <a:pt x="998" y="3277"/>
                  <a:pt x="463" y="3561"/>
                </a:cubicBezTo>
                <a:cubicBezTo>
                  <a:pt x="211" y="3655"/>
                  <a:pt x="53" y="3907"/>
                  <a:pt x="22" y="4128"/>
                </a:cubicBezTo>
                <a:cubicBezTo>
                  <a:pt x="1" y="4609"/>
                  <a:pt x="369" y="4896"/>
                  <a:pt x="738" y="4896"/>
                </a:cubicBezTo>
                <a:cubicBezTo>
                  <a:pt x="925" y="4896"/>
                  <a:pt x="1113" y="4822"/>
                  <a:pt x="1250" y="4663"/>
                </a:cubicBezTo>
                <a:cubicBezTo>
                  <a:pt x="1361" y="4506"/>
                  <a:pt x="1557" y="4427"/>
                  <a:pt x="1754" y="4427"/>
                </a:cubicBezTo>
                <a:cubicBezTo>
                  <a:pt x="1951" y="4427"/>
                  <a:pt x="2148" y="4506"/>
                  <a:pt x="2258" y="4663"/>
                </a:cubicBezTo>
                <a:cubicBezTo>
                  <a:pt x="2411" y="4826"/>
                  <a:pt x="2604" y="4899"/>
                  <a:pt x="2792" y="4899"/>
                </a:cubicBezTo>
                <a:cubicBezTo>
                  <a:pt x="3149" y="4899"/>
                  <a:pt x="3487" y="4635"/>
                  <a:pt x="3487" y="4222"/>
                </a:cubicBezTo>
                <a:cubicBezTo>
                  <a:pt x="3487" y="3939"/>
                  <a:pt x="3330" y="3718"/>
                  <a:pt x="3109" y="3592"/>
                </a:cubicBezTo>
                <a:cubicBezTo>
                  <a:pt x="2479" y="3277"/>
                  <a:pt x="2101" y="2710"/>
                  <a:pt x="2101" y="2143"/>
                </a:cubicBezTo>
                <a:lnTo>
                  <a:pt x="2101" y="32"/>
                </a:lnTo>
                <a:cubicBezTo>
                  <a:pt x="2006" y="32"/>
                  <a:pt x="1880" y="1"/>
                  <a:pt x="175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30" name="Google Shape;5600;p57">
            <a:extLst>
              <a:ext uri="{FF2B5EF4-FFF2-40B4-BE49-F238E27FC236}">
                <a16:creationId xmlns:a16="http://schemas.microsoft.com/office/drawing/2014/main" id="{B4D6E54E-3939-2BCC-C63B-38A4B106D60B}"/>
              </a:ext>
            </a:extLst>
          </p:cNvPr>
          <p:cNvSpPr/>
          <p:nvPr/>
        </p:nvSpPr>
        <p:spPr>
          <a:xfrm>
            <a:off x="7203961" y="3597443"/>
            <a:ext cx="500370" cy="493680"/>
          </a:xfrm>
          <a:custGeom>
            <a:avLst/>
            <a:gdLst/>
            <a:ahLst/>
            <a:cxnLst/>
            <a:rect l="l" t="t" r="r" b="b"/>
            <a:pathLst>
              <a:path w="11816" h="11658" extrusionOk="0">
                <a:moveTo>
                  <a:pt x="4884" y="1"/>
                </a:moveTo>
                <a:cubicBezTo>
                  <a:pt x="2143" y="505"/>
                  <a:pt x="1" y="2899"/>
                  <a:pt x="1" y="5829"/>
                </a:cubicBezTo>
                <a:cubicBezTo>
                  <a:pt x="1" y="8696"/>
                  <a:pt x="2143" y="11153"/>
                  <a:pt x="4884" y="11657"/>
                </a:cubicBezTo>
                <a:lnTo>
                  <a:pt x="4884" y="9799"/>
                </a:lnTo>
                <a:cubicBezTo>
                  <a:pt x="4884" y="9358"/>
                  <a:pt x="4664" y="8980"/>
                  <a:pt x="4349" y="8822"/>
                </a:cubicBezTo>
                <a:cubicBezTo>
                  <a:pt x="3876" y="8633"/>
                  <a:pt x="3561" y="8160"/>
                  <a:pt x="3530" y="7625"/>
                </a:cubicBezTo>
                <a:cubicBezTo>
                  <a:pt x="3446" y="6731"/>
                  <a:pt x="4186" y="6180"/>
                  <a:pt x="4925" y="6180"/>
                </a:cubicBezTo>
                <a:cubicBezTo>
                  <a:pt x="5306" y="6180"/>
                  <a:pt x="5687" y="6327"/>
                  <a:pt x="5955" y="6648"/>
                </a:cubicBezTo>
                <a:cubicBezTo>
                  <a:pt x="6188" y="6316"/>
                  <a:pt x="6553" y="6163"/>
                  <a:pt x="6929" y="6163"/>
                </a:cubicBezTo>
                <a:cubicBezTo>
                  <a:pt x="7621" y="6163"/>
                  <a:pt x="8350" y="6684"/>
                  <a:pt x="8350" y="7562"/>
                </a:cubicBezTo>
                <a:cubicBezTo>
                  <a:pt x="8350" y="8066"/>
                  <a:pt x="8035" y="8570"/>
                  <a:pt x="7562" y="8822"/>
                </a:cubicBezTo>
                <a:cubicBezTo>
                  <a:pt x="7184" y="9011"/>
                  <a:pt x="6995" y="9326"/>
                  <a:pt x="6995" y="9641"/>
                </a:cubicBezTo>
                <a:lnTo>
                  <a:pt x="6995" y="11657"/>
                </a:lnTo>
                <a:cubicBezTo>
                  <a:pt x="9736" y="11153"/>
                  <a:pt x="11815" y="8728"/>
                  <a:pt x="11815" y="5829"/>
                </a:cubicBezTo>
                <a:cubicBezTo>
                  <a:pt x="11815" y="2899"/>
                  <a:pt x="9736" y="505"/>
                  <a:pt x="6995" y="1"/>
                </a:cubicBezTo>
                <a:lnTo>
                  <a:pt x="6995" y="2017"/>
                </a:lnTo>
                <a:cubicBezTo>
                  <a:pt x="6995" y="2364"/>
                  <a:pt x="7216" y="2679"/>
                  <a:pt x="7562" y="2836"/>
                </a:cubicBezTo>
                <a:cubicBezTo>
                  <a:pt x="8035" y="3057"/>
                  <a:pt x="8350" y="3529"/>
                  <a:pt x="8350" y="4096"/>
                </a:cubicBezTo>
                <a:cubicBezTo>
                  <a:pt x="8350" y="4945"/>
                  <a:pt x="7656" y="5495"/>
                  <a:pt x="6948" y="5495"/>
                </a:cubicBezTo>
                <a:cubicBezTo>
                  <a:pt x="6578" y="5495"/>
                  <a:pt x="6205" y="5345"/>
                  <a:pt x="5924" y="5010"/>
                </a:cubicBezTo>
                <a:cubicBezTo>
                  <a:pt x="5691" y="5321"/>
                  <a:pt x="5310" y="5471"/>
                  <a:pt x="4919" y="5471"/>
                </a:cubicBezTo>
                <a:cubicBezTo>
                  <a:pt x="4200" y="5471"/>
                  <a:pt x="3448" y="4961"/>
                  <a:pt x="3530" y="4002"/>
                </a:cubicBezTo>
                <a:cubicBezTo>
                  <a:pt x="3561" y="3498"/>
                  <a:pt x="3876" y="3057"/>
                  <a:pt x="4349" y="2836"/>
                </a:cubicBezTo>
                <a:cubicBezTo>
                  <a:pt x="4664" y="2679"/>
                  <a:pt x="4884" y="2269"/>
                  <a:pt x="4884" y="1859"/>
                </a:cubicBezTo>
                <a:lnTo>
                  <a:pt x="488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31" name="Google Shape;5601;p57">
            <a:extLst>
              <a:ext uri="{FF2B5EF4-FFF2-40B4-BE49-F238E27FC236}">
                <a16:creationId xmlns:a16="http://schemas.microsoft.com/office/drawing/2014/main" id="{5CDF9208-D168-CFA5-2B7B-96ECC6C99082}"/>
              </a:ext>
            </a:extLst>
          </p:cNvPr>
          <p:cNvSpPr/>
          <p:nvPr/>
        </p:nvSpPr>
        <p:spPr>
          <a:xfrm>
            <a:off x="7381859" y="3888366"/>
            <a:ext cx="147706" cy="208093"/>
          </a:xfrm>
          <a:custGeom>
            <a:avLst/>
            <a:gdLst/>
            <a:ahLst/>
            <a:cxnLst/>
            <a:rect l="l" t="t" r="r" b="b"/>
            <a:pathLst>
              <a:path w="3488" h="4914" extrusionOk="0">
                <a:moveTo>
                  <a:pt x="2777" y="1"/>
                </a:moveTo>
                <a:cubicBezTo>
                  <a:pt x="2589" y="1"/>
                  <a:pt x="2399" y="77"/>
                  <a:pt x="2258" y="251"/>
                </a:cubicBezTo>
                <a:cubicBezTo>
                  <a:pt x="2148" y="408"/>
                  <a:pt x="1951" y="487"/>
                  <a:pt x="1754" y="487"/>
                </a:cubicBezTo>
                <a:cubicBezTo>
                  <a:pt x="1557" y="487"/>
                  <a:pt x="1361" y="408"/>
                  <a:pt x="1250" y="251"/>
                </a:cubicBezTo>
                <a:cubicBezTo>
                  <a:pt x="1122" y="91"/>
                  <a:pt x="936" y="17"/>
                  <a:pt x="748" y="17"/>
                </a:cubicBezTo>
                <a:cubicBezTo>
                  <a:pt x="379" y="17"/>
                  <a:pt x="1" y="297"/>
                  <a:pt x="22" y="755"/>
                </a:cubicBezTo>
                <a:cubicBezTo>
                  <a:pt x="22" y="1007"/>
                  <a:pt x="242" y="1227"/>
                  <a:pt x="463" y="1353"/>
                </a:cubicBezTo>
                <a:cubicBezTo>
                  <a:pt x="1061" y="1637"/>
                  <a:pt x="1408" y="2267"/>
                  <a:pt x="1408" y="2960"/>
                </a:cubicBezTo>
                <a:lnTo>
                  <a:pt x="1408" y="4914"/>
                </a:lnTo>
                <a:cubicBezTo>
                  <a:pt x="1534" y="4851"/>
                  <a:pt x="1660" y="4851"/>
                  <a:pt x="1754" y="4851"/>
                </a:cubicBezTo>
                <a:lnTo>
                  <a:pt x="2101" y="4851"/>
                </a:lnTo>
                <a:lnTo>
                  <a:pt x="2101" y="2771"/>
                </a:lnTo>
                <a:cubicBezTo>
                  <a:pt x="2101" y="2141"/>
                  <a:pt x="2479" y="1606"/>
                  <a:pt x="3109" y="1322"/>
                </a:cubicBezTo>
                <a:cubicBezTo>
                  <a:pt x="3330" y="1196"/>
                  <a:pt x="3487" y="975"/>
                  <a:pt x="3487" y="692"/>
                </a:cubicBezTo>
                <a:cubicBezTo>
                  <a:pt x="3487" y="279"/>
                  <a:pt x="3135" y="1"/>
                  <a:pt x="277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33" name="Google Shape;5603;p57">
            <a:extLst>
              <a:ext uri="{FF2B5EF4-FFF2-40B4-BE49-F238E27FC236}">
                <a16:creationId xmlns:a16="http://schemas.microsoft.com/office/drawing/2014/main" id="{9E125680-D86E-C1EC-4ECF-B37D7CBEED27}"/>
              </a:ext>
            </a:extLst>
          </p:cNvPr>
          <p:cNvSpPr/>
          <p:nvPr/>
        </p:nvSpPr>
        <p:spPr>
          <a:xfrm>
            <a:off x="7380080" y="4332496"/>
            <a:ext cx="29389" cy="29389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47" y="693"/>
                </a:cubicBezTo>
                <a:cubicBezTo>
                  <a:pt x="536" y="693"/>
                  <a:pt x="694" y="536"/>
                  <a:pt x="694" y="347"/>
                </a:cubicBez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34" name="Google Shape;5604;p57">
            <a:extLst>
              <a:ext uri="{FF2B5EF4-FFF2-40B4-BE49-F238E27FC236}">
                <a16:creationId xmlns:a16="http://schemas.microsoft.com/office/drawing/2014/main" id="{D030E8AF-64AB-078C-9263-347920530E4F}"/>
              </a:ext>
            </a:extLst>
          </p:cNvPr>
          <p:cNvSpPr/>
          <p:nvPr/>
        </p:nvSpPr>
        <p:spPr>
          <a:xfrm>
            <a:off x="7293354" y="4480583"/>
            <a:ext cx="88124" cy="88081"/>
          </a:xfrm>
          <a:custGeom>
            <a:avLst/>
            <a:gdLst/>
            <a:ahLst/>
            <a:cxnLst/>
            <a:rect l="l" t="t" r="r" b="b"/>
            <a:pathLst>
              <a:path w="2081" h="2080" extrusionOk="0">
                <a:moveTo>
                  <a:pt x="1" y="0"/>
                </a:moveTo>
                <a:lnTo>
                  <a:pt x="1" y="2080"/>
                </a:lnTo>
                <a:lnTo>
                  <a:pt x="2080" y="2080"/>
                </a:lnTo>
                <a:lnTo>
                  <a:pt x="208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35" name="Google Shape;5605;p57">
            <a:extLst>
              <a:ext uri="{FF2B5EF4-FFF2-40B4-BE49-F238E27FC236}">
                <a16:creationId xmlns:a16="http://schemas.microsoft.com/office/drawing/2014/main" id="{9B8C5EE2-479C-EE02-C056-EF43D994EC77}"/>
              </a:ext>
            </a:extLst>
          </p:cNvPr>
          <p:cNvSpPr/>
          <p:nvPr/>
        </p:nvSpPr>
        <p:spPr>
          <a:xfrm>
            <a:off x="7203960" y="4275117"/>
            <a:ext cx="380274" cy="500327"/>
          </a:xfrm>
          <a:custGeom>
            <a:avLst/>
            <a:gdLst/>
            <a:ahLst/>
            <a:cxnLst/>
            <a:rect l="l" t="t" r="r" b="b"/>
            <a:pathLst>
              <a:path w="8980" h="11815" extrusionOk="0">
                <a:moveTo>
                  <a:pt x="4538" y="694"/>
                </a:moveTo>
                <a:cubicBezTo>
                  <a:pt x="5136" y="694"/>
                  <a:pt x="5577" y="1166"/>
                  <a:pt x="5577" y="1702"/>
                </a:cubicBezTo>
                <a:cubicBezTo>
                  <a:pt x="5577" y="1891"/>
                  <a:pt x="5735" y="2048"/>
                  <a:pt x="5924" y="2048"/>
                </a:cubicBezTo>
                <a:lnTo>
                  <a:pt x="6649" y="2048"/>
                </a:lnTo>
                <a:cubicBezTo>
                  <a:pt x="6838" y="2048"/>
                  <a:pt x="6995" y="2206"/>
                  <a:pt x="6995" y="2426"/>
                </a:cubicBezTo>
                <a:lnTo>
                  <a:pt x="6995" y="2773"/>
                </a:lnTo>
                <a:lnTo>
                  <a:pt x="2143" y="2773"/>
                </a:lnTo>
                <a:lnTo>
                  <a:pt x="2143" y="2426"/>
                </a:lnTo>
                <a:lnTo>
                  <a:pt x="2112" y="2426"/>
                </a:lnTo>
                <a:cubicBezTo>
                  <a:pt x="2112" y="2206"/>
                  <a:pt x="2269" y="2048"/>
                  <a:pt x="2458" y="2048"/>
                </a:cubicBezTo>
                <a:lnTo>
                  <a:pt x="3183" y="2048"/>
                </a:lnTo>
                <a:cubicBezTo>
                  <a:pt x="3372" y="2048"/>
                  <a:pt x="3530" y="1891"/>
                  <a:pt x="3530" y="1702"/>
                </a:cubicBezTo>
                <a:cubicBezTo>
                  <a:pt x="3530" y="1103"/>
                  <a:pt x="4002" y="694"/>
                  <a:pt x="4538" y="694"/>
                </a:cubicBezTo>
                <a:close/>
                <a:moveTo>
                  <a:pt x="7310" y="4159"/>
                </a:moveTo>
                <a:cubicBezTo>
                  <a:pt x="7499" y="4159"/>
                  <a:pt x="7657" y="4317"/>
                  <a:pt x="7657" y="4506"/>
                </a:cubicBezTo>
                <a:cubicBezTo>
                  <a:pt x="7657" y="4695"/>
                  <a:pt x="7499" y="4852"/>
                  <a:pt x="7310" y="4852"/>
                </a:cubicBezTo>
                <a:lnTo>
                  <a:pt x="5924" y="4852"/>
                </a:lnTo>
                <a:cubicBezTo>
                  <a:pt x="5735" y="4852"/>
                  <a:pt x="5577" y="4695"/>
                  <a:pt x="5577" y="4506"/>
                </a:cubicBezTo>
                <a:cubicBezTo>
                  <a:pt x="5577" y="4317"/>
                  <a:pt x="5735" y="4159"/>
                  <a:pt x="5924" y="4159"/>
                </a:cubicBezTo>
                <a:close/>
                <a:moveTo>
                  <a:pt x="7310" y="5514"/>
                </a:moveTo>
                <a:cubicBezTo>
                  <a:pt x="7499" y="5514"/>
                  <a:pt x="7657" y="5671"/>
                  <a:pt x="7657" y="5892"/>
                </a:cubicBezTo>
                <a:cubicBezTo>
                  <a:pt x="7657" y="6081"/>
                  <a:pt x="7499" y="6238"/>
                  <a:pt x="7310" y="6238"/>
                </a:cubicBezTo>
                <a:lnTo>
                  <a:pt x="5924" y="6238"/>
                </a:lnTo>
                <a:cubicBezTo>
                  <a:pt x="5735" y="6238"/>
                  <a:pt x="5577" y="6081"/>
                  <a:pt x="5577" y="5892"/>
                </a:cubicBezTo>
                <a:cubicBezTo>
                  <a:pt x="5577" y="5671"/>
                  <a:pt x="5735" y="5514"/>
                  <a:pt x="5924" y="5514"/>
                </a:cubicBezTo>
                <a:close/>
                <a:moveTo>
                  <a:pt x="4506" y="4159"/>
                </a:moveTo>
                <a:cubicBezTo>
                  <a:pt x="4695" y="4159"/>
                  <a:pt x="4853" y="4317"/>
                  <a:pt x="4853" y="4506"/>
                </a:cubicBezTo>
                <a:lnTo>
                  <a:pt x="4853" y="7247"/>
                </a:lnTo>
                <a:cubicBezTo>
                  <a:pt x="4853" y="7467"/>
                  <a:pt x="4695" y="7593"/>
                  <a:pt x="4506" y="7593"/>
                </a:cubicBezTo>
                <a:lnTo>
                  <a:pt x="1734" y="7593"/>
                </a:lnTo>
                <a:cubicBezTo>
                  <a:pt x="1545" y="7593"/>
                  <a:pt x="1387" y="7467"/>
                  <a:pt x="1387" y="7247"/>
                </a:cubicBezTo>
                <a:lnTo>
                  <a:pt x="1387" y="4506"/>
                </a:lnTo>
                <a:cubicBezTo>
                  <a:pt x="1387" y="4317"/>
                  <a:pt x="1545" y="4159"/>
                  <a:pt x="1734" y="4159"/>
                </a:cubicBezTo>
                <a:close/>
                <a:moveTo>
                  <a:pt x="7310" y="6900"/>
                </a:moveTo>
                <a:cubicBezTo>
                  <a:pt x="7499" y="6900"/>
                  <a:pt x="7657" y="7058"/>
                  <a:pt x="7657" y="7247"/>
                </a:cubicBezTo>
                <a:cubicBezTo>
                  <a:pt x="7657" y="7467"/>
                  <a:pt x="7499" y="7593"/>
                  <a:pt x="7310" y="7593"/>
                </a:cubicBezTo>
                <a:lnTo>
                  <a:pt x="5924" y="7593"/>
                </a:lnTo>
                <a:cubicBezTo>
                  <a:pt x="5735" y="7593"/>
                  <a:pt x="5577" y="7467"/>
                  <a:pt x="5577" y="7247"/>
                </a:cubicBezTo>
                <a:cubicBezTo>
                  <a:pt x="5577" y="7058"/>
                  <a:pt x="5735" y="6900"/>
                  <a:pt x="5924" y="6900"/>
                </a:cubicBezTo>
                <a:close/>
                <a:moveTo>
                  <a:pt x="7310" y="8318"/>
                </a:moveTo>
                <a:cubicBezTo>
                  <a:pt x="7499" y="8318"/>
                  <a:pt x="7657" y="8475"/>
                  <a:pt x="7657" y="8664"/>
                </a:cubicBezTo>
                <a:cubicBezTo>
                  <a:pt x="7657" y="8853"/>
                  <a:pt x="7499" y="9011"/>
                  <a:pt x="7310" y="9011"/>
                </a:cubicBezTo>
                <a:lnTo>
                  <a:pt x="1734" y="9011"/>
                </a:lnTo>
                <a:cubicBezTo>
                  <a:pt x="1545" y="9011"/>
                  <a:pt x="1387" y="8853"/>
                  <a:pt x="1387" y="8664"/>
                </a:cubicBezTo>
                <a:cubicBezTo>
                  <a:pt x="1387" y="8475"/>
                  <a:pt x="1545" y="8318"/>
                  <a:pt x="1734" y="8318"/>
                </a:cubicBezTo>
                <a:close/>
                <a:moveTo>
                  <a:pt x="7310" y="9704"/>
                </a:moveTo>
                <a:cubicBezTo>
                  <a:pt x="7499" y="9704"/>
                  <a:pt x="7657" y="9861"/>
                  <a:pt x="7657" y="10050"/>
                </a:cubicBezTo>
                <a:cubicBezTo>
                  <a:pt x="7657" y="10240"/>
                  <a:pt x="7499" y="10397"/>
                  <a:pt x="7310" y="10397"/>
                </a:cubicBezTo>
                <a:lnTo>
                  <a:pt x="1734" y="10397"/>
                </a:lnTo>
                <a:cubicBezTo>
                  <a:pt x="1545" y="10397"/>
                  <a:pt x="1387" y="10240"/>
                  <a:pt x="1387" y="10050"/>
                </a:cubicBezTo>
                <a:cubicBezTo>
                  <a:pt x="1387" y="9861"/>
                  <a:pt x="1545" y="9704"/>
                  <a:pt x="1734" y="9704"/>
                </a:cubicBezTo>
                <a:close/>
                <a:moveTo>
                  <a:pt x="4506" y="0"/>
                </a:moveTo>
                <a:cubicBezTo>
                  <a:pt x="3687" y="0"/>
                  <a:pt x="2962" y="599"/>
                  <a:pt x="2805" y="1387"/>
                </a:cubicBezTo>
                <a:lnTo>
                  <a:pt x="2427" y="1387"/>
                </a:lnTo>
                <a:cubicBezTo>
                  <a:pt x="1986" y="1387"/>
                  <a:pt x="1576" y="1670"/>
                  <a:pt x="1419" y="2080"/>
                </a:cubicBezTo>
                <a:lnTo>
                  <a:pt x="1041" y="2080"/>
                </a:lnTo>
                <a:cubicBezTo>
                  <a:pt x="442" y="2080"/>
                  <a:pt x="1" y="2552"/>
                  <a:pt x="1" y="3119"/>
                </a:cubicBezTo>
                <a:lnTo>
                  <a:pt x="1" y="10807"/>
                </a:lnTo>
                <a:cubicBezTo>
                  <a:pt x="1" y="11342"/>
                  <a:pt x="474" y="11815"/>
                  <a:pt x="1041" y="11815"/>
                </a:cubicBezTo>
                <a:lnTo>
                  <a:pt x="7972" y="11815"/>
                </a:lnTo>
                <a:cubicBezTo>
                  <a:pt x="8570" y="11815"/>
                  <a:pt x="8980" y="11342"/>
                  <a:pt x="8980" y="10807"/>
                </a:cubicBezTo>
                <a:lnTo>
                  <a:pt x="8980" y="3119"/>
                </a:lnTo>
                <a:cubicBezTo>
                  <a:pt x="8980" y="2521"/>
                  <a:pt x="8507" y="2080"/>
                  <a:pt x="7972" y="2080"/>
                </a:cubicBezTo>
                <a:lnTo>
                  <a:pt x="7562" y="2080"/>
                </a:lnTo>
                <a:cubicBezTo>
                  <a:pt x="7405" y="1702"/>
                  <a:pt x="7058" y="1387"/>
                  <a:pt x="6585" y="1387"/>
                </a:cubicBezTo>
                <a:lnTo>
                  <a:pt x="6207" y="1387"/>
                </a:lnTo>
                <a:cubicBezTo>
                  <a:pt x="6050" y="599"/>
                  <a:pt x="5325" y="0"/>
                  <a:pt x="45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36" name="Google Shape;5606;p57">
            <a:extLst>
              <a:ext uri="{FF2B5EF4-FFF2-40B4-BE49-F238E27FC236}">
                <a16:creationId xmlns:a16="http://schemas.microsoft.com/office/drawing/2014/main" id="{FDE82AC1-8DFA-6C90-B795-34A13F65EE07}"/>
              </a:ext>
            </a:extLst>
          </p:cNvPr>
          <p:cNvSpPr/>
          <p:nvPr/>
        </p:nvSpPr>
        <p:spPr>
          <a:xfrm>
            <a:off x="7614893" y="4334824"/>
            <a:ext cx="89436" cy="323233"/>
          </a:xfrm>
          <a:custGeom>
            <a:avLst/>
            <a:gdLst/>
            <a:ahLst/>
            <a:cxnLst/>
            <a:rect l="l" t="t" r="r" b="b"/>
            <a:pathLst>
              <a:path w="2112" h="7633" extrusionOk="0">
                <a:moveTo>
                  <a:pt x="1060" y="0"/>
                </a:moveTo>
                <a:cubicBezTo>
                  <a:pt x="930" y="0"/>
                  <a:pt x="804" y="55"/>
                  <a:pt x="757" y="166"/>
                </a:cubicBezTo>
                <a:lnTo>
                  <a:pt x="32" y="1552"/>
                </a:lnTo>
                <a:cubicBezTo>
                  <a:pt x="0" y="1583"/>
                  <a:pt x="0" y="1678"/>
                  <a:pt x="0" y="1709"/>
                </a:cubicBezTo>
                <a:lnTo>
                  <a:pt x="0" y="7632"/>
                </a:lnTo>
                <a:lnTo>
                  <a:pt x="2080" y="7632"/>
                </a:lnTo>
                <a:lnTo>
                  <a:pt x="2080" y="1709"/>
                </a:lnTo>
                <a:lnTo>
                  <a:pt x="2111" y="1709"/>
                </a:lnTo>
                <a:cubicBezTo>
                  <a:pt x="2111" y="1678"/>
                  <a:pt x="2111" y="1583"/>
                  <a:pt x="2080" y="1552"/>
                </a:cubicBezTo>
                <a:lnTo>
                  <a:pt x="1387" y="166"/>
                </a:lnTo>
                <a:cubicBezTo>
                  <a:pt x="1324" y="55"/>
                  <a:pt x="1190" y="0"/>
                  <a:pt x="106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37" name="Google Shape;5607;p57">
            <a:extLst>
              <a:ext uri="{FF2B5EF4-FFF2-40B4-BE49-F238E27FC236}">
                <a16:creationId xmlns:a16="http://schemas.microsoft.com/office/drawing/2014/main" id="{3FA88B9C-151F-FE29-9E9F-5EA9E214192C}"/>
              </a:ext>
            </a:extLst>
          </p:cNvPr>
          <p:cNvSpPr/>
          <p:nvPr/>
        </p:nvSpPr>
        <p:spPr>
          <a:xfrm>
            <a:off x="7616207" y="4683339"/>
            <a:ext cx="88124" cy="90792"/>
          </a:xfrm>
          <a:custGeom>
            <a:avLst/>
            <a:gdLst/>
            <a:ahLst/>
            <a:cxnLst/>
            <a:rect l="l" t="t" r="r" b="b"/>
            <a:pathLst>
              <a:path w="2081" h="2144" extrusionOk="0">
                <a:moveTo>
                  <a:pt x="1" y="1"/>
                </a:moveTo>
                <a:lnTo>
                  <a:pt x="1" y="1104"/>
                </a:lnTo>
                <a:lnTo>
                  <a:pt x="64" y="1104"/>
                </a:lnTo>
                <a:cubicBezTo>
                  <a:pt x="64" y="1702"/>
                  <a:pt x="505" y="2143"/>
                  <a:pt x="1072" y="2143"/>
                </a:cubicBezTo>
                <a:cubicBezTo>
                  <a:pt x="1671" y="2143"/>
                  <a:pt x="2080" y="1671"/>
                  <a:pt x="2080" y="1104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38" name="Google Shape;5608;p57">
            <a:extLst>
              <a:ext uri="{FF2B5EF4-FFF2-40B4-BE49-F238E27FC236}">
                <a16:creationId xmlns:a16="http://schemas.microsoft.com/office/drawing/2014/main" id="{0D254306-6298-E8AE-1042-53E7FB2B75A1}"/>
              </a:ext>
            </a:extLst>
          </p:cNvPr>
          <p:cNvSpPr/>
          <p:nvPr/>
        </p:nvSpPr>
        <p:spPr>
          <a:xfrm>
            <a:off x="7203983" y="4993132"/>
            <a:ext cx="501683" cy="343899"/>
          </a:xfrm>
          <a:custGeom>
            <a:avLst/>
            <a:gdLst/>
            <a:ahLst/>
            <a:cxnLst/>
            <a:rect l="l" t="t" r="r" b="b"/>
            <a:pathLst>
              <a:path w="11847" h="8121" extrusionOk="0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0" name="Google Shape;5610;p57">
            <a:extLst>
              <a:ext uri="{FF2B5EF4-FFF2-40B4-BE49-F238E27FC236}">
                <a16:creationId xmlns:a16="http://schemas.microsoft.com/office/drawing/2014/main" id="{266BF16D-511F-C6B7-7992-2C278B2F2DF5}"/>
              </a:ext>
            </a:extLst>
          </p:cNvPr>
          <p:cNvSpPr/>
          <p:nvPr/>
        </p:nvSpPr>
        <p:spPr>
          <a:xfrm>
            <a:off x="10467033" y="3768226"/>
            <a:ext cx="325604" cy="178788"/>
          </a:xfrm>
          <a:custGeom>
            <a:avLst/>
            <a:gdLst/>
            <a:ahLst/>
            <a:cxnLst/>
            <a:rect l="l" t="t" r="r" b="b"/>
            <a:pathLst>
              <a:path w="7689" h="4222" extrusionOk="0">
                <a:moveTo>
                  <a:pt x="3151" y="0"/>
                </a:moveTo>
                <a:lnTo>
                  <a:pt x="2616" y="1260"/>
                </a:lnTo>
                <a:cubicBezTo>
                  <a:pt x="2584" y="1386"/>
                  <a:pt x="2427" y="1481"/>
                  <a:pt x="2301" y="1481"/>
                </a:cubicBezTo>
                <a:lnTo>
                  <a:pt x="1" y="1481"/>
                </a:lnTo>
                <a:lnTo>
                  <a:pt x="1" y="4222"/>
                </a:lnTo>
                <a:lnTo>
                  <a:pt x="7688" y="4222"/>
                </a:lnTo>
                <a:lnTo>
                  <a:pt x="7688" y="1481"/>
                </a:lnTo>
                <a:lnTo>
                  <a:pt x="5672" y="1481"/>
                </a:lnTo>
                <a:lnTo>
                  <a:pt x="4884" y="3371"/>
                </a:lnTo>
                <a:cubicBezTo>
                  <a:pt x="4827" y="3513"/>
                  <a:pt x="4713" y="3578"/>
                  <a:pt x="4593" y="3578"/>
                </a:cubicBezTo>
                <a:cubicBezTo>
                  <a:pt x="4447" y="3578"/>
                  <a:pt x="4292" y="3481"/>
                  <a:pt x="4223" y="3308"/>
                </a:cubicBezTo>
                <a:lnTo>
                  <a:pt x="31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1" name="Google Shape;5611;p57">
            <a:extLst>
              <a:ext uri="{FF2B5EF4-FFF2-40B4-BE49-F238E27FC236}">
                <a16:creationId xmlns:a16="http://schemas.microsoft.com/office/drawing/2014/main" id="{EF97F177-6B7A-FD06-F179-E37B20E9D2E5}"/>
              </a:ext>
            </a:extLst>
          </p:cNvPr>
          <p:cNvSpPr/>
          <p:nvPr/>
        </p:nvSpPr>
        <p:spPr>
          <a:xfrm>
            <a:off x="10465720" y="3681500"/>
            <a:ext cx="325562" cy="180143"/>
          </a:xfrm>
          <a:custGeom>
            <a:avLst/>
            <a:gdLst/>
            <a:ahLst/>
            <a:cxnLst/>
            <a:rect l="l" t="t" r="r" b="b"/>
            <a:pathLst>
              <a:path w="7688" h="4254" extrusionOk="0">
                <a:moveTo>
                  <a:pt x="0" y="0"/>
                </a:moveTo>
                <a:lnTo>
                  <a:pt x="0" y="2836"/>
                </a:lnTo>
                <a:lnTo>
                  <a:pt x="2111" y="2836"/>
                </a:lnTo>
                <a:lnTo>
                  <a:pt x="2962" y="945"/>
                </a:lnTo>
                <a:cubicBezTo>
                  <a:pt x="3020" y="800"/>
                  <a:pt x="3138" y="735"/>
                  <a:pt x="3258" y="735"/>
                </a:cubicBezTo>
                <a:cubicBezTo>
                  <a:pt x="3399" y="735"/>
                  <a:pt x="3541" y="824"/>
                  <a:pt x="3592" y="977"/>
                </a:cubicBezTo>
                <a:lnTo>
                  <a:pt x="4632" y="4253"/>
                </a:lnTo>
                <a:lnTo>
                  <a:pt x="5104" y="3056"/>
                </a:lnTo>
                <a:cubicBezTo>
                  <a:pt x="5167" y="2930"/>
                  <a:pt x="5325" y="2836"/>
                  <a:pt x="5419" y="2836"/>
                </a:cubicBezTo>
                <a:lnTo>
                  <a:pt x="7688" y="2836"/>
                </a:lnTo>
                <a:lnTo>
                  <a:pt x="768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2" name="Google Shape;5612;p57">
            <a:extLst>
              <a:ext uri="{FF2B5EF4-FFF2-40B4-BE49-F238E27FC236}">
                <a16:creationId xmlns:a16="http://schemas.microsoft.com/office/drawing/2014/main" id="{2A4980AD-7097-665B-9FF5-A5006B912923}"/>
              </a:ext>
            </a:extLst>
          </p:cNvPr>
          <p:cNvSpPr/>
          <p:nvPr/>
        </p:nvSpPr>
        <p:spPr>
          <a:xfrm>
            <a:off x="10377682" y="3593461"/>
            <a:ext cx="501640" cy="501640"/>
          </a:xfrm>
          <a:custGeom>
            <a:avLst/>
            <a:gdLst/>
            <a:ahLst/>
            <a:cxnLst/>
            <a:rect l="l" t="t" r="r" b="b"/>
            <a:pathLst>
              <a:path w="11846" h="11846" extrusionOk="0">
                <a:moveTo>
                  <a:pt x="10113" y="1386"/>
                </a:moveTo>
                <a:cubicBezTo>
                  <a:pt x="10302" y="1386"/>
                  <a:pt x="10460" y="1544"/>
                  <a:pt x="10460" y="1733"/>
                </a:cubicBezTo>
                <a:lnTo>
                  <a:pt x="10460" y="8758"/>
                </a:lnTo>
                <a:cubicBezTo>
                  <a:pt x="10460" y="8947"/>
                  <a:pt x="10302" y="9105"/>
                  <a:pt x="10113" y="9105"/>
                </a:cubicBezTo>
                <a:lnTo>
                  <a:pt x="1733" y="9105"/>
                </a:lnTo>
                <a:cubicBezTo>
                  <a:pt x="1512" y="9105"/>
                  <a:pt x="1355" y="8947"/>
                  <a:pt x="1355" y="8758"/>
                </a:cubicBezTo>
                <a:lnTo>
                  <a:pt x="1355" y="1733"/>
                </a:lnTo>
                <a:cubicBezTo>
                  <a:pt x="1355" y="1544"/>
                  <a:pt x="1512" y="1386"/>
                  <a:pt x="1733" y="1386"/>
                </a:cubicBezTo>
                <a:close/>
                <a:moveTo>
                  <a:pt x="2426" y="9767"/>
                </a:moveTo>
                <a:cubicBezTo>
                  <a:pt x="2615" y="9767"/>
                  <a:pt x="2804" y="9924"/>
                  <a:pt x="2804" y="10113"/>
                </a:cubicBezTo>
                <a:cubicBezTo>
                  <a:pt x="2804" y="10334"/>
                  <a:pt x="2615" y="10491"/>
                  <a:pt x="2426" y="10491"/>
                </a:cubicBezTo>
                <a:cubicBezTo>
                  <a:pt x="2237" y="10491"/>
                  <a:pt x="2079" y="10334"/>
                  <a:pt x="2079" y="10113"/>
                </a:cubicBezTo>
                <a:cubicBezTo>
                  <a:pt x="2079" y="9924"/>
                  <a:pt x="2237" y="9767"/>
                  <a:pt x="2426" y="9767"/>
                </a:cubicBezTo>
                <a:close/>
                <a:moveTo>
                  <a:pt x="3844" y="9767"/>
                </a:moveTo>
                <a:cubicBezTo>
                  <a:pt x="4033" y="9767"/>
                  <a:pt x="4190" y="9924"/>
                  <a:pt x="4190" y="10113"/>
                </a:cubicBezTo>
                <a:cubicBezTo>
                  <a:pt x="4190" y="10334"/>
                  <a:pt x="4001" y="10491"/>
                  <a:pt x="3844" y="10491"/>
                </a:cubicBezTo>
                <a:cubicBezTo>
                  <a:pt x="3655" y="10491"/>
                  <a:pt x="3497" y="10334"/>
                  <a:pt x="3497" y="10113"/>
                </a:cubicBezTo>
                <a:cubicBezTo>
                  <a:pt x="3497" y="9924"/>
                  <a:pt x="3655" y="9767"/>
                  <a:pt x="3844" y="9767"/>
                </a:cubicBezTo>
                <a:close/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10113"/>
                </a:lnTo>
                <a:cubicBezTo>
                  <a:pt x="0" y="11058"/>
                  <a:pt x="788" y="11846"/>
                  <a:pt x="1733" y="11846"/>
                </a:cubicBezTo>
                <a:lnTo>
                  <a:pt x="10113" y="11846"/>
                </a:lnTo>
                <a:cubicBezTo>
                  <a:pt x="11058" y="11846"/>
                  <a:pt x="11846" y="11058"/>
                  <a:pt x="11846" y="10113"/>
                </a:cubicBezTo>
                <a:lnTo>
                  <a:pt x="11846" y="1733"/>
                </a:lnTo>
                <a:cubicBezTo>
                  <a:pt x="11846" y="788"/>
                  <a:pt x="11058" y="0"/>
                  <a:pt x="1011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3" name="Google Shape;5613;p57">
            <a:extLst>
              <a:ext uri="{FF2B5EF4-FFF2-40B4-BE49-F238E27FC236}">
                <a16:creationId xmlns:a16="http://schemas.microsoft.com/office/drawing/2014/main" id="{9467516E-DF85-C2D8-E0EF-73A9DB0B0A43}"/>
              </a:ext>
            </a:extLst>
          </p:cNvPr>
          <p:cNvSpPr/>
          <p:nvPr/>
        </p:nvSpPr>
        <p:spPr>
          <a:xfrm>
            <a:off x="10437657" y="4275023"/>
            <a:ext cx="382942" cy="500370"/>
          </a:xfrm>
          <a:custGeom>
            <a:avLst/>
            <a:gdLst/>
            <a:ahLst/>
            <a:cxnLst/>
            <a:rect l="l" t="t" r="r" b="b"/>
            <a:pathLst>
              <a:path w="9043" h="11816" extrusionOk="0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5" name="Google Shape;5615;p57">
            <a:extLst>
              <a:ext uri="{FF2B5EF4-FFF2-40B4-BE49-F238E27FC236}">
                <a16:creationId xmlns:a16="http://schemas.microsoft.com/office/drawing/2014/main" id="{CB0C94B0-56DF-1D7C-FA84-16EBA6EF5A8B}"/>
              </a:ext>
            </a:extLst>
          </p:cNvPr>
          <p:cNvSpPr/>
          <p:nvPr/>
        </p:nvSpPr>
        <p:spPr>
          <a:xfrm>
            <a:off x="10613148" y="5034393"/>
            <a:ext cx="30743" cy="29389"/>
          </a:xfrm>
          <a:custGeom>
            <a:avLst/>
            <a:gdLst/>
            <a:ahLst/>
            <a:cxnLst/>
            <a:rect l="l" t="t" r="r" b="b"/>
            <a:pathLst>
              <a:path w="726" h="694" extrusionOk="0">
                <a:moveTo>
                  <a:pt x="0" y="0"/>
                </a:moveTo>
                <a:lnTo>
                  <a:pt x="0" y="694"/>
                </a:lnTo>
                <a:lnTo>
                  <a:pt x="725" y="694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6" name="Google Shape;5616;p57">
            <a:extLst>
              <a:ext uri="{FF2B5EF4-FFF2-40B4-BE49-F238E27FC236}">
                <a16:creationId xmlns:a16="http://schemas.microsoft.com/office/drawing/2014/main" id="{06F9F41C-1F71-D0EE-55F0-2E7F70DFE618}"/>
              </a:ext>
            </a:extLst>
          </p:cNvPr>
          <p:cNvSpPr/>
          <p:nvPr/>
        </p:nvSpPr>
        <p:spPr>
          <a:xfrm>
            <a:off x="10613148" y="5091774"/>
            <a:ext cx="30743" cy="30702"/>
          </a:xfrm>
          <a:custGeom>
            <a:avLst/>
            <a:gdLst/>
            <a:ahLst/>
            <a:cxnLst/>
            <a:rect l="l" t="t" r="r" b="b"/>
            <a:pathLst>
              <a:path w="726" h="725" extrusionOk="0">
                <a:moveTo>
                  <a:pt x="0" y="0"/>
                </a:moveTo>
                <a:lnTo>
                  <a:pt x="0" y="725"/>
                </a:lnTo>
                <a:lnTo>
                  <a:pt x="725" y="725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7" name="Google Shape;5617;p57">
            <a:extLst>
              <a:ext uri="{FF2B5EF4-FFF2-40B4-BE49-F238E27FC236}">
                <a16:creationId xmlns:a16="http://schemas.microsoft.com/office/drawing/2014/main" id="{AD522C14-63DA-4B60-5F92-E3E235F79679}"/>
              </a:ext>
            </a:extLst>
          </p:cNvPr>
          <p:cNvSpPr/>
          <p:nvPr/>
        </p:nvSpPr>
        <p:spPr>
          <a:xfrm>
            <a:off x="10613148" y="5210514"/>
            <a:ext cx="30743" cy="58735"/>
          </a:xfrm>
          <a:custGeom>
            <a:avLst/>
            <a:gdLst/>
            <a:ahLst/>
            <a:cxnLst/>
            <a:rect l="l" t="t" r="r" b="b"/>
            <a:pathLst>
              <a:path w="726" h="1387" extrusionOk="0">
                <a:moveTo>
                  <a:pt x="0" y="0"/>
                </a:moveTo>
                <a:lnTo>
                  <a:pt x="0" y="1040"/>
                </a:lnTo>
                <a:cubicBezTo>
                  <a:pt x="0" y="1229"/>
                  <a:pt x="158" y="1386"/>
                  <a:pt x="379" y="1386"/>
                </a:cubicBezTo>
                <a:cubicBezTo>
                  <a:pt x="568" y="1386"/>
                  <a:pt x="725" y="1229"/>
                  <a:pt x="725" y="1040"/>
                </a:cubicBez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8" name="Google Shape;5618;p57">
            <a:extLst>
              <a:ext uri="{FF2B5EF4-FFF2-40B4-BE49-F238E27FC236}">
                <a16:creationId xmlns:a16="http://schemas.microsoft.com/office/drawing/2014/main" id="{9BD79AFA-EDF9-0F8B-16B1-E9F4E1964E88}"/>
              </a:ext>
            </a:extLst>
          </p:cNvPr>
          <p:cNvSpPr/>
          <p:nvPr/>
        </p:nvSpPr>
        <p:spPr>
          <a:xfrm>
            <a:off x="10673197" y="5003692"/>
            <a:ext cx="89394" cy="45438"/>
          </a:xfrm>
          <a:custGeom>
            <a:avLst/>
            <a:gdLst/>
            <a:ahLst/>
            <a:cxnLst/>
            <a:rect l="l" t="t" r="r" b="b"/>
            <a:pathLst>
              <a:path w="2111" h="1073" extrusionOk="0">
                <a:moveTo>
                  <a:pt x="0" y="1"/>
                </a:moveTo>
                <a:lnTo>
                  <a:pt x="0" y="725"/>
                </a:lnTo>
                <a:lnTo>
                  <a:pt x="1040" y="725"/>
                </a:lnTo>
                <a:cubicBezTo>
                  <a:pt x="1386" y="725"/>
                  <a:pt x="1701" y="883"/>
                  <a:pt x="1985" y="1072"/>
                </a:cubicBezTo>
                <a:cubicBezTo>
                  <a:pt x="2048" y="946"/>
                  <a:pt x="2111" y="851"/>
                  <a:pt x="2111" y="725"/>
                </a:cubicBezTo>
                <a:cubicBezTo>
                  <a:pt x="2111" y="316"/>
                  <a:pt x="1764" y="1"/>
                  <a:pt x="138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9" name="Google Shape;5619;p57">
            <a:extLst>
              <a:ext uri="{FF2B5EF4-FFF2-40B4-BE49-F238E27FC236}">
                <a16:creationId xmlns:a16="http://schemas.microsoft.com/office/drawing/2014/main" id="{797A06DB-8E7C-616C-69F0-EF2EC84AE9B6}"/>
              </a:ext>
            </a:extLst>
          </p:cNvPr>
          <p:cNvSpPr/>
          <p:nvPr/>
        </p:nvSpPr>
        <p:spPr>
          <a:xfrm>
            <a:off x="10613148" y="4974345"/>
            <a:ext cx="30743" cy="29389"/>
          </a:xfrm>
          <a:custGeom>
            <a:avLst/>
            <a:gdLst/>
            <a:ahLst/>
            <a:cxnLst/>
            <a:rect l="l" t="t" r="r" b="b"/>
            <a:pathLst>
              <a:path w="726" h="694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694"/>
                </a:lnTo>
                <a:lnTo>
                  <a:pt x="725" y="694"/>
                </a:lnTo>
                <a:lnTo>
                  <a:pt x="725" y="347"/>
                </a:lnTo>
                <a:cubicBezTo>
                  <a:pt x="725" y="158"/>
                  <a:pt x="568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50" name="Google Shape;5620;p57">
            <a:extLst>
              <a:ext uri="{FF2B5EF4-FFF2-40B4-BE49-F238E27FC236}">
                <a16:creationId xmlns:a16="http://schemas.microsoft.com/office/drawing/2014/main" id="{D708238A-C492-5EE0-247E-CB93E7F45739}"/>
              </a:ext>
            </a:extLst>
          </p:cNvPr>
          <p:cNvSpPr/>
          <p:nvPr/>
        </p:nvSpPr>
        <p:spPr>
          <a:xfrm>
            <a:off x="10613148" y="5150466"/>
            <a:ext cx="30743" cy="30702"/>
          </a:xfrm>
          <a:custGeom>
            <a:avLst/>
            <a:gdLst/>
            <a:ahLst/>
            <a:cxnLst/>
            <a:rect l="l" t="t" r="r" b="b"/>
            <a:pathLst>
              <a:path w="726" h="725" extrusionOk="0">
                <a:moveTo>
                  <a:pt x="0" y="0"/>
                </a:moveTo>
                <a:lnTo>
                  <a:pt x="0" y="725"/>
                </a:lnTo>
                <a:lnTo>
                  <a:pt x="725" y="725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51" name="Google Shape;5621;p57">
            <a:extLst>
              <a:ext uri="{FF2B5EF4-FFF2-40B4-BE49-F238E27FC236}">
                <a16:creationId xmlns:a16="http://schemas.microsoft.com/office/drawing/2014/main" id="{9C1ADC66-F4F5-3EC2-9DFE-7B2C344ECB90}"/>
              </a:ext>
            </a:extLst>
          </p:cNvPr>
          <p:cNvSpPr/>
          <p:nvPr/>
        </p:nvSpPr>
        <p:spPr>
          <a:xfrm>
            <a:off x="10378337" y="4914341"/>
            <a:ext cx="500327" cy="501640"/>
          </a:xfrm>
          <a:custGeom>
            <a:avLst/>
            <a:gdLst/>
            <a:ahLst/>
            <a:cxnLst/>
            <a:rect l="l" t="t" r="r" b="b"/>
            <a:pathLst>
              <a:path w="11815" h="11846" extrusionOk="0">
                <a:moveTo>
                  <a:pt x="5892" y="725"/>
                </a:moveTo>
                <a:cubicBezTo>
                  <a:pt x="6333" y="725"/>
                  <a:pt x="6743" y="1008"/>
                  <a:pt x="6900" y="1449"/>
                </a:cubicBezTo>
                <a:lnTo>
                  <a:pt x="8349" y="1449"/>
                </a:lnTo>
                <a:cubicBezTo>
                  <a:pt x="9106" y="1449"/>
                  <a:pt x="9736" y="2079"/>
                  <a:pt x="9736" y="2835"/>
                </a:cubicBezTo>
                <a:cubicBezTo>
                  <a:pt x="9736" y="3214"/>
                  <a:pt x="9578" y="3529"/>
                  <a:pt x="9295" y="3812"/>
                </a:cubicBezTo>
                <a:cubicBezTo>
                  <a:pt x="9326" y="3938"/>
                  <a:pt x="9358" y="4096"/>
                  <a:pt x="9358" y="4190"/>
                </a:cubicBezTo>
                <a:cubicBezTo>
                  <a:pt x="9358" y="4600"/>
                  <a:pt x="9200" y="4915"/>
                  <a:pt x="8948" y="5198"/>
                </a:cubicBezTo>
                <a:cubicBezTo>
                  <a:pt x="8980" y="5324"/>
                  <a:pt x="9011" y="5450"/>
                  <a:pt x="9011" y="5576"/>
                </a:cubicBezTo>
                <a:cubicBezTo>
                  <a:pt x="9011" y="6333"/>
                  <a:pt x="8381" y="6963"/>
                  <a:pt x="7625" y="6963"/>
                </a:cubicBezTo>
                <a:cubicBezTo>
                  <a:pt x="7436" y="6963"/>
                  <a:pt x="7278" y="6805"/>
                  <a:pt x="7278" y="6616"/>
                </a:cubicBezTo>
                <a:cubicBezTo>
                  <a:pt x="7278" y="6427"/>
                  <a:pt x="7436" y="6269"/>
                  <a:pt x="7625" y="6269"/>
                </a:cubicBezTo>
                <a:cubicBezTo>
                  <a:pt x="8034" y="6269"/>
                  <a:pt x="8349" y="5954"/>
                  <a:pt x="8349" y="5545"/>
                </a:cubicBezTo>
                <a:cubicBezTo>
                  <a:pt x="8349" y="5167"/>
                  <a:pt x="8034" y="4852"/>
                  <a:pt x="7625" y="4852"/>
                </a:cubicBezTo>
                <a:lnTo>
                  <a:pt x="6932" y="4852"/>
                </a:lnTo>
                <a:lnTo>
                  <a:pt x="6932" y="7593"/>
                </a:lnTo>
                <a:lnTo>
                  <a:pt x="7940" y="7593"/>
                </a:lnTo>
                <a:cubicBezTo>
                  <a:pt x="8538" y="7593"/>
                  <a:pt x="8980" y="8065"/>
                  <a:pt x="8980" y="8632"/>
                </a:cubicBezTo>
                <a:cubicBezTo>
                  <a:pt x="8980" y="9105"/>
                  <a:pt x="8664" y="9514"/>
                  <a:pt x="8192" y="9609"/>
                </a:cubicBezTo>
                <a:cubicBezTo>
                  <a:pt x="7562" y="9767"/>
                  <a:pt x="7058" y="10145"/>
                  <a:pt x="6680" y="10586"/>
                </a:cubicBezTo>
                <a:cubicBezTo>
                  <a:pt x="6459" y="10869"/>
                  <a:pt x="6176" y="11027"/>
                  <a:pt x="5861" y="11027"/>
                </a:cubicBezTo>
                <a:cubicBezTo>
                  <a:pt x="5545" y="11027"/>
                  <a:pt x="5230" y="10869"/>
                  <a:pt x="5041" y="10586"/>
                </a:cubicBezTo>
                <a:cubicBezTo>
                  <a:pt x="4695" y="10113"/>
                  <a:pt x="4128" y="9767"/>
                  <a:pt x="3529" y="9609"/>
                </a:cubicBezTo>
                <a:cubicBezTo>
                  <a:pt x="3057" y="9483"/>
                  <a:pt x="2742" y="9042"/>
                  <a:pt x="2742" y="8569"/>
                </a:cubicBezTo>
                <a:cubicBezTo>
                  <a:pt x="2742" y="8002"/>
                  <a:pt x="3214" y="7561"/>
                  <a:pt x="3781" y="7561"/>
                </a:cubicBezTo>
                <a:lnTo>
                  <a:pt x="4789" y="7561"/>
                </a:lnTo>
                <a:lnTo>
                  <a:pt x="4789" y="4789"/>
                </a:lnTo>
                <a:lnTo>
                  <a:pt x="4096" y="4789"/>
                </a:lnTo>
                <a:cubicBezTo>
                  <a:pt x="3687" y="4789"/>
                  <a:pt x="3372" y="5104"/>
                  <a:pt x="3372" y="5513"/>
                </a:cubicBezTo>
                <a:cubicBezTo>
                  <a:pt x="3372" y="5891"/>
                  <a:pt x="3687" y="6206"/>
                  <a:pt x="4096" y="6206"/>
                </a:cubicBezTo>
                <a:cubicBezTo>
                  <a:pt x="4285" y="6206"/>
                  <a:pt x="4443" y="6364"/>
                  <a:pt x="4443" y="6553"/>
                </a:cubicBezTo>
                <a:cubicBezTo>
                  <a:pt x="4443" y="6774"/>
                  <a:pt x="4285" y="6931"/>
                  <a:pt x="4096" y="6931"/>
                </a:cubicBezTo>
                <a:cubicBezTo>
                  <a:pt x="3340" y="6931"/>
                  <a:pt x="2710" y="6301"/>
                  <a:pt x="2710" y="5545"/>
                </a:cubicBezTo>
                <a:cubicBezTo>
                  <a:pt x="2710" y="5387"/>
                  <a:pt x="2742" y="5261"/>
                  <a:pt x="2805" y="5135"/>
                </a:cubicBezTo>
                <a:cubicBezTo>
                  <a:pt x="2521" y="4883"/>
                  <a:pt x="2363" y="4568"/>
                  <a:pt x="2363" y="4159"/>
                </a:cubicBezTo>
                <a:cubicBezTo>
                  <a:pt x="2363" y="4001"/>
                  <a:pt x="2395" y="3875"/>
                  <a:pt x="2426" y="3781"/>
                </a:cubicBezTo>
                <a:cubicBezTo>
                  <a:pt x="2174" y="3497"/>
                  <a:pt x="2017" y="3182"/>
                  <a:pt x="2017" y="2772"/>
                </a:cubicBezTo>
                <a:cubicBezTo>
                  <a:pt x="2080" y="2048"/>
                  <a:pt x="2710" y="1449"/>
                  <a:pt x="3466" y="1449"/>
                </a:cubicBezTo>
                <a:lnTo>
                  <a:pt x="4915" y="1449"/>
                </a:lnTo>
                <a:cubicBezTo>
                  <a:pt x="5073" y="1040"/>
                  <a:pt x="5419" y="725"/>
                  <a:pt x="5892" y="725"/>
                </a:cubicBezTo>
                <a:close/>
                <a:moveTo>
                  <a:pt x="1009" y="0"/>
                </a:moveTo>
                <a:cubicBezTo>
                  <a:pt x="473" y="32"/>
                  <a:pt x="1" y="504"/>
                  <a:pt x="1" y="1040"/>
                </a:cubicBezTo>
                <a:lnTo>
                  <a:pt x="1" y="10838"/>
                </a:lnTo>
                <a:cubicBezTo>
                  <a:pt x="1" y="11405"/>
                  <a:pt x="473" y="11846"/>
                  <a:pt x="1009" y="11846"/>
                </a:cubicBezTo>
                <a:lnTo>
                  <a:pt x="10807" y="11846"/>
                </a:lnTo>
                <a:cubicBezTo>
                  <a:pt x="11374" y="11846"/>
                  <a:pt x="11815" y="11373"/>
                  <a:pt x="11815" y="10775"/>
                </a:cubicBezTo>
                <a:lnTo>
                  <a:pt x="11815" y="1071"/>
                </a:lnTo>
                <a:cubicBezTo>
                  <a:pt x="11815" y="504"/>
                  <a:pt x="11342" y="32"/>
                  <a:pt x="10807" y="32"/>
                </a:cubicBezTo>
                <a:lnTo>
                  <a:pt x="100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52" name="Google Shape;5622;p57">
            <a:extLst>
              <a:ext uri="{FF2B5EF4-FFF2-40B4-BE49-F238E27FC236}">
                <a16:creationId xmlns:a16="http://schemas.microsoft.com/office/drawing/2014/main" id="{BF66C388-25C8-6DB4-26F6-37FE499EC8D6}"/>
              </a:ext>
            </a:extLst>
          </p:cNvPr>
          <p:cNvSpPr/>
          <p:nvPr/>
        </p:nvSpPr>
        <p:spPr>
          <a:xfrm>
            <a:off x="10673198" y="5062428"/>
            <a:ext cx="73387" cy="45395"/>
          </a:xfrm>
          <a:custGeom>
            <a:avLst/>
            <a:gdLst/>
            <a:ahLst/>
            <a:cxnLst/>
            <a:rect l="l" t="t" r="r" b="b"/>
            <a:pathLst>
              <a:path w="1733" h="1072" extrusionOk="0">
                <a:moveTo>
                  <a:pt x="0" y="0"/>
                </a:moveTo>
                <a:lnTo>
                  <a:pt x="0" y="725"/>
                </a:lnTo>
                <a:lnTo>
                  <a:pt x="725" y="725"/>
                </a:lnTo>
                <a:cubicBezTo>
                  <a:pt x="748" y="722"/>
                  <a:pt x="772" y="721"/>
                  <a:pt x="795" y="721"/>
                </a:cubicBezTo>
                <a:cubicBezTo>
                  <a:pt x="1086" y="721"/>
                  <a:pt x="1374" y="896"/>
                  <a:pt x="1607" y="1071"/>
                </a:cubicBezTo>
                <a:cubicBezTo>
                  <a:pt x="1701" y="945"/>
                  <a:pt x="1733" y="819"/>
                  <a:pt x="1733" y="725"/>
                </a:cubicBezTo>
                <a:cubicBezTo>
                  <a:pt x="1733" y="315"/>
                  <a:pt x="1418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53" name="Google Shape;5623;p57">
            <a:extLst>
              <a:ext uri="{FF2B5EF4-FFF2-40B4-BE49-F238E27FC236}">
                <a16:creationId xmlns:a16="http://schemas.microsoft.com/office/drawing/2014/main" id="{D1EA0017-803E-DA2E-B8DA-A9E1CACD802F}"/>
              </a:ext>
            </a:extLst>
          </p:cNvPr>
          <p:cNvSpPr/>
          <p:nvPr/>
        </p:nvSpPr>
        <p:spPr>
          <a:xfrm>
            <a:off x="10525111" y="5269206"/>
            <a:ext cx="205466" cy="88081"/>
          </a:xfrm>
          <a:custGeom>
            <a:avLst/>
            <a:gdLst/>
            <a:ahLst/>
            <a:cxnLst/>
            <a:rect l="l" t="t" r="r" b="b"/>
            <a:pathLst>
              <a:path w="4852" h="2080" extrusionOk="0">
                <a:moveTo>
                  <a:pt x="315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662"/>
                  <a:pt x="284" y="693"/>
                </a:cubicBezTo>
                <a:cubicBezTo>
                  <a:pt x="1008" y="914"/>
                  <a:pt x="1701" y="1355"/>
                  <a:pt x="2174" y="1922"/>
                </a:cubicBezTo>
                <a:cubicBezTo>
                  <a:pt x="2205" y="2017"/>
                  <a:pt x="2269" y="2080"/>
                  <a:pt x="2426" y="2080"/>
                </a:cubicBezTo>
                <a:cubicBezTo>
                  <a:pt x="2584" y="2080"/>
                  <a:pt x="2678" y="2017"/>
                  <a:pt x="2710" y="1922"/>
                </a:cubicBezTo>
                <a:cubicBezTo>
                  <a:pt x="3151" y="1355"/>
                  <a:pt x="3812" y="882"/>
                  <a:pt x="4568" y="662"/>
                </a:cubicBezTo>
                <a:cubicBezTo>
                  <a:pt x="4726" y="630"/>
                  <a:pt x="4852" y="504"/>
                  <a:pt x="4852" y="347"/>
                </a:cubicBezTo>
                <a:cubicBezTo>
                  <a:pt x="4852" y="158"/>
                  <a:pt x="4694" y="0"/>
                  <a:pt x="4474" y="0"/>
                </a:cubicBezTo>
                <a:lnTo>
                  <a:pt x="3371" y="0"/>
                </a:lnTo>
                <a:cubicBezTo>
                  <a:pt x="3214" y="410"/>
                  <a:pt x="2867" y="725"/>
                  <a:pt x="2395" y="725"/>
                </a:cubicBezTo>
                <a:cubicBezTo>
                  <a:pt x="1922" y="725"/>
                  <a:pt x="1575" y="441"/>
                  <a:pt x="14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54" name="Google Shape;5624;p57">
            <a:extLst>
              <a:ext uri="{FF2B5EF4-FFF2-40B4-BE49-F238E27FC236}">
                <a16:creationId xmlns:a16="http://schemas.microsoft.com/office/drawing/2014/main" id="{C0288EB1-E714-5E57-268A-CFF99FFC01A0}"/>
              </a:ext>
            </a:extLst>
          </p:cNvPr>
          <p:cNvSpPr/>
          <p:nvPr/>
        </p:nvSpPr>
        <p:spPr>
          <a:xfrm>
            <a:off x="10494408" y="5003692"/>
            <a:ext cx="89436" cy="45438"/>
          </a:xfrm>
          <a:custGeom>
            <a:avLst/>
            <a:gdLst/>
            <a:ahLst/>
            <a:cxnLst/>
            <a:rect l="l" t="t" r="r" b="b"/>
            <a:pathLst>
              <a:path w="2112" h="1073" extrusionOk="0">
                <a:moveTo>
                  <a:pt x="725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851"/>
                  <a:pt x="64" y="978"/>
                  <a:pt x="127" y="1072"/>
                </a:cubicBezTo>
                <a:cubicBezTo>
                  <a:pt x="410" y="883"/>
                  <a:pt x="725" y="725"/>
                  <a:pt x="1072" y="725"/>
                </a:cubicBezTo>
                <a:lnTo>
                  <a:pt x="2111" y="725"/>
                </a:lnTo>
                <a:lnTo>
                  <a:pt x="211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55" name="Google Shape;5625;p57">
            <a:extLst>
              <a:ext uri="{FF2B5EF4-FFF2-40B4-BE49-F238E27FC236}">
                <a16:creationId xmlns:a16="http://schemas.microsoft.com/office/drawing/2014/main" id="{6B1B2910-051B-A29A-CFF6-4FF73B5FE5A8}"/>
              </a:ext>
            </a:extLst>
          </p:cNvPr>
          <p:cNvSpPr/>
          <p:nvPr/>
        </p:nvSpPr>
        <p:spPr>
          <a:xfrm>
            <a:off x="10511771" y="5063739"/>
            <a:ext cx="74742" cy="45395"/>
          </a:xfrm>
          <a:custGeom>
            <a:avLst/>
            <a:gdLst/>
            <a:ahLst/>
            <a:cxnLst/>
            <a:rect l="l" t="t" r="r" b="b"/>
            <a:pathLst>
              <a:path w="1765" h="1072" extrusionOk="0">
                <a:moveTo>
                  <a:pt x="693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851"/>
                  <a:pt x="32" y="1009"/>
                  <a:pt x="126" y="1072"/>
                </a:cubicBezTo>
                <a:cubicBezTo>
                  <a:pt x="347" y="820"/>
                  <a:pt x="693" y="725"/>
                  <a:pt x="1071" y="725"/>
                </a:cubicBezTo>
                <a:lnTo>
                  <a:pt x="1764" y="725"/>
                </a:lnTo>
                <a:lnTo>
                  <a:pt x="176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56" name="Google Shape;5626;p57">
            <a:extLst>
              <a:ext uri="{FF2B5EF4-FFF2-40B4-BE49-F238E27FC236}">
                <a16:creationId xmlns:a16="http://schemas.microsoft.com/office/drawing/2014/main" id="{AE7F53A4-FE7A-9257-A470-9EEFDC8E9B57}"/>
              </a:ext>
            </a:extLst>
          </p:cNvPr>
          <p:cNvSpPr/>
          <p:nvPr/>
        </p:nvSpPr>
        <p:spPr>
          <a:xfrm>
            <a:off x="9064905" y="5541194"/>
            <a:ext cx="503038" cy="502996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451" y="6995"/>
                </a:moveTo>
                <a:lnTo>
                  <a:pt x="5451" y="7688"/>
                </a:lnTo>
                <a:lnTo>
                  <a:pt x="4443" y="7688"/>
                </a:lnTo>
                <a:cubicBezTo>
                  <a:pt x="4223" y="7688"/>
                  <a:pt x="4065" y="7530"/>
                  <a:pt x="4065" y="7341"/>
                </a:cubicBezTo>
                <a:cubicBezTo>
                  <a:pt x="4065" y="7152"/>
                  <a:pt x="4223" y="6995"/>
                  <a:pt x="4443" y="6995"/>
                </a:cubicBezTo>
                <a:close/>
                <a:moveTo>
                  <a:pt x="6491" y="8349"/>
                </a:moveTo>
                <a:lnTo>
                  <a:pt x="6491" y="8381"/>
                </a:lnTo>
                <a:cubicBezTo>
                  <a:pt x="6680" y="8381"/>
                  <a:pt x="6837" y="8538"/>
                  <a:pt x="6837" y="8727"/>
                </a:cubicBezTo>
                <a:cubicBezTo>
                  <a:pt x="6837" y="8916"/>
                  <a:pt x="6680" y="9074"/>
                  <a:pt x="6491" y="9074"/>
                </a:cubicBezTo>
                <a:lnTo>
                  <a:pt x="6113" y="9074"/>
                </a:lnTo>
                <a:lnTo>
                  <a:pt x="6113" y="8349"/>
                </a:lnTo>
                <a:close/>
                <a:moveTo>
                  <a:pt x="5451" y="9736"/>
                </a:moveTo>
                <a:lnTo>
                  <a:pt x="5451" y="10460"/>
                </a:lnTo>
                <a:lnTo>
                  <a:pt x="5105" y="10460"/>
                </a:lnTo>
                <a:cubicBezTo>
                  <a:pt x="4916" y="10460"/>
                  <a:pt x="4758" y="10303"/>
                  <a:pt x="4758" y="10114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262" y="1"/>
                  <a:pt x="4821" y="473"/>
                  <a:pt x="4821" y="1040"/>
                </a:cubicBezTo>
                <a:cubicBezTo>
                  <a:pt x="4821" y="1481"/>
                  <a:pt x="5105" y="1859"/>
                  <a:pt x="5546" y="2017"/>
                </a:cubicBezTo>
                <a:lnTo>
                  <a:pt x="5546" y="3340"/>
                </a:lnTo>
                <a:cubicBezTo>
                  <a:pt x="4441" y="2451"/>
                  <a:pt x="3936" y="2115"/>
                  <a:pt x="3379" y="2115"/>
                </a:cubicBezTo>
                <a:cubicBezTo>
                  <a:pt x="3285" y="2115"/>
                  <a:pt x="3189" y="2125"/>
                  <a:pt x="3088" y="2143"/>
                </a:cubicBezTo>
                <a:cubicBezTo>
                  <a:pt x="2584" y="2237"/>
                  <a:pt x="2301" y="2679"/>
                  <a:pt x="2080" y="3183"/>
                </a:cubicBezTo>
                <a:cubicBezTo>
                  <a:pt x="1734" y="3750"/>
                  <a:pt x="1324" y="4506"/>
                  <a:pt x="221" y="4947"/>
                </a:cubicBezTo>
                <a:cubicBezTo>
                  <a:pt x="64" y="5010"/>
                  <a:pt x="1" y="5167"/>
                  <a:pt x="32" y="5325"/>
                </a:cubicBezTo>
                <a:cubicBezTo>
                  <a:pt x="64" y="5482"/>
                  <a:pt x="190" y="5608"/>
                  <a:pt x="379" y="5608"/>
                </a:cubicBezTo>
                <a:lnTo>
                  <a:pt x="1104" y="5608"/>
                </a:lnTo>
                <a:cubicBezTo>
                  <a:pt x="1104" y="5608"/>
                  <a:pt x="2584" y="5577"/>
                  <a:pt x="3372" y="3750"/>
                </a:cubicBezTo>
                <a:cubicBezTo>
                  <a:pt x="3446" y="3626"/>
                  <a:pt x="3579" y="3541"/>
                  <a:pt x="3724" y="3541"/>
                </a:cubicBezTo>
                <a:cubicBezTo>
                  <a:pt x="3764" y="3541"/>
                  <a:pt x="3804" y="3547"/>
                  <a:pt x="3844" y="3561"/>
                </a:cubicBezTo>
                <a:cubicBezTo>
                  <a:pt x="4002" y="3655"/>
                  <a:pt x="4128" y="3844"/>
                  <a:pt x="4034" y="4033"/>
                </a:cubicBezTo>
                <a:cubicBezTo>
                  <a:pt x="3718" y="4789"/>
                  <a:pt x="3309" y="5293"/>
                  <a:pt x="2868" y="5640"/>
                </a:cubicBezTo>
                <a:lnTo>
                  <a:pt x="3655" y="5640"/>
                </a:lnTo>
                <a:cubicBezTo>
                  <a:pt x="3971" y="5388"/>
                  <a:pt x="4254" y="5010"/>
                  <a:pt x="4254" y="4632"/>
                </a:cubicBezTo>
                <a:cubicBezTo>
                  <a:pt x="4254" y="4443"/>
                  <a:pt x="4412" y="4285"/>
                  <a:pt x="4601" y="4285"/>
                </a:cubicBezTo>
                <a:cubicBezTo>
                  <a:pt x="4790" y="4285"/>
                  <a:pt x="4947" y="4443"/>
                  <a:pt x="4947" y="4632"/>
                </a:cubicBezTo>
                <a:cubicBezTo>
                  <a:pt x="4947" y="5010"/>
                  <a:pt x="4821" y="5388"/>
                  <a:pt x="4601" y="5640"/>
                </a:cubicBezTo>
                <a:lnTo>
                  <a:pt x="5609" y="5640"/>
                </a:lnTo>
                <a:lnTo>
                  <a:pt x="5609" y="6365"/>
                </a:lnTo>
                <a:lnTo>
                  <a:pt x="4601" y="6365"/>
                </a:lnTo>
                <a:cubicBezTo>
                  <a:pt x="4002" y="6365"/>
                  <a:pt x="3561" y="6837"/>
                  <a:pt x="3561" y="7373"/>
                </a:cubicBezTo>
                <a:cubicBezTo>
                  <a:pt x="3561" y="7971"/>
                  <a:pt x="4034" y="8412"/>
                  <a:pt x="4601" y="8412"/>
                </a:cubicBezTo>
                <a:lnTo>
                  <a:pt x="5609" y="8412"/>
                </a:lnTo>
                <a:lnTo>
                  <a:pt x="5609" y="9106"/>
                </a:lnTo>
                <a:lnTo>
                  <a:pt x="5262" y="9106"/>
                </a:lnTo>
                <a:cubicBezTo>
                  <a:pt x="4664" y="9106"/>
                  <a:pt x="4254" y="9578"/>
                  <a:pt x="4254" y="10145"/>
                </a:cubicBezTo>
                <a:cubicBezTo>
                  <a:pt x="4254" y="10744"/>
                  <a:pt x="4727" y="11153"/>
                  <a:pt x="5262" y="11153"/>
                </a:cubicBezTo>
                <a:lnTo>
                  <a:pt x="5609" y="11153"/>
                </a:lnTo>
                <a:lnTo>
                  <a:pt x="5609" y="11531"/>
                </a:lnTo>
                <a:cubicBezTo>
                  <a:pt x="5609" y="11720"/>
                  <a:pt x="5766" y="11878"/>
                  <a:pt x="5987" y="11878"/>
                </a:cubicBezTo>
                <a:cubicBezTo>
                  <a:pt x="6176" y="11878"/>
                  <a:pt x="6333" y="11720"/>
                  <a:pt x="6333" y="11531"/>
                </a:cubicBezTo>
                <a:lnTo>
                  <a:pt x="6333" y="11153"/>
                </a:lnTo>
                <a:lnTo>
                  <a:pt x="6680" y="11153"/>
                </a:lnTo>
                <a:cubicBezTo>
                  <a:pt x="6869" y="11153"/>
                  <a:pt x="7026" y="10996"/>
                  <a:pt x="7026" y="10807"/>
                </a:cubicBezTo>
                <a:cubicBezTo>
                  <a:pt x="7026" y="10618"/>
                  <a:pt x="6869" y="10460"/>
                  <a:pt x="6680" y="10460"/>
                </a:cubicBezTo>
                <a:lnTo>
                  <a:pt x="6333" y="10460"/>
                </a:lnTo>
                <a:lnTo>
                  <a:pt x="6333" y="9736"/>
                </a:lnTo>
                <a:lnTo>
                  <a:pt x="6680" y="9736"/>
                </a:lnTo>
                <a:cubicBezTo>
                  <a:pt x="7279" y="9736"/>
                  <a:pt x="7720" y="9263"/>
                  <a:pt x="7720" y="8727"/>
                </a:cubicBezTo>
                <a:cubicBezTo>
                  <a:pt x="7720" y="8129"/>
                  <a:pt x="7247" y="7688"/>
                  <a:pt x="6680" y="7688"/>
                </a:cubicBezTo>
                <a:lnTo>
                  <a:pt x="6333" y="7688"/>
                </a:lnTo>
                <a:lnTo>
                  <a:pt x="6333" y="6995"/>
                </a:lnTo>
                <a:lnTo>
                  <a:pt x="7342" y="6995"/>
                </a:lnTo>
                <a:cubicBezTo>
                  <a:pt x="7751" y="6995"/>
                  <a:pt x="8098" y="6743"/>
                  <a:pt x="8255" y="6428"/>
                </a:cubicBezTo>
                <a:cubicBezTo>
                  <a:pt x="8066" y="6333"/>
                  <a:pt x="7877" y="6176"/>
                  <a:pt x="7657" y="6018"/>
                </a:cubicBezTo>
                <a:cubicBezTo>
                  <a:pt x="7625" y="6176"/>
                  <a:pt x="7499" y="6270"/>
                  <a:pt x="7310" y="6270"/>
                </a:cubicBezTo>
                <a:lnTo>
                  <a:pt x="6302" y="6270"/>
                </a:lnTo>
                <a:lnTo>
                  <a:pt x="6302" y="5577"/>
                </a:lnTo>
                <a:lnTo>
                  <a:pt x="7310" y="5577"/>
                </a:lnTo>
                <a:cubicBezTo>
                  <a:pt x="7121" y="5262"/>
                  <a:pt x="6963" y="4947"/>
                  <a:pt x="6963" y="4537"/>
                </a:cubicBezTo>
                <a:cubicBezTo>
                  <a:pt x="6963" y="4348"/>
                  <a:pt x="7121" y="4191"/>
                  <a:pt x="7310" y="4191"/>
                </a:cubicBezTo>
                <a:cubicBezTo>
                  <a:pt x="7499" y="4191"/>
                  <a:pt x="7657" y="4348"/>
                  <a:pt x="7657" y="4537"/>
                </a:cubicBezTo>
                <a:cubicBezTo>
                  <a:pt x="7657" y="4978"/>
                  <a:pt x="7940" y="5293"/>
                  <a:pt x="8255" y="5577"/>
                </a:cubicBezTo>
                <a:lnTo>
                  <a:pt x="9043" y="5577"/>
                </a:lnTo>
                <a:cubicBezTo>
                  <a:pt x="8602" y="5230"/>
                  <a:pt x="8224" y="4758"/>
                  <a:pt x="7877" y="3970"/>
                </a:cubicBezTo>
                <a:cubicBezTo>
                  <a:pt x="7783" y="3813"/>
                  <a:pt x="7877" y="3561"/>
                  <a:pt x="8066" y="3498"/>
                </a:cubicBezTo>
                <a:cubicBezTo>
                  <a:pt x="8108" y="3472"/>
                  <a:pt x="8155" y="3461"/>
                  <a:pt x="8203" y="3461"/>
                </a:cubicBezTo>
                <a:cubicBezTo>
                  <a:pt x="8333" y="3461"/>
                  <a:pt x="8470" y="3548"/>
                  <a:pt x="8539" y="3687"/>
                </a:cubicBezTo>
                <a:cubicBezTo>
                  <a:pt x="9326" y="5545"/>
                  <a:pt x="10807" y="5545"/>
                  <a:pt x="10807" y="5545"/>
                </a:cubicBezTo>
                <a:lnTo>
                  <a:pt x="11532" y="5545"/>
                </a:lnTo>
                <a:cubicBezTo>
                  <a:pt x="11689" y="5545"/>
                  <a:pt x="11847" y="5419"/>
                  <a:pt x="11878" y="5262"/>
                </a:cubicBezTo>
                <a:cubicBezTo>
                  <a:pt x="11721" y="5167"/>
                  <a:pt x="11626" y="5010"/>
                  <a:pt x="11469" y="4947"/>
                </a:cubicBezTo>
                <a:cubicBezTo>
                  <a:pt x="10366" y="4506"/>
                  <a:pt x="9988" y="3750"/>
                  <a:pt x="9641" y="3183"/>
                </a:cubicBezTo>
                <a:cubicBezTo>
                  <a:pt x="9358" y="2710"/>
                  <a:pt x="9106" y="2269"/>
                  <a:pt x="8602" y="2143"/>
                </a:cubicBezTo>
                <a:cubicBezTo>
                  <a:pt x="8535" y="2127"/>
                  <a:pt x="8466" y="2119"/>
                  <a:pt x="8393" y="2119"/>
                </a:cubicBezTo>
                <a:cubicBezTo>
                  <a:pt x="7880" y="2119"/>
                  <a:pt x="7197" y="2512"/>
                  <a:pt x="6176" y="3340"/>
                </a:cubicBezTo>
                <a:lnTo>
                  <a:pt x="6176" y="2017"/>
                </a:lnTo>
                <a:cubicBezTo>
                  <a:pt x="6554" y="1859"/>
                  <a:pt x="6869" y="1513"/>
                  <a:pt x="6869" y="1040"/>
                </a:cubicBezTo>
                <a:cubicBezTo>
                  <a:pt x="6869" y="442"/>
                  <a:pt x="6396" y="1"/>
                  <a:pt x="586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57" name="Google Shape;5627;p57">
            <a:extLst>
              <a:ext uri="{FF2B5EF4-FFF2-40B4-BE49-F238E27FC236}">
                <a16:creationId xmlns:a16="http://schemas.microsoft.com/office/drawing/2014/main" id="{31642346-7A89-537C-0F2E-DC9DFF6A1258}"/>
              </a:ext>
            </a:extLst>
          </p:cNvPr>
          <p:cNvSpPr txBox="1"/>
          <p:nvPr/>
        </p:nvSpPr>
        <p:spPr>
          <a:xfrm>
            <a:off x="592208" y="558256"/>
            <a:ext cx="5118028" cy="70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  <a:sym typeface="Arial"/>
              </a:rPr>
              <a:t>Educational Icons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Cambria" panose="02040503050406030204" pitchFamily="18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358" name="Google Shape;5628;p57">
            <a:extLst>
              <a:ext uri="{FF2B5EF4-FFF2-40B4-BE49-F238E27FC236}">
                <a16:creationId xmlns:a16="http://schemas.microsoft.com/office/drawing/2014/main" id="{580A0B09-0AEF-A4B3-72AE-029024CEE967}"/>
              </a:ext>
            </a:extLst>
          </p:cNvPr>
          <p:cNvSpPr txBox="1"/>
          <p:nvPr/>
        </p:nvSpPr>
        <p:spPr>
          <a:xfrm>
            <a:off x="6484276" y="558256"/>
            <a:ext cx="5118028" cy="70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  <a:sym typeface="Arial"/>
              </a:rPr>
              <a:t>Medical Icons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Cambria" panose="02040503050406030204" pitchFamily="18" charset="0"/>
              <a:cs typeface="Poppins" panose="000005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7089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44;p59">
            <a:extLst>
              <a:ext uri="{FF2B5EF4-FFF2-40B4-BE49-F238E27FC236}">
                <a16:creationId xmlns:a16="http://schemas.microsoft.com/office/drawing/2014/main" id="{D665FE6C-FF02-91D5-C158-3137F9053507}"/>
              </a:ext>
            </a:extLst>
          </p:cNvPr>
          <p:cNvSpPr/>
          <p:nvPr/>
        </p:nvSpPr>
        <p:spPr>
          <a:xfrm>
            <a:off x="893768" y="1680571"/>
            <a:ext cx="88203" cy="348595"/>
          </a:xfrm>
          <a:custGeom>
            <a:avLst/>
            <a:gdLst/>
            <a:ahLst/>
            <a:cxnLst/>
            <a:rect l="l" t="t" r="r" b="b"/>
            <a:pathLst>
              <a:path w="2049" h="8098" extrusionOk="0">
                <a:moveTo>
                  <a:pt x="1702" y="0"/>
                </a:moveTo>
                <a:cubicBezTo>
                  <a:pt x="757" y="0"/>
                  <a:pt x="1" y="788"/>
                  <a:pt x="1" y="1733"/>
                </a:cubicBezTo>
                <a:lnTo>
                  <a:pt x="1" y="8097"/>
                </a:lnTo>
                <a:cubicBezTo>
                  <a:pt x="348" y="7782"/>
                  <a:pt x="820" y="7562"/>
                  <a:pt x="1387" y="7562"/>
                </a:cubicBezTo>
                <a:lnTo>
                  <a:pt x="2049" y="7562"/>
                </a:lnTo>
                <a:lnTo>
                  <a:pt x="204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13" name="Google Shape;6145;p59">
            <a:extLst>
              <a:ext uri="{FF2B5EF4-FFF2-40B4-BE49-F238E27FC236}">
                <a16:creationId xmlns:a16="http://schemas.microsoft.com/office/drawing/2014/main" id="{CCE2C800-B364-AF65-5017-B8842300B7C4}"/>
              </a:ext>
            </a:extLst>
          </p:cNvPr>
          <p:cNvSpPr/>
          <p:nvPr/>
        </p:nvSpPr>
        <p:spPr>
          <a:xfrm>
            <a:off x="893768" y="2034547"/>
            <a:ext cx="417771" cy="118035"/>
          </a:xfrm>
          <a:custGeom>
            <a:avLst/>
            <a:gdLst/>
            <a:ahLst/>
            <a:cxnLst/>
            <a:rect l="l" t="t" r="r" b="b"/>
            <a:pathLst>
              <a:path w="9705" h="2742" extrusionOk="0">
                <a:moveTo>
                  <a:pt x="1387" y="0"/>
                </a:moveTo>
                <a:cubicBezTo>
                  <a:pt x="631" y="0"/>
                  <a:pt x="1" y="630"/>
                  <a:pt x="1" y="1386"/>
                </a:cubicBezTo>
                <a:cubicBezTo>
                  <a:pt x="1" y="2111"/>
                  <a:pt x="600" y="2741"/>
                  <a:pt x="1356" y="2741"/>
                </a:cubicBezTo>
                <a:lnTo>
                  <a:pt x="4758" y="2741"/>
                </a:lnTo>
                <a:lnTo>
                  <a:pt x="4758" y="1733"/>
                </a:lnTo>
                <a:lnTo>
                  <a:pt x="1702" y="1733"/>
                </a:lnTo>
                <a:cubicBezTo>
                  <a:pt x="1513" y="1733"/>
                  <a:pt x="1356" y="1575"/>
                  <a:pt x="1356" y="1355"/>
                </a:cubicBezTo>
                <a:cubicBezTo>
                  <a:pt x="1356" y="1166"/>
                  <a:pt x="1513" y="1008"/>
                  <a:pt x="1702" y="1008"/>
                </a:cubicBezTo>
                <a:lnTo>
                  <a:pt x="9232" y="1008"/>
                </a:lnTo>
                <a:cubicBezTo>
                  <a:pt x="9263" y="851"/>
                  <a:pt x="9326" y="662"/>
                  <a:pt x="9452" y="536"/>
                </a:cubicBezTo>
                <a:cubicBezTo>
                  <a:pt x="9704" y="221"/>
                  <a:pt x="9484" y="0"/>
                  <a:pt x="92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14" name="Google Shape;6146;p59">
            <a:extLst>
              <a:ext uri="{FF2B5EF4-FFF2-40B4-BE49-F238E27FC236}">
                <a16:creationId xmlns:a16="http://schemas.microsoft.com/office/drawing/2014/main" id="{BFB3BCF5-9D50-CD23-EA39-B8DF0EA1EB5A}"/>
              </a:ext>
            </a:extLst>
          </p:cNvPr>
          <p:cNvSpPr/>
          <p:nvPr/>
        </p:nvSpPr>
        <p:spPr>
          <a:xfrm>
            <a:off x="1216576" y="2109104"/>
            <a:ext cx="94962" cy="43477"/>
          </a:xfrm>
          <a:custGeom>
            <a:avLst/>
            <a:gdLst/>
            <a:ahLst/>
            <a:cxnLst/>
            <a:rect l="l" t="t" r="r" b="b"/>
            <a:pathLst>
              <a:path w="2206" h="1010" extrusionOk="0">
                <a:moveTo>
                  <a:pt x="0" y="1"/>
                </a:moveTo>
                <a:lnTo>
                  <a:pt x="0" y="1009"/>
                </a:lnTo>
                <a:lnTo>
                  <a:pt x="1670" y="1009"/>
                </a:lnTo>
                <a:cubicBezTo>
                  <a:pt x="1953" y="1009"/>
                  <a:pt x="2205" y="788"/>
                  <a:pt x="1953" y="505"/>
                </a:cubicBezTo>
                <a:cubicBezTo>
                  <a:pt x="1827" y="347"/>
                  <a:pt x="1764" y="190"/>
                  <a:pt x="167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15" name="Google Shape;6147;p59">
            <a:extLst>
              <a:ext uri="{FF2B5EF4-FFF2-40B4-BE49-F238E27FC236}">
                <a16:creationId xmlns:a16="http://schemas.microsoft.com/office/drawing/2014/main" id="{B01B1380-74CA-3873-9ECF-491A4688C648}"/>
              </a:ext>
            </a:extLst>
          </p:cNvPr>
          <p:cNvSpPr/>
          <p:nvPr/>
        </p:nvSpPr>
        <p:spPr>
          <a:xfrm>
            <a:off x="1085026" y="1858226"/>
            <a:ext cx="145154" cy="59706"/>
          </a:xfrm>
          <a:custGeom>
            <a:avLst/>
            <a:gdLst/>
            <a:ahLst/>
            <a:cxnLst/>
            <a:rect l="l" t="t" r="r" b="b"/>
            <a:pathLst>
              <a:path w="3372" h="1387" extrusionOk="0">
                <a:moveTo>
                  <a:pt x="1701" y="0"/>
                </a:moveTo>
                <a:cubicBezTo>
                  <a:pt x="882" y="0"/>
                  <a:pt x="221" y="599"/>
                  <a:pt x="0" y="1387"/>
                </a:cubicBezTo>
                <a:lnTo>
                  <a:pt x="3371" y="1387"/>
                </a:lnTo>
                <a:cubicBezTo>
                  <a:pt x="3214" y="599"/>
                  <a:pt x="2521" y="0"/>
                  <a:pt x="170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16" name="Google Shape;6148;p59">
            <a:extLst>
              <a:ext uri="{FF2B5EF4-FFF2-40B4-BE49-F238E27FC236}">
                <a16:creationId xmlns:a16="http://schemas.microsoft.com/office/drawing/2014/main" id="{6DC94B02-5416-02CB-FA2D-34C4984E47A4}"/>
              </a:ext>
            </a:extLst>
          </p:cNvPr>
          <p:cNvSpPr/>
          <p:nvPr/>
        </p:nvSpPr>
        <p:spPr>
          <a:xfrm>
            <a:off x="1129752" y="1770066"/>
            <a:ext cx="56994" cy="56994"/>
          </a:xfrm>
          <a:custGeom>
            <a:avLst/>
            <a:gdLst/>
            <a:ahLst/>
            <a:cxnLst/>
            <a:rect l="l" t="t" r="r" b="b"/>
            <a:pathLst>
              <a:path w="1324" h="1324" extrusionOk="0">
                <a:moveTo>
                  <a:pt x="662" y="1"/>
                </a:moveTo>
                <a:cubicBezTo>
                  <a:pt x="316" y="1"/>
                  <a:pt x="1" y="284"/>
                  <a:pt x="1" y="662"/>
                </a:cubicBezTo>
                <a:cubicBezTo>
                  <a:pt x="1" y="1040"/>
                  <a:pt x="316" y="1324"/>
                  <a:pt x="662" y="1324"/>
                </a:cubicBezTo>
                <a:cubicBezTo>
                  <a:pt x="1040" y="1324"/>
                  <a:pt x="1324" y="1040"/>
                  <a:pt x="1324" y="662"/>
                </a:cubicBezTo>
                <a:cubicBezTo>
                  <a:pt x="1324" y="284"/>
                  <a:pt x="1040" y="1"/>
                  <a:pt x="66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17" name="Google Shape;6149;p59">
            <a:extLst>
              <a:ext uri="{FF2B5EF4-FFF2-40B4-BE49-F238E27FC236}">
                <a16:creationId xmlns:a16="http://schemas.microsoft.com/office/drawing/2014/main" id="{2D2B8C68-6B19-C9B7-738E-7B319158E7FA}"/>
              </a:ext>
            </a:extLst>
          </p:cNvPr>
          <p:cNvSpPr/>
          <p:nvPr/>
        </p:nvSpPr>
        <p:spPr>
          <a:xfrm>
            <a:off x="1010424" y="1680571"/>
            <a:ext cx="295690" cy="325521"/>
          </a:xfrm>
          <a:custGeom>
            <a:avLst/>
            <a:gdLst/>
            <a:ahLst/>
            <a:cxnLst/>
            <a:rect l="l" t="t" r="r" b="b"/>
            <a:pathLst>
              <a:path w="6869" h="7562" extrusionOk="0">
                <a:moveTo>
                  <a:pt x="3434" y="1355"/>
                </a:moveTo>
                <a:cubicBezTo>
                  <a:pt x="4191" y="1355"/>
                  <a:pt x="4821" y="1985"/>
                  <a:pt x="4821" y="2741"/>
                </a:cubicBezTo>
                <a:cubicBezTo>
                  <a:pt x="4821" y="3088"/>
                  <a:pt x="4663" y="3403"/>
                  <a:pt x="4474" y="3655"/>
                </a:cubicBezTo>
                <a:cubicBezTo>
                  <a:pt x="5293" y="4033"/>
                  <a:pt x="5829" y="4852"/>
                  <a:pt x="5829" y="5829"/>
                </a:cubicBezTo>
                <a:cubicBezTo>
                  <a:pt x="5829" y="6018"/>
                  <a:pt x="5671" y="6175"/>
                  <a:pt x="5482" y="6175"/>
                </a:cubicBezTo>
                <a:lnTo>
                  <a:pt x="1387" y="6175"/>
                </a:lnTo>
                <a:cubicBezTo>
                  <a:pt x="1198" y="6175"/>
                  <a:pt x="1040" y="6018"/>
                  <a:pt x="1040" y="5829"/>
                </a:cubicBezTo>
                <a:cubicBezTo>
                  <a:pt x="1040" y="4852"/>
                  <a:pt x="1576" y="4033"/>
                  <a:pt x="2426" y="3655"/>
                </a:cubicBezTo>
                <a:cubicBezTo>
                  <a:pt x="2174" y="3403"/>
                  <a:pt x="2048" y="3088"/>
                  <a:pt x="2048" y="2741"/>
                </a:cubicBezTo>
                <a:cubicBezTo>
                  <a:pt x="2048" y="1985"/>
                  <a:pt x="2678" y="1355"/>
                  <a:pt x="3434" y="1355"/>
                </a:cubicBezTo>
                <a:close/>
                <a:moveTo>
                  <a:pt x="0" y="0"/>
                </a:moveTo>
                <a:lnTo>
                  <a:pt x="0" y="7562"/>
                </a:lnTo>
                <a:lnTo>
                  <a:pt x="6868" y="7562"/>
                </a:lnTo>
                <a:lnTo>
                  <a:pt x="6868" y="1009"/>
                </a:lnTo>
                <a:cubicBezTo>
                  <a:pt x="6868" y="473"/>
                  <a:pt x="6396" y="0"/>
                  <a:pt x="58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18" name="Google Shape;6150;p59">
            <a:extLst>
              <a:ext uri="{FF2B5EF4-FFF2-40B4-BE49-F238E27FC236}">
                <a16:creationId xmlns:a16="http://schemas.microsoft.com/office/drawing/2014/main" id="{2D7DAB97-5607-9F8A-E2F1-93C77CB93C20}"/>
              </a:ext>
            </a:extLst>
          </p:cNvPr>
          <p:cNvSpPr/>
          <p:nvPr/>
        </p:nvSpPr>
        <p:spPr>
          <a:xfrm>
            <a:off x="1129752" y="2109104"/>
            <a:ext cx="59706" cy="73309"/>
          </a:xfrm>
          <a:custGeom>
            <a:avLst/>
            <a:gdLst/>
            <a:ahLst/>
            <a:cxnLst/>
            <a:rect l="l" t="t" r="r" b="b"/>
            <a:pathLst>
              <a:path w="1387" h="1703" extrusionOk="0">
                <a:moveTo>
                  <a:pt x="1" y="1"/>
                </a:moveTo>
                <a:lnTo>
                  <a:pt x="1" y="1702"/>
                </a:lnTo>
                <a:lnTo>
                  <a:pt x="505" y="1387"/>
                </a:lnTo>
                <a:cubicBezTo>
                  <a:pt x="536" y="1324"/>
                  <a:pt x="631" y="1324"/>
                  <a:pt x="694" y="1324"/>
                </a:cubicBezTo>
                <a:cubicBezTo>
                  <a:pt x="711" y="1316"/>
                  <a:pt x="725" y="1312"/>
                  <a:pt x="739" y="1312"/>
                </a:cubicBezTo>
                <a:cubicBezTo>
                  <a:pt x="776" y="1312"/>
                  <a:pt x="805" y="1341"/>
                  <a:pt x="851" y="1387"/>
                </a:cubicBezTo>
                <a:lnTo>
                  <a:pt x="1387" y="1702"/>
                </a:lnTo>
                <a:lnTo>
                  <a:pt x="138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5" name="Google Shape;6152;p59">
            <a:extLst>
              <a:ext uri="{FF2B5EF4-FFF2-40B4-BE49-F238E27FC236}">
                <a16:creationId xmlns:a16="http://schemas.microsoft.com/office/drawing/2014/main" id="{15A5FA21-08D7-0810-05B0-541E4F5701B0}"/>
              </a:ext>
            </a:extLst>
          </p:cNvPr>
          <p:cNvSpPr/>
          <p:nvPr/>
        </p:nvSpPr>
        <p:spPr>
          <a:xfrm>
            <a:off x="967012" y="2394766"/>
            <a:ext cx="267236" cy="245497"/>
          </a:xfrm>
          <a:custGeom>
            <a:avLst/>
            <a:gdLst/>
            <a:ahLst/>
            <a:cxnLst/>
            <a:rect l="l" t="t" r="r" b="b"/>
            <a:pathLst>
              <a:path w="6208" h="5703" extrusionOk="0">
                <a:moveTo>
                  <a:pt x="3088" y="693"/>
                </a:moveTo>
                <a:cubicBezTo>
                  <a:pt x="3655" y="693"/>
                  <a:pt x="4128" y="1166"/>
                  <a:pt x="4128" y="1733"/>
                </a:cubicBezTo>
                <a:cubicBezTo>
                  <a:pt x="4128" y="2174"/>
                  <a:pt x="3844" y="2552"/>
                  <a:pt x="3466" y="2710"/>
                </a:cubicBezTo>
                <a:lnTo>
                  <a:pt x="3466" y="3119"/>
                </a:lnTo>
                <a:cubicBezTo>
                  <a:pt x="3466" y="3308"/>
                  <a:pt x="3309" y="3466"/>
                  <a:pt x="3088" y="3466"/>
                </a:cubicBezTo>
                <a:cubicBezTo>
                  <a:pt x="2899" y="3466"/>
                  <a:pt x="2742" y="3308"/>
                  <a:pt x="2742" y="3119"/>
                </a:cubicBezTo>
                <a:lnTo>
                  <a:pt x="2742" y="2710"/>
                </a:lnTo>
                <a:cubicBezTo>
                  <a:pt x="2742" y="2426"/>
                  <a:pt x="2931" y="2174"/>
                  <a:pt x="3214" y="2080"/>
                </a:cubicBezTo>
                <a:cubicBezTo>
                  <a:pt x="3340" y="2048"/>
                  <a:pt x="3466" y="1891"/>
                  <a:pt x="3466" y="1765"/>
                </a:cubicBezTo>
                <a:cubicBezTo>
                  <a:pt x="3466" y="1576"/>
                  <a:pt x="3309" y="1418"/>
                  <a:pt x="3088" y="1418"/>
                </a:cubicBezTo>
                <a:cubicBezTo>
                  <a:pt x="2899" y="1418"/>
                  <a:pt x="2742" y="1576"/>
                  <a:pt x="2742" y="1765"/>
                </a:cubicBezTo>
                <a:cubicBezTo>
                  <a:pt x="2742" y="1954"/>
                  <a:pt x="2584" y="2111"/>
                  <a:pt x="2395" y="2111"/>
                </a:cubicBezTo>
                <a:cubicBezTo>
                  <a:pt x="2206" y="2111"/>
                  <a:pt x="2049" y="1954"/>
                  <a:pt x="2049" y="1765"/>
                </a:cubicBezTo>
                <a:cubicBezTo>
                  <a:pt x="2080" y="1166"/>
                  <a:pt x="2553" y="693"/>
                  <a:pt x="3088" y="693"/>
                </a:cubicBezTo>
                <a:close/>
                <a:moveTo>
                  <a:pt x="3088" y="3781"/>
                </a:moveTo>
                <a:cubicBezTo>
                  <a:pt x="3309" y="3781"/>
                  <a:pt x="3466" y="3938"/>
                  <a:pt x="3466" y="4127"/>
                </a:cubicBezTo>
                <a:cubicBezTo>
                  <a:pt x="3466" y="4317"/>
                  <a:pt x="3309" y="4474"/>
                  <a:pt x="3088" y="4474"/>
                </a:cubicBezTo>
                <a:cubicBezTo>
                  <a:pt x="2899" y="4474"/>
                  <a:pt x="2742" y="4317"/>
                  <a:pt x="2742" y="4127"/>
                </a:cubicBezTo>
                <a:cubicBezTo>
                  <a:pt x="2742" y="3938"/>
                  <a:pt x="2899" y="3781"/>
                  <a:pt x="3088" y="3781"/>
                </a:cubicBezTo>
                <a:close/>
                <a:moveTo>
                  <a:pt x="347" y="0"/>
                </a:moveTo>
                <a:cubicBezTo>
                  <a:pt x="158" y="32"/>
                  <a:pt x="1" y="189"/>
                  <a:pt x="1" y="347"/>
                </a:cubicBezTo>
                <a:lnTo>
                  <a:pt x="1" y="5010"/>
                </a:lnTo>
                <a:lnTo>
                  <a:pt x="694" y="5703"/>
                </a:lnTo>
                <a:cubicBezTo>
                  <a:pt x="1371" y="5088"/>
                  <a:pt x="2238" y="4781"/>
                  <a:pt x="3104" y="4781"/>
                </a:cubicBezTo>
                <a:cubicBezTo>
                  <a:pt x="3970" y="4781"/>
                  <a:pt x="4837" y="5088"/>
                  <a:pt x="5514" y="5703"/>
                </a:cubicBezTo>
                <a:lnTo>
                  <a:pt x="6207" y="5010"/>
                </a:lnTo>
                <a:lnTo>
                  <a:pt x="6207" y="347"/>
                </a:lnTo>
                <a:cubicBezTo>
                  <a:pt x="6207" y="158"/>
                  <a:pt x="6050" y="0"/>
                  <a:pt x="58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6" name="Google Shape;6153;p59">
            <a:extLst>
              <a:ext uri="{FF2B5EF4-FFF2-40B4-BE49-F238E27FC236}">
                <a16:creationId xmlns:a16="http://schemas.microsoft.com/office/drawing/2014/main" id="{125430D6-4E31-ED85-D4A8-DB6A95B26104}"/>
              </a:ext>
            </a:extLst>
          </p:cNvPr>
          <p:cNvSpPr/>
          <p:nvPr/>
        </p:nvSpPr>
        <p:spPr>
          <a:xfrm>
            <a:off x="1227404" y="2535788"/>
            <a:ext cx="126171" cy="246875"/>
          </a:xfrm>
          <a:custGeom>
            <a:avLst/>
            <a:gdLst/>
            <a:ahLst/>
            <a:cxnLst/>
            <a:rect l="l" t="t" r="r" b="b"/>
            <a:pathLst>
              <a:path w="2931" h="5735" extrusionOk="0">
                <a:moveTo>
                  <a:pt x="2931" y="1"/>
                </a:moveTo>
                <a:lnTo>
                  <a:pt x="1" y="2899"/>
                </a:lnTo>
                <a:lnTo>
                  <a:pt x="2805" y="5735"/>
                </a:lnTo>
                <a:cubicBezTo>
                  <a:pt x="2868" y="5609"/>
                  <a:pt x="2931" y="5451"/>
                  <a:pt x="2931" y="5294"/>
                </a:cubicBezTo>
                <a:lnTo>
                  <a:pt x="293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7" name="Google Shape;6154;p59">
            <a:extLst>
              <a:ext uri="{FF2B5EF4-FFF2-40B4-BE49-F238E27FC236}">
                <a16:creationId xmlns:a16="http://schemas.microsoft.com/office/drawing/2014/main" id="{775D4C51-38A3-59BB-C395-82CC23B839E4}"/>
              </a:ext>
            </a:extLst>
          </p:cNvPr>
          <p:cNvSpPr/>
          <p:nvPr/>
        </p:nvSpPr>
        <p:spPr>
          <a:xfrm>
            <a:off x="873429" y="2629371"/>
            <a:ext cx="453027" cy="179076"/>
          </a:xfrm>
          <a:custGeom>
            <a:avLst/>
            <a:gdLst/>
            <a:ahLst/>
            <a:cxnLst/>
            <a:rect l="l" t="t" r="r" b="b"/>
            <a:pathLst>
              <a:path w="10524" h="4160" extrusionOk="0">
                <a:moveTo>
                  <a:pt x="5235" y="1"/>
                </a:moveTo>
                <a:cubicBezTo>
                  <a:pt x="4482" y="1"/>
                  <a:pt x="3734" y="284"/>
                  <a:pt x="3183" y="851"/>
                </a:cubicBezTo>
                <a:lnTo>
                  <a:pt x="1" y="4033"/>
                </a:lnTo>
                <a:cubicBezTo>
                  <a:pt x="158" y="4128"/>
                  <a:pt x="316" y="4159"/>
                  <a:pt x="473" y="4159"/>
                </a:cubicBezTo>
                <a:lnTo>
                  <a:pt x="10082" y="4159"/>
                </a:lnTo>
                <a:cubicBezTo>
                  <a:pt x="10240" y="4159"/>
                  <a:pt x="10398" y="4128"/>
                  <a:pt x="10524" y="4033"/>
                </a:cubicBezTo>
                <a:lnTo>
                  <a:pt x="7310" y="851"/>
                </a:lnTo>
                <a:cubicBezTo>
                  <a:pt x="6743" y="284"/>
                  <a:pt x="5987" y="1"/>
                  <a:pt x="523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8" name="Google Shape;6155;p59">
            <a:extLst>
              <a:ext uri="{FF2B5EF4-FFF2-40B4-BE49-F238E27FC236}">
                <a16:creationId xmlns:a16="http://schemas.microsoft.com/office/drawing/2014/main" id="{50B3B15F-7ACA-11CB-9D8D-7D15D435F4CB}"/>
              </a:ext>
            </a:extLst>
          </p:cNvPr>
          <p:cNvSpPr/>
          <p:nvPr/>
        </p:nvSpPr>
        <p:spPr>
          <a:xfrm>
            <a:off x="865292" y="2434111"/>
            <a:ext cx="71932" cy="146489"/>
          </a:xfrm>
          <a:custGeom>
            <a:avLst/>
            <a:gdLst/>
            <a:ahLst/>
            <a:cxnLst/>
            <a:rect l="l" t="t" r="r" b="b"/>
            <a:pathLst>
              <a:path w="1671" h="3403" extrusionOk="0">
                <a:moveTo>
                  <a:pt x="1671" y="0"/>
                </a:moveTo>
                <a:lnTo>
                  <a:pt x="1" y="1701"/>
                </a:lnTo>
                <a:lnTo>
                  <a:pt x="1671" y="3403"/>
                </a:lnTo>
                <a:lnTo>
                  <a:pt x="167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9" name="Google Shape;6156;p59">
            <a:extLst>
              <a:ext uri="{FF2B5EF4-FFF2-40B4-BE49-F238E27FC236}">
                <a16:creationId xmlns:a16="http://schemas.microsoft.com/office/drawing/2014/main" id="{363ED4E7-DD28-5E7B-3839-4C35EF1AB5BD}"/>
              </a:ext>
            </a:extLst>
          </p:cNvPr>
          <p:cNvSpPr/>
          <p:nvPr/>
        </p:nvSpPr>
        <p:spPr>
          <a:xfrm>
            <a:off x="1262659" y="2434111"/>
            <a:ext cx="74644" cy="146489"/>
          </a:xfrm>
          <a:custGeom>
            <a:avLst/>
            <a:gdLst/>
            <a:ahLst/>
            <a:cxnLst/>
            <a:rect l="l" t="t" r="r" b="b"/>
            <a:pathLst>
              <a:path w="1734" h="3403" extrusionOk="0">
                <a:moveTo>
                  <a:pt x="1" y="0"/>
                </a:moveTo>
                <a:lnTo>
                  <a:pt x="1" y="3403"/>
                </a:lnTo>
                <a:lnTo>
                  <a:pt x="1734" y="1701"/>
                </a:lnTo>
                <a:lnTo>
                  <a:pt x="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10" name="Google Shape;6157;p59">
            <a:extLst>
              <a:ext uri="{FF2B5EF4-FFF2-40B4-BE49-F238E27FC236}">
                <a16:creationId xmlns:a16="http://schemas.microsoft.com/office/drawing/2014/main" id="{D7CBB7B3-34F2-A772-94E5-CA64B2D9083A}"/>
              </a:ext>
            </a:extLst>
          </p:cNvPr>
          <p:cNvSpPr/>
          <p:nvPr/>
        </p:nvSpPr>
        <p:spPr>
          <a:xfrm>
            <a:off x="1006358" y="2306260"/>
            <a:ext cx="191258" cy="61428"/>
          </a:xfrm>
          <a:custGeom>
            <a:avLst/>
            <a:gdLst/>
            <a:ahLst/>
            <a:cxnLst/>
            <a:rect l="l" t="t" r="r" b="b"/>
            <a:pathLst>
              <a:path w="4443" h="1427" extrusionOk="0">
                <a:moveTo>
                  <a:pt x="2182" y="1"/>
                </a:moveTo>
                <a:cubicBezTo>
                  <a:pt x="1686" y="1"/>
                  <a:pt x="1198" y="182"/>
                  <a:pt x="851" y="544"/>
                </a:cubicBezTo>
                <a:lnTo>
                  <a:pt x="0" y="1426"/>
                </a:lnTo>
                <a:lnTo>
                  <a:pt x="4443" y="1426"/>
                </a:lnTo>
                <a:lnTo>
                  <a:pt x="3560" y="544"/>
                </a:lnTo>
                <a:cubicBezTo>
                  <a:pt x="3182" y="182"/>
                  <a:pt x="2678" y="1"/>
                  <a:pt x="218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11" name="Google Shape;6158;p59">
            <a:extLst>
              <a:ext uri="{FF2B5EF4-FFF2-40B4-BE49-F238E27FC236}">
                <a16:creationId xmlns:a16="http://schemas.microsoft.com/office/drawing/2014/main" id="{D9A5D148-D1F0-6897-D212-0C56387195B8}"/>
              </a:ext>
            </a:extLst>
          </p:cNvPr>
          <p:cNvSpPr/>
          <p:nvPr/>
        </p:nvSpPr>
        <p:spPr>
          <a:xfrm>
            <a:off x="851732" y="2535788"/>
            <a:ext cx="124836" cy="246875"/>
          </a:xfrm>
          <a:custGeom>
            <a:avLst/>
            <a:gdLst/>
            <a:ahLst/>
            <a:cxnLst/>
            <a:rect l="l" t="t" r="r" b="b"/>
            <a:pathLst>
              <a:path w="2900" h="5735" extrusionOk="0">
                <a:moveTo>
                  <a:pt x="1" y="1"/>
                </a:moveTo>
                <a:lnTo>
                  <a:pt x="1" y="5294"/>
                </a:lnTo>
                <a:cubicBezTo>
                  <a:pt x="1" y="5451"/>
                  <a:pt x="32" y="5609"/>
                  <a:pt x="95" y="5735"/>
                </a:cubicBezTo>
                <a:lnTo>
                  <a:pt x="2899" y="2899"/>
                </a:lnTo>
                <a:lnTo>
                  <a:pt x="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" name="Google Shape;6159;p59">
            <a:extLst>
              <a:ext uri="{FF2B5EF4-FFF2-40B4-BE49-F238E27FC236}">
                <a16:creationId xmlns:a16="http://schemas.microsoft.com/office/drawing/2014/main" id="{48DAF069-8C74-A40D-455F-7A08FD557FE6}"/>
              </a:ext>
            </a:extLst>
          </p:cNvPr>
          <p:cNvSpPr/>
          <p:nvPr/>
        </p:nvSpPr>
        <p:spPr>
          <a:xfrm>
            <a:off x="849496" y="2924314"/>
            <a:ext cx="504555" cy="501842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6144" y="2773"/>
                </a:moveTo>
                <a:cubicBezTo>
                  <a:pt x="7467" y="2868"/>
                  <a:pt x="8570" y="3813"/>
                  <a:pt x="8885" y="5042"/>
                </a:cubicBezTo>
                <a:cubicBezTo>
                  <a:pt x="8917" y="5231"/>
                  <a:pt x="8791" y="5388"/>
                  <a:pt x="8633" y="5483"/>
                </a:cubicBezTo>
                <a:cubicBezTo>
                  <a:pt x="8613" y="5486"/>
                  <a:pt x="8594" y="5487"/>
                  <a:pt x="8575" y="5487"/>
                </a:cubicBezTo>
                <a:cubicBezTo>
                  <a:pt x="8412" y="5487"/>
                  <a:pt x="8277" y="5372"/>
                  <a:pt x="8192" y="5231"/>
                </a:cubicBezTo>
                <a:cubicBezTo>
                  <a:pt x="7972" y="4254"/>
                  <a:pt x="7089" y="3561"/>
                  <a:pt x="6113" y="3466"/>
                </a:cubicBezTo>
                <a:cubicBezTo>
                  <a:pt x="5924" y="3466"/>
                  <a:pt x="5798" y="3277"/>
                  <a:pt x="5798" y="3120"/>
                </a:cubicBezTo>
                <a:cubicBezTo>
                  <a:pt x="5798" y="2868"/>
                  <a:pt x="5955" y="2773"/>
                  <a:pt x="6144" y="2773"/>
                </a:cubicBezTo>
                <a:close/>
                <a:moveTo>
                  <a:pt x="6222" y="1414"/>
                </a:moveTo>
                <a:cubicBezTo>
                  <a:pt x="6238" y="1414"/>
                  <a:pt x="6254" y="1416"/>
                  <a:pt x="6270" y="1418"/>
                </a:cubicBezTo>
                <a:cubicBezTo>
                  <a:pt x="8161" y="1576"/>
                  <a:pt x="9862" y="2962"/>
                  <a:pt x="10240" y="5136"/>
                </a:cubicBezTo>
                <a:cubicBezTo>
                  <a:pt x="10303" y="5325"/>
                  <a:pt x="10177" y="5483"/>
                  <a:pt x="9988" y="5514"/>
                </a:cubicBezTo>
                <a:cubicBezTo>
                  <a:pt x="9960" y="5518"/>
                  <a:pt x="9934" y="5520"/>
                  <a:pt x="9908" y="5520"/>
                </a:cubicBezTo>
                <a:cubicBezTo>
                  <a:pt x="9730" y="5520"/>
                  <a:pt x="9606" y="5424"/>
                  <a:pt x="9578" y="5231"/>
                </a:cubicBezTo>
                <a:cubicBezTo>
                  <a:pt x="9263" y="3466"/>
                  <a:pt x="7846" y="2238"/>
                  <a:pt x="6239" y="2143"/>
                </a:cubicBezTo>
                <a:cubicBezTo>
                  <a:pt x="6050" y="2143"/>
                  <a:pt x="5924" y="1923"/>
                  <a:pt x="5924" y="1765"/>
                </a:cubicBezTo>
                <a:cubicBezTo>
                  <a:pt x="5924" y="1563"/>
                  <a:pt x="6055" y="1414"/>
                  <a:pt x="6222" y="1414"/>
                </a:cubicBezTo>
                <a:close/>
                <a:moveTo>
                  <a:pt x="5907" y="4124"/>
                </a:moveTo>
                <a:cubicBezTo>
                  <a:pt x="5923" y="4124"/>
                  <a:pt x="5939" y="4125"/>
                  <a:pt x="5955" y="4128"/>
                </a:cubicBezTo>
                <a:cubicBezTo>
                  <a:pt x="6680" y="4191"/>
                  <a:pt x="7247" y="4663"/>
                  <a:pt x="7499" y="5325"/>
                </a:cubicBezTo>
                <a:cubicBezTo>
                  <a:pt x="7530" y="5514"/>
                  <a:pt x="7467" y="5672"/>
                  <a:pt x="7247" y="5766"/>
                </a:cubicBezTo>
                <a:cubicBezTo>
                  <a:pt x="7223" y="5770"/>
                  <a:pt x="7199" y="5772"/>
                  <a:pt x="7177" y="5772"/>
                </a:cubicBezTo>
                <a:cubicBezTo>
                  <a:pt x="7019" y="5772"/>
                  <a:pt x="6892" y="5679"/>
                  <a:pt x="6837" y="5514"/>
                </a:cubicBezTo>
                <a:cubicBezTo>
                  <a:pt x="6711" y="5136"/>
                  <a:pt x="6365" y="4852"/>
                  <a:pt x="5924" y="4821"/>
                </a:cubicBezTo>
                <a:cubicBezTo>
                  <a:pt x="5735" y="4821"/>
                  <a:pt x="5609" y="4663"/>
                  <a:pt x="5609" y="4443"/>
                </a:cubicBezTo>
                <a:cubicBezTo>
                  <a:pt x="5609" y="4270"/>
                  <a:pt x="5740" y="4124"/>
                  <a:pt x="5907" y="4124"/>
                </a:cubicBezTo>
                <a:close/>
                <a:moveTo>
                  <a:pt x="3385" y="3199"/>
                </a:moveTo>
                <a:cubicBezTo>
                  <a:pt x="3455" y="3199"/>
                  <a:pt x="3527" y="3225"/>
                  <a:pt x="3592" y="3277"/>
                </a:cubicBezTo>
                <a:lnTo>
                  <a:pt x="4695" y="4096"/>
                </a:lnTo>
                <a:cubicBezTo>
                  <a:pt x="4853" y="4222"/>
                  <a:pt x="4884" y="4411"/>
                  <a:pt x="4790" y="4569"/>
                </a:cubicBezTo>
                <a:lnTo>
                  <a:pt x="4159" y="5388"/>
                </a:lnTo>
                <a:lnTo>
                  <a:pt x="6869" y="7436"/>
                </a:lnTo>
                <a:lnTo>
                  <a:pt x="7499" y="6617"/>
                </a:lnTo>
                <a:cubicBezTo>
                  <a:pt x="7572" y="6525"/>
                  <a:pt x="7667" y="6476"/>
                  <a:pt x="7765" y="6476"/>
                </a:cubicBezTo>
                <a:cubicBezTo>
                  <a:pt x="7835" y="6476"/>
                  <a:pt x="7906" y="6501"/>
                  <a:pt x="7972" y="6554"/>
                </a:cubicBezTo>
                <a:lnTo>
                  <a:pt x="9074" y="7373"/>
                </a:lnTo>
                <a:cubicBezTo>
                  <a:pt x="9232" y="7499"/>
                  <a:pt x="9263" y="7688"/>
                  <a:pt x="9137" y="7845"/>
                </a:cubicBezTo>
                <a:lnTo>
                  <a:pt x="8507" y="8665"/>
                </a:lnTo>
                <a:cubicBezTo>
                  <a:pt x="8225" y="9022"/>
                  <a:pt x="7819" y="9211"/>
                  <a:pt x="7403" y="9211"/>
                </a:cubicBezTo>
                <a:cubicBezTo>
                  <a:pt x="7123" y="9211"/>
                  <a:pt x="6839" y="9126"/>
                  <a:pt x="6585" y="8948"/>
                </a:cubicBezTo>
                <a:lnTo>
                  <a:pt x="2773" y="6081"/>
                </a:lnTo>
                <a:cubicBezTo>
                  <a:pt x="2143" y="5672"/>
                  <a:pt x="2017" y="4821"/>
                  <a:pt x="2490" y="4191"/>
                </a:cubicBezTo>
                <a:lnTo>
                  <a:pt x="3120" y="3340"/>
                </a:lnTo>
                <a:cubicBezTo>
                  <a:pt x="3193" y="3248"/>
                  <a:pt x="3288" y="3199"/>
                  <a:pt x="3385" y="3199"/>
                </a:cubicBezTo>
                <a:close/>
                <a:moveTo>
                  <a:pt x="5829" y="1"/>
                </a:moveTo>
                <a:cubicBezTo>
                  <a:pt x="2647" y="1"/>
                  <a:pt x="1" y="2647"/>
                  <a:pt x="1" y="5829"/>
                </a:cubicBezTo>
                <a:cubicBezTo>
                  <a:pt x="64" y="9011"/>
                  <a:pt x="2647" y="11658"/>
                  <a:pt x="5892" y="11658"/>
                </a:cubicBezTo>
                <a:cubicBezTo>
                  <a:pt x="6900" y="11658"/>
                  <a:pt x="7940" y="11374"/>
                  <a:pt x="8822" y="10838"/>
                </a:cubicBezTo>
                <a:lnTo>
                  <a:pt x="11248" y="11626"/>
                </a:lnTo>
                <a:cubicBezTo>
                  <a:pt x="11272" y="11634"/>
                  <a:pt x="11299" y="11638"/>
                  <a:pt x="11329" y="11638"/>
                </a:cubicBezTo>
                <a:cubicBezTo>
                  <a:pt x="11417" y="11638"/>
                  <a:pt x="11524" y="11602"/>
                  <a:pt x="11595" y="11531"/>
                </a:cubicBezTo>
                <a:cubicBezTo>
                  <a:pt x="11658" y="11468"/>
                  <a:pt x="11721" y="11311"/>
                  <a:pt x="11658" y="11185"/>
                </a:cubicBezTo>
                <a:lnTo>
                  <a:pt x="10838" y="8791"/>
                </a:lnTo>
                <a:cubicBezTo>
                  <a:pt x="11406" y="7877"/>
                  <a:pt x="11658" y="6869"/>
                  <a:pt x="11658" y="5829"/>
                </a:cubicBezTo>
                <a:cubicBezTo>
                  <a:pt x="11658" y="2647"/>
                  <a:pt x="9043" y="1"/>
                  <a:pt x="582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0" name="Google Shape;6161;p59">
            <a:extLst>
              <a:ext uri="{FF2B5EF4-FFF2-40B4-BE49-F238E27FC236}">
                <a16:creationId xmlns:a16="http://schemas.microsoft.com/office/drawing/2014/main" id="{B0428DBA-E421-3236-6DFE-7DE5B490F9BC}"/>
              </a:ext>
            </a:extLst>
          </p:cNvPr>
          <p:cNvSpPr/>
          <p:nvPr/>
        </p:nvSpPr>
        <p:spPr>
          <a:xfrm>
            <a:off x="4287324" y="1829771"/>
            <a:ext cx="221132" cy="85448"/>
          </a:xfrm>
          <a:custGeom>
            <a:avLst/>
            <a:gdLst/>
            <a:ahLst/>
            <a:cxnLst/>
            <a:rect l="l" t="t" r="r" b="b"/>
            <a:pathLst>
              <a:path w="5137" h="1985" extrusionOk="0">
                <a:moveTo>
                  <a:pt x="473" y="0"/>
                </a:moveTo>
                <a:cubicBezTo>
                  <a:pt x="316" y="0"/>
                  <a:pt x="158" y="32"/>
                  <a:pt x="1" y="126"/>
                </a:cubicBezTo>
                <a:lnTo>
                  <a:pt x="2521" y="1985"/>
                </a:lnTo>
                <a:lnTo>
                  <a:pt x="5136" y="158"/>
                </a:lnTo>
                <a:cubicBezTo>
                  <a:pt x="4979" y="32"/>
                  <a:pt x="4790" y="0"/>
                  <a:pt x="45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1" name="Google Shape;6162;p59">
            <a:extLst>
              <a:ext uri="{FF2B5EF4-FFF2-40B4-BE49-F238E27FC236}">
                <a16:creationId xmlns:a16="http://schemas.microsoft.com/office/drawing/2014/main" id="{4D54D1C2-17D2-B55E-634C-7822E0E0280B}"/>
              </a:ext>
            </a:extLst>
          </p:cNvPr>
          <p:cNvSpPr/>
          <p:nvPr/>
        </p:nvSpPr>
        <p:spPr>
          <a:xfrm>
            <a:off x="4264295" y="1855514"/>
            <a:ext cx="264481" cy="177698"/>
          </a:xfrm>
          <a:custGeom>
            <a:avLst/>
            <a:gdLst/>
            <a:ahLst/>
            <a:cxnLst/>
            <a:rect l="l" t="t" r="r" b="b"/>
            <a:pathLst>
              <a:path w="6144" h="4128" extrusionOk="0">
                <a:moveTo>
                  <a:pt x="63" y="1"/>
                </a:moveTo>
                <a:cubicBezTo>
                  <a:pt x="32" y="127"/>
                  <a:pt x="0" y="284"/>
                  <a:pt x="0" y="379"/>
                </a:cubicBezTo>
                <a:lnTo>
                  <a:pt x="0" y="3120"/>
                </a:lnTo>
                <a:cubicBezTo>
                  <a:pt x="0" y="3655"/>
                  <a:pt x="473" y="4128"/>
                  <a:pt x="1040" y="4128"/>
                </a:cubicBezTo>
                <a:lnTo>
                  <a:pt x="5136" y="4128"/>
                </a:lnTo>
                <a:cubicBezTo>
                  <a:pt x="5671" y="4128"/>
                  <a:pt x="6144" y="3655"/>
                  <a:pt x="6144" y="3120"/>
                </a:cubicBezTo>
                <a:lnTo>
                  <a:pt x="6144" y="379"/>
                </a:lnTo>
                <a:cubicBezTo>
                  <a:pt x="6144" y="284"/>
                  <a:pt x="6112" y="190"/>
                  <a:pt x="6112" y="64"/>
                </a:cubicBezTo>
                <a:lnTo>
                  <a:pt x="3277" y="2048"/>
                </a:lnTo>
                <a:cubicBezTo>
                  <a:pt x="3214" y="2080"/>
                  <a:pt x="3151" y="2080"/>
                  <a:pt x="3056" y="2080"/>
                </a:cubicBezTo>
                <a:cubicBezTo>
                  <a:pt x="2993" y="2080"/>
                  <a:pt x="2962" y="2080"/>
                  <a:pt x="2867" y="2048"/>
                </a:cubicBezTo>
                <a:lnTo>
                  <a:pt x="6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2" name="Google Shape;6163;p59">
            <a:extLst>
              <a:ext uri="{FF2B5EF4-FFF2-40B4-BE49-F238E27FC236}">
                <a16:creationId xmlns:a16="http://schemas.microsoft.com/office/drawing/2014/main" id="{428897E5-DC82-F45B-AF31-778DE9CAA0D4}"/>
              </a:ext>
            </a:extLst>
          </p:cNvPr>
          <p:cNvSpPr/>
          <p:nvPr/>
        </p:nvSpPr>
        <p:spPr>
          <a:xfrm>
            <a:off x="4026934" y="1770066"/>
            <a:ext cx="325521" cy="324187"/>
          </a:xfrm>
          <a:custGeom>
            <a:avLst/>
            <a:gdLst/>
            <a:ahLst/>
            <a:cxnLst/>
            <a:rect l="l" t="t" r="r" b="b"/>
            <a:pathLst>
              <a:path w="7562" h="7531" extrusionOk="0">
                <a:moveTo>
                  <a:pt x="3781" y="2017"/>
                </a:moveTo>
                <a:cubicBezTo>
                  <a:pt x="3970" y="2017"/>
                  <a:pt x="4128" y="2175"/>
                  <a:pt x="4128" y="2364"/>
                </a:cubicBezTo>
                <a:cubicBezTo>
                  <a:pt x="4128" y="2584"/>
                  <a:pt x="3970" y="2742"/>
                  <a:pt x="3781" y="2742"/>
                </a:cubicBezTo>
                <a:lnTo>
                  <a:pt x="1702" y="2742"/>
                </a:lnTo>
                <a:cubicBezTo>
                  <a:pt x="1482" y="2742"/>
                  <a:pt x="1324" y="2584"/>
                  <a:pt x="1324" y="2364"/>
                </a:cubicBezTo>
                <a:cubicBezTo>
                  <a:pt x="1324" y="2175"/>
                  <a:pt x="1482" y="2017"/>
                  <a:pt x="1702" y="2017"/>
                </a:cubicBezTo>
                <a:close/>
                <a:moveTo>
                  <a:pt x="3057" y="3403"/>
                </a:moveTo>
                <a:cubicBezTo>
                  <a:pt x="3277" y="3403"/>
                  <a:pt x="3435" y="3561"/>
                  <a:pt x="3435" y="3750"/>
                </a:cubicBezTo>
                <a:cubicBezTo>
                  <a:pt x="3466" y="3939"/>
                  <a:pt x="3277" y="4096"/>
                  <a:pt x="3057" y="4096"/>
                </a:cubicBezTo>
                <a:lnTo>
                  <a:pt x="1702" y="4096"/>
                </a:lnTo>
                <a:cubicBezTo>
                  <a:pt x="1482" y="4096"/>
                  <a:pt x="1324" y="3939"/>
                  <a:pt x="1324" y="3750"/>
                </a:cubicBezTo>
                <a:cubicBezTo>
                  <a:pt x="1324" y="3561"/>
                  <a:pt x="1482" y="3403"/>
                  <a:pt x="1702" y="3403"/>
                </a:cubicBezTo>
                <a:close/>
                <a:moveTo>
                  <a:pt x="2395" y="4790"/>
                </a:moveTo>
                <a:cubicBezTo>
                  <a:pt x="2584" y="4790"/>
                  <a:pt x="2742" y="4947"/>
                  <a:pt x="2742" y="5136"/>
                </a:cubicBezTo>
                <a:cubicBezTo>
                  <a:pt x="2742" y="5325"/>
                  <a:pt x="2584" y="5483"/>
                  <a:pt x="2395" y="5483"/>
                </a:cubicBezTo>
                <a:lnTo>
                  <a:pt x="1702" y="5483"/>
                </a:lnTo>
                <a:cubicBezTo>
                  <a:pt x="1482" y="5483"/>
                  <a:pt x="1324" y="5325"/>
                  <a:pt x="1324" y="5136"/>
                </a:cubicBezTo>
                <a:cubicBezTo>
                  <a:pt x="1324" y="4947"/>
                  <a:pt x="1482" y="4790"/>
                  <a:pt x="1702" y="4790"/>
                </a:cubicBezTo>
                <a:close/>
                <a:moveTo>
                  <a:pt x="1" y="1"/>
                </a:moveTo>
                <a:lnTo>
                  <a:pt x="1" y="7530"/>
                </a:lnTo>
                <a:lnTo>
                  <a:pt x="7562" y="7530"/>
                </a:lnTo>
                <a:lnTo>
                  <a:pt x="7562" y="6837"/>
                </a:lnTo>
                <a:lnTo>
                  <a:pt x="6522" y="6837"/>
                </a:lnTo>
                <a:cubicBezTo>
                  <a:pt x="5577" y="6837"/>
                  <a:pt x="4853" y="6081"/>
                  <a:pt x="4853" y="5136"/>
                </a:cubicBezTo>
                <a:lnTo>
                  <a:pt x="4853" y="2395"/>
                </a:lnTo>
                <a:cubicBezTo>
                  <a:pt x="4853" y="1450"/>
                  <a:pt x="5577" y="725"/>
                  <a:pt x="6522" y="725"/>
                </a:cubicBezTo>
                <a:lnTo>
                  <a:pt x="7562" y="725"/>
                </a:lnTo>
                <a:lnTo>
                  <a:pt x="756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3" name="Google Shape;6164;p59">
            <a:extLst>
              <a:ext uri="{FF2B5EF4-FFF2-40B4-BE49-F238E27FC236}">
                <a16:creationId xmlns:a16="http://schemas.microsoft.com/office/drawing/2014/main" id="{29AC2334-9CE3-595D-051D-C3E23641F2C7}"/>
              </a:ext>
            </a:extLst>
          </p:cNvPr>
          <p:cNvSpPr/>
          <p:nvPr/>
        </p:nvSpPr>
        <p:spPr>
          <a:xfrm>
            <a:off x="4026934" y="1680570"/>
            <a:ext cx="325521" cy="59706"/>
          </a:xfrm>
          <a:custGeom>
            <a:avLst/>
            <a:gdLst/>
            <a:ahLst/>
            <a:cxnLst/>
            <a:rect l="l" t="t" r="r" b="b"/>
            <a:pathLst>
              <a:path w="7562" h="1387" extrusionOk="0"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1387"/>
                </a:lnTo>
                <a:lnTo>
                  <a:pt x="7562" y="1387"/>
                </a:lnTo>
                <a:lnTo>
                  <a:pt x="7562" y="1040"/>
                </a:lnTo>
                <a:cubicBezTo>
                  <a:pt x="7562" y="473"/>
                  <a:pt x="7089" y="1"/>
                  <a:pt x="652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04" name="Google Shape;6165;p59">
            <a:extLst>
              <a:ext uri="{FF2B5EF4-FFF2-40B4-BE49-F238E27FC236}">
                <a16:creationId xmlns:a16="http://schemas.microsoft.com/office/drawing/2014/main" id="{77BC16D6-B693-EAF4-CAB2-ECA31558CE91}"/>
              </a:ext>
            </a:extLst>
          </p:cNvPr>
          <p:cNvSpPr/>
          <p:nvPr/>
        </p:nvSpPr>
        <p:spPr>
          <a:xfrm>
            <a:off x="4026934" y="2122706"/>
            <a:ext cx="325521" cy="59706"/>
          </a:xfrm>
          <a:custGeom>
            <a:avLst/>
            <a:gdLst/>
            <a:ahLst/>
            <a:cxnLst/>
            <a:rect l="l" t="t" r="r" b="b"/>
            <a:pathLst>
              <a:path w="7562" h="1387" extrusionOk="0">
                <a:moveTo>
                  <a:pt x="1" y="0"/>
                </a:moveTo>
                <a:lnTo>
                  <a:pt x="1" y="347"/>
                </a:lnTo>
                <a:cubicBezTo>
                  <a:pt x="1" y="945"/>
                  <a:pt x="442" y="1386"/>
                  <a:pt x="1009" y="1386"/>
                </a:cubicBezTo>
                <a:lnTo>
                  <a:pt x="6522" y="1386"/>
                </a:lnTo>
                <a:cubicBezTo>
                  <a:pt x="7089" y="1386"/>
                  <a:pt x="7562" y="914"/>
                  <a:pt x="7562" y="347"/>
                </a:cubicBezTo>
                <a:lnTo>
                  <a:pt x="756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5" name="Google Shape;6167;p59">
            <a:extLst>
              <a:ext uri="{FF2B5EF4-FFF2-40B4-BE49-F238E27FC236}">
                <a16:creationId xmlns:a16="http://schemas.microsoft.com/office/drawing/2014/main" id="{F70BB4C2-5329-7A03-9E0F-4CD35D0A66E7}"/>
              </a:ext>
            </a:extLst>
          </p:cNvPr>
          <p:cNvSpPr/>
          <p:nvPr/>
        </p:nvSpPr>
        <p:spPr>
          <a:xfrm>
            <a:off x="4323248" y="2305938"/>
            <a:ext cx="177698" cy="265514"/>
          </a:xfrm>
          <a:custGeom>
            <a:avLst/>
            <a:gdLst/>
            <a:ahLst/>
            <a:cxnLst/>
            <a:rect l="l" t="t" r="r" b="b"/>
            <a:pathLst>
              <a:path w="4128" h="6168" extrusionOk="0">
                <a:moveTo>
                  <a:pt x="2426" y="1"/>
                </a:moveTo>
                <a:cubicBezTo>
                  <a:pt x="2286" y="1"/>
                  <a:pt x="2136" y="77"/>
                  <a:pt x="2112" y="244"/>
                </a:cubicBezTo>
                <a:lnTo>
                  <a:pt x="64" y="5064"/>
                </a:lnTo>
                <a:cubicBezTo>
                  <a:pt x="1" y="5222"/>
                  <a:pt x="64" y="5474"/>
                  <a:pt x="253" y="5506"/>
                </a:cubicBezTo>
                <a:cubicBezTo>
                  <a:pt x="295" y="5531"/>
                  <a:pt x="342" y="5543"/>
                  <a:pt x="389" y="5543"/>
                </a:cubicBezTo>
                <a:cubicBezTo>
                  <a:pt x="517" y="5543"/>
                  <a:pt x="648" y="5455"/>
                  <a:pt x="694" y="5317"/>
                </a:cubicBezTo>
                <a:lnTo>
                  <a:pt x="1261" y="4025"/>
                </a:lnTo>
                <a:cubicBezTo>
                  <a:pt x="1419" y="4088"/>
                  <a:pt x="1576" y="4119"/>
                  <a:pt x="1765" y="4119"/>
                </a:cubicBezTo>
                <a:cubicBezTo>
                  <a:pt x="1891" y="4119"/>
                  <a:pt x="1986" y="4088"/>
                  <a:pt x="2112" y="4056"/>
                </a:cubicBezTo>
                <a:lnTo>
                  <a:pt x="2112" y="4844"/>
                </a:lnTo>
                <a:cubicBezTo>
                  <a:pt x="1450" y="4970"/>
                  <a:pt x="946" y="5506"/>
                  <a:pt x="789" y="6167"/>
                </a:cubicBezTo>
                <a:lnTo>
                  <a:pt x="4128" y="6167"/>
                </a:lnTo>
                <a:cubicBezTo>
                  <a:pt x="4002" y="5506"/>
                  <a:pt x="3466" y="5001"/>
                  <a:pt x="2773" y="4844"/>
                </a:cubicBezTo>
                <a:lnTo>
                  <a:pt x="2773" y="3143"/>
                </a:lnTo>
                <a:cubicBezTo>
                  <a:pt x="2773" y="2670"/>
                  <a:pt x="2458" y="2324"/>
                  <a:pt x="2080" y="2166"/>
                </a:cubicBezTo>
                <a:lnTo>
                  <a:pt x="2773" y="496"/>
                </a:lnTo>
                <a:cubicBezTo>
                  <a:pt x="2773" y="307"/>
                  <a:pt x="2710" y="118"/>
                  <a:pt x="2553" y="24"/>
                </a:cubicBezTo>
                <a:cubicBezTo>
                  <a:pt x="2515" y="8"/>
                  <a:pt x="2471" y="1"/>
                  <a:pt x="242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6" name="Google Shape;6168;p59">
            <a:extLst>
              <a:ext uri="{FF2B5EF4-FFF2-40B4-BE49-F238E27FC236}">
                <a16:creationId xmlns:a16="http://schemas.microsoft.com/office/drawing/2014/main" id="{B990A42B-2119-B203-5C7F-19DA47EADCD8}"/>
              </a:ext>
            </a:extLst>
          </p:cNvPr>
          <p:cNvSpPr/>
          <p:nvPr/>
        </p:nvSpPr>
        <p:spPr>
          <a:xfrm>
            <a:off x="4026267" y="2485961"/>
            <a:ext cx="267193" cy="322809"/>
          </a:xfrm>
          <a:custGeom>
            <a:avLst/>
            <a:gdLst/>
            <a:ahLst/>
            <a:cxnLst/>
            <a:rect l="l" t="t" r="r" b="b"/>
            <a:pathLst>
              <a:path w="6207" h="7499" extrusionOk="0">
                <a:moveTo>
                  <a:pt x="693" y="0"/>
                </a:moveTo>
                <a:cubicBezTo>
                  <a:pt x="315" y="0"/>
                  <a:pt x="0" y="315"/>
                  <a:pt x="0" y="662"/>
                </a:cubicBezTo>
                <a:lnTo>
                  <a:pt x="0" y="6490"/>
                </a:lnTo>
                <a:cubicBezTo>
                  <a:pt x="32" y="7026"/>
                  <a:pt x="504" y="7498"/>
                  <a:pt x="1103" y="7498"/>
                </a:cubicBezTo>
                <a:lnTo>
                  <a:pt x="6207" y="7498"/>
                </a:lnTo>
                <a:lnTo>
                  <a:pt x="6207" y="5797"/>
                </a:lnTo>
                <a:cubicBezTo>
                  <a:pt x="6207" y="5608"/>
                  <a:pt x="6049" y="5451"/>
                  <a:pt x="5860" y="5451"/>
                </a:cubicBezTo>
                <a:lnTo>
                  <a:pt x="1765" y="5451"/>
                </a:lnTo>
                <a:cubicBezTo>
                  <a:pt x="1576" y="5451"/>
                  <a:pt x="1418" y="5293"/>
                  <a:pt x="1418" y="5104"/>
                </a:cubicBezTo>
                <a:lnTo>
                  <a:pt x="1418" y="662"/>
                </a:lnTo>
                <a:cubicBezTo>
                  <a:pt x="1418" y="252"/>
                  <a:pt x="1103" y="0"/>
                  <a:pt x="69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7" name="Google Shape;6169;p59">
            <a:extLst>
              <a:ext uri="{FF2B5EF4-FFF2-40B4-BE49-F238E27FC236}">
                <a16:creationId xmlns:a16="http://schemas.microsoft.com/office/drawing/2014/main" id="{AFEBB662-1176-2A74-002B-26561B1ACF2D}"/>
              </a:ext>
            </a:extLst>
          </p:cNvPr>
          <p:cNvSpPr/>
          <p:nvPr/>
        </p:nvSpPr>
        <p:spPr>
          <a:xfrm>
            <a:off x="4144258" y="2366591"/>
            <a:ext cx="88160" cy="88203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1"/>
                </a:cubicBezTo>
                <a:cubicBezTo>
                  <a:pt x="0" y="1576"/>
                  <a:pt x="473" y="2049"/>
                  <a:pt x="1040" y="2049"/>
                </a:cubicBezTo>
                <a:cubicBezTo>
                  <a:pt x="1576" y="2049"/>
                  <a:pt x="2048" y="1576"/>
                  <a:pt x="2048" y="1041"/>
                </a:cubicBezTo>
                <a:cubicBezTo>
                  <a:pt x="2048" y="473"/>
                  <a:pt x="1607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8" name="Google Shape;6170;p59">
            <a:extLst>
              <a:ext uri="{FF2B5EF4-FFF2-40B4-BE49-F238E27FC236}">
                <a16:creationId xmlns:a16="http://schemas.microsoft.com/office/drawing/2014/main" id="{C54A821C-19C9-4E7D-7B10-32C2FCB286EE}"/>
              </a:ext>
            </a:extLst>
          </p:cNvPr>
          <p:cNvSpPr/>
          <p:nvPr/>
        </p:nvSpPr>
        <p:spPr>
          <a:xfrm>
            <a:off x="4115762" y="2485487"/>
            <a:ext cx="268571" cy="321905"/>
          </a:xfrm>
          <a:custGeom>
            <a:avLst/>
            <a:gdLst/>
            <a:ahLst/>
            <a:cxnLst/>
            <a:rect l="l" t="t" r="r" b="b"/>
            <a:pathLst>
              <a:path w="6239" h="7478" extrusionOk="0">
                <a:moveTo>
                  <a:pt x="1641" y="1"/>
                </a:moveTo>
                <a:cubicBezTo>
                  <a:pt x="1242" y="1"/>
                  <a:pt x="819" y="205"/>
                  <a:pt x="568" y="484"/>
                </a:cubicBezTo>
                <a:cubicBezTo>
                  <a:pt x="190" y="799"/>
                  <a:pt x="1" y="1209"/>
                  <a:pt x="1" y="1681"/>
                </a:cubicBezTo>
                <a:lnTo>
                  <a:pt x="1" y="4769"/>
                </a:lnTo>
                <a:lnTo>
                  <a:pt x="2679" y="4769"/>
                </a:lnTo>
                <a:cubicBezTo>
                  <a:pt x="2521" y="4359"/>
                  <a:pt x="2175" y="4107"/>
                  <a:pt x="1702" y="4107"/>
                </a:cubicBezTo>
                <a:lnTo>
                  <a:pt x="1040" y="4107"/>
                </a:lnTo>
                <a:cubicBezTo>
                  <a:pt x="820" y="4107"/>
                  <a:pt x="662" y="3949"/>
                  <a:pt x="662" y="3729"/>
                </a:cubicBezTo>
                <a:lnTo>
                  <a:pt x="662" y="2374"/>
                </a:lnTo>
                <a:cubicBezTo>
                  <a:pt x="662" y="2154"/>
                  <a:pt x="820" y="1996"/>
                  <a:pt x="1040" y="1996"/>
                </a:cubicBezTo>
                <a:cubicBezTo>
                  <a:pt x="1229" y="1996"/>
                  <a:pt x="1387" y="2154"/>
                  <a:pt x="1387" y="2374"/>
                </a:cubicBezTo>
                <a:lnTo>
                  <a:pt x="1387" y="3382"/>
                </a:lnTo>
                <a:lnTo>
                  <a:pt x="1733" y="3382"/>
                </a:lnTo>
                <a:cubicBezTo>
                  <a:pt x="2553" y="3382"/>
                  <a:pt x="3277" y="3981"/>
                  <a:pt x="3435" y="4769"/>
                </a:cubicBezTo>
                <a:lnTo>
                  <a:pt x="3813" y="4769"/>
                </a:lnTo>
                <a:cubicBezTo>
                  <a:pt x="4380" y="4769"/>
                  <a:pt x="4852" y="5241"/>
                  <a:pt x="4852" y="5777"/>
                </a:cubicBezTo>
                <a:lnTo>
                  <a:pt x="4852" y="7478"/>
                </a:lnTo>
                <a:lnTo>
                  <a:pt x="6239" y="7478"/>
                </a:lnTo>
                <a:lnTo>
                  <a:pt x="6239" y="5084"/>
                </a:lnTo>
                <a:cubicBezTo>
                  <a:pt x="6176" y="4580"/>
                  <a:pt x="5703" y="4107"/>
                  <a:pt x="5168" y="4107"/>
                </a:cubicBezTo>
                <a:lnTo>
                  <a:pt x="3781" y="4107"/>
                </a:lnTo>
                <a:cubicBezTo>
                  <a:pt x="3592" y="4107"/>
                  <a:pt x="3435" y="3949"/>
                  <a:pt x="3435" y="3729"/>
                </a:cubicBezTo>
                <a:lnTo>
                  <a:pt x="3435" y="1807"/>
                </a:lnTo>
                <a:cubicBezTo>
                  <a:pt x="3435" y="862"/>
                  <a:pt x="2710" y="43"/>
                  <a:pt x="1796" y="11"/>
                </a:cubicBezTo>
                <a:cubicBezTo>
                  <a:pt x="1745" y="4"/>
                  <a:pt x="1694" y="1"/>
                  <a:pt x="164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9" name="Google Shape;6171;p59">
            <a:extLst>
              <a:ext uri="{FF2B5EF4-FFF2-40B4-BE49-F238E27FC236}">
                <a16:creationId xmlns:a16="http://schemas.microsoft.com/office/drawing/2014/main" id="{F6061BEE-E93C-C672-82DC-DD6FD2E295C7}"/>
              </a:ext>
            </a:extLst>
          </p:cNvPr>
          <p:cNvSpPr/>
          <p:nvPr/>
        </p:nvSpPr>
        <p:spPr>
          <a:xfrm>
            <a:off x="4293417" y="2602574"/>
            <a:ext cx="236027" cy="56994"/>
          </a:xfrm>
          <a:custGeom>
            <a:avLst/>
            <a:gdLst/>
            <a:ahLst/>
            <a:cxnLst/>
            <a:rect l="l" t="t" r="r" b="b"/>
            <a:pathLst>
              <a:path w="5483" h="1324" extrusionOk="0">
                <a:moveTo>
                  <a:pt x="1" y="1"/>
                </a:moveTo>
                <a:lnTo>
                  <a:pt x="1" y="662"/>
                </a:lnTo>
                <a:lnTo>
                  <a:pt x="1041" y="662"/>
                </a:lnTo>
                <a:cubicBezTo>
                  <a:pt x="1576" y="662"/>
                  <a:pt x="2080" y="946"/>
                  <a:pt x="2395" y="1324"/>
                </a:cubicBezTo>
                <a:lnTo>
                  <a:pt x="5136" y="1324"/>
                </a:lnTo>
                <a:cubicBezTo>
                  <a:pt x="5325" y="1324"/>
                  <a:pt x="5483" y="1166"/>
                  <a:pt x="5483" y="977"/>
                </a:cubicBezTo>
                <a:lnTo>
                  <a:pt x="5483" y="316"/>
                </a:lnTo>
                <a:cubicBezTo>
                  <a:pt x="5483" y="158"/>
                  <a:pt x="5325" y="1"/>
                  <a:pt x="513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2" name="Google Shape;6173;p59">
            <a:extLst>
              <a:ext uri="{FF2B5EF4-FFF2-40B4-BE49-F238E27FC236}">
                <a16:creationId xmlns:a16="http://schemas.microsoft.com/office/drawing/2014/main" id="{C681D807-7598-2ACF-EC6D-CC5B9CF5EF0F}"/>
              </a:ext>
            </a:extLst>
          </p:cNvPr>
          <p:cNvSpPr/>
          <p:nvPr/>
        </p:nvSpPr>
        <p:spPr>
          <a:xfrm>
            <a:off x="4116449" y="3014384"/>
            <a:ext cx="321476" cy="321475"/>
          </a:xfrm>
          <a:custGeom>
            <a:avLst/>
            <a:gdLst/>
            <a:ahLst/>
            <a:cxnLst/>
            <a:rect l="l" t="t" r="r" b="b"/>
            <a:pathLst>
              <a:path w="7468" h="7468" extrusionOk="0">
                <a:moveTo>
                  <a:pt x="5861" y="2017"/>
                </a:moveTo>
                <a:cubicBezTo>
                  <a:pt x="6050" y="2017"/>
                  <a:pt x="6207" y="2143"/>
                  <a:pt x="6207" y="2364"/>
                </a:cubicBezTo>
                <a:lnTo>
                  <a:pt x="6207" y="3750"/>
                </a:lnTo>
                <a:lnTo>
                  <a:pt x="6207" y="5104"/>
                </a:lnTo>
                <a:cubicBezTo>
                  <a:pt x="6207" y="5325"/>
                  <a:pt x="6050" y="5451"/>
                  <a:pt x="5861" y="5451"/>
                </a:cubicBezTo>
                <a:cubicBezTo>
                  <a:pt x="5672" y="5451"/>
                  <a:pt x="5514" y="5325"/>
                  <a:pt x="5514" y="5104"/>
                </a:cubicBezTo>
                <a:lnTo>
                  <a:pt x="5514" y="4096"/>
                </a:lnTo>
                <a:lnTo>
                  <a:pt x="4474" y="4096"/>
                </a:lnTo>
                <a:cubicBezTo>
                  <a:pt x="4285" y="4096"/>
                  <a:pt x="4128" y="3939"/>
                  <a:pt x="4128" y="3750"/>
                </a:cubicBezTo>
                <a:lnTo>
                  <a:pt x="4128" y="2364"/>
                </a:lnTo>
                <a:cubicBezTo>
                  <a:pt x="4128" y="2143"/>
                  <a:pt x="4285" y="2017"/>
                  <a:pt x="4474" y="2017"/>
                </a:cubicBezTo>
                <a:cubicBezTo>
                  <a:pt x="4695" y="2017"/>
                  <a:pt x="4852" y="2143"/>
                  <a:pt x="4852" y="2364"/>
                </a:cubicBezTo>
                <a:lnTo>
                  <a:pt x="4852" y="3372"/>
                </a:lnTo>
                <a:lnTo>
                  <a:pt x="5514" y="3372"/>
                </a:lnTo>
                <a:lnTo>
                  <a:pt x="5514" y="2364"/>
                </a:lnTo>
                <a:cubicBezTo>
                  <a:pt x="5514" y="2143"/>
                  <a:pt x="5672" y="2017"/>
                  <a:pt x="5861" y="2017"/>
                </a:cubicBezTo>
                <a:close/>
                <a:moveTo>
                  <a:pt x="2332" y="2017"/>
                </a:moveTo>
                <a:cubicBezTo>
                  <a:pt x="2868" y="2017"/>
                  <a:pt x="3340" y="2490"/>
                  <a:pt x="3340" y="3025"/>
                </a:cubicBezTo>
                <a:lnTo>
                  <a:pt x="3340" y="3309"/>
                </a:lnTo>
                <a:lnTo>
                  <a:pt x="3435" y="3309"/>
                </a:lnTo>
                <a:cubicBezTo>
                  <a:pt x="3435" y="3687"/>
                  <a:pt x="3183" y="4065"/>
                  <a:pt x="2868" y="4222"/>
                </a:cubicBezTo>
                <a:lnTo>
                  <a:pt x="2238" y="4537"/>
                </a:lnTo>
                <a:cubicBezTo>
                  <a:pt x="2175" y="4569"/>
                  <a:pt x="2080" y="4632"/>
                  <a:pt x="2049" y="4758"/>
                </a:cubicBezTo>
                <a:lnTo>
                  <a:pt x="3057" y="4758"/>
                </a:lnTo>
                <a:cubicBezTo>
                  <a:pt x="3277" y="4758"/>
                  <a:pt x="3435" y="4915"/>
                  <a:pt x="3435" y="5104"/>
                </a:cubicBezTo>
                <a:cubicBezTo>
                  <a:pt x="3435" y="5325"/>
                  <a:pt x="3277" y="5483"/>
                  <a:pt x="3057" y="5483"/>
                </a:cubicBezTo>
                <a:lnTo>
                  <a:pt x="1702" y="5483"/>
                </a:lnTo>
                <a:cubicBezTo>
                  <a:pt x="1481" y="5483"/>
                  <a:pt x="1324" y="5325"/>
                  <a:pt x="1324" y="5104"/>
                </a:cubicBezTo>
                <a:lnTo>
                  <a:pt x="1324" y="4852"/>
                </a:lnTo>
                <a:cubicBezTo>
                  <a:pt x="1324" y="4443"/>
                  <a:pt x="1576" y="4096"/>
                  <a:pt x="1891" y="3939"/>
                </a:cubicBezTo>
                <a:lnTo>
                  <a:pt x="2521" y="3624"/>
                </a:lnTo>
                <a:cubicBezTo>
                  <a:pt x="2647" y="3592"/>
                  <a:pt x="2710" y="3466"/>
                  <a:pt x="2710" y="3309"/>
                </a:cubicBezTo>
                <a:lnTo>
                  <a:pt x="2710" y="3025"/>
                </a:lnTo>
                <a:cubicBezTo>
                  <a:pt x="2710" y="2836"/>
                  <a:pt x="2553" y="2679"/>
                  <a:pt x="2364" y="2679"/>
                </a:cubicBezTo>
                <a:cubicBezTo>
                  <a:pt x="2175" y="2679"/>
                  <a:pt x="2017" y="2836"/>
                  <a:pt x="2017" y="3025"/>
                </a:cubicBezTo>
                <a:cubicBezTo>
                  <a:pt x="2017" y="3214"/>
                  <a:pt x="1859" y="3372"/>
                  <a:pt x="1639" y="3372"/>
                </a:cubicBezTo>
                <a:cubicBezTo>
                  <a:pt x="1450" y="3372"/>
                  <a:pt x="1292" y="3214"/>
                  <a:pt x="1292" y="3025"/>
                </a:cubicBezTo>
                <a:cubicBezTo>
                  <a:pt x="1292" y="2490"/>
                  <a:pt x="1765" y="2017"/>
                  <a:pt x="2332" y="2017"/>
                </a:cubicBezTo>
                <a:close/>
                <a:moveTo>
                  <a:pt x="3214" y="1"/>
                </a:moveTo>
                <a:cubicBezTo>
                  <a:pt x="3214" y="127"/>
                  <a:pt x="3183" y="284"/>
                  <a:pt x="3120" y="379"/>
                </a:cubicBezTo>
                <a:cubicBezTo>
                  <a:pt x="2962" y="662"/>
                  <a:pt x="2679" y="914"/>
                  <a:pt x="2364" y="946"/>
                </a:cubicBezTo>
                <a:lnTo>
                  <a:pt x="1009" y="1135"/>
                </a:lnTo>
                <a:cubicBezTo>
                  <a:pt x="473" y="1733"/>
                  <a:pt x="64" y="2521"/>
                  <a:pt x="1" y="3372"/>
                </a:cubicBezTo>
                <a:lnTo>
                  <a:pt x="316" y="3372"/>
                </a:lnTo>
                <a:cubicBezTo>
                  <a:pt x="505" y="3372"/>
                  <a:pt x="662" y="3529"/>
                  <a:pt x="662" y="3750"/>
                </a:cubicBezTo>
                <a:cubicBezTo>
                  <a:pt x="662" y="3939"/>
                  <a:pt x="505" y="4096"/>
                  <a:pt x="316" y="4096"/>
                </a:cubicBezTo>
                <a:lnTo>
                  <a:pt x="1" y="4096"/>
                </a:lnTo>
                <a:cubicBezTo>
                  <a:pt x="158" y="5892"/>
                  <a:pt x="1607" y="7310"/>
                  <a:pt x="3372" y="7467"/>
                </a:cubicBezTo>
                <a:lnTo>
                  <a:pt x="3372" y="7121"/>
                </a:lnTo>
                <a:cubicBezTo>
                  <a:pt x="3372" y="6932"/>
                  <a:pt x="3529" y="6774"/>
                  <a:pt x="3750" y="6774"/>
                </a:cubicBezTo>
                <a:cubicBezTo>
                  <a:pt x="3939" y="6774"/>
                  <a:pt x="4096" y="6932"/>
                  <a:pt x="4096" y="7121"/>
                </a:cubicBezTo>
                <a:lnTo>
                  <a:pt x="4096" y="7436"/>
                </a:lnTo>
                <a:lnTo>
                  <a:pt x="4254" y="7436"/>
                </a:lnTo>
                <a:cubicBezTo>
                  <a:pt x="4254" y="7373"/>
                  <a:pt x="4285" y="7278"/>
                  <a:pt x="4317" y="7215"/>
                </a:cubicBezTo>
                <a:cubicBezTo>
                  <a:pt x="4443" y="6900"/>
                  <a:pt x="4758" y="6648"/>
                  <a:pt x="5073" y="6617"/>
                </a:cubicBezTo>
                <a:lnTo>
                  <a:pt x="6491" y="6333"/>
                </a:lnTo>
                <a:cubicBezTo>
                  <a:pt x="7089" y="5703"/>
                  <a:pt x="7404" y="5010"/>
                  <a:pt x="7467" y="4096"/>
                </a:cubicBezTo>
                <a:lnTo>
                  <a:pt x="7152" y="4096"/>
                </a:lnTo>
                <a:cubicBezTo>
                  <a:pt x="6963" y="4096"/>
                  <a:pt x="6806" y="3939"/>
                  <a:pt x="6806" y="3750"/>
                </a:cubicBezTo>
                <a:cubicBezTo>
                  <a:pt x="6806" y="3529"/>
                  <a:pt x="6963" y="3372"/>
                  <a:pt x="7152" y="3372"/>
                </a:cubicBezTo>
                <a:lnTo>
                  <a:pt x="7467" y="3372"/>
                </a:lnTo>
                <a:cubicBezTo>
                  <a:pt x="7310" y="1576"/>
                  <a:pt x="5861" y="158"/>
                  <a:pt x="4096" y="1"/>
                </a:cubicBezTo>
                <a:lnTo>
                  <a:pt x="4096" y="316"/>
                </a:lnTo>
                <a:cubicBezTo>
                  <a:pt x="4096" y="505"/>
                  <a:pt x="3939" y="662"/>
                  <a:pt x="3750" y="662"/>
                </a:cubicBezTo>
                <a:cubicBezTo>
                  <a:pt x="3529" y="662"/>
                  <a:pt x="3372" y="505"/>
                  <a:pt x="3372" y="316"/>
                </a:cubicBezTo>
                <a:lnTo>
                  <a:pt x="337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3" name="Google Shape;6174;p59">
            <a:extLst>
              <a:ext uri="{FF2B5EF4-FFF2-40B4-BE49-F238E27FC236}">
                <a16:creationId xmlns:a16="http://schemas.microsoft.com/office/drawing/2014/main" id="{932FAE14-E5BC-2983-81CF-18F852CD5F03}"/>
              </a:ext>
            </a:extLst>
          </p:cNvPr>
          <p:cNvSpPr/>
          <p:nvPr/>
        </p:nvSpPr>
        <p:spPr>
          <a:xfrm>
            <a:off x="4130010" y="2923511"/>
            <a:ext cx="400123" cy="425908"/>
          </a:xfrm>
          <a:custGeom>
            <a:avLst/>
            <a:gdLst/>
            <a:ahLst/>
            <a:cxnLst/>
            <a:rect l="l" t="t" r="r" b="b"/>
            <a:pathLst>
              <a:path w="9295" h="9894" extrusionOk="0">
                <a:moveTo>
                  <a:pt x="3466" y="1"/>
                </a:moveTo>
                <a:cubicBezTo>
                  <a:pt x="2490" y="1"/>
                  <a:pt x="1450" y="316"/>
                  <a:pt x="1103" y="536"/>
                </a:cubicBezTo>
                <a:lnTo>
                  <a:pt x="1040" y="410"/>
                </a:lnTo>
                <a:cubicBezTo>
                  <a:pt x="970" y="340"/>
                  <a:pt x="881" y="304"/>
                  <a:pt x="788" y="304"/>
                </a:cubicBezTo>
                <a:cubicBezTo>
                  <a:pt x="757" y="304"/>
                  <a:pt x="725" y="308"/>
                  <a:pt x="694" y="316"/>
                </a:cubicBezTo>
                <a:cubicBezTo>
                  <a:pt x="599" y="379"/>
                  <a:pt x="505" y="473"/>
                  <a:pt x="473" y="568"/>
                </a:cubicBezTo>
                <a:cubicBezTo>
                  <a:pt x="347" y="1041"/>
                  <a:pt x="442" y="726"/>
                  <a:pt x="32" y="2143"/>
                </a:cubicBezTo>
                <a:cubicBezTo>
                  <a:pt x="1" y="2269"/>
                  <a:pt x="32" y="2395"/>
                  <a:pt x="127" y="2458"/>
                </a:cubicBezTo>
                <a:cubicBezTo>
                  <a:pt x="253" y="2584"/>
                  <a:pt x="316" y="2584"/>
                  <a:pt x="473" y="2584"/>
                </a:cubicBezTo>
                <a:lnTo>
                  <a:pt x="2049" y="2332"/>
                </a:lnTo>
                <a:cubicBezTo>
                  <a:pt x="2238" y="2301"/>
                  <a:pt x="2395" y="2080"/>
                  <a:pt x="2332" y="1860"/>
                </a:cubicBezTo>
                <a:lnTo>
                  <a:pt x="2206" y="1545"/>
                </a:lnTo>
                <a:cubicBezTo>
                  <a:pt x="2647" y="1450"/>
                  <a:pt x="3057" y="1356"/>
                  <a:pt x="3529" y="1356"/>
                </a:cubicBezTo>
                <a:cubicBezTo>
                  <a:pt x="5987" y="1356"/>
                  <a:pt x="8003" y="3372"/>
                  <a:pt x="8003" y="5798"/>
                </a:cubicBezTo>
                <a:cubicBezTo>
                  <a:pt x="8003" y="6806"/>
                  <a:pt x="7688" y="7657"/>
                  <a:pt x="7152" y="8413"/>
                </a:cubicBezTo>
                <a:cubicBezTo>
                  <a:pt x="7278" y="8444"/>
                  <a:pt x="7404" y="8539"/>
                  <a:pt x="7530" y="8633"/>
                </a:cubicBezTo>
                <a:cubicBezTo>
                  <a:pt x="7751" y="8885"/>
                  <a:pt x="7845" y="9232"/>
                  <a:pt x="7751" y="9578"/>
                </a:cubicBezTo>
                <a:lnTo>
                  <a:pt x="7593" y="9893"/>
                </a:lnTo>
                <a:cubicBezTo>
                  <a:pt x="8633" y="8854"/>
                  <a:pt x="9295" y="7436"/>
                  <a:pt x="9295" y="5861"/>
                </a:cubicBezTo>
                <a:cubicBezTo>
                  <a:pt x="9295" y="2616"/>
                  <a:pt x="6648" y="1"/>
                  <a:pt x="346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4" name="Google Shape;6175;p59">
            <a:extLst>
              <a:ext uri="{FF2B5EF4-FFF2-40B4-BE49-F238E27FC236}">
                <a16:creationId xmlns:a16="http://schemas.microsoft.com/office/drawing/2014/main" id="{EDB96F6A-1D2E-4988-0AE3-6169319A2985}"/>
              </a:ext>
            </a:extLst>
          </p:cNvPr>
          <p:cNvSpPr/>
          <p:nvPr/>
        </p:nvSpPr>
        <p:spPr>
          <a:xfrm>
            <a:off x="4025578" y="2995401"/>
            <a:ext cx="408259" cy="431331"/>
          </a:xfrm>
          <a:custGeom>
            <a:avLst/>
            <a:gdLst/>
            <a:ahLst/>
            <a:cxnLst/>
            <a:rect l="l" t="t" r="r" b="b"/>
            <a:pathLst>
              <a:path w="9484" h="10020" extrusionOk="0">
                <a:moveTo>
                  <a:pt x="1797" y="1"/>
                </a:moveTo>
                <a:lnTo>
                  <a:pt x="1797" y="1"/>
                </a:lnTo>
                <a:cubicBezTo>
                  <a:pt x="694" y="1072"/>
                  <a:pt x="1" y="2521"/>
                  <a:pt x="1" y="4191"/>
                </a:cubicBezTo>
                <a:cubicBezTo>
                  <a:pt x="64" y="7373"/>
                  <a:pt x="2647" y="10019"/>
                  <a:pt x="5892" y="10019"/>
                </a:cubicBezTo>
                <a:cubicBezTo>
                  <a:pt x="6239" y="10019"/>
                  <a:pt x="7972" y="9736"/>
                  <a:pt x="8224" y="9547"/>
                </a:cubicBezTo>
                <a:cubicBezTo>
                  <a:pt x="8255" y="9547"/>
                  <a:pt x="8287" y="9484"/>
                  <a:pt x="8350" y="9484"/>
                </a:cubicBezTo>
                <a:lnTo>
                  <a:pt x="8507" y="9641"/>
                </a:lnTo>
                <a:cubicBezTo>
                  <a:pt x="8576" y="9710"/>
                  <a:pt x="8661" y="9741"/>
                  <a:pt x="8743" y="9741"/>
                </a:cubicBezTo>
                <a:cubicBezTo>
                  <a:pt x="8887" y="9741"/>
                  <a:pt x="9023" y="9644"/>
                  <a:pt x="9043" y="9484"/>
                </a:cubicBezTo>
                <a:lnTo>
                  <a:pt x="9169" y="9011"/>
                </a:lnTo>
                <a:lnTo>
                  <a:pt x="9452" y="7814"/>
                </a:lnTo>
                <a:cubicBezTo>
                  <a:pt x="9484" y="7688"/>
                  <a:pt x="9452" y="7562"/>
                  <a:pt x="9358" y="7467"/>
                </a:cubicBezTo>
                <a:cubicBezTo>
                  <a:pt x="9278" y="7407"/>
                  <a:pt x="9211" y="7385"/>
                  <a:pt x="9132" y="7385"/>
                </a:cubicBezTo>
                <a:cubicBezTo>
                  <a:pt x="9087" y="7385"/>
                  <a:pt x="9037" y="7393"/>
                  <a:pt x="8980" y="7404"/>
                </a:cubicBezTo>
                <a:lnTo>
                  <a:pt x="7310" y="7719"/>
                </a:lnTo>
                <a:cubicBezTo>
                  <a:pt x="7089" y="7751"/>
                  <a:pt x="6963" y="8034"/>
                  <a:pt x="7089" y="8223"/>
                </a:cubicBezTo>
                <a:lnTo>
                  <a:pt x="7184" y="8444"/>
                </a:lnTo>
                <a:cubicBezTo>
                  <a:pt x="6774" y="8538"/>
                  <a:pt x="6333" y="8633"/>
                  <a:pt x="5861" y="8633"/>
                </a:cubicBezTo>
                <a:cubicBezTo>
                  <a:pt x="3403" y="8633"/>
                  <a:pt x="1419" y="6648"/>
                  <a:pt x="1419" y="4191"/>
                </a:cubicBezTo>
                <a:cubicBezTo>
                  <a:pt x="1419" y="3183"/>
                  <a:pt x="1734" y="2269"/>
                  <a:pt x="2269" y="1544"/>
                </a:cubicBezTo>
                <a:cubicBezTo>
                  <a:pt x="2143" y="1481"/>
                  <a:pt x="2049" y="1418"/>
                  <a:pt x="1954" y="1292"/>
                </a:cubicBezTo>
                <a:cubicBezTo>
                  <a:pt x="1734" y="1009"/>
                  <a:pt x="1639" y="662"/>
                  <a:pt x="1734" y="316"/>
                </a:cubicBezTo>
                <a:lnTo>
                  <a:pt x="179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8" name="Google Shape;6177;p59">
            <a:extLst>
              <a:ext uri="{FF2B5EF4-FFF2-40B4-BE49-F238E27FC236}">
                <a16:creationId xmlns:a16="http://schemas.microsoft.com/office/drawing/2014/main" id="{60FBC654-54FC-BC8C-FF1E-D95837BE3971}"/>
              </a:ext>
            </a:extLst>
          </p:cNvPr>
          <p:cNvSpPr/>
          <p:nvPr/>
        </p:nvSpPr>
        <p:spPr>
          <a:xfrm>
            <a:off x="2112494" y="3744132"/>
            <a:ext cx="501843" cy="264524"/>
          </a:xfrm>
          <a:custGeom>
            <a:avLst/>
            <a:gdLst/>
            <a:ahLst/>
            <a:cxnLst/>
            <a:rect l="l" t="t" r="r" b="b"/>
            <a:pathLst>
              <a:path w="11658" h="6145" extrusionOk="0">
                <a:moveTo>
                  <a:pt x="5829" y="694"/>
                </a:moveTo>
                <a:cubicBezTo>
                  <a:pt x="7184" y="694"/>
                  <a:pt x="8255" y="1734"/>
                  <a:pt x="8255" y="3088"/>
                </a:cubicBezTo>
                <a:cubicBezTo>
                  <a:pt x="8255" y="4412"/>
                  <a:pt x="7153" y="5483"/>
                  <a:pt x="5829" y="5483"/>
                </a:cubicBezTo>
                <a:cubicBezTo>
                  <a:pt x="4506" y="5483"/>
                  <a:pt x="3435" y="4412"/>
                  <a:pt x="3435" y="3088"/>
                </a:cubicBezTo>
                <a:cubicBezTo>
                  <a:pt x="3435" y="1734"/>
                  <a:pt x="4506" y="694"/>
                  <a:pt x="5829" y="694"/>
                </a:cubicBezTo>
                <a:close/>
                <a:moveTo>
                  <a:pt x="1" y="1"/>
                </a:moveTo>
                <a:lnTo>
                  <a:pt x="1" y="6144"/>
                </a:lnTo>
                <a:lnTo>
                  <a:pt x="11658" y="6144"/>
                </a:lnTo>
                <a:lnTo>
                  <a:pt x="1165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9" name="Google Shape;6178;p59">
            <a:extLst>
              <a:ext uri="{FF2B5EF4-FFF2-40B4-BE49-F238E27FC236}">
                <a16:creationId xmlns:a16="http://schemas.microsoft.com/office/drawing/2014/main" id="{015D8ACA-2BA4-34DD-EE5E-D2120452E875}"/>
              </a:ext>
            </a:extLst>
          </p:cNvPr>
          <p:cNvSpPr/>
          <p:nvPr/>
        </p:nvSpPr>
        <p:spPr>
          <a:xfrm>
            <a:off x="2291527" y="3803840"/>
            <a:ext cx="145155" cy="146489"/>
          </a:xfrm>
          <a:custGeom>
            <a:avLst/>
            <a:gdLst/>
            <a:ahLst/>
            <a:cxnLst/>
            <a:rect l="l" t="t" r="r" b="b"/>
            <a:pathLst>
              <a:path w="3372" h="3403" extrusionOk="0">
                <a:moveTo>
                  <a:pt x="1670" y="662"/>
                </a:moveTo>
                <a:cubicBezTo>
                  <a:pt x="1891" y="662"/>
                  <a:pt x="2048" y="819"/>
                  <a:pt x="2048" y="1040"/>
                </a:cubicBezTo>
                <a:lnTo>
                  <a:pt x="2048" y="1386"/>
                </a:lnTo>
                <a:lnTo>
                  <a:pt x="2395" y="1386"/>
                </a:lnTo>
                <a:cubicBezTo>
                  <a:pt x="2584" y="1386"/>
                  <a:pt x="2741" y="1544"/>
                  <a:pt x="2741" y="1733"/>
                </a:cubicBezTo>
                <a:cubicBezTo>
                  <a:pt x="2710" y="1890"/>
                  <a:pt x="2552" y="2048"/>
                  <a:pt x="2363" y="2048"/>
                </a:cubicBezTo>
                <a:lnTo>
                  <a:pt x="1670" y="2048"/>
                </a:lnTo>
                <a:cubicBezTo>
                  <a:pt x="1481" y="2048"/>
                  <a:pt x="1324" y="1890"/>
                  <a:pt x="1324" y="1701"/>
                </a:cubicBezTo>
                <a:lnTo>
                  <a:pt x="1324" y="1040"/>
                </a:lnTo>
                <a:cubicBezTo>
                  <a:pt x="1324" y="819"/>
                  <a:pt x="1481" y="662"/>
                  <a:pt x="1670" y="662"/>
                </a:cubicBezTo>
                <a:close/>
                <a:moveTo>
                  <a:pt x="1670" y="0"/>
                </a:moveTo>
                <a:cubicBezTo>
                  <a:pt x="725" y="0"/>
                  <a:pt x="1" y="756"/>
                  <a:pt x="1" y="1701"/>
                </a:cubicBezTo>
                <a:cubicBezTo>
                  <a:pt x="1" y="2646"/>
                  <a:pt x="725" y="3403"/>
                  <a:pt x="1670" y="3403"/>
                </a:cubicBezTo>
                <a:cubicBezTo>
                  <a:pt x="2615" y="3403"/>
                  <a:pt x="3372" y="2646"/>
                  <a:pt x="3372" y="1701"/>
                </a:cubicBezTo>
                <a:cubicBezTo>
                  <a:pt x="3372" y="756"/>
                  <a:pt x="2615" y="0"/>
                  <a:pt x="16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0" name="Google Shape;6179;p59">
            <a:extLst>
              <a:ext uri="{FF2B5EF4-FFF2-40B4-BE49-F238E27FC236}">
                <a16:creationId xmlns:a16="http://schemas.microsoft.com/office/drawing/2014/main" id="{C3FE252E-B462-1FCC-50B9-1A4B59777840}"/>
              </a:ext>
            </a:extLst>
          </p:cNvPr>
          <p:cNvSpPr/>
          <p:nvPr/>
        </p:nvSpPr>
        <p:spPr>
          <a:xfrm>
            <a:off x="2112494" y="4039781"/>
            <a:ext cx="501843" cy="59749"/>
          </a:xfrm>
          <a:custGeom>
            <a:avLst/>
            <a:gdLst/>
            <a:ahLst/>
            <a:cxnLst/>
            <a:rect l="l" t="t" r="r" b="b"/>
            <a:pathLst>
              <a:path w="11658" h="1388" extrusionOk="0">
                <a:moveTo>
                  <a:pt x="1" y="1"/>
                </a:moveTo>
                <a:lnTo>
                  <a:pt x="1" y="347"/>
                </a:lnTo>
                <a:cubicBezTo>
                  <a:pt x="1" y="915"/>
                  <a:pt x="442" y="1387"/>
                  <a:pt x="1041" y="1387"/>
                </a:cubicBezTo>
                <a:lnTo>
                  <a:pt x="10650" y="1387"/>
                </a:lnTo>
                <a:cubicBezTo>
                  <a:pt x="11217" y="1387"/>
                  <a:pt x="11658" y="915"/>
                  <a:pt x="11658" y="347"/>
                </a:cubicBezTo>
                <a:lnTo>
                  <a:pt x="1165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91" name="Google Shape;6180;p59">
            <a:extLst>
              <a:ext uri="{FF2B5EF4-FFF2-40B4-BE49-F238E27FC236}">
                <a16:creationId xmlns:a16="http://schemas.microsoft.com/office/drawing/2014/main" id="{8A9ECE6D-86C5-0FCB-0086-2D6F2BF51B28}"/>
              </a:ext>
            </a:extLst>
          </p:cNvPr>
          <p:cNvSpPr/>
          <p:nvPr/>
        </p:nvSpPr>
        <p:spPr>
          <a:xfrm>
            <a:off x="2105736" y="3594975"/>
            <a:ext cx="508601" cy="120747"/>
          </a:xfrm>
          <a:custGeom>
            <a:avLst/>
            <a:gdLst/>
            <a:ahLst/>
            <a:cxnLst/>
            <a:rect l="l" t="t" r="r" b="b"/>
            <a:pathLst>
              <a:path w="11815" h="2805" extrusionOk="0">
                <a:moveTo>
                  <a:pt x="1733" y="0"/>
                </a:moveTo>
                <a:cubicBezTo>
                  <a:pt x="1544" y="0"/>
                  <a:pt x="1387" y="158"/>
                  <a:pt x="1387" y="378"/>
                </a:cubicBezTo>
                <a:lnTo>
                  <a:pt x="1387" y="725"/>
                </a:lnTo>
                <a:lnTo>
                  <a:pt x="1040" y="725"/>
                </a:lnTo>
                <a:cubicBezTo>
                  <a:pt x="473" y="725"/>
                  <a:pt x="0" y="1197"/>
                  <a:pt x="0" y="1733"/>
                </a:cubicBezTo>
                <a:lnTo>
                  <a:pt x="0" y="2804"/>
                </a:lnTo>
                <a:lnTo>
                  <a:pt x="11657" y="2804"/>
                </a:lnTo>
                <a:lnTo>
                  <a:pt x="11657" y="1733"/>
                </a:lnTo>
                <a:lnTo>
                  <a:pt x="11815" y="1733"/>
                </a:lnTo>
                <a:cubicBezTo>
                  <a:pt x="11815" y="1197"/>
                  <a:pt x="11374" y="725"/>
                  <a:pt x="10807" y="725"/>
                </a:cubicBezTo>
                <a:lnTo>
                  <a:pt x="10460" y="725"/>
                </a:lnTo>
                <a:lnTo>
                  <a:pt x="10460" y="378"/>
                </a:lnTo>
                <a:cubicBezTo>
                  <a:pt x="10460" y="158"/>
                  <a:pt x="10303" y="0"/>
                  <a:pt x="10082" y="0"/>
                </a:cubicBezTo>
                <a:cubicBezTo>
                  <a:pt x="9893" y="0"/>
                  <a:pt x="9735" y="158"/>
                  <a:pt x="9735" y="378"/>
                </a:cubicBezTo>
                <a:lnTo>
                  <a:pt x="9735" y="725"/>
                </a:lnTo>
                <a:lnTo>
                  <a:pt x="8349" y="725"/>
                </a:lnTo>
                <a:lnTo>
                  <a:pt x="8349" y="378"/>
                </a:lnTo>
                <a:cubicBezTo>
                  <a:pt x="8349" y="158"/>
                  <a:pt x="8192" y="0"/>
                  <a:pt x="8003" y="0"/>
                </a:cubicBezTo>
                <a:cubicBezTo>
                  <a:pt x="7814" y="0"/>
                  <a:pt x="7656" y="158"/>
                  <a:pt x="7656" y="378"/>
                </a:cubicBezTo>
                <a:lnTo>
                  <a:pt x="7656" y="725"/>
                </a:lnTo>
                <a:lnTo>
                  <a:pt x="6270" y="725"/>
                </a:lnTo>
                <a:lnTo>
                  <a:pt x="6270" y="378"/>
                </a:lnTo>
                <a:cubicBezTo>
                  <a:pt x="6270" y="158"/>
                  <a:pt x="6112" y="0"/>
                  <a:pt x="5923" y="0"/>
                </a:cubicBezTo>
                <a:cubicBezTo>
                  <a:pt x="5734" y="0"/>
                  <a:pt x="5577" y="158"/>
                  <a:pt x="5577" y="378"/>
                </a:cubicBezTo>
                <a:lnTo>
                  <a:pt x="5577" y="725"/>
                </a:lnTo>
                <a:lnTo>
                  <a:pt x="4191" y="725"/>
                </a:lnTo>
                <a:lnTo>
                  <a:pt x="4191" y="378"/>
                </a:lnTo>
                <a:cubicBezTo>
                  <a:pt x="4191" y="158"/>
                  <a:pt x="4033" y="0"/>
                  <a:pt x="3844" y="0"/>
                </a:cubicBezTo>
                <a:cubicBezTo>
                  <a:pt x="3623" y="0"/>
                  <a:pt x="3466" y="158"/>
                  <a:pt x="3466" y="378"/>
                </a:cubicBezTo>
                <a:lnTo>
                  <a:pt x="3466" y="725"/>
                </a:lnTo>
                <a:lnTo>
                  <a:pt x="2111" y="725"/>
                </a:lnTo>
                <a:lnTo>
                  <a:pt x="2111" y="378"/>
                </a:lnTo>
                <a:cubicBezTo>
                  <a:pt x="2111" y="158"/>
                  <a:pt x="1954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6181;p59">
            <a:extLst>
              <a:ext uri="{FF2B5EF4-FFF2-40B4-BE49-F238E27FC236}">
                <a16:creationId xmlns:a16="http://schemas.microsoft.com/office/drawing/2014/main" id="{7F361820-7E1D-2334-F868-9D28E5C1305E}"/>
              </a:ext>
            </a:extLst>
          </p:cNvPr>
          <p:cNvSpPr/>
          <p:nvPr/>
        </p:nvSpPr>
        <p:spPr>
          <a:xfrm>
            <a:off x="2101544" y="4263441"/>
            <a:ext cx="515402" cy="503565"/>
          </a:xfrm>
          <a:custGeom>
            <a:avLst/>
            <a:gdLst/>
            <a:ahLst/>
            <a:cxnLst/>
            <a:rect l="l" t="t" r="r" b="b"/>
            <a:pathLst>
              <a:path w="11973" h="11698" extrusionOk="0">
                <a:moveTo>
                  <a:pt x="8928" y="1750"/>
                </a:moveTo>
                <a:cubicBezTo>
                  <a:pt x="9192" y="1750"/>
                  <a:pt x="9452" y="1852"/>
                  <a:pt x="9641" y="2057"/>
                </a:cubicBezTo>
                <a:cubicBezTo>
                  <a:pt x="10050" y="2435"/>
                  <a:pt x="10050" y="3096"/>
                  <a:pt x="9641" y="3506"/>
                </a:cubicBezTo>
                <a:cubicBezTo>
                  <a:pt x="9452" y="3695"/>
                  <a:pt x="9192" y="3790"/>
                  <a:pt x="8928" y="3790"/>
                </a:cubicBezTo>
                <a:cubicBezTo>
                  <a:pt x="8664" y="3790"/>
                  <a:pt x="8396" y="3695"/>
                  <a:pt x="8192" y="3506"/>
                </a:cubicBezTo>
                <a:cubicBezTo>
                  <a:pt x="7814" y="3096"/>
                  <a:pt x="7814" y="2435"/>
                  <a:pt x="8192" y="2057"/>
                </a:cubicBezTo>
                <a:cubicBezTo>
                  <a:pt x="8396" y="1852"/>
                  <a:pt x="8664" y="1750"/>
                  <a:pt x="8928" y="1750"/>
                </a:cubicBezTo>
                <a:close/>
                <a:moveTo>
                  <a:pt x="7901" y="1"/>
                </a:moveTo>
                <a:cubicBezTo>
                  <a:pt x="6958" y="1"/>
                  <a:pt x="6010" y="363"/>
                  <a:pt x="5293" y="1080"/>
                </a:cubicBezTo>
                <a:cubicBezTo>
                  <a:pt x="4285" y="2088"/>
                  <a:pt x="3939" y="3569"/>
                  <a:pt x="4380" y="4924"/>
                </a:cubicBezTo>
                <a:lnTo>
                  <a:pt x="126" y="9177"/>
                </a:lnTo>
                <a:cubicBezTo>
                  <a:pt x="32" y="9240"/>
                  <a:pt x="0" y="9334"/>
                  <a:pt x="0" y="9397"/>
                </a:cubicBezTo>
                <a:lnTo>
                  <a:pt x="0" y="11319"/>
                </a:lnTo>
                <a:cubicBezTo>
                  <a:pt x="0" y="11540"/>
                  <a:pt x="158" y="11697"/>
                  <a:pt x="347" y="11697"/>
                </a:cubicBezTo>
                <a:lnTo>
                  <a:pt x="2300" y="11697"/>
                </a:lnTo>
                <a:cubicBezTo>
                  <a:pt x="2363" y="11697"/>
                  <a:pt x="2489" y="11634"/>
                  <a:pt x="2521" y="11571"/>
                </a:cubicBezTo>
                <a:lnTo>
                  <a:pt x="2993" y="11099"/>
                </a:lnTo>
                <a:cubicBezTo>
                  <a:pt x="3088" y="11004"/>
                  <a:pt x="3119" y="10910"/>
                  <a:pt x="3088" y="10815"/>
                </a:cubicBezTo>
                <a:lnTo>
                  <a:pt x="2993" y="10311"/>
                </a:lnTo>
                <a:lnTo>
                  <a:pt x="3718" y="10217"/>
                </a:lnTo>
                <a:cubicBezTo>
                  <a:pt x="3876" y="10217"/>
                  <a:pt x="3970" y="10091"/>
                  <a:pt x="4033" y="9902"/>
                </a:cubicBezTo>
                <a:lnTo>
                  <a:pt x="4096" y="9208"/>
                </a:lnTo>
                <a:lnTo>
                  <a:pt x="4600" y="9271"/>
                </a:lnTo>
                <a:cubicBezTo>
                  <a:pt x="4695" y="9271"/>
                  <a:pt x="4821" y="9271"/>
                  <a:pt x="4884" y="9208"/>
                </a:cubicBezTo>
                <a:cubicBezTo>
                  <a:pt x="4978" y="9114"/>
                  <a:pt x="5010" y="9051"/>
                  <a:pt x="5010" y="8956"/>
                </a:cubicBezTo>
                <a:lnTo>
                  <a:pt x="5010" y="8326"/>
                </a:lnTo>
                <a:lnTo>
                  <a:pt x="5640" y="8326"/>
                </a:lnTo>
                <a:cubicBezTo>
                  <a:pt x="5703" y="8326"/>
                  <a:pt x="5829" y="8295"/>
                  <a:pt x="5860" y="8232"/>
                </a:cubicBezTo>
                <a:lnTo>
                  <a:pt x="6742" y="7350"/>
                </a:lnTo>
                <a:cubicBezTo>
                  <a:pt x="7131" y="7479"/>
                  <a:pt x="7533" y="7543"/>
                  <a:pt x="7931" y="7543"/>
                </a:cubicBezTo>
                <a:cubicBezTo>
                  <a:pt x="8891" y="7543"/>
                  <a:pt x="9833" y="7171"/>
                  <a:pt x="10523" y="6436"/>
                </a:cubicBezTo>
                <a:cubicBezTo>
                  <a:pt x="11972" y="4987"/>
                  <a:pt x="11972" y="2592"/>
                  <a:pt x="10523" y="1143"/>
                </a:cubicBezTo>
                <a:cubicBezTo>
                  <a:pt x="9823" y="379"/>
                  <a:pt x="8865" y="1"/>
                  <a:pt x="790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6182;p59">
            <a:extLst>
              <a:ext uri="{FF2B5EF4-FFF2-40B4-BE49-F238E27FC236}">
                <a16:creationId xmlns:a16="http://schemas.microsoft.com/office/drawing/2014/main" id="{548D1E6B-2266-1159-E738-6B079622F999}"/>
              </a:ext>
            </a:extLst>
          </p:cNvPr>
          <p:cNvSpPr/>
          <p:nvPr/>
        </p:nvSpPr>
        <p:spPr>
          <a:xfrm>
            <a:off x="2108324" y="4923422"/>
            <a:ext cx="501842" cy="503177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3" name="Google Shape;6184;p59">
            <a:extLst>
              <a:ext uri="{FF2B5EF4-FFF2-40B4-BE49-F238E27FC236}">
                <a16:creationId xmlns:a16="http://schemas.microsoft.com/office/drawing/2014/main" id="{D1DCA4EB-7BD3-1E94-DD60-7FCC4E5E3A14}"/>
              </a:ext>
            </a:extLst>
          </p:cNvPr>
          <p:cNvSpPr/>
          <p:nvPr/>
        </p:nvSpPr>
        <p:spPr>
          <a:xfrm>
            <a:off x="5313047" y="3596330"/>
            <a:ext cx="444891" cy="208261"/>
          </a:xfrm>
          <a:custGeom>
            <a:avLst/>
            <a:gdLst/>
            <a:ahLst/>
            <a:cxnLst/>
            <a:rect l="l" t="t" r="r" b="b"/>
            <a:pathLst>
              <a:path w="10335" h="4838" extrusionOk="0">
                <a:moveTo>
                  <a:pt x="1040" y="0"/>
                </a:moveTo>
                <a:cubicBezTo>
                  <a:pt x="473" y="0"/>
                  <a:pt x="1" y="473"/>
                  <a:pt x="1" y="1071"/>
                </a:cubicBezTo>
                <a:lnTo>
                  <a:pt x="1" y="2458"/>
                </a:lnTo>
                <a:cubicBezTo>
                  <a:pt x="1" y="2993"/>
                  <a:pt x="473" y="3466"/>
                  <a:pt x="1040" y="3466"/>
                </a:cubicBezTo>
                <a:lnTo>
                  <a:pt x="2048" y="3466"/>
                </a:lnTo>
                <a:lnTo>
                  <a:pt x="2048" y="4505"/>
                </a:lnTo>
                <a:cubicBezTo>
                  <a:pt x="2048" y="4663"/>
                  <a:pt x="2143" y="4757"/>
                  <a:pt x="2269" y="4820"/>
                </a:cubicBezTo>
                <a:cubicBezTo>
                  <a:pt x="2300" y="4831"/>
                  <a:pt x="2339" y="4838"/>
                  <a:pt x="2380" y="4838"/>
                </a:cubicBezTo>
                <a:cubicBezTo>
                  <a:pt x="2461" y="4838"/>
                  <a:pt x="2552" y="4810"/>
                  <a:pt x="2615" y="4726"/>
                </a:cubicBezTo>
                <a:lnTo>
                  <a:pt x="3876" y="3466"/>
                </a:lnTo>
                <a:lnTo>
                  <a:pt x="6365" y="3466"/>
                </a:lnTo>
                <a:lnTo>
                  <a:pt x="7625" y="4726"/>
                </a:lnTo>
                <a:cubicBezTo>
                  <a:pt x="7688" y="4810"/>
                  <a:pt x="7765" y="4838"/>
                  <a:pt x="7846" y="4838"/>
                </a:cubicBezTo>
                <a:cubicBezTo>
                  <a:pt x="7887" y="4838"/>
                  <a:pt x="7929" y="4831"/>
                  <a:pt x="7971" y="4820"/>
                </a:cubicBezTo>
                <a:cubicBezTo>
                  <a:pt x="8097" y="4789"/>
                  <a:pt x="8160" y="4631"/>
                  <a:pt x="8160" y="4505"/>
                </a:cubicBezTo>
                <a:lnTo>
                  <a:pt x="8160" y="3466"/>
                </a:lnTo>
                <a:lnTo>
                  <a:pt x="9231" y="3466"/>
                </a:lnTo>
                <a:cubicBezTo>
                  <a:pt x="9862" y="3466"/>
                  <a:pt x="10334" y="2993"/>
                  <a:pt x="10334" y="2458"/>
                </a:cubicBezTo>
                <a:lnTo>
                  <a:pt x="10334" y="1071"/>
                </a:lnTo>
                <a:cubicBezTo>
                  <a:pt x="10334" y="536"/>
                  <a:pt x="9862" y="0"/>
                  <a:pt x="92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4" name="Google Shape;6185;p59">
            <a:extLst>
              <a:ext uri="{FF2B5EF4-FFF2-40B4-BE49-F238E27FC236}">
                <a16:creationId xmlns:a16="http://schemas.microsoft.com/office/drawing/2014/main" id="{121338AE-82DF-A5F0-F3CA-C3CE4DC82B9D}"/>
              </a:ext>
            </a:extLst>
          </p:cNvPr>
          <p:cNvSpPr/>
          <p:nvPr/>
        </p:nvSpPr>
        <p:spPr>
          <a:xfrm>
            <a:off x="5342878" y="3833647"/>
            <a:ext cx="118035" cy="119412"/>
          </a:xfrm>
          <a:custGeom>
            <a:avLst/>
            <a:gdLst/>
            <a:ahLst/>
            <a:cxnLst/>
            <a:rect l="l" t="t" r="r" b="b"/>
            <a:pathLst>
              <a:path w="2742" h="2774" extrusionOk="0">
                <a:moveTo>
                  <a:pt x="1387" y="1"/>
                </a:moveTo>
                <a:cubicBezTo>
                  <a:pt x="599" y="1"/>
                  <a:pt x="1" y="631"/>
                  <a:pt x="1" y="1387"/>
                </a:cubicBezTo>
                <a:cubicBezTo>
                  <a:pt x="1" y="2143"/>
                  <a:pt x="599" y="2773"/>
                  <a:pt x="1387" y="2773"/>
                </a:cubicBezTo>
                <a:cubicBezTo>
                  <a:pt x="2143" y="2773"/>
                  <a:pt x="2742" y="2143"/>
                  <a:pt x="2742" y="1387"/>
                </a:cubicBezTo>
                <a:cubicBezTo>
                  <a:pt x="2742" y="631"/>
                  <a:pt x="2143" y="1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5" name="Google Shape;6186;p59">
            <a:extLst>
              <a:ext uri="{FF2B5EF4-FFF2-40B4-BE49-F238E27FC236}">
                <a16:creationId xmlns:a16="http://schemas.microsoft.com/office/drawing/2014/main" id="{E8D880EB-C833-9FDB-17CF-FAA83E39E880}"/>
              </a:ext>
            </a:extLst>
          </p:cNvPr>
          <p:cNvSpPr/>
          <p:nvPr/>
        </p:nvSpPr>
        <p:spPr>
          <a:xfrm>
            <a:off x="5283215" y="3981471"/>
            <a:ext cx="236027" cy="116700"/>
          </a:xfrm>
          <a:custGeom>
            <a:avLst/>
            <a:gdLst/>
            <a:ahLst/>
            <a:cxnLst/>
            <a:rect l="l" t="t" r="r" b="b"/>
            <a:pathLst>
              <a:path w="5483" h="2711" extrusionOk="0">
                <a:moveTo>
                  <a:pt x="2741" y="1"/>
                </a:moveTo>
                <a:cubicBezTo>
                  <a:pt x="1387" y="1"/>
                  <a:pt x="221" y="1040"/>
                  <a:pt x="32" y="2332"/>
                </a:cubicBezTo>
                <a:cubicBezTo>
                  <a:pt x="0" y="2521"/>
                  <a:pt x="158" y="2710"/>
                  <a:pt x="378" y="2710"/>
                </a:cubicBezTo>
                <a:lnTo>
                  <a:pt x="5104" y="2710"/>
                </a:lnTo>
                <a:cubicBezTo>
                  <a:pt x="5325" y="2710"/>
                  <a:pt x="5482" y="2521"/>
                  <a:pt x="5482" y="2332"/>
                </a:cubicBezTo>
                <a:cubicBezTo>
                  <a:pt x="5262" y="977"/>
                  <a:pt x="4128" y="1"/>
                  <a:pt x="274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6" name="Google Shape;6187;p59">
            <a:extLst>
              <a:ext uri="{FF2B5EF4-FFF2-40B4-BE49-F238E27FC236}">
                <a16:creationId xmlns:a16="http://schemas.microsoft.com/office/drawing/2014/main" id="{0FC64CF7-B49A-3D6E-E7BE-4CA4D05C92FB}"/>
              </a:ext>
            </a:extLst>
          </p:cNvPr>
          <p:cNvSpPr/>
          <p:nvPr/>
        </p:nvSpPr>
        <p:spPr>
          <a:xfrm>
            <a:off x="5608694" y="3833647"/>
            <a:ext cx="118035" cy="119412"/>
          </a:xfrm>
          <a:custGeom>
            <a:avLst/>
            <a:gdLst/>
            <a:ahLst/>
            <a:cxnLst/>
            <a:rect l="l" t="t" r="r" b="b"/>
            <a:pathLst>
              <a:path w="2742" h="2774" extrusionOk="0">
                <a:moveTo>
                  <a:pt x="1387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43"/>
                  <a:pt x="631" y="2773"/>
                  <a:pt x="1387" y="2773"/>
                </a:cubicBezTo>
                <a:cubicBezTo>
                  <a:pt x="2111" y="2773"/>
                  <a:pt x="2742" y="2143"/>
                  <a:pt x="2742" y="1387"/>
                </a:cubicBezTo>
                <a:cubicBezTo>
                  <a:pt x="2742" y="631"/>
                  <a:pt x="2111" y="1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7" name="Google Shape;6188;p59">
            <a:extLst>
              <a:ext uri="{FF2B5EF4-FFF2-40B4-BE49-F238E27FC236}">
                <a16:creationId xmlns:a16="http://schemas.microsoft.com/office/drawing/2014/main" id="{5837753A-01EE-3298-93AD-72F9A9198112}"/>
              </a:ext>
            </a:extLst>
          </p:cNvPr>
          <p:cNvSpPr/>
          <p:nvPr/>
        </p:nvSpPr>
        <p:spPr>
          <a:xfrm>
            <a:off x="5549031" y="3981471"/>
            <a:ext cx="237361" cy="116700"/>
          </a:xfrm>
          <a:custGeom>
            <a:avLst/>
            <a:gdLst/>
            <a:ahLst/>
            <a:cxnLst/>
            <a:rect l="l" t="t" r="r" b="b"/>
            <a:pathLst>
              <a:path w="5514" h="2711" extrusionOk="0">
                <a:moveTo>
                  <a:pt x="2773" y="1"/>
                </a:moveTo>
                <a:cubicBezTo>
                  <a:pt x="1387" y="1"/>
                  <a:pt x="252" y="1040"/>
                  <a:pt x="32" y="2332"/>
                </a:cubicBezTo>
                <a:cubicBezTo>
                  <a:pt x="0" y="2521"/>
                  <a:pt x="158" y="2710"/>
                  <a:pt x="410" y="2710"/>
                </a:cubicBezTo>
                <a:lnTo>
                  <a:pt x="5167" y="2710"/>
                </a:lnTo>
                <a:cubicBezTo>
                  <a:pt x="5356" y="2710"/>
                  <a:pt x="5514" y="2521"/>
                  <a:pt x="5514" y="2332"/>
                </a:cubicBezTo>
                <a:cubicBezTo>
                  <a:pt x="5293" y="977"/>
                  <a:pt x="4128" y="1"/>
                  <a:pt x="277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6" name="Google Shape;6190;p59">
            <a:extLst>
              <a:ext uri="{FF2B5EF4-FFF2-40B4-BE49-F238E27FC236}">
                <a16:creationId xmlns:a16="http://schemas.microsoft.com/office/drawing/2014/main" id="{2850FB21-52CB-8B67-F107-3ED637FC2A64}"/>
              </a:ext>
            </a:extLst>
          </p:cNvPr>
          <p:cNvSpPr/>
          <p:nvPr/>
        </p:nvSpPr>
        <p:spPr>
          <a:xfrm>
            <a:off x="1602168" y="1857107"/>
            <a:ext cx="265858" cy="148039"/>
          </a:xfrm>
          <a:custGeom>
            <a:avLst/>
            <a:gdLst/>
            <a:ahLst/>
            <a:cxnLst/>
            <a:rect l="l" t="t" r="r" b="b"/>
            <a:pathLst>
              <a:path w="6176" h="3439" extrusionOk="0">
                <a:moveTo>
                  <a:pt x="4433" y="0"/>
                </a:moveTo>
                <a:cubicBezTo>
                  <a:pt x="4393" y="0"/>
                  <a:pt x="4354" y="8"/>
                  <a:pt x="4317" y="26"/>
                </a:cubicBezTo>
                <a:cubicBezTo>
                  <a:pt x="4191" y="58"/>
                  <a:pt x="4128" y="216"/>
                  <a:pt x="4128" y="342"/>
                </a:cubicBezTo>
                <a:lnTo>
                  <a:pt x="4128" y="1003"/>
                </a:lnTo>
                <a:lnTo>
                  <a:pt x="2048" y="1003"/>
                </a:lnTo>
                <a:lnTo>
                  <a:pt x="2048" y="342"/>
                </a:lnTo>
                <a:cubicBezTo>
                  <a:pt x="2048" y="184"/>
                  <a:pt x="1954" y="58"/>
                  <a:pt x="1828" y="26"/>
                </a:cubicBezTo>
                <a:cubicBezTo>
                  <a:pt x="1793" y="15"/>
                  <a:pt x="1750" y="8"/>
                  <a:pt x="1705" y="8"/>
                </a:cubicBezTo>
                <a:cubicBezTo>
                  <a:pt x="1626" y="8"/>
                  <a:pt x="1541" y="30"/>
                  <a:pt x="1481" y="89"/>
                </a:cubicBezTo>
                <a:lnTo>
                  <a:pt x="95" y="1476"/>
                </a:lnTo>
                <a:cubicBezTo>
                  <a:pt x="0" y="1602"/>
                  <a:pt x="0" y="1822"/>
                  <a:pt x="95" y="1948"/>
                </a:cubicBezTo>
                <a:lnTo>
                  <a:pt x="1481" y="3334"/>
                </a:lnTo>
                <a:cubicBezTo>
                  <a:pt x="1548" y="3379"/>
                  <a:pt x="1646" y="3424"/>
                  <a:pt x="1732" y="3424"/>
                </a:cubicBezTo>
                <a:cubicBezTo>
                  <a:pt x="1767" y="3424"/>
                  <a:pt x="1800" y="3416"/>
                  <a:pt x="1828" y="3398"/>
                </a:cubicBezTo>
                <a:cubicBezTo>
                  <a:pt x="1954" y="3366"/>
                  <a:pt x="2048" y="3208"/>
                  <a:pt x="2048" y="3082"/>
                </a:cubicBezTo>
                <a:lnTo>
                  <a:pt x="2048" y="2421"/>
                </a:lnTo>
                <a:lnTo>
                  <a:pt x="4128" y="2421"/>
                </a:lnTo>
                <a:lnTo>
                  <a:pt x="4128" y="3082"/>
                </a:lnTo>
                <a:cubicBezTo>
                  <a:pt x="4128" y="3240"/>
                  <a:pt x="4191" y="3366"/>
                  <a:pt x="4317" y="3398"/>
                </a:cubicBezTo>
                <a:cubicBezTo>
                  <a:pt x="4369" y="3424"/>
                  <a:pt x="4426" y="3439"/>
                  <a:pt x="4483" y="3439"/>
                </a:cubicBezTo>
                <a:cubicBezTo>
                  <a:pt x="4562" y="3439"/>
                  <a:pt x="4639" y="3408"/>
                  <a:pt x="4695" y="3334"/>
                </a:cubicBezTo>
                <a:lnTo>
                  <a:pt x="6049" y="1948"/>
                </a:lnTo>
                <a:cubicBezTo>
                  <a:pt x="6175" y="1822"/>
                  <a:pt x="6175" y="1602"/>
                  <a:pt x="6049" y="1476"/>
                </a:cubicBezTo>
                <a:lnTo>
                  <a:pt x="4695" y="89"/>
                </a:lnTo>
                <a:cubicBezTo>
                  <a:pt x="4628" y="45"/>
                  <a:pt x="4530" y="0"/>
                  <a:pt x="44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7" name="Google Shape;6191;p59">
            <a:extLst>
              <a:ext uri="{FF2B5EF4-FFF2-40B4-BE49-F238E27FC236}">
                <a16:creationId xmlns:a16="http://schemas.microsoft.com/office/drawing/2014/main" id="{4241611B-B9C6-E9ED-0F78-B345C516D81B}"/>
              </a:ext>
            </a:extLst>
          </p:cNvPr>
          <p:cNvSpPr/>
          <p:nvPr/>
        </p:nvSpPr>
        <p:spPr>
          <a:xfrm>
            <a:off x="1603503" y="1680570"/>
            <a:ext cx="59749" cy="177698"/>
          </a:xfrm>
          <a:custGeom>
            <a:avLst/>
            <a:gdLst/>
            <a:ahLst/>
            <a:cxnLst/>
            <a:rect l="l" t="t" r="r" b="b"/>
            <a:pathLst>
              <a:path w="1388" h="4128" extrusionOk="0">
                <a:moveTo>
                  <a:pt x="1" y="0"/>
                </a:moveTo>
                <a:lnTo>
                  <a:pt x="1" y="4127"/>
                </a:lnTo>
                <a:lnTo>
                  <a:pt x="348" y="4127"/>
                </a:lnTo>
                <a:cubicBezTo>
                  <a:pt x="915" y="4127"/>
                  <a:pt x="1387" y="3655"/>
                  <a:pt x="1387" y="3088"/>
                </a:cubicBezTo>
                <a:lnTo>
                  <a:pt x="1387" y="1009"/>
                </a:lnTo>
                <a:cubicBezTo>
                  <a:pt x="1387" y="473"/>
                  <a:pt x="915" y="0"/>
                  <a:pt x="3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8" name="Google Shape;6192;p59">
            <a:extLst>
              <a:ext uri="{FF2B5EF4-FFF2-40B4-BE49-F238E27FC236}">
                <a16:creationId xmlns:a16="http://schemas.microsoft.com/office/drawing/2014/main" id="{15872C23-E05D-BE5C-2736-B0BF2517B4D9}"/>
              </a:ext>
            </a:extLst>
          </p:cNvPr>
          <p:cNvSpPr/>
          <p:nvPr/>
        </p:nvSpPr>
        <p:spPr>
          <a:xfrm>
            <a:off x="1603503" y="2003336"/>
            <a:ext cx="59749" cy="177784"/>
          </a:xfrm>
          <a:custGeom>
            <a:avLst/>
            <a:gdLst/>
            <a:ahLst/>
            <a:cxnLst/>
            <a:rect l="l" t="t" r="r" b="b"/>
            <a:pathLst>
              <a:path w="1388" h="4130" extrusionOk="0">
                <a:moveTo>
                  <a:pt x="1" y="1"/>
                </a:moveTo>
                <a:lnTo>
                  <a:pt x="1" y="4128"/>
                </a:lnTo>
                <a:lnTo>
                  <a:pt x="348" y="4128"/>
                </a:lnTo>
                <a:cubicBezTo>
                  <a:pt x="367" y="4129"/>
                  <a:pt x="386" y="4129"/>
                  <a:pt x="405" y="4129"/>
                </a:cubicBezTo>
                <a:cubicBezTo>
                  <a:pt x="946" y="4129"/>
                  <a:pt x="1387" y="3698"/>
                  <a:pt x="1387" y="3119"/>
                </a:cubicBezTo>
                <a:lnTo>
                  <a:pt x="1387" y="1040"/>
                </a:lnTo>
                <a:cubicBezTo>
                  <a:pt x="1387" y="473"/>
                  <a:pt x="915" y="1"/>
                  <a:pt x="34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9" name="Google Shape;6193;p59">
            <a:extLst>
              <a:ext uri="{FF2B5EF4-FFF2-40B4-BE49-F238E27FC236}">
                <a16:creationId xmlns:a16="http://schemas.microsoft.com/office/drawing/2014/main" id="{1F0D74AF-7DB6-8052-5084-2F7A3B0E6970}"/>
              </a:ext>
            </a:extLst>
          </p:cNvPr>
          <p:cNvSpPr/>
          <p:nvPr/>
        </p:nvSpPr>
        <p:spPr>
          <a:xfrm>
            <a:off x="1812366" y="1680570"/>
            <a:ext cx="58372" cy="177698"/>
          </a:xfrm>
          <a:custGeom>
            <a:avLst/>
            <a:gdLst/>
            <a:ahLst/>
            <a:cxnLst/>
            <a:rect l="l" t="t" r="r" b="b"/>
            <a:pathLst>
              <a:path w="1356" h="4128" extrusionOk="0">
                <a:moveTo>
                  <a:pt x="1009" y="0"/>
                </a:moveTo>
                <a:cubicBezTo>
                  <a:pt x="473" y="0"/>
                  <a:pt x="1" y="473"/>
                  <a:pt x="1" y="1009"/>
                </a:cubicBezTo>
                <a:lnTo>
                  <a:pt x="1" y="3088"/>
                </a:lnTo>
                <a:cubicBezTo>
                  <a:pt x="1" y="3655"/>
                  <a:pt x="410" y="4127"/>
                  <a:pt x="1009" y="4127"/>
                </a:cubicBezTo>
                <a:lnTo>
                  <a:pt x="1355" y="4127"/>
                </a:lnTo>
                <a:lnTo>
                  <a:pt x="135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0" name="Google Shape;6194;p59">
            <a:extLst>
              <a:ext uri="{FF2B5EF4-FFF2-40B4-BE49-F238E27FC236}">
                <a16:creationId xmlns:a16="http://schemas.microsoft.com/office/drawing/2014/main" id="{732870D7-1E62-0908-3509-28995C2D762F}"/>
              </a:ext>
            </a:extLst>
          </p:cNvPr>
          <p:cNvSpPr/>
          <p:nvPr/>
        </p:nvSpPr>
        <p:spPr>
          <a:xfrm>
            <a:off x="1900528" y="1681904"/>
            <a:ext cx="88203" cy="500508"/>
          </a:xfrm>
          <a:custGeom>
            <a:avLst/>
            <a:gdLst/>
            <a:ahLst/>
            <a:cxnLst/>
            <a:rect l="l" t="t" r="r" b="b"/>
            <a:pathLst>
              <a:path w="2049" h="11627" extrusionOk="0">
                <a:moveTo>
                  <a:pt x="1" y="1"/>
                </a:moveTo>
                <a:lnTo>
                  <a:pt x="1" y="11626"/>
                </a:lnTo>
                <a:cubicBezTo>
                  <a:pt x="1135" y="11469"/>
                  <a:pt x="2048" y="10460"/>
                  <a:pt x="2048" y="9263"/>
                </a:cubicBezTo>
                <a:lnTo>
                  <a:pt x="2048" y="2395"/>
                </a:lnTo>
                <a:cubicBezTo>
                  <a:pt x="2048" y="1167"/>
                  <a:pt x="1135" y="158"/>
                  <a:pt x="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1" name="Google Shape;6195;p59">
            <a:extLst>
              <a:ext uri="{FF2B5EF4-FFF2-40B4-BE49-F238E27FC236}">
                <a16:creationId xmlns:a16="http://schemas.microsoft.com/office/drawing/2014/main" id="{7F6D3440-504D-8C69-5B2E-2DB1DDB1CB95}"/>
              </a:ext>
            </a:extLst>
          </p:cNvPr>
          <p:cNvSpPr/>
          <p:nvPr/>
        </p:nvSpPr>
        <p:spPr>
          <a:xfrm>
            <a:off x="1812366" y="2003336"/>
            <a:ext cx="58372" cy="179076"/>
          </a:xfrm>
          <a:custGeom>
            <a:avLst/>
            <a:gdLst/>
            <a:ahLst/>
            <a:cxnLst/>
            <a:rect l="l" t="t" r="r" b="b"/>
            <a:pathLst>
              <a:path w="1356" h="4160" extrusionOk="0"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3119"/>
                </a:lnTo>
                <a:cubicBezTo>
                  <a:pt x="1" y="3718"/>
                  <a:pt x="410" y="4159"/>
                  <a:pt x="1009" y="4159"/>
                </a:cubicBezTo>
                <a:lnTo>
                  <a:pt x="1355" y="4159"/>
                </a:lnTo>
                <a:lnTo>
                  <a:pt x="135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82" name="Google Shape;6196;p59">
            <a:extLst>
              <a:ext uri="{FF2B5EF4-FFF2-40B4-BE49-F238E27FC236}">
                <a16:creationId xmlns:a16="http://schemas.microsoft.com/office/drawing/2014/main" id="{B2171D6D-2085-F761-E6BF-96A24A55B1D8}"/>
              </a:ext>
            </a:extLst>
          </p:cNvPr>
          <p:cNvSpPr/>
          <p:nvPr/>
        </p:nvSpPr>
        <p:spPr>
          <a:xfrm>
            <a:off x="1486889" y="1680570"/>
            <a:ext cx="88203" cy="499130"/>
          </a:xfrm>
          <a:custGeom>
            <a:avLst/>
            <a:gdLst/>
            <a:ahLst/>
            <a:cxnLst/>
            <a:rect l="l" t="t" r="r" b="b"/>
            <a:pathLst>
              <a:path w="2049" h="11595" extrusionOk="0">
                <a:moveTo>
                  <a:pt x="2048" y="0"/>
                </a:moveTo>
                <a:cubicBezTo>
                  <a:pt x="883" y="158"/>
                  <a:pt x="1" y="1166"/>
                  <a:pt x="1" y="2363"/>
                </a:cubicBezTo>
                <a:lnTo>
                  <a:pt x="1" y="9200"/>
                </a:lnTo>
                <a:cubicBezTo>
                  <a:pt x="1" y="10460"/>
                  <a:pt x="851" y="11437"/>
                  <a:pt x="2048" y="11594"/>
                </a:cubicBezTo>
                <a:lnTo>
                  <a:pt x="204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3" name="Google Shape;6198;p59">
            <a:extLst>
              <a:ext uri="{FF2B5EF4-FFF2-40B4-BE49-F238E27FC236}">
                <a16:creationId xmlns:a16="http://schemas.microsoft.com/office/drawing/2014/main" id="{5606CA12-ED9E-2EE8-6CBE-F67D053B8E84}"/>
              </a:ext>
            </a:extLst>
          </p:cNvPr>
          <p:cNvSpPr/>
          <p:nvPr/>
        </p:nvSpPr>
        <p:spPr>
          <a:xfrm>
            <a:off x="1486222" y="2631265"/>
            <a:ext cx="503177" cy="176321"/>
          </a:xfrm>
          <a:custGeom>
            <a:avLst/>
            <a:gdLst/>
            <a:ahLst/>
            <a:cxnLst/>
            <a:rect l="l" t="t" r="r" b="b"/>
            <a:pathLst>
              <a:path w="11689" h="4096" extrusionOk="0">
                <a:moveTo>
                  <a:pt x="1701" y="0"/>
                </a:moveTo>
                <a:cubicBezTo>
                  <a:pt x="1040" y="0"/>
                  <a:pt x="473" y="315"/>
                  <a:pt x="63" y="819"/>
                </a:cubicBezTo>
                <a:cubicBezTo>
                  <a:pt x="0" y="945"/>
                  <a:pt x="0" y="1040"/>
                  <a:pt x="32" y="1166"/>
                </a:cubicBezTo>
                <a:cubicBezTo>
                  <a:pt x="63" y="1292"/>
                  <a:pt x="189" y="1355"/>
                  <a:pt x="347" y="1355"/>
                </a:cubicBezTo>
                <a:lnTo>
                  <a:pt x="1008" y="1355"/>
                </a:lnTo>
                <a:cubicBezTo>
                  <a:pt x="1418" y="1355"/>
                  <a:pt x="1670" y="1670"/>
                  <a:pt x="1670" y="2048"/>
                </a:cubicBezTo>
                <a:cubicBezTo>
                  <a:pt x="1670" y="2426"/>
                  <a:pt x="1355" y="2710"/>
                  <a:pt x="1008" y="2710"/>
                </a:cubicBezTo>
                <a:lnTo>
                  <a:pt x="347" y="2710"/>
                </a:lnTo>
                <a:cubicBezTo>
                  <a:pt x="221" y="2710"/>
                  <a:pt x="95" y="2773"/>
                  <a:pt x="32" y="2899"/>
                </a:cubicBezTo>
                <a:cubicBezTo>
                  <a:pt x="0" y="3025"/>
                  <a:pt x="0" y="3151"/>
                  <a:pt x="63" y="3245"/>
                </a:cubicBezTo>
                <a:cubicBezTo>
                  <a:pt x="410" y="3781"/>
                  <a:pt x="1040" y="4096"/>
                  <a:pt x="1701" y="4096"/>
                </a:cubicBezTo>
                <a:cubicBezTo>
                  <a:pt x="2615" y="4096"/>
                  <a:pt x="3371" y="3497"/>
                  <a:pt x="3655" y="2710"/>
                </a:cubicBezTo>
                <a:lnTo>
                  <a:pt x="8065" y="2710"/>
                </a:lnTo>
                <a:cubicBezTo>
                  <a:pt x="8317" y="3497"/>
                  <a:pt x="9073" y="4096"/>
                  <a:pt x="9987" y="4096"/>
                </a:cubicBezTo>
                <a:cubicBezTo>
                  <a:pt x="10649" y="4096"/>
                  <a:pt x="11247" y="3781"/>
                  <a:pt x="11594" y="3245"/>
                </a:cubicBezTo>
                <a:cubicBezTo>
                  <a:pt x="11688" y="3119"/>
                  <a:pt x="11688" y="3025"/>
                  <a:pt x="11625" y="2899"/>
                </a:cubicBezTo>
                <a:cubicBezTo>
                  <a:pt x="11594" y="2773"/>
                  <a:pt x="11468" y="2710"/>
                  <a:pt x="11310" y="2710"/>
                </a:cubicBezTo>
                <a:lnTo>
                  <a:pt x="10649" y="2710"/>
                </a:lnTo>
                <a:cubicBezTo>
                  <a:pt x="10271" y="2710"/>
                  <a:pt x="9987" y="2395"/>
                  <a:pt x="9987" y="2048"/>
                </a:cubicBezTo>
                <a:cubicBezTo>
                  <a:pt x="9987" y="1670"/>
                  <a:pt x="10302" y="1355"/>
                  <a:pt x="10649" y="1355"/>
                </a:cubicBezTo>
                <a:lnTo>
                  <a:pt x="11310" y="1355"/>
                </a:lnTo>
                <a:cubicBezTo>
                  <a:pt x="11436" y="1355"/>
                  <a:pt x="11562" y="1292"/>
                  <a:pt x="11625" y="1166"/>
                </a:cubicBezTo>
                <a:cubicBezTo>
                  <a:pt x="11688" y="1040"/>
                  <a:pt x="11688" y="945"/>
                  <a:pt x="11594" y="819"/>
                </a:cubicBezTo>
                <a:cubicBezTo>
                  <a:pt x="11247" y="315"/>
                  <a:pt x="10649" y="0"/>
                  <a:pt x="9987" y="0"/>
                </a:cubicBezTo>
                <a:cubicBezTo>
                  <a:pt x="9073" y="0"/>
                  <a:pt x="8349" y="567"/>
                  <a:pt x="8065" y="1355"/>
                </a:cubicBezTo>
                <a:lnTo>
                  <a:pt x="3655" y="1355"/>
                </a:lnTo>
                <a:cubicBezTo>
                  <a:pt x="3371" y="567"/>
                  <a:pt x="2615" y="0"/>
                  <a:pt x="170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4" name="Google Shape;6199;p59">
            <a:extLst>
              <a:ext uri="{FF2B5EF4-FFF2-40B4-BE49-F238E27FC236}">
                <a16:creationId xmlns:a16="http://schemas.microsoft.com/office/drawing/2014/main" id="{BE3ABB4C-3671-94A8-6F06-E1B98DD9EBAE}"/>
              </a:ext>
            </a:extLst>
          </p:cNvPr>
          <p:cNvSpPr/>
          <p:nvPr/>
        </p:nvSpPr>
        <p:spPr>
          <a:xfrm>
            <a:off x="1677437" y="2307121"/>
            <a:ext cx="118035" cy="118035"/>
          </a:xfrm>
          <a:custGeom>
            <a:avLst/>
            <a:gdLst/>
            <a:ahLst/>
            <a:cxnLst/>
            <a:rect l="l" t="t" r="r" b="b"/>
            <a:pathLst>
              <a:path w="2742" h="2742" extrusionOk="0">
                <a:moveTo>
                  <a:pt x="1355" y="1"/>
                </a:moveTo>
                <a:cubicBezTo>
                  <a:pt x="630" y="1"/>
                  <a:pt x="0" y="631"/>
                  <a:pt x="0" y="1387"/>
                </a:cubicBezTo>
                <a:cubicBezTo>
                  <a:pt x="0" y="2111"/>
                  <a:pt x="630" y="2741"/>
                  <a:pt x="1355" y="2741"/>
                </a:cubicBezTo>
                <a:cubicBezTo>
                  <a:pt x="2111" y="2741"/>
                  <a:pt x="2741" y="2111"/>
                  <a:pt x="2741" y="1387"/>
                </a:cubicBezTo>
                <a:cubicBezTo>
                  <a:pt x="2741" y="631"/>
                  <a:pt x="2111" y="1"/>
                  <a:pt x="13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5" name="Google Shape;6200;p59">
            <a:extLst>
              <a:ext uri="{FF2B5EF4-FFF2-40B4-BE49-F238E27FC236}">
                <a16:creationId xmlns:a16="http://schemas.microsoft.com/office/drawing/2014/main" id="{AB2C1DB6-7C1F-3634-A3A7-01EB76F5E6E6}"/>
              </a:ext>
            </a:extLst>
          </p:cNvPr>
          <p:cNvSpPr/>
          <p:nvPr/>
        </p:nvSpPr>
        <p:spPr>
          <a:xfrm>
            <a:off x="1619108" y="2454945"/>
            <a:ext cx="234649" cy="206195"/>
          </a:xfrm>
          <a:custGeom>
            <a:avLst/>
            <a:gdLst/>
            <a:ahLst/>
            <a:cxnLst/>
            <a:rect l="l" t="t" r="r" b="b"/>
            <a:pathLst>
              <a:path w="5451" h="4790" extrusionOk="0">
                <a:moveTo>
                  <a:pt x="2710" y="1"/>
                </a:moveTo>
                <a:cubicBezTo>
                  <a:pt x="1387" y="1"/>
                  <a:pt x="253" y="1009"/>
                  <a:pt x="32" y="2300"/>
                </a:cubicBezTo>
                <a:cubicBezTo>
                  <a:pt x="1" y="2521"/>
                  <a:pt x="158" y="2710"/>
                  <a:pt x="410" y="2710"/>
                </a:cubicBezTo>
                <a:lnTo>
                  <a:pt x="2395" y="2710"/>
                </a:lnTo>
                <a:lnTo>
                  <a:pt x="2395" y="4789"/>
                </a:lnTo>
                <a:lnTo>
                  <a:pt x="3088" y="4789"/>
                </a:lnTo>
                <a:lnTo>
                  <a:pt x="3088" y="2710"/>
                </a:lnTo>
                <a:lnTo>
                  <a:pt x="5073" y="2710"/>
                </a:lnTo>
                <a:cubicBezTo>
                  <a:pt x="5293" y="2710"/>
                  <a:pt x="5451" y="2521"/>
                  <a:pt x="5451" y="2300"/>
                </a:cubicBezTo>
                <a:cubicBezTo>
                  <a:pt x="5230" y="977"/>
                  <a:pt x="4096" y="1"/>
                  <a:pt x="271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5" name="Google Shape;6202;p59">
            <a:extLst>
              <a:ext uri="{FF2B5EF4-FFF2-40B4-BE49-F238E27FC236}">
                <a16:creationId xmlns:a16="http://schemas.microsoft.com/office/drawing/2014/main" id="{A042473F-8139-766A-9F4E-B34C67894046}"/>
              </a:ext>
            </a:extLst>
          </p:cNvPr>
          <p:cNvSpPr/>
          <p:nvPr/>
        </p:nvSpPr>
        <p:spPr>
          <a:xfrm>
            <a:off x="1752704" y="3278155"/>
            <a:ext cx="145155" cy="146532"/>
          </a:xfrm>
          <a:custGeom>
            <a:avLst/>
            <a:gdLst/>
            <a:ahLst/>
            <a:cxnLst/>
            <a:rect l="l" t="t" r="r" b="b"/>
            <a:pathLst>
              <a:path w="3372" h="3404" extrusionOk="0">
                <a:moveTo>
                  <a:pt x="3025" y="1"/>
                </a:moveTo>
                <a:cubicBezTo>
                  <a:pt x="2836" y="1"/>
                  <a:pt x="2678" y="159"/>
                  <a:pt x="2678" y="348"/>
                </a:cubicBezTo>
                <a:lnTo>
                  <a:pt x="2678" y="1041"/>
                </a:lnTo>
                <a:cubicBezTo>
                  <a:pt x="2678" y="1576"/>
                  <a:pt x="2206" y="2049"/>
                  <a:pt x="1639" y="2049"/>
                </a:cubicBezTo>
                <a:lnTo>
                  <a:pt x="1103" y="2049"/>
                </a:lnTo>
                <a:lnTo>
                  <a:pt x="1229" y="1923"/>
                </a:lnTo>
                <a:cubicBezTo>
                  <a:pt x="1387" y="1860"/>
                  <a:pt x="1387" y="1608"/>
                  <a:pt x="1261" y="1513"/>
                </a:cubicBezTo>
                <a:cubicBezTo>
                  <a:pt x="1198" y="1450"/>
                  <a:pt x="1111" y="1419"/>
                  <a:pt x="1024" y="1419"/>
                </a:cubicBezTo>
                <a:cubicBezTo>
                  <a:pt x="938" y="1419"/>
                  <a:pt x="851" y="1450"/>
                  <a:pt x="788" y="1513"/>
                </a:cubicBezTo>
                <a:lnTo>
                  <a:pt x="127" y="2175"/>
                </a:lnTo>
                <a:cubicBezTo>
                  <a:pt x="1" y="2301"/>
                  <a:pt x="1" y="2521"/>
                  <a:pt x="127" y="2647"/>
                </a:cubicBezTo>
                <a:lnTo>
                  <a:pt x="788" y="3309"/>
                </a:lnTo>
                <a:cubicBezTo>
                  <a:pt x="851" y="3372"/>
                  <a:pt x="938" y="3404"/>
                  <a:pt x="1024" y="3404"/>
                </a:cubicBezTo>
                <a:cubicBezTo>
                  <a:pt x="1111" y="3404"/>
                  <a:pt x="1198" y="3372"/>
                  <a:pt x="1261" y="3309"/>
                </a:cubicBezTo>
                <a:cubicBezTo>
                  <a:pt x="1387" y="3183"/>
                  <a:pt x="1387" y="2962"/>
                  <a:pt x="1261" y="2836"/>
                </a:cubicBezTo>
                <a:lnTo>
                  <a:pt x="1135" y="2710"/>
                </a:lnTo>
                <a:lnTo>
                  <a:pt x="1702" y="2710"/>
                </a:lnTo>
                <a:cubicBezTo>
                  <a:pt x="2647" y="2710"/>
                  <a:pt x="3372" y="1986"/>
                  <a:pt x="3372" y="1041"/>
                </a:cubicBezTo>
                <a:lnTo>
                  <a:pt x="3372" y="348"/>
                </a:lnTo>
                <a:cubicBezTo>
                  <a:pt x="3372" y="159"/>
                  <a:pt x="3214" y="1"/>
                  <a:pt x="30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6" name="Google Shape;6203;p59">
            <a:extLst>
              <a:ext uri="{FF2B5EF4-FFF2-40B4-BE49-F238E27FC236}">
                <a16:creationId xmlns:a16="http://schemas.microsoft.com/office/drawing/2014/main" id="{658750AD-4569-1836-A3E9-6F15C3DCF4CD}"/>
              </a:ext>
            </a:extLst>
          </p:cNvPr>
          <p:cNvSpPr/>
          <p:nvPr/>
        </p:nvSpPr>
        <p:spPr>
          <a:xfrm>
            <a:off x="1576384" y="2926935"/>
            <a:ext cx="145155" cy="146489"/>
          </a:xfrm>
          <a:custGeom>
            <a:avLst/>
            <a:gdLst/>
            <a:ahLst/>
            <a:cxnLst/>
            <a:rect l="l" t="t" r="r" b="b"/>
            <a:pathLst>
              <a:path w="3372" h="3403" extrusionOk="0">
                <a:moveTo>
                  <a:pt x="2360" y="0"/>
                </a:moveTo>
                <a:cubicBezTo>
                  <a:pt x="2269" y="0"/>
                  <a:pt x="2175" y="32"/>
                  <a:pt x="2112" y="95"/>
                </a:cubicBezTo>
                <a:cubicBezTo>
                  <a:pt x="2017" y="221"/>
                  <a:pt x="2017" y="441"/>
                  <a:pt x="2112" y="567"/>
                </a:cubicBezTo>
                <a:lnTo>
                  <a:pt x="2238" y="693"/>
                </a:lnTo>
                <a:lnTo>
                  <a:pt x="1702" y="693"/>
                </a:lnTo>
                <a:cubicBezTo>
                  <a:pt x="757" y="693"/>
                  <a:pt x="1" y="1418"/>
                  <a:pt x="1" y="2363"/>
                </a:cubicBezTo>
                <a:lnTo>
                  <a:pt x="1" y="3056"/>
                </a:lnTo>
                <a:cubicBezTo>
                  <a:pt x="1" y="3245"/>
                  <a:pt x="158" y="3403"/>
                  <a:pt x="347" y="3403"/>
                </a:cubicBezTo>
                <a:cubicBezTo>
                  <a:pt x="536" y="3403"/>
                  <a:pt x="694" y="3245"/>
                  <a:pt x="694" y="3056"/>
                </a:cubicBezTo>
                <a:lnTo>
                  <a:pt x="694" y="2332"/>
                </a:lnTo>
                <a:cubicBezTo>
                  <a:pt x="694" y="1796"/>
                  <a:pt x="1167" y="1292"/>
                  <a:pt x="1734" y="1292"/>
                </a:cubicBezTo>
                <a:lnTo>
                  <a:pt x="2269" y="1292"/>
                </a:lnTo>
                <a:lnTo>
                  <a:pt x="2175" y="1418"/>
                </a:lnTo>
                <a:cubicBezTo>
                  <a:pt x="2017" y="1544"/>
                  <a:pt x="2017" y="1733"/>
                  <a:pt x="2112" y="1891"/>
                </a:cubicBezTo>
                <a:cubicBezTo>
                  <a:pt x="2175" y="1954"/>
                  <a:pt x="2269" y="1985"/>
                  <a:pt x="2360" y="1985"/>
                </a:cubicBezTo>
                <a:cubicBezTo>
                  <a:pt x="2450" y="1985"/>
                  <a:pt x="2537" y="1954"/>
                  <a:pt x="2584" y="1891"/>
                </a:cubicBezTo>
                <a:lnTo>
                  <a:pt x="3277" y="1229"/>
                </a:lnTo>
                <a:cubicBezTo>
                  <a:pt x="3372" y="1103"/>
                  <a:pt x="3372" y="882"/>
                  <a:pt x="3277" y="756"/>
                </a:cubicBezTo>
                <a:lnTo>
                  <a:pt x="2584" y="95"/>
                </a:lnTo>
                <a:cubicBezTo>
                  <a:pt x="2537" y="32"/>
                  <a:pt x="2450" y="0"/>
                  <a:pt x="236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7" name="Google Shape;6204;p59">
            <a:extLst>
              <a:ext uri="{FF2B5EF4-FFF2-40B4-BE49-F238E27FC236}">
                <a16:creationId xmlns:a16="http://schemas.microsoft.com/office/drawing/2014/main" id="{BDEFCF97-C862-2734-DBA2-7E4ECD8F4B95}"/>
              </a:ext>
            </a:extLst>
          </p:cNvPr>
          <p:cNvSpPr/>
          <p:nvPr/>
        </p:nvSpPr>
        <p:spPr>
          <a:xfrm>
            <a:off x="1486889" y="3100500"/>
            <a:ext cx="236027" cy="61084"/>
          </a:xfrm>
          <a:custGeom>
            <a:avLst/>
            <a:gdLst/>
            <a:ahLst/>
            <a:cxnLst/>
            <a:rect l="l" t="t" r="r" b="b"/>
            <a:pathLst>
              <a:path w="5483" h="1419" extrusionOk="0">
                <a:moveTo>
                  <a:pt x="1009" y="1"/>
                </a:moveTo>
                <a:cubicBezTo>
                  <a:pt x="473" y="1"/>
                  <a:pt x="1" y="473"/>
                  <a:pt x="1" y="1072"/>
                </a:cubicBezTo>
                <a:lnTo>
                  <a:pt x="1" y="1419"/>
                </a:lnTo>
                <a:lnTo>
                  <a:pt x="5482" y="1419"/>
                </a:lnTo>
                <a:lnTo>
                  <a:pt x="5482" y="1072"/>
                </a:lnTo>
                <a:lnTo>
                  <a:pt x="5451" y="1072"/>
                </a:lnTo>
                <a:cubicBezTo>
                  <a:pt x="5451" y="505"/>
                  <a:pt x="5010" y="1"/>
                  <a:pt x="444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8" name="Google Shape;6205;p59">
            <a:extLst>
              <a:ext uri="{FF2B5EF4-FFF2-40B4-BE49-F238E27FC236}">
                <a16:creationId xmlns:a16="http://schemas.microsoft.com/office/drawing/2014/main" id="{ED92B00F-5201-BE02-6B60-052B89B870B3}"/>
              </a:ext>
            </a:extLst>
          </p:cNvPr>
          <p:cNvSpPr/>
          <p:nvPr/>
        </p:nvSpPr>
        <p:spPr>
          <a:xfrm>
            <a:off x="1486889" y="3190038"/>
            <a:ext cx="234649" cy="147866"/>
          </a:xfrm>
          <a:custGeom>
            <a:avLst/>
            <a:gdLst/>
            <a:ahLst/>
            <a:cxnLst/>
            <a:rect l="l" t="t" r="r" b="b"/>
            <a:pathLst>
              <a:path w="5451" h="3435" extrusionOk="0">
                <a:moveTo>
                  <a:pt x="1" y="0"/>
                </a:moveTo>
                <a:lnTo>
                  <a:pt x="1" y="3434"/>
                </a:lnTo>
                <a:lnTo>
                  <a:pt x="5451" y="3434"/>
                </a:lnTo>
                <a:lnTo>
                  <a:pt x="54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9" name="Google Shape;6206;p59">
            <a:extLst>
              <a:ext uri="{FF2B5EF4-FFF2-40B4-BE49-F238E27FC236}">
                <a16:creationId xmlns:a16="http://schemas.microsoft.com/office/drawing/2014/main" id="{D53F386F-279B-90E2-42FA-0886418A9FFB}"/>
              </a:ext>
            </a:extLst>
          </p:cNvPr>
          <p:cNvSpPr/>
          <p:nvPr/>
        </p:nvSpPr>
        <p:spPr>
          <a:xfrm>
            <a:off x="1486889" y="3366316"/>
            <a:ext cx="234649" cy="59706"/>
          </a:xfrm>
          <a:custGeom>
            <a:avLst/>
            <a:gdLst/>
            <a:ahLst/>
            <a:cxnLst/>
            <a:rect l="l" t="t" r="r" b="b"/>
            <a:pathLst>
              <a:path w="5451" h="1387" extrusionOk="0">
                <a:moveTo>
                  <a:pt x="1" y="1"/>
                </a:moveTo>
                <a:lnTo>
                  <a:pt x="1" y="347"/>
                </a:lnTo>
                <a:cubicBezTo>
                  <a:pt x="1" y="946"/>
                  <a:pt x="410" y="1387"/>
                  <a:pt x="1009" y="1387"/>
                </a:cubicBezTo>
                <a:lnTo>
                  <a:pt x="4443" y="1387"/>
                </a:lnTo>
                <a:cubicBezTo>
                  <a:pt x="4978" y="1387"/>
                  <a:pt x="5451" y="914"/>
                  <a:pt x="5451" y="347"/>
                </a:cubicBezTo>
                <a:lnTo>
                  <a:pt x="545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0" name="Google Shape;6207;p59">
            <a:extLst>
              <a:ext uri="{FF2B5EF4-FFF2-40B4-BE49-F238E27FC236}">
                <a16:creationId xmlns:a16="http://schemas.microsoft.com/office/drawing/2014/main" id="{54A3E5B0-7D78-AEC8-08AE-E5D81077FC8C}"/>
              </a:ext>
            </a:extLst>
          </p:cNvPr>
          <p:cNvSpPr/>
          <p:nvPr/>
        </p:nvSpPr>
        <p:spPr>
          <a:xfrm>
            <a:off x="1752704" y="2924223"/>
            <a:ext cx="236027" cy="58329"/>
          </a:xfrm>
          <a:custGeom>
            <a:avLst/>
            <a:gdLst/>
            <a:ahLst/>
            <a:cxnLst/>
            <a:rect l="l" t="t" r="r" b="b"/>
            <a:pathLst>
              <a:path w="5483" h="1355" extrusionOk="0"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1355"/>
                </a:lnTo>
                <a:lnTo>
                  <a:pt x="5482" y="1355"/>
                </a:lnTo>
                <a:lnTo>
                  <a:pt x="5482" y="1008"/>
                </a:lnTo>
                <a:cubicBezTo>
                  <a:pt x="5482" y="473"/>
                  <a:pt x="5010" y="0"/>
                  <a:pt x="44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1" name="Google Shape;6208;p59">
            <a:extLst>
              <a:ext uri="{FF2B5EF4-FFF2-40B4-BE49-F238E27FC236}">
                <a16:creationId xmlns:a16="http://schemas.microsoft.com/office/drawing/2014/main" id="{47EF1B29-8512-E913-9624-F45FF5361E0A}"/>
              </a:ext>
            </a:extLst>
          </p:cNvPr>
          <p:cNvSpPr/>
          <p:nvPr/>
        </p:nvSpPr>
        <p:spPr>
          <a:xfrm>
            <a:off x="1751370" y="3012382"/>
            <a:ext cx="234649" cy="147866"/>
          </a:xfrm>
          <a:custGeom>
            <a:avLst/>
            <a:gdLst/>
            <a:ahLst/>
            <a:cxnLst/>
            <a:rect l="l" t="t" r="r" b="b"/>
            <a:pathLst>
              <a:path w="5451" h="3435" extrusionOk="0">
                <a:moveTo>
                  <a:pt x="0" y="0"/>
                </a:moveTo>
                <a:lnTo>
                  <a:pt x="0" y="3434"/>
                </a:lnTo>
                <a:lnTo>
                  <a:pt x="5450" y="3434"/>
                </a:lnTo>
                <a:lnTo>
                  <a:pt x="545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72" name="Google Shape;6209;p59">
            <a:extLst>
              <a:ext uri="{FF2B5EF4-FFF2-40B4-BE49-F238E27FC236}">
                <a16:creationId xmlns:a16="http://schemas.microsoft.com/office/drawing/2014/main" id="{057BA6F0-9717-BB82-1068-F452A508F387}"/>
              </a:ext>
            </a:extLst>
          </p:cNvPr>
          <p:cNvSpPr/>
          <p:nvPr/>
        </p:nvSpPr>
        <p:spPr>
          <a:xfrm>
            <a:off x="1751370" y="3190038"/>
            <a:ext cx="234649" cy="61041"/>
          </a:xfrm>
          <a:custGeom>
            <a:avLst/>
            <a:gdLst/>
            <a:ahLst/>
            <a:cxnLst/>
            <a:rect l="l" t="t" r="r" b="b"/>
            <a:pathLst>
              <a:path w="5451" h="1418" extrusionOk="0">
                <a:moveTo>
                  <a:pt x="0" y="0"/>
                </a:moveTo>
                <a:lnTo>
                  <a:pt x="0" y="347"/>
                </a:lnTo>
                <a:cubicBezTo>
                  <a:pt x="0" y="914"/>
                  <a:pt x="473" y="1418"/>
                  <a:pt x="1008" y="1418"/>
                </a:cubicBezTo>
                <a:lnTo>
                  <a:pt x="4442" y="1418"/>
                </a:lnTo>
                <a:cubicBezTo>
                  <a:pt x="4978" y="1418"/>
                  <a:pt x="5450" y="945"/>
                  <a:pt x="5450" y="347"/>
                </a:cubicBezTo>
                <a:lnTo>
                  <a:pt x="545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8" name="Google Shape;6211;p59">
            <a:extLst>
              <a:ext uri="{FF2B5EF4-FFF2-40B4-BE49-F238E27FC236}">
                <a16:creationId xmlns:a16="http://schemas.microsoft.com/office/drawing/2014/main" id="{BC1FABBA-278D-2D2F-5F08-7D1AAB1EF0D7}"/>
              </a:ext>
            </a:extLst>
          </p:cNvPr>
          <p:cNvSpPr/>
          <p:nvPr/>
        </p:nvSpPr>
        <p:spPr>
          <a:xfrm>
            <a:off x="4984859" y="1739545"/>
            <a:ext cx="145155" cy="146532"/>
          </a:xfrm>
          <a:custGeom>
            <a:avLst/>
            <a:gdLst/>
            <a:ahLst/>
            <a:cxnLst/>
            <a:rect l="l" t="t" r="r" b="b"/>
            <a:pathLst>
              <a:path w="3372" h="340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lnTo>
                  <a:pt x="1009" y="694"/>
                </a:lnTo>
                <a:cubicBezTo>
                  <a:pt x="1576" y="694"/>
                  <a:pt x="2049" y="1166"/>
                  <a:pt x="2049" y="1733"/>
                </a:cubicBezTo>
                <a:lnTo>
                  <a:pt x="2049" y="2269"/>
                </a:lnTo>
                <a:lnTo>
                  <a:pt x="1923" y="2175"/>
                </a:lnTo>
                <a:cubicBezTo>
                  <a:pt x="1860" y="2112"/>
                  <a:pt x="1773" y="2080"/>
                  <a:pt x="1686" y="2080"/>
                </a:cubicBezTo>
                <a:cubicBezTo>
                  <a:pt x="1600" y="2080"/>
                  <a:pt x="1513" y="2112"/>
                  <a:pt x="1450" y="2175"/>
                </a:cubicBezTo>
                <a:cubicBezTo>
                  <a:pt x="1324" y="2269"/>
                  <a:pt x="1324" y="2521"/>
                  <a:pt x="1450" y="2647"/>
                </a:cubicBezTo>
                <a:lnTo>
                  <a:pt x="2112" y="3309"/>
                </a:lnTo>
                <a:cubicBezTo>
                  <a:pt x="2175" y="3372"/>
                  <a:pt x="2269" y="3403"/>
                  <a:pt x="2360" y="3403"/>
                </a:cubicBezTo>
                <a:cubicBezTo>
                  <a:pt x="2450" y="3403"/>
                  <a:pt x="2537" y="3372"/>
                  <a:pt x="2584" y="3309"/>
                </a:cubicBezTo>
                <a:lnTo>
                  <a:pt x="3277" y="2647"/>
                </a:lnTo>
                <a:cubicBezTo>
                  <a:pt x="3372" y="2521"/>
                  <a:pt x="3372" y="2269"/>
                  <a:pt x="3277" y="2175"/>
                </a:cubicBezTo>
                <a:cubicBezTo>
                  <a:pt x="3214" y="2112"/>
                  <a:pt x="3120" y="2080"/>
                  <a:pt x="3029" y="2080"/>
                </a:cubicBezTo>
                <a:cubicBezTo>
                  <a:pt x="2939" y="2080"/>
                  <a:pt x="2852" y="2112"/>
                  <a:pt x="2805" y="2175"/>
                </a:cubicBezTo>
                <a:lnTo>
                  <a:pt x="2679" y="2269"/>
                </a:lnTo>
                <a:lnTo>
                  <a:pt x="2679" y="1733"/>
                </a:lnTo>
                <a:cubicBezTo>
                  <a:pt x="2742" y="788"/>
                  <a:pt x="1954" y="1"/>
                  <a:pt x="10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9" name="Google Shape;6212;p59">
            <a:extLst>
              <a:ext uri="{FF2B5EF4-FFF2-40B4-BE49-F238E27FC236}">
                <a16:creationId xmlns:a16="http://schemas.microsoft.com/office/drawing/2014/main" id="{88E77E5E-B0F1-58A9-8AC6-3CBDB42C53F0}"/>
              </a:ext>
            </a:extLst>
          </p:cNvPr>
          <p:cNvSpPr/>
          <p:nvPr/>
        </p:nvSpPr>
        <p:spPr>
          <a:xfrm>
            <a:off x="4780084" y="2035192"/>
            <a:ext cx="146489" cy="146532"/>
          </a:xfrm>
          <a:custGeom>
            <a:avLst/>
            <a:gdLst/>
            <a:ahLst/>
            <a:cxnLst/>
            <a:rect l="l" t="t" r="r" b="b"/>
            <a:pathLst>
              <a:path w="3403" h="3404" extrusionOk="0">
                <a:moveTo>
                  <a:pt x="1013" y="1"/>
                </a:moveTo>
                <a:cubicBezTo>
                  <a:pt x="922" y="1"/>
                  <a:pt x="835" y="32"/>
                  <a:pt x="788" y="95"/>
                </a:cubicBezTo>
                <a:lnTo>
                  <a:pt x="127" y="757"/>
                </a:lnTo>
                <a:cubicBezTo>
                  <a:pt x="1" y="883"/>
                  <a:pt x="1" y="1135"/>
                  <a:pt x="127" y="1229"/>
                </a:cubicBezTo>
                <a:cubicBezTo>
                  <a:pt x="174" y="1292"/>
                  <a:pt x="260" y="1324"/>
                  <a:pt x="351" y="1324"/>
                </a:cubicBezTo>
                <a:cubicBezTo>
                  <a:pt x="442" y="1324"/>
                  <a:pt x="536" y="1292"/>
                  <a:pt x="599" y="1229"/>
                </a:cubicBezTo>
                <a:lnTo>
                  <a:pt x="694" y="1135"/>
                </a:lnTo>
                <a:lnTo>
                  <a:pt x="694" y="1671"/>
                </a:lnTo>
                <a:cubicBezTo>
                  <a:pt x="694" y="2616"/>
                  <a:pt x="1450" y="3372"/>
                  <a:pt x="2395" y="3372"/>
                </a:cubicBezTo>
                <a:lnTo>
                  <a:pt x="3057" y="3372"/>
                </a:lnTo>
                <a:lnTo>
                  <a:pt x="3057" y="3403"/>
                </a:lnTo>
                <a:cubicBezTo>
                  <a:pt x="3246" y="3403"/>
                  <a:pt x="3403" y="3246"/>
                  <a:pt x="3403" y="3057"/>
                </a:cubicBezTo>
                <a:cubicBezTo>
                  <a:pt x="3403" y="2868"/>
                  <a:pt x="3246" y="2710"/>
                  <a:pt x="3057" y="2710"/>
                </a:cubicBezTo>
                <a:lnTo>
                  <a:pt x="2363" y="2710"/>
                </a:lnTo>
                <a:cubicBezTo>
                  <a:pt x="1796" y="2710"/>
                  <a:pt x="1324" y="2238"/>
                  <a:pt x="1324" y="1671"/>
                </a:cubicBezTo>
                <a:lnTo>
                  <a:pt x="1324" y="1135"/>
                </a:lnTo>
                <a:lnTo>
                  <a:pt x="1450" y="1229"/>
                </a:lnTo>
                <a:cubicBezTo>
                  <a:pt x="1513" y="1292"/>
                  <a:pt x="1599" y="1324"/>
                  <a:pt x="1686" y="1324"/>
                </a:cubicBezTo>
                <a:cubicBezTo>
                  <a:pt x="1773" y="1324"/>
                  <a:pt x="1859" y="1292"/>
                  <a:pt x="1922" y="1229"/>
                </a:cubicBezTo>
                <a:cubicBezTo>
                  <a:pt x="2048" y="1135"/>
                  <a:pt x="2048" y="883"/>
                  <a:pt x="1922" y="757"/>
                </a:cubicBezTo>
                <a:lnTo>
                  <a:pt x="1261" y="95"/>
                </a:lnTo>
                <a:cubicBezTo>
                  <a:pt x="1198" y="32"/>
                  <a:pt x="1103" y="1"/>
                  <a:pt x="101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0" name="Google Shape;6213;p59">
            <a:extLst>
              <a:ext uri="{FF2B5EF4-FFF2-40B4-BE49-F238E27FC236}">
                <a16:creationId xmlns:a16="http://schemas.microsoft.com/office/drawing/2014/main" id="{8D32603A-5E72-DFE3-2DC0-9B4E2B4039D5}"/>
              </a:ext>
            </a:extLst>
          </p:cNvPr>
          <p:cNvSpPr/>
          <p:nvPr/>
        </p:nvSpPr>
        <p:spPr>
          <a:xfrm>
            <a:off x="4659380" y="1681260"/>
            <a:ext cx="355354" cy="264481"/>
          </a:xfrm>
          <a:custGeom>
            <a:avLst/>
            <a:gdLst/>
            <a:ahLst/>
            <a:cxnLst/>
            <a:rect l="l" t="t" r="r" b="b"/>
            <a:pathLst>
              <a:path w="8255" h="6144" extrusionOk="0">
                <a:moveTo>
                  <a:pt x="4191" y="0"/>
                </a:moveTo>
                <a:cubicBezTo>
                  <a:pt x="2300" y="0"/>
                  <a:pt x="757" y="1544"/>
                  <a:pt x="757" y="3434"/>
                </a:cubicBezTo>
                <a:lnTo>
                  <a:pt x="757" y="3529"/>
                </a:lnTo>
                <a:cubicBezTo>
                  <a:pt x="347" y="3686"/>
                  <a:pt x="95" y="4033"/>
                  <a:pt x="95" y="4474"/>
                </a:cubicBezTo>
                <a:lnTo>
                  <a:pt x="95" y="5135"/>
                </a:lnTo>
                <a:cubicBezTo>
                  <a:pt x="1" y="5671"/>
                  <a:pt x="473" y="6143"/>
                  <a:pt x="1009" y="6143"/>
                </a:cubicBezTo>
                <a:cubicBezTo>
                  <a:pt x="1135" y="6143"/>
                  <a:pt x="1261" y="6112"/>
                  <a:pt x="1387" y="6080"/>
                </a:cubicBezTo>
                <a:lnTo>
                  <a:pt x="1387" y="3403"/>
                </a:lnTo>
                <a:cubicBezTo>
                  <a:pt x="1387" y="1890"/>
                  <a:pt x="2647" y="630"/>
                  <a:pt x="4128" y="630"/>
                </a:cubicBezTo>
                <a:cubicBezTo>
                  <a:pt x="5640" y="630"/>
                  <a:pt x="6900" y="1890"/>
                  <a:pt x="6900" y="3403"/>
                </a:cubicBezTo>
                <a:lnTo>
                  <a:pt x="6900" y="6080"/>
                </a:lnTo>
                <a:cubicBezTo>
                  <a:pt x="6995" y="6112"/>
                  <a:pt x="7121" y="6143"/>
                  <a:pt x="7247" y="6143"/>
                </a:cubicBezTo>
                <a:cubicBezTo>
                  <a:pt x="7782" y="6143"/>
                  <a:pt x="8255" y="5671"/>
                  <a:pt x="8255" y="5135"/>
                </a:cubicBezTo>
                <a:lnTo>
                  <a:pt x="8255" y="4474"/>
                </a:lnTo>
                <a:cubicBezTo>
                  <a:pt x="8255" y="4033"/>
                  <a:pt x="8003" y="3623"/>
                  <a:pt x="7593" y="3529"/>
                </a:cubicBezTo>
                <a:lnTo>
                  <a:pt x="7593" y="3434"/>
                </a:lnTo>
                <a:cubicBezTo>
                  <a:pt x="7593" y="1544"/>
                  <a:pt x="6050" y="0"/>
                  <a:pt x="41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1" name="Google Shape;6214;p59">
            <a:extLst>
              <a:ext uri="{FF2B5EF4-FFF2-40B4-BE49-F238E27FC236}">
                <a16:creationId xmlns:a16="http://schemas.microsoft.com/office/drawing/2014/main" id="{79ADBA0E-634A-F0E1-2C91-860888496C51}"/>
              </a:ext>
            </a:extLst>
          </p:cNvPr>
          <p:cNvSpPr/>
          <p:nvPr/>
        </p:nvSpPr>
        <p:spPr>
          <a:xfrm>
            <a:off x="4748874" y="1769377"/>
            <a:ext cx="180410" cy="90011"/>
          </a:xfrm>
          <a:custGeom>
            <a:avLst/>
            <a:gdLst/>
            <a:ahLst/>
            <a:cxnLst/>
            <a:rect l="l" t="t" r="r" b="b"/>
            <a:pathLst>
              <a:path w="4191" h="2091" extrusionOk="0">
                <a:moveTo>
                  <a:pt x="1734" y="1"/>
                </a:moveTo>
                <a:cubicBezTo>
                  <a:pt x="789" y="1"/>
                  <a:pt x="1" y="757"/>
                  <a:pt x="1" y="1702"/>
                </a:cubicBezTo>
                <a:lnTo>
                  <a:pt x="1" y="2049"/>
                </a:lnTo>
                <a:lnTo>
                  <a:pt x="1230" y="2049"/>
                </a:lnTo>
                <a:cubicBezTo>
                  <a:pt x="1545" y="2049"/>
                  <a:pt x="1891" y="2049"/>
                  <a:pt x="2017" y="1986"/>
                </a:cubicBezTo>
                <a:cubicBezTo>
                  <a:pt x="2049" y="1954"/>
                  <a:pt x="2080" y="1828"/>
                  <a:pt x="2080" y="1734"/>
                </a:cubicBezTo>
                <a:cubicBezTo>
                  <a:pt x="2080" y="1545"/>
                  <a:pt x="2238" y="1387"/>
                  <a:pt x="2458" y="1387"/>
                </a:cubicBezTo>
                <a:cubicBezTo>
                  <a:pt x="2647" y="1387"/>
                  <a:pt x="2805" y="1545"/>
                  <a:pt x="2805" y="1734"/>
                </a:cubicBezTo>
                <a:cubicBezTo>
                  <a:pt x="2805" y="1828"/>
                  <a:pt x="2805" y="1954"/>
                  <a:pt x="2868" y="1986"/>
                </a:cubicBezTo>
                <a:cubicBezTo>
                  <a:pt x="2942" y="2059"/>
                  <a:pt x="3091" y="2090"/>
                  <a:pt x="3266" y="2090"/>
                </a:cubicBezTo>
                <a:cubicBezTo>
                  <a:pt x="3389" y="2090"/>
                  <a:pt x="3525" y="2075"/>
                  <a:pt x="3656" y="2049"/>
                </a:cubicBezTo>
                <a:lnTo>
                  <a:pt x="4191" y="2049"/>
                </a:lnTo>
                <a:lnTo>
                  <a:pt x="4191" y="1702"/>
                </a:lnTo>
                <a:lnTo>
                  <a:pt x="4128" y="1702"/>
                </a:lnTo>
                <a:cubicBezTo>
                  <a:pt x="4128" y="757"/>
                  <a:pt x="3340" y="1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2" name="Google Shape;6215;p59">
            <a:extLst>
              <a:ext uri="{FF2B5EF4-FFF2-40B4-BE49-F238E27FC236}">
                <a16:creationId xmlns:a16="http://schemas.microsoft.com/office/drawing/2014/main" id="{88E796B6-F3C4-9F4B-3393-EC680287C3CD}"/>
              </a:ext>
            </a:extLst>
          </p:cNvPr>
          <p:cNvSpPr/>
          <p:nvPr/>
        </p:nvSpPr>
        <p:spPr>
          <a:xfrm>
            <a:off x="4748874" y="1876520"/>
            <a:ext cx="180410" cy="127548"/>
          </a:xfrm>
          <a:custGeom>
            <a:avLst/>
            <a:gdLst/>
            <a:ahLst/>
            <a:cxnLst/>
            <a:rect l="l" t="t" r="r" b="b"/>
            <a:pathLst>
              <a:path w="4191" h="2963" extrusionOk="0">
                <a:moveTo>
                  <a:pt x="2395" y="1"/>
                </a:moveTo>
                <a:cubicBezTo>
                  <a:pt x="2080" y="253"/>
                  <a:pt x="1671" y="253"/>
                  <a:pt x="1230" y="253"/>
                </a:cubicBezTo>
                <a:lnTo>
                  <a:pt x="1" y="253"/>
                </a:lnTo>
                <a:lnTo>
                  <a:pt x="1" y="914"/>
                </a:lnTo>
                <a:cubicBezTo>
                  <a:pt x="1" y="2049"/>
                  <a:pt x="946" y="2962"/>
                  <a:pt x="2112" y="2962"/>
                </a:cubicBezTo>
                <a:cubicBezTo>
                  <a:pt x="3246" y="2962"/>
                  <a:pt x="4191" y="2049"/>
                  <a:pt x="4191" y="914"/>
                </a:cubicBezTo>
                <a:lnTo>
                  <a:pt x="4191" y="253"/>
                </a:lnTo>
                <a:lnTo>
                  <a:pt x="3466" y="253"/>
                </a:lnTo>
                <a:cubicBezTo>
                  <a:pt x="3088" y="253"/>
                  <a:pt x="2679" y="190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3" name="Google Shape;6216;p59">
            <a:extLst>
              <a:ext uri="{FF2B5EF4-FFF2-40B4-BE49-F238E27FC236}">
                <a16:creationId xmlns:a16="http://schemas.microsoft.com/office/drawing/2014/main" id="{8311C9E2-BADA-60C9-D9AD-3A3BEA237561}"/>
              </a:ext>
            </a:extLst>
          </p:cNvPr>
          <p:cNvSpPr/>
          <p:nvPr/>
        </p:nvSpPr>
        <p:spPr>
          <a:xfrm>
            <a:off x="4986236" y="1945697"/>
            <a:ext cx="180410" cy="89968"/>
          </a:xfrm>
          <a:custGeom>
            <a:avLst/>
            <a:gdLst/>
            <a:ahLst/>
            <a:cxnLst/>
            <a:rect l="l" t="t" r="r" b="b"/>
            <a:pathLst>
              <a:path w="4191" h="2090" extrusionOk="0">
                <a:moveTo>
                  <a:pt x="1702" y="0"/>
                </a:moveTo>
                <a:cubicBezTo>
                  <a:pt x="756" y="0"/>
                  <a:pt x="0" y="757"/>
                  <a:pt x="0" y="1702"/>
                </a:cubicBezTo>
                <a:lnTo>
                  <a:pt x="0" y="2048"/>
                </a:lnTo>
                <a:lnTo>
                  <a:pt x="1229" y="2048"/>
                </a:lnTo>
                <a:cubicBezTo>
                  <a:pt x="1544" y="2048"/>
                  <a:pt x="1891" y="2048"/>
                  <a:pt x="2017" y="1985"/>
                </a:cubicBezTo>
                <a:cubicBezTo>
                  <a:pt x="2048" y="1954"/>
                  <a:pt x="2080" y="1828"/>
                  <a:pt x="2080" y="1733"/>
                </a:cubicBezTo>
                <a:cubicBezTo>
                  <a:pt x="2080" y="1544"/>
                  <a:pt x="2237" y="1387"/>
                  <a:pt x="2458" y="1387"/>
                </a:cubicBezTo>
                <a:cubicBezTo>
                  <a:pt x="2647" y="1387"/>
                  <a:pt x="2804" y="1544"/>
                  <a:pt x="2804" y="1733"/>
                </a:cubicBezTo>
                <a:cubicBezTo>
                  <a:pt x="2804" y="1828"/>
                  <a:pt x="2804" y="1954"/>
                  <a:pt x="2867" y="1985"/>
                </a:cubicBezTo>
                <a:cubicBezTo>
                  <a:pt x="2941" y="2059"/>
                  <a:pt x="3091" y="2090"/>
                  <a:pt x="3265" y="2090"/>
                </a:cubicBezTo>
                <a:cubicBezTo>
                  <a:pt x="3388" y="2090"/>
                  <a:pt x="3524" y="2074"/>
                  <a:pt x="3655" y="2048"/>
                </a:cubicBezTo>
                <a:lnTo>
                  <a:pt x="4190" y="2048"/>
                </a:lnTo>
                <a:lnTo>
                  <a:pt x="4190" y="1702"/>
                </a:lnTo>
                <a:cubicBezTo>
                  <a:pt x="4096" y="757"/>
                  <a:pt x="3308" y="0"/>
                  <a:pt x="23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64" name="Google Shape;6217;p59">
            <a:extLst>
              <a:ext uri="{FF2B5EF4-FFF2-40B4-BE49-F238E27FC236}">
                <a16:creationId xmlns:a16="http://schemas.microsoft.com/office/drawing/2014/main" id="{67E3BC7B-6F75-30CD-0B7D-C0CB92A88967}"/>
              </a:ext>
            </a:extLst>
          </p:cNvPr>
          <p:cNvSpPr/>
          <p:nvPr/>
        </p:nvSpPr>
        <p:spPr>
          <a:xfrm>
            <a:off x="4984858" y="2052842"/>
            <a:ext cx="176364" cy="128883"/>
          </a:xfrm>
          <a:custGeom>
            <a:avLst/>
            <a:gdLst/>
            <a:ahLst/>
            <a:cxnLst/>
            <a:rect l="l" t="t" r="r" b="b"/>
            <a:pathLst>
              <a:path w="4097" h="2994" extrusionOk="0">
                <a:moveTo>
                  <a:pt x="2395" y="0"/>
                </a:moveTo>
                <a:cubicBezTo>
                  <a:pt x="2080" y="252"/>
                  <a:pt x="1639" y="252"/>
                  <a:pt x="1230" y="252"/>
                </a:cubicBezTo>
                <a:lnTo>
                  <a:pt x="1" y="252"/>
                </a:lnTo>
                <a:lnTo>
                  <a:pt x="1" y="914"/>
                </a:lnTo>
                <a:cubicBezTo>
                  <a:pt x="1" y="2048"/>
                  <a:pt x="914" y="2993"/>
                  <a:pt x="2049" y="2993"/>
                </a:cubicBezTo>
                <a:cubicBezTo>
                  <a:pt x="3183" y="2993"/>
                  <a:pt x="4096" y="2048"/>
                  <a:pt x="4096" y="914"/>
                </a:cubicBezTo>
                <a:lnTo>
                  <a:pt x="4096" y="252"/>
                </a:lnTo>
                <a:lnTo>
                  <a:pt x="3435" y="252"/>
                </a:lnTo>
                <a:cubicBezTo>
                  <a:pt x="3025" y="252"/>
                  <a:pt x="2679" y="189"/>
                  <a:pt x="23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6" name="Google Shape;6219;p59">
            <a:extLst>
              <a:ext uri="{FF2B5EF4-FFF2-40B4-BE49-F238E27FC236}">
                <a16:creationId xmlns:a16="http://schemas.microsoft.com/office/drawing/2014/main" id="{080B374D-6F8F-DB0A-69AD-99C190050446}"/>
              </a:ext>
            </a:extLst>
          </p:cNvPr>
          <p:cNvSpPr/>
          <p:nvPr/>
        </p:nvSpPr>
        <p:spPr>
          <a:xfrm>
            <a:off x="4660755" y="2568869"/>
            <a:ext cx="244120" cy="240073"/>
          </a:xfrm>
          <a:custGeom>
            <a:avLst/>
            <a:gdLst/>
            <a:ahLst/>
            <a:cxnLst/>
            <a:rect l="l" t="t" r="r" b="b"/>
            <a:pathLst>
              <a:path w="5671" h="5577" extrusionOk="0">
                <a:moveTo>
                  <a:pt x="4190" y="1"/>
                </a:moveTo>
                <a:cubicBezTo>
                  <a:pt x="4001" y="316"/>
                  <a:pt x="3970" y="725"/>
                  <a:pt x="4127" y="1040"/>
                </a:cubicBezTo>
                <a:lnTo>
                  <a:pt x="3497" y="1670"/>
                </a:lnTo>
                <a:cubicBezTo>
                  <a:pt x="3345" y="1589"/>
                  <a:pt x="3194" y="1550"/>
                  <a:pt x="3047" y="1550"/>
                </a:cubicBezTo>
                <a:cubicBezTo>
                  <a:pt x="2797" y="1550"/>
                  <a:pt x="2561" y="1661"/>
                  <a:pt x="2363" y="1859"/>
                </a:cubicBezTo>
                <a:lnTo>
                  <a:pt x="378" y="3813"/>
                </a:lnTo>
                <a:cubicBezTo>
                  <a:pt x="0" y="4222"/>
                  <a:pt x="0" y="4884"/>
                  <a:pt x="378" y="5293"/>
                </a:cubicBezTo>
                <a:cubicBezTo>
                  <a:pt x="583" y="5482"/>
                  <a:pt x="851" y="5577"/>
                  <a:pt x="1115" y="5577"/>
                </a:cubicBezTo>
                <a:cubicBezTo>
                  <a:pt x="1378" y="5577"/>
                  <a:pt x="1638" y="5482"/>
                  <a:pt x="1827" y="5293"/>
                </a:cubicBezTo>
                <a:lnTo>
                  <a:pt x="3812" y="3309"/>
                </a:lnTo>
                <a:cubicBezTo>
                  <a:pt x="4096" y="3025"/>
                  <a:pt x="4190" y="2553"/>
                  <a:pt x="4001" y="2143"/>
                </a:cubicBezTo>
                <a:lnTo>
                  <a:pt x="4631" y="1513"/>
                </a:lnTo>
                <a:cubicBezTo>
                  <a:pt x="4789" y="1576"/>
                  <a:pt x="4915" y="1607"/>
                  <a:pt x="5072" y="1607"/>
                </a:cubicBezTo>
                <a:cubicBezTo>
                  <a:pt x="5261" y="1607"/>
                  <a:pt x="5450" y="1544"/>
                  <a:pt x="5671" y="1418"/>
                </a:cubicBezTo>
                <a:cubicBezTo>
                  <a:pt x="5041" y="1040"/>
                  <a:pt x="4568" y="568"/>
                  <a:pt x="419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7" name="Google Shape;6220;p59">
            <a:extLst>
              <a:ext uri="{FF2B5EF4-FFF2-40B4-BE49-F238E27FC236}">
                <a16:creationId xmlns:a16="http://schemas.microsoft.com/office/drawing/2014/main" id="{3E4E364E-BF35-8372-0795-2BA6FF3C8B43}"/>
              </a:ext>
            </a:extLst>
          </p:cNvPr>
          <p:cNvSpPr/>
          <p:nvPr/>
        </p:nvSpPr>
        <p:spPr>
          <a:xfrm>
            <a:off x="4841122" y="2305764"/>
            <a:ext cx="324144" cy="322810"/>
          </a:xfrm>
          <a:custGeom>
            <a:avLst/>
            <a:gdLst/>
            <a:ahLst/>
            <a:cxnLst/>
            <a:rect l="l" t="t" r="r" b="b"/>
            <a:pathLst>
              <a:path w="7530" h="7499" extrusionOk="0">
                <a:moveTo>
                  <a:pt x="3718" y="1387"/>
                </a:moveTo>
                <a:cubicBezTo>
                  <a:pt x="4253" y="1387"/>
                  <a:pt x="4726" y="1859"/>
                  <a:pt x="4726" y="2427"/>
                </a:cubicBezTo>
                <a:cubicBezTo>
                  <a:pt x="4789" y="2805"/>
                  <a:pt x="4505" y="3214"/>
                  <a:pt x="4096" y="3372"/>
                </a:cubicBezTo>
                <a:lnTo>
                  <a:pt x="4096" y="3750"/>
                </a:lnTo>
                <a:cubicBezTo>
                  <a:pt x="4096" y="3939"/>
                  <a:pt x="3938" y="4096"/>
                  <a:pt x="3749" y="4096"/>
                </a:cubicBezTo>
                <a:cubicBezTo>
                  <a:pt x="3560" y="4096"/>
                  <a:pt x="3403" y="3939"/>
                  <a:pt x="3403" y="3750"/>
                </a:cubicBezTo>
                <a:lnTo>
                  <a:pt x="3403" y="3372"/>
                </a:lnTo>
                <a:cubicBezTo>
                  <a:pt x="3403" y="3088"/>
                  <a:pt x="3592" y="2805"/>
                  <a:pt x="3875" y="2742"/>
                </a:cubicBezTo>
                <a:cubicBezTo>
                  <a:pt x="4001" y="2679"/>
                  <a:pt x="4096" y="2521"/>
                  <a:pt x="4096" y="2427"/>
                </a:cubicBezTo>
                <a:cubicBezTo>
                  <a:pt x="4096" y="2206"/>
                  <a:pt x="3938" y="2049"/>
                  <a:pt x="3749" y="2049"/>
                </a:cubicBezTo>
                <a:cubicBezTo>
                  <a:pt x="3560" y="2049"/>
                  <a:pt x="3403" y="2206"/>
                  <a:pt x="3403" y="2427"/>
                </a:cubicBezTo>
                <a:cubicBezTo>
                  <a:pt x="3403" y="2616"/>
                  <a:pt x="3245" y="2773"/>
                  <a:pt x="3056" y="2773"/>
                </a:cubicBezTo>
                <a:cubicBezTo>
                  <a:pt x="2836" y="2773"/>
                  <a:pt x="2678" y="2616"/>
                  <a:pt x="2678" y="2427"/>
                </a:cubicBezTo>
                <a:cubicBezTo>
                  <a:pt x="2678" y="1859"/>
                  <a:pt x="3151" y="1387"/>
                  <a:pt x="3718" y="1387"/>
                </a:cubicBezTo>
                <a:close/>
                <a:moveTo>
                  <a:pt x="3749" y="4726"/>
                </a:moveTo>
                <a:cubicBezTo>
                  <a:pt x="3938" y="4726"/>
                  <a:pt x="4096" y="4884"/>
                  <a:pt x="4096" y="5104"/>
                </a:cubicBezTo>
                <a:cubicBezTo>
                  <a:pt x="4096" y="5294"/>
                  <a:pt x="3938" y="5451"/>
                  <a:pt x="3749" y="5451"/>
                </a:cubicBezTo>
                <a:cubicBezTo>
                  <a:pt x="3560" y="5451"/>
                  <a:pt x="3403" y="5294"/>
                  <a:pt x="3403" y="5104"/>
                </a:cubicBezTo>
                <a:cubicBezTo>
                  <a:pt x="3403" y="4884"/>
                  <a:pt x="3560" y="4726"/>
                  <a:pt x="3749" y="4726"/>
                </a:cubicBezTo>
                <a:close/>
                <a:moveTo>
                  <a:pt x="3749" y="1"/>
                </a:moveTo>
                <a:cubicBezTo>
                  <a:pt x="1670" y="1"/>
                  <a:pt x="0" y="1702"/>
                  <a:pt x="0" y="3750"/>
                </a:cubicBezTo>
                <a:cubicBezTo>
                  <a:pt x="0" y="5829"/>
                  <a:pt x="1702" y="7499"/>
                  <a:pt x="3749" y="7499"/>
                </a:cubicBezTo>
                <a:cubicBezTo>
                  <a:pt x="5829" y="7499"/>
                  <a:pt x="7498" y="5798"/>
                  <a:pt x="7498" y="3750"/>
                </a:cubicBezTo>
                <a:cubicBezTo>
                  <a:pt x="7530" y="1670"/>
                  <a:pt x="5829" y="1"/>
                  <a:pt x="374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6" name="Google Shape;6222;p59">
            <a:extLst>
              <a:ext uri="{FF2B5EF4-FFF2-40B4-BE49-F238E27FC236}">
                <a16:creationId xmlns:a16="http://schemas.microsoft.com/office/drawing/2014/main" id="{A766A5A0-EA0C-BB40-FE48-7DE59B68E1FC}"/>
              </a:ext>
            </a:extLst>
          </p:cNvPr>
          <p:cNvSpPr/>
          <p:nvPr/>
        </p:nvSpPr>
        <p:spPr>
          <a:xfrm>
            <a:off x="4826896" y="2922844"/>
            <a:ext cx="169562" cy="122082"/>
          </a:xfrm>
          <a:custGeom>
            <a:avLst/>
            <a:gdLst/>
            <a:ahLst/>
            <a:cxnLst/>
            <a:rect l="l" t="t" r="r" b="b"/>
            <a:pathLst>
              <a:path w="3939" h="2836" extrusionOk="0">
                <a:moveTo>
                  <a:pt x="1985" y="0"/>
                </a:moveTo>
                <a:cubicBezTo>
                  <a:pt x="1260" y="0"/>
                  <a:pt x="473" y="946"/>
                  <a:pt x="0" y="2521"/>
                </a:cubicBezTo>
                <a:cubicBezTo>
                  <a:pt x="158" y="2615"/>
                  <a:pt x="284" y="2710"/>
                  <a:pt x="410" y="2836"/>
                </a:cubicBezTo>
                <a:cubicBezTo>
                  <a:pt x="914" y="2773"/>
                  <a:pt x="1481" y="2773"/>
                  <a:pt x="1985" y="2773"/>
                </a:cubicBezTo>
                <a:cubicBezTo>
                  <a:pt x="2489" y="2773"/>
                  <a:pt x="3056" y="2804"/>
                  <a:pt x="3560" y="2836"/>
                </a:cubicBezTo>
                <a:cubicBezTo>
                  <a:pt x="3623" y="2678"/>
                  <a:pt x="3781" y="2584"/>
                  <a:pt x="3938" y="2521"/>
                </a:cubicBezTo>
                <a:cubicBezTo>
                  <a:pt x="3529" y="946"/>
                  <a:pt x="2741" y="0"/>
                  <a:pt x="198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7" name="Google Shape;6223;p59">
            <a:extLst>
              <a:ext uri="{FF2B5EF4-FFF2-40B4-BE49-F238E27FC236}">
                <a16:creationId xmlns:a16="http://schemas.microsoft.com/office/drawing/2014/main" id="{772A8CC1-8ACA-1DEE-676A-CA78577313DF}"/>
              </a:ext>
            </a:extLst>
          </p:cNvPr>
          <p:cNvSpPr/>
          <p:nvPr/>
        </p:nvSpPr>
        <p:spPr>
          <a:xfrm>
            <a:off x="4661423" y="3089652"/>
            <a:ext cx="122081" cy="169563"/>
          </a:xfrm>
          <a:custGeom>
            <a:avLst/>
            <a:gdLst/>
            <a:ahLst/>
            <a:cxnLst/>
            <a:rect l="l" t="t" r="r" b="b"/>
            <a:pathLst>
              <a:path w="2836" h="3939" extrusionOk="0">
                <a:moveTo>
                  <a:pt x="2521" y="0"/>
                </a:moveTo>
                <a:cubicBezTo>
                  <a:pt x="946" y="473"/>
                  <a:pt x="32" y="1229"/>
                  <a:pt x="32" y="1954"/>
                </a:cubicBezTo>
                <a:cubicBezTo>
                  <a:pt x="1" y="2710"/>
                  <a:pt x="946" y="3466"/>
                  <a:pt x="2521" y="3939"/>
                </a:cubicBezTo>
                <a:cubicBezTo>
                  <a:pt x="2584" y="3781"/>
                  <a:pt x="2710" y="3655"/>
                  <a:pt x="2836" y="3529"/>
                </a:cubicBezTo>
                <a:cubicBezTo>
                  <a:pt x="2773" y="3025"/>
                  <a:pt x="2773" y="2521"/>
                  <a:pt x="2773" y="1954"/>
                </a:cubicBezTo>
                <a:cubicBezTo>
                  <a:pt x="2773" y="1418"/>
                  <a:pt x="2805" y="914"/>
                  <a:pt x="2836" y="379"/>
                </a:cubicBezTo>
                <a:cubicBezTo>
                  <a:pt x="2679" y="316"/>
                  <a:pt x="2553" y="158"/>
                  <a:pt x="252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8" name="Google Shape;6224;p59">
            <a:extLst>
              <a:ext uri="{FF2B5EF4-FFF2-40B4-BE49-F238E27FC236}">
                <a16:creationId xmlns:a16="http://schemas.microsoft.com/office/drawing/2014/main" id="{DDE0149A-927E-58C7-473F-9D584755A0C0}"/>
              </a:ext>
            </a:extLst>
          </p:cNvPr>
          <p:cNvSpPr/>
          <p:nvPr/>
        </p:nvSpPr>
        <p:spPr>
          <a:xfrm>
            <a:off x="5042519" y="3090987"/>
            <a:ext cx="122081" cy="89581"/>
          </a:xfrm>
          <a:custGeom>
            <a:avLst/>
            <a:gdLst/>
            <a:ahLst/>
            <a:cxnLst/>
            <a:rect l="l" t="t" r="r" b="b"/>
            <a:pathLst>
              <a:path w="2836" h="2081" extrusionOk="0">
                <a:moveTo>
                  <a:pt x="316" y="1"/>
                </a:moveTo>
                <a:cubicBezTo>
                  <a:pt x="253" y="159"/>
                  <a:pt x="127" y="285"/>
                  <a:pt x="1" y="379"/>
                </a:cubicBezTo>
                <a:cubicBezTo>
                  <a:pt x="32" y="600"/>
                  <a:pt x="32" y="789"/>
                  <a:pt x="32" y="978"/>
                </a:cubicBezTo>
                <a:cubicBezTo>
                  <a:pt x="158" y="978"/>
                  <a:pt x="284" y="946"/>
                  <a:pt x="442" y="946"/>
                </a:cubicBezTo>
                <a:cubicBezTo>
                  <a:pt x="1387" y="946"/>
                  <a:pt x="2237" y="1387"/>
                  <a:pt x="2804" y="2080"/>
                </a:cubicBezTo>
                <a:lnTo>
                  <a:pt x="2804" y="1954"/>
                </a:lnTo>
                <a:cubicBezTo>
                  <a:pt x="2836" y="1230"/>
                  <a:pt x="1891" y="474"/>
                  <a:pt x="31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9" name="Google Shape;6225;p59">
            <a:extLst>
              <a:ext uri="{FF2B5EF4-FFF2-40B4-BE49-F238E27FC236}">
                <a16:creationId xmlns:a16="http://schemas.microsoft.com/office/drawing/2014/main" id="{CA0D37AD-045D-20E2-260F-DC380A1C55D2}"/>
              </a:ext>
            </a:extLst>
          </p:cNvPr>
          <p:cNvSpPr/>
          <p:nvPr/>
        </p:nvSpPr>
        <p:spPr>
          <a:xfrm>
            <a:off x="4826896" y="3302563"/>
            <a:ext cx="149201" cy="122125"/>
          </a:xfrm>
          <a:custGeom>
            <a:avLst/>
            <a:gdLst/>
            <a:ahLst/>
            <a:cxnLst/>
            <a:rect l="l" t="t" r="r" b="b"/>
            <a:pathLst>
              <a:path w="3466" h="2837" extrusionOk="0">
                <a:moveTo>
                  <a:pt x="410" y="1"/>
                </a:moveTo>
                <a:cubicBezTo>
                  <a:pt x="315" y="158"/>
                  <a:pt x="158" y="284"/>
                  <a:pt x="0" y="316"/>
                </a:cubicBezTo>
                <a:cubicBezTo>
                  <a:pt x="473" y="1891"/>
                  <a:pt x="1260" y="2836"/>
                  <a:pt x="1985" y="2836"/>
                </a:cubicBezTo>
                <a:cubicBezTo>
                  <a:pt x="2489" y="2836"/>
                  <a:pt x="3056" y="2364"/>
                  <a:pt x="3466" y="1544"/>
                </a:cubicBezTo>
                <a:lnTo>
                  <a:pt x="3119" y="1072"/>
                </a:lnTo>
                <a:cubicBezTo>
                  <a:pt x="2836" y="851"/>
                  <a:pt x="2678" y="473"/>
                  <a:pt x="2521" y="95"/>
                </a:cubicBezTo>
                <a:lnTo>
                  <a:pt x="1985" y="95"/>
                </a:lnTo>
                <a:cubicBezTo>
                  <a:pt x="1418" y="95"/>
                  <a:pt x="882" y="64"/>
                  <a:pt x="41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0" name="Google Shape;6226;p59">
            <a:extLst>
              <a:ext uri="{FF2B5EF4-FFF2-40B4-BE49-F238E27FC236}">
                <a16:creationId xmlns:a16="http://schemas.microsoft.com/office/drawing/2014/main" id="{8DD6F4D9-5F7C-C15D-665E-2990070BF4D4}"/>
              </a:ext>
            </a:extLst>
          </p:cNvPr>
          <p:cNvSpPr/>
          <p:nvPr/>
        </p:nvSpPr>
        <p:spPr>
          <a:xfrm>
            <a:off x="4810624" y="3070668"/>
            <a:ext cx="204818" cy="207530"/>
          </a:xfrm>
          <a:custGeom>
            <a:avLst/>
            <a:gdLst/>
            <a:ahLst/>
            <a:cxnLst/>
            <a:rect l="l" t="t" r="r" b="b"/>
            <a:pathLst>
              <a:path w="4758" h="4821" extrusionOk="0">
                <a:moveTo>
                  <a:pt x="2395" y="0"/>
                </a:moveTo>
                <a:cubicBezTo>
                  <a:pt x="1922" y="0"/>
                  <a:pt x="1418" y="32"/>
                  <a:pt x="1008" y="95"/>
                </a:cubicBezTo>
                <a:cubicBezTo>
                  <a:pt x="977" y="599"/>
                  <a:pt x="599" y="977"/>
                  <a:pt x="63" y="1040"/>
                </a:cubicBezTo>
                <a:cubicBezTo>
                  <a:pt x="32" y="1450"/>
                  <a:pt x="0" y="1922"/>
                  <a:pt x="0" y="2395"/>
                </a:cubicBezTo>
                <a:cubicBezTo>
                  <a:pt x="0" y="2867"/>
                  <a:pt x="32" y="3340"/>
                  <a:pt x="63" y="3781"/>
                </a:cubicBezTo>
                <a:cubicBezTo>
                  <a:pt x="599" y="3812"/>
                  <a:pt x="977" y="4222"/>
                  <a:pt x="1008" y="4726"/>
                </a:cubicBezTo>
                <a:cubicBezTo>
                  <a:pt x="1449" y="4758"/>
                  <a:pt x="1922" y="4821"/>
                  <a:pt x="2395" y="4821"/>
                </a:cubicBezTo>
                <a:lnTo>
                  <a:pt x="2804" y="4821"/>
                </a:lnTo>
                <a:cubicBezTo>
                  <a:pt x="2804" y="4695"/>
                  <a:pt x="2741" y="4569"/>
                  <a:pt x="2741" y="4506"/>
                </a:cubicBezTo>
                <a:cubicBezTo>
                  <a:pt x="2741" y="3151"/>
                  <a:pt x="3592" y="2017"/>
                  <a:pt x="4757" y="1576"/>
                </a:cubicBezTo>
                <a:cubicBezTo>
                  <a:pt x="4757" y="1387"/>
                  <a:pt x="4726" y="1229"/>
                  <a:pt x="4726" y="1040"/>
                </a:cubicBezTo>
                <a:cubicBezTo>
                  <a:pt x="4222" y="977"/>
                  <a:pt x="3812" y="599"/>
                  <a:pt x="3781" y="95"/>
                </a:cubicBezTo>
                <a:cubicBezTo>
                  <a:pt x="3340" y="32"/>
                  <a:pt x="2867" y="0"/>
                  <a:pt x="23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1" name="Google Shape;6227;p59">
            <a:extLst>
              <a:ext uri="{FF2B5EF4-FFF2-40B4-BE49-F238E27FC236}">
                <a16:creationId xmlns:a16="http://schemas.microsoft.com/office/drawing/2014/main" id="{B0BC54DD-D1CB-87DB-A9CD-9047097B7B3E}"/>
              </a:ext>
            </a:extLst>
          </p:cNvPr>
          <p:cNvSpPr/>
          <p:nvPr/>
        </p:nvSpPr>
        <p:spPr>
          <a:xfrm>
            <a:off x="4670936" y="3241566"/>
            <a:ext cx="173609" cy="173609"/>
          </a:xfrm>
          <a:custGeom>
            <a:avLst/>
            <a:gdLst/>
            <a:ahLst/>
            <a:cxnLst/>
            <a:rect l="l" t="t" r="r" b="b"/>
            <a:pathLst>
              <a:path w="4033" h="4033" extrusionOk="0">
                <a:moveTo>
                  <a:pt x="0" y="0"/>
                </a:moveTo>
                <a:lnTo>
                  <a:pt x="0" y="0"/>
                </a:lnTo>
                <a:cubicBezTo>
                  <a:pt x="567" y="1953"/>
                  <a:pt x="2111" y="3466"/>
                  <a:pt x="4033" y="4033"/>
                </a:cubicBezTo>
                <a:cubicBezTo>
                  <a:pt x="3592" y="3466"/>
                  <a:pt x="3245" y="2741"/>
                  <a:pt x="2962" y="1827"/>
                </a:cubicBezTo>
                <a:cubicBezTo>
                  <a:pt x="2584" y="1733"/>
                  <a:pt x="2300" y="1481"/>
                  <a:pt x="2206" y="1071"/>
                </a:cubicBezTo>
                <a:cubicBezTo>
                  <a:pt x="1323" y="851"/>
                  <a:pt x="567" y="441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2" name="Google Shape;6228;p59">
            <a:extLst>
              <a:ext uri="{FF2B5EF4-FFF2-40B4-BE49-F238E27FC236}">
                <a16:creationId xmlns:a16="http://schemas.microsoft.com/office/drawing/2014/main" id="{5CCF2522-8102-FA34-0BBD-45C18922A0B1}"/>
              </a:ext>
            </a:extLst>
          </p:cNvPr>
          <p:cNvSpPr/>
          <p:nvPr/>
        </p:nvSpPr>
        <p:spPr>
          <a:xfrm>
            <a:off x="4981477" y="2935026"/>
            <a:ext cx="173652" cy="172318"/>
          </a:xfrm>
          <a:custGeom>
            <a:avLst/>
            <a:gdLst/>
            <a:ahLst/>
            <a:cxnLst/>
            <a:rect l="l" t="t" r="r" b="b"/>
            <a:pathLst>
              <a:path w="4034" h="4003" extrusionOk="0">
                <a:moveTo>
                  <a:pt x="1" y="1"/>
                </a:moveTo>
                <a:lnTo>
                  <a:pt x="1" y="1"/>
                </a:lnTo>
                <a:cubicBezTo>
                  <a:pt x="442" y="537"/>
                  <a:pt x="788" y="1293"/>
                  <a:pt x="1072" y="2206"/>
                </a:cubicBezTo>
                <a:cubicBezTo>
                  <a:pt x="1419" y="2238"/>
                  <a:pt x="1734" y="2553"/>
                  <a:pt x="1828" y="2962"/>
                </a:cubicBezTo>
                <a:cubicBezTo>
                  <a:pt x="2710" y="3183"/>
                  <a:pt x="3466" y="3592"/>
                  <a:pt x="4033" y="4002"/>
                </a:cubicBezTo>
                <a:cubicBezTo>
                  <a:pt x="3466" y="2080"/>
                  <a:pt x="1923" y="537"/>
                  <a:pt x="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3" name="Google Shape;6229;p59">
            <a:extLst>
              <a:ext uri="{FF2B5EF4-FFF2-40B4-BE49-F238E27FC236}">
                <a16:creationId xmlns:a16="http://schemas.microsoft.com/office/drawing/2014/main" id="{2EED1FC4-9577-C1B5-4FE3-6A9811DFE409}"/>
              </a:ext>
            </a:extLst>
          </p:cNvPr>
          <p:cNvSpPr/>
          <p:nvPr/>
        </p:nvSpPr>
        <p:spPr>
          <a:xfrm>
            <a:off x="4670936" y="2933692"/>
            <a:ext cx="173609" cy="172274"/>
          </a:xfrm>
          <a:custGeom>
            <a:avLst/>
            <a:gdLst/>
            <a:ahLst/>
            <a:cxnLst/>
            <a:rect l="l" t="t" r="r" b="b"/>
            <a:pathLst>
              <a:path w="4033" h="4002" extrusionOk="0">
                <a:moveTo>
                  <a:pt x="4033" y="0"/>
                </a:moveTo>
                <a:lnTo>
                  <a:pt x="4033" y="0"/>
                </a:lnTo>
                <a:cubicBezTo>
                  <a:pt x="2111" y="536"/>
                  <a:pt x="567" y="2080"/>
                  <a:pt x="0" y="4002"/>
                </a:cubicBezTo>
                <a:cubicBezTo>
                  <a:pt x="567" y="3592"/>
                  <a:pt x="1323" y="3214"/>
                  <a:pt x="2206" y="2962"/>
                </a:cubicBezTo>
                <a:cubicBezTo>
                  <a:pt x="2300" y="2552"/>
                  <a:pt x="2615" y="2269"/>
                  <a:pt x="2962" y="2206"/>
                </a:cubicBezTo>
                <a:cubicBezTo>
                  <a:pt x="3214" y="1292"/>
                  <a:pt x="3592" y="505"/>
                  <a:pt x="40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4" name="Google Shape;6230;p59">
            <a:extLst>
              <a:ext uri="{FF2B5EF4-FFF2-40B4-BE49-F238E27FC236}">
                <a16:creationId xmlns:a16="http://schemas.microsoft.com/office/drawing/2014/main" id="{80C6D9C5-87E8-C963-8925-4BF760150A2A}"/>
              </a:ext>
            </a:extLst>
          </p:cNvPr>
          <p:cNvSpPr/>
          <p:nvPr/>
        </p:nvSpPr>
        <p:spPr>
          <a:xfrm>
            <a:off x="4958447" y="3160163"/>
            <a:ext cx="206152" cy="267236"/>
          </a:xfrm>
          <a:custGeom>
            <a:avLst/>
            <a:gdLst/>
            <a:ahLst/>
            <a:cxnLst/>
            <a:rect l="l" t="t" r="r" b="b"/>
            <a:pathLst>
              <a:path w="4789" h="6208" extrusionOk="0">
                <a:moveTo>
                  <a:pt x="2395" y="1355"/>
                </a:moveTo>
                <a:cubicBezTo>
                  <a:pt x="2930" y="1355"/>
                  <a:pt x="3403" y="1828"/>
                  <a:pt x="3403" y="2364"/>
                </a:cubicBezTo>
                <a:cubicBezTo>
                  <a:pt x="3403" y="2962"/>
                  <a:pt x="2930" y="3403"/>
                  <a:pt x="2395" y="3403"/>
                </a:cubicBezTo>
                <a:cubicBezTo>
                  <a:pt x="1827" y="3403"/>
                  <a:pt x="1355" y="2931"/>
                  <a:pt x="1355" y="2364"/>
                </a:cubicBezTo>
                <a:cubicBezTo>
                  <a:pt x="1355" y="1828"/>
                  <a:pt x="1827" y="1355"/>
                  <a:pt x="2395" y="1355"/>
                </a:cubicBezTo>
                <a:close/>
                <a:moveTo>
                  <a:pt x="2395" y="1"/>
                </a:moveTo>
                <a:cubicBezTo>
                  <a:pt x="1040" y="1"/>
                  <a:pt x="0" y="1072"/>
                  <a:pt x="0" y="2427"/>
                </a:cubicBezTo>
                <a:cubicBezTo>
                  <a:pt x="0" y="2994"/>
                  <a:pt x="221" y="3592"/>
                  <a:pt x="630" y="4002"/>
                </a:cubicBezTo>
                <a:lnTo>
                  <a:pt x="2111" y="6050"/>
                </a:lnTo>
                <a:cubicBezTo>
                  <a:pt x="2206" y="6113"/>
                  <a:pt x="2269" y="6207"/>
                  <a:pt x="2395" y="6207"/>
                </a:cubicBezTo>
                <a:cubicBezTo>
                  <a:pt x="2521" y="6207"/>
                  <a:pt x="2584" y="6144"/>
                  <a:pt x="2678" y="6050"/>
                </a:cubicBezTo>
                <a:lnTo>
                  <a:pt x="4442" y="3592"/>
                </a:lnTo>
                <a:cubicBezTo>
                  <a:pt x="4663" y="3246"/>
                  <a:pt x="4757" y="2805"/>
                  <a:pt x="4757" y="2364"/>
                </a:cubicBezTo>
                <a:cubicBezTo>
                  <a:pt x="4789" y="1072"/>
                  <a:pt x="3686" y="1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55" name="Google Shape;6231;p59">
            <a:extLst>
              <a:ext uri="{FF2B5EF4-FFF2-40B4-BE49-F238E27FC236}">
                <a16:creationId xmlns:a16="http://schemas.microsoft.com/office/drawing/2014/main" id="{0A80917C-727E-72B9-401F-49438963F6A6}"/>
              </a:ext>
            </a:extLst>
          </p:cNvPr>
          <p:cNvSpPr/>
          <p:nvPr/>
        </p:nvSpPr>
        <p:spPr>
          <a:xfrm>
            <a:off x="5046608" y="3248323"/>
            <a:ext cx="29875" cy="31252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cubicBezTo>
                  <a:pt x="536" y="725"/>
                  <a:pt x="693" y="568"/>
                  <a:pt x="693" y="379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2" name="Google Shape;6233;p59">
            <a:extLst>
              <a:ext uri="{FF2B5EF4-FFF2-40B4-BE49-F238E27FC236}">
                <a16:creationId xmlns:a16="http://schemas.microsoft.com/office/drawing/2014/main" id="{2BC072AD-10EF-7D43-0DC4-ADCBFE052022}"/>
              </a:ext>
            </a:extLst>
          </p:cNvPr>
          <p:cNvSpPr/>
          <p:nvPr/>
        </p:nvSpPr>
        <p:spPr>
          <a:xfrm>
            <a:off x="2822155" y="3595104"/>
            <a:ext cx="352641" cy="264481"/>
          </a:xfrm>
          <a:custGeom>
            <a:avLst/>
            <a:gdLst/>
            <a:ahLst/>
            <a:cxnLst/>
            <a:rect l="l" t="t" r="r" b="b"/>
            <a:pathLst>
              <a:path w="8192" h="6144" extrusionOk="0">
                <a:moveTo>
                  <a:pt x="4096" y="0"/>
                </a:moveTo>
                <a:cubicBezTo>
                  <a:pt x="2206" y="0"/>
                  <a:pt x="662" y="1544"/>
                  <a:pt x="662" y="3434"/>
                </a:cubicBezTo>
                <a:lnTo>
                  <a:pt x="662" y="3497"/>
                </a:lnTo>
                <a:cubicBezTo>
                  <a:pt x="252" y="3655"/>
                  <a:pt x="0" y="4033"/>
                  <a:pt x="0" y="4442"/>
                </a:cubicBezTo>
                <a:lnTo>
                  <a:pt x="0" y="5136"/>
                </a:lnTo>
                <a:cubicBezTo>
                  <a:pt x="0" y="5671"/>
                  <a:pt x="473" y="6144"/>
                  <a:pt x="1009" y="6144"/>
                </a:cubicBezTo>
                <a:cubicBezTo>
                  <a:pt x="1135" y="6144"/>
                  <a:pt x="1261" y="6112"/>
                  <a:pt x="1387" y="6081"/>
                </a:cubicBezTo>
                <a:lnTo>
                  <a:pt x="1387" y="3403"/>
                </a:lnTo>
                <a:cubicBezTo>
                  <a:pt x="1387" y="1891"/>
                  <a:pt x="2584" y="630"/>
                  <a:pt x="4096" y="630"/>
                </a:cubicBezTo>
                <a:cubicBezTo>
                  <a:pt x="5577" y="630"/>
                  <a:pt x="6806" y="1891"/>
                  <a:pt x="6806" y="3403"/>
                </a:cubicBezTo>
                <a:lnTo>
                  <a:pt x="6806" y="6081"/>
                </a:lnTo>
                <a:cubicBezTo>
                  <a:pt x="6932" y="6112"/>
                  <a:pt x="7058" y="6144"/>
                  <a:pt x="7152" y="6144"/>
                </a:cubicBezTo>
                <a:cubicBezTo>
                  <a:pt x="7719" y="6144"/>
                  <a:pt x="8192" y="5671"/>
                  <a:pt x="8192" y="5136"/>
                </a:cubicBezTo>
                <a:lnTo>
                  <a:pt x="8192" y="4442"/>
                </a:lnTo>
                <a:cubicBezTo>
                  <a:pt x="8192" y="4033"/>
                  <a:pt x="7908" y="3623"/>
                  <a:pt x="7530" y="3497"/>
                </a:cubicBezTo>
                <a:lnTo>
                  <a:pt x="7530" y="3434"/>
                </a:lnTo>
                <a:cubicBezTo>
                  <a:pt x="7467" y="1576"/>
                  <a:pt x="5986" y="0"/>
                  <a:pt x="409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3" name="Google Shape;6234;p59">
            <a:extLst>
              <a:ext uri="{FF2B5EF4-FFF2-40B4-BE49-F238E27FC236}">
                <a16:creationId xmlns:a16="http://schemas.microsoft.com/office/drawing/2014/main" id="{C607FCB7-60AF-2473-9EB0-D8CA5C5517B9}"/>
              </a:ext>
            </a:extLst>
          </p:cNvPr>
          <p:cNvSpPr/>
          <p:nvPr/>
        </p:nvSpPr>
        <p:spPr>
          <a:xfrm>
            <a:off x="2913026" y="3684599"/>
            <a:ext cx="174986" cy="90313"/>
          </a:xfrm>
          <a:custGeom>
            <a:avLst/>
            <a:gdLst/>
            <a:ahLst/>
            <a:cxnLst/>
            <a:rect l="l" t="t" r="r" b="b"/>
            <a:pathLst>
              <a:path w="4065" h="2098" extrusionOk="0">
                <a:moveTo>
                  <a:pt x="1702" y="1"/>
                </a:moveTo>
                <a:cubicBezTo>
                  <a:pt x="756" y="1"/>
                  <a:pt x="0" y="757"/>
                  <a:pt x="0" y="1702"/>
                </a:cubicBezTo>
                <a:lnTo>
                  <a:pt x="0" y="2080"/>
                </a:lnTo>
                <a:lnTo>
                  <a:pt x="1229" y="2080"/>
                </a:lnTo>
                <a:cubicBezTo>
                  <a:pt x="1418" y="2080"/>
                  <a:pt x="1765" y="2080"/>
                  <a:pt x="1891" y="1985"/>
                </a:cubicBezTo>
                <a:cubicBezTo>
                  <a:pt x="1922" y="1954"/>
                  <a:pt x="1985" y="1828"/>
                  <a:pt x="1985" y="1765"/>
                </a:cubicBezTo>
                <a:cubicBezTo>
                  <a:pt x="1985" y="1544"/>
                  <a:pt x="2143" y="1387"/>
                  <a:pt x="2332" y="1387"/>
                </a:cubicBezTo>
                <a:cubicBezTo>
                  <a:pt x="2521" y="1387"/>
                  <a:pt x="2678" y="1544"/>
                  <a:pt x="2678" y="1765"/>
                </a:cubicBezTo>
                <a:cubicBezTo>
                  <a:pt x="2678" y="1828"/>
                  <a:pt x="2678" y="1954"/>
                  <a:pt x="2773" y="1985"/>
                </a:cubicBezTo>
                <a:cubicBezTo>
                  <a:pt x="2836" y="2069"/>
                  <a:pt x="3025" y="2097"/>
                  <a:pt x="3237" y="2097"/>
                </a:cubicBezTo>
                <a:cubicBezTo>
                  <a:pt x="3343" y="2097"/>
                  <a:pt x="3455" y="2090"/>
                  <a:pt x="3560" y="2080"/>
                </a:cubicBezTo>
                <a:lnTo>
                  <a:pt x="4064" y="2080"/>
                </a:lnTo>
                <a:lnTo>
                  <a:pt x="4064" y="1702"/>
                </a:lnTo>
                <a:cubicBezTo>
                  <a:pt x="4064" y="757"/>
                  <a:pt x="3308" y="1"/>
                  <a:pt x="236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4" name="Google Shape;6235;p59">
            <a:extLst>
              <a:ext uri="{FF2B5EF4-FFF2-40B4-BE49-F238E27FC236}">
                <a16:creationId xmlns:a16="http://schemas.microsoft.com/office/drawing/2014/main" id="{D2678BDD-B7D4-5409-6913-257DAAE85153}"/>
              </a:ext>
            </a:extLst>
          </p:cNvPr>
          <p:cNvSpPr/>
          <p:nvPr/>
        </p:nvSpPr>
        <p:spPr>
          <a:xfrm>
            <a:off x="2910315" y="3794455"/>
            <a:ext cx="176321" cy="126171"/>
          </a:xfrm>
          <a:custGeom>
            <a:avLst/>
            <a:gdLst/>
            <a:ahLst/>
            <a:cxnLst/>
            <a:rect l="l" t="t" r="r" b="b"/>
            <a:pathLst>
              <a:path w="4096" h="2931" extrusionOk="0">
                <a:moveTo>
                  <a:pt x="2395" y="1"/>
                </a:moveTo>
                <a:cubicBezTo>
                  <a:pt x="2080" y="221"/>
                  <a:pt x="1639" y="221"/>
                  <a:pt x="1197" y="221"/>
                </a:cubicBezTo>
                <a:lnTo>
                  <a:pt x="0" y="221"/>
                </a:lnTo>
                <a:lnTo>
                  <a:pt x="0" y="883"/>
                </a:lnTo>
                <a:cubicBezTo>
                  <a:pt x="0" y="2048"/>
                  <a:pt x="914" y="2930"/>
                  <a:pt x="2048" y="2930"/>
                </a:cubicBezTo>
                <a:cubicBezTo>
                  <a:pt x="3182" y="2930"/>
                  <a:pt x="4096" y="2048"/>
                  <a:pt x="4096" y="883"/>
                </a:cubicBezTo>
                <a:lnTo>
                  <a:pt x="4096" y="221"/>
                </a:lnTo>
                <a:lnTo>
                  <a:pt x="3403" y="221"/>
                </a:lnTo>
                <a:cubicBezTo>
                  <a:pt x="3025" y="221"/>
                  <a:pt x="2678" y="190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5" name="Google Shape;6236;p59">
            <a:extLst>
              <a:ext uri="{FF2B5EF4-FFF2-40B4-BE49-F238E27FC236}">
                <a16:creationId xmlns:a16="http://schemas.microsoft.com/office/drawing/2014/main" id="{94E3385A-D06B-6A14-CE8D-614F2D1E5801}"/>
              </a:ext>
            </a:extLst>
          </p:cNvPr>
          <p:cNvSpPr/>
          <p:nvPr/>
        </p:nvSpPr>
        <p:spPr>
          <a:xfrm>
            <a:off x="2750266" y="3928718"/>
            <a:ext cx="500465" cy="170682"/>
          </a:xfrm>
          <a:custGeom>
            <a:avLst/>
            <a:gdLst/>
            <a:ahLst/>
            <a:cxnLst/>
            <a:rect l="l" t="t" r="r" b="b"/>
            <a:pathLst>
              <a:path w="11626" h="3965" extrusionOk="0">
                <a:moveTo>
                  <a:pt x="2092" y="0"/>
                </a:moveTo>
                <a:cubicBezTo>
                  <a:pt x="1962" y="0"/>
                  <a:pt x="1828" y="63"/>
                  <a:pt x="1765" y="190"/>
                </a:cubicBezTo>
                <a:lnTo>
                  <a:pt x="1355" y="1072"/>
                </a:lnTo>
                <a:lnTo>
                  <a:pt x="316" y="1229"/>
                </a:lnTo>
                <a:cubicBezTo>
                  <a:pt x="190" y="1229"/>
                  <a:pt x="95" y="1355"/>
                  <a:pt x="64" y="1481"/>
                </a:cubicBezTo>
                <a:cubicBezTo>
                  <a:pt x="1" y="1607"/>
                  <a:pt x="64" y="1765"/>
                  <a:pt x="127" y="1828"/>
                </a:cubicBezTo>
                <a:lnTo>
                  <a:pt x="883" y="2552"/>
                </a:lnTo>
                <a:lnTo>
                  <a:pt x="725" y="3561"/>
                </a:lnTo>
                <a:cubicBezTo>
                  <a:pt x="694" y="3687"/>
                  <a:pt x="757" y="3844"/>
                  <a:pt x="851" y="3876"/>
                </a:cubicBezTo>
                <a:cubicBezTo>
                  <a:pt x="903" y="3928"/>
                  <a:pt x="965" y="3951"/>
                  <a:pt x="1031" y="3951"/>
                </a:cubicBezTo>
                <a:cubicBezTo>
                  <a:pt x="1085" y="3951"/>
                  <a:pt x="1141" y="3935"/>
                  <a:pt x="1198" y="3907"/>
                </a:cubicBezTo>
                <a:lnTo>
                  <a:pt x="2112" y="3435"/>
                </a:lnTo>
                <a:lnTo>
                  <a:pt x="2994" y="3907"/>
                </a:lnTo>
                <a:cubicBezTo>
                  <a:pt x="3046" y="3947"/>
                  <a:pt x="3099" y="3964"/>
                  <a:pt x="3152" y="3964"/>
                </a:cubicBezTo>
                <a:cubicBezTo>
                  <a:pt x="3225" y="3964"/>
                  <a:pt x="3298" y="3930"/>
                  <a:pt x="3372" y="3876"/>
                </a:cubicBezTo>
                <a:cubicBezTo>
                  <a:pt x="3466" y="3813"/>
                  <a:pt x="3529" y="3687"/>
                  <a:pt x="3466" y="3561"/>
                </a:cubicBezTo>
                <a:lnTo>
                  <a:pt x="3309" y="2552"/>
                </a:lnTo>
                <a:lnTo>
                  <a:pt x="4002" y="1891"/>
                </a:lnTo>
                <a:lnTo>
                  <a:pt x="4663" y="2552"/>
                </a:lnTo>
                <a:lnTo>
                  <a:pt x="4506" y="3561"/>
                </a:lnTo>
                <a:cubicBezTo>
                  <a:pt x="4474" y="3687"/>
                  <a:pt x="4537" y="3844"/>
                  <a:pt x="4632" y="3876"/>
                </a:cubicBezTo>
                <a:cubicBezTo>
                  <a:pt x="4684" y="3928"/>
                  <a:pt x="4746" y="3951"/>
                  <a:pt x="4811" y="3951"/>
                </a:cubicBezTo>
                <a:cubicBezTo>
                  <a:pt x="4865" y="3951"/>
                  <a:pt x="4922" y="3935"/>
                  <a:pt x="4978" y="3907"/>
                </a:cubicBezTo>
                <a:lnTo>
                  <a:pt x="5892" y="3435"/>
                </a:lnTo>
                <a:lnTo>
                  <a:pt x="6774" y="3907"/>
                </a:lnTo>
                <a:cubicBezTo>
                  <a:pt x="6827" y="3947"/>
                  <a:pt x="6880" y="3964"/>
                  <a:pt x="6933" y="3964"/>
                </a:cubicBezTo>
                <a:cubicBezTo>
                  <a:pt x="7006" y="3964"/>
                  <a:pt x="7079" y="3930"/>
                  <a:pt x="7152" y="3876"/>
                </a:cubicBezTo>
                <a:cubicBezTo>
                  <a:pt x="7247" y="3813"/>
                  <a:pt x="7310" y="3687"/>
                  <a:pt x="7247" y="3561"/>
                </a:cubicBezTo>
                <a:lnTo>
                  <a:pt x="7089" y="2552"/>
                </a:lnTo>
                <a:lnTo>
                  <a:pt x="7782" y="1891"/>
                </a:lnTo>
                <a:lnTo>
                  <a:pt x="8444" y="2552"/>
                </a:lnTo>
                <a:lnTo>
                  <a:pt x="8286" y="3561"/>
                </a:lnTo>
                <a:cubicBezTo>
                  <a:pt x="8255" y="3687"/>
                  <a:pt x="8318" y="3844"/>
                  <a:pt x="8413" y="3876"/>
                </a:cubicBezTo>
                <a:cubicBezTo>
                  <a:pt x="8465" y="3928"/>
                  <a:pt x="8526" y="3951"/>
                  <a:pt x="8592" y="3951"/>
                </a:cubicBezTo>
                <a:cubicBezTo>
                  <a:pt x="8646" y="3951"/>
                  <a:pt x="8702" y="3935"/>
                  <a:pt x="8759" y="3907"/>
                </a:cubicBezTo>
                <a:lnTo>
                  <a:pt x="9673" y="3435"/>
                </a:lnTo>
                <a:lnTo>
                  <a:pt x="10555" y="3907"/>
                </a:lnTo>
                <a:cubicBezTo>
                  <a:pt x="10608" y="3947"/>
                  <a:pt x="10660" y="3964"/>
                  <a:pt x="10713" y="3964"/>
                </a:cubicBezTo>
                <a:cubicBezTo>
                  <a:pt x="10786" y="3964"/>
                  <a:pt x="10860" y="3930"/>
                  <a:pt x="10933" y="3876"/>
                </a:cubicBezTo>
                <a:cubicBezTo>
                  <a:pt x="11027" y="3813"/>
                  <a:pt x="11090" y="3687"/>
                  <a:pt x="11027" y="3561"/>
                </a:cubicBezTo>
                <a:lnTo>
                  <a:pt x="10870" y="2552"/>
                </a:lnTo>
                <a:lnTo>
                  <a:pt x="11626" y="1828"/>
                </a:lnTo>
                <a:cubicBezTo>
                  <a:pt x="11532" y="1702"/>
                  <a:pt x="11595" y="1607"/>
                  <a:pt x="11532" y="1481"/>
                </a:cubicBezTo>
                <a:cubicBezTo>
                  <a:pt x="11500" y="1355"/>
                  <a:pt x="11374" y="1292"/>
                  <a:pt x="11279" y="1229"/>
                </a:cubicBezTo>
                <a:lnTo>
                  <a:pt x="10240" y="1072"/>
                </a:lnTo>
                <a:lnTo>
                  <a:pt x="9799" y="190"/>
                </a:lnTo>
                <a:cubicBezTo>
                  <a:pt x="9751" y="63"/>
                  <a:pt x="9625" y="0"/>
                  <a:pt x="9495" y="0"/>
                </a:cubicBezTo>
                <a:cubicBezTo>
                  <a:pt x="9366" y="0"/>
                  <a:pt x="9232" y="63"/>
                  <a:pt x="9169" y="190"/>
                </a:cubicBezTo>
                <a:lnTo>
                  <a:pt x="8759" y="1072"/>
                </a:lnTo>
                <a:lnTo>
                  <a:pt x="7782" y="1229"/>
                </a:lnTo>
                <a:cubicBezTo>
                  <a:pt x="7719" y="1229"/>
                  <a:pt x="7688" y="1292"/>
                  <a:pt x="7656" y="1292"/>
                </a:cubicBezTo>
                <a:cubicBezTo>
                  <a:pt x="7593" y="1229"/>
                  <a:pt x="7562" y="1229"/>
                  <a:pt x="7530" y="1229"/>
                </a:cubicBezTo>
                <a:lnTo>
                  <a:pt x="6554" y="1072"/>
                </a:lnTo>
                <a:lnTo>
                  <a:pt x="6113" y="190"/>
                </a:lnTo>
                <a:cubicBezTo>
                  <a:pt x="6050" y="63"/>
                  <a:pt x="5924" y="0"/>
                  <a:pt x="5798" y="0"/>
                </a:cubicBezTo>
                <a:cubicBezTo>
                  <a:pt x="5672" y="0"/>
                  <a:pt x="5546" y="63"/>
                  <a:pt x="5483" y="190"/>
                </a:cubicBezTo>
                <a:lnTo>
                  <a:pt x="5041" y="1072"/>
                </a:lnTo>
                <a:lnTo>
                  <a:pt x="4065" y="1229"/>
                </a:lnTo>
                <a:cubicBezTo>
                  <a:pt x="4033" y="1229"/>
                  <a:pt x="4002" y="1292"/>
                  <a:pt x="3939" y="1292"/>
                </a:cubicBezTo>
                <a:cubicBezTo>
                  <a:pt x="3907" y="1229"/>
                  <a:pt x="3876" y="1229"/>
                  <a:pt x="3813" y="1229"/>
                </a:cubicBezTo>
                <a:lnTo>
                  <a:pt x="2836" y="1072"/>
                </a:lnTo>
                <a:lnTo>
                  <a:pt x="2395" y="190"/>
                </a:lnTo>
                <a:cubicBezTo>
                  <a:pt x="2348" y="63"/>
                  <a:pt x="2222" y="0"/>
                  <a:pt x="20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5" name="Google Shape;6238;p59">
            <a:extLst>
              <a:ext uri="{FF2B5EF4-FFF2-40B4-BE49-F238E27FC236}">
                <a16:creationId xmlns:a16="http://schemas.microsoft.com/office/drawing/2014/main" id="{FA483C93-D5C6-537F-3E35-2267E283896E}"/>
              </a:ext>
            </a:extLst>
          </p:cNvPr>
          <p:cNvSpPr/>
          <p:nvPr/>
        </p:nvSpPr>
        <p:spPr>
          <a:xfrm>
            <a:off x="3191714" y="4340155"/>
            <a:ext cx="59706" cy="58372"/>
          </a:xfrm>
          <a:custGeom>
            <a:avLst/>
            <a:gdLst/>
            <a:ahLst/>
            <a:cxnLst/>
            <a:rect l="l" t="t" r="r" b="b"/>
            <a:pathLst>
              <a:path w="1387" h="1356" extrusionOk="0">
                <a:moveTo>
                  <a:pt x="0" y="1"/>
                </a:moveTo>
                <a:lnTo>
                  <a:pt x="0" y="1355"/>
                </a:lnTo>
                <a:lnTo>
                  <a:pt x="662" y="1355"/>
                </a:lnTo>
                <a:cubicBezTo>
                  <a:pt x="1071" y="1355"/>
                  <a:pt x="1324" y="1040"/>
                  <a:pt x="1324" y="694"/>
                </a:cubicBezTo>
                <a:cubicBezTo>
                  <a:pt x="1387" y="316"/>
                  <a:pt x="1071" y="1"/>
                  <a:pt x="66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6" name="Google Shape;6239;p59">
            <a:extLst>
              <a:ext uri="{FF2B5EF4-FFF2-40B4-BE49-F238E27FC236}">
                <a16:creationId xmlns:a16="http://schemas.microsoft.com/office/drawing/2014/main" id="{AEE85DF7-8137-991B-30DA-C1A7533D1CEF}"/>
              </a:ext>
            </a:extLst>
          </p:cNvPr>
          <p:cNvSpPr/>
          <p:nvPr/>
        </p:nvSpPr>
        <p:spPr>
          <a:xfrm>
            <a:off x="3011347" y="4396590"/>
            <a:ext cx="240073" cy="123373"/>
          </a:xfrm>
          <a:custGeom>
            <a:avLst/>
            <a:gdLst/>
            <a:ahLst/>
            <a:cxnLst/>
            <a:rect l="l" t="t" r="r" b="b"/>
            <a:pathLst>
              <a:path w="5577" h="2866" extrusionOk="0">
                <a:moveTo>
                  <a:pt x="1438" y="1"/>
                </a:moveTo>
                <a:cubicBezTo>
                  <a:pt x="1338" y="1"/>
                  <a:pt x="1235" y="30"/>
                  <a:pt x="1166" y="76"/>
                </a:cubicBezTo>
                <a:lnTo>
                  <a:pt x="126" y="1179"/>
                </a:lnTo>
                <a:cubicBezTo>
                  <a:pt x="0" y="1305"/>
                  <a:pt x="0" y="1525"/>
                  <a:pt x="126" y="1651"/>
                </a:cubicBezTo>
                <a:lnTo>
                  <a:pt x="1166" y="2754"/>
                </a:lnTo>
                <a:cubicBezTo>
                  <a:pt x="1208" y="2838"/>
                  <a:pt x="1292" y="2866"/>
                  <a:pt x="1390" y="2866"/>
                </a:cubicBezTo>
                <a:cubicBezTo>
                  <a:pt x="1439" y="2866"/>
                  <a:pt x="1491" y="2859"/>
                  <a:pt x="1544" y="2848"/>
                </a:cubicBezTo>
                <a:cubicBezTo>
                  <a:pt x="1670" y="2817"/>
                  <a:pt x="1796" y="2659"/>
                  <a:pt x="1796" y="2533"/>
                </a:cubicBezTo>
                <a:lnTo>
                  <a:pt x="1796" y="2124"/>
                </a:lnTo>
                <a:lnTo>
                  <a:pt x="4190" y="2124"/>
                </a:lnTo>
                <a:cubicBezTo>
                  <a:pt x="4946" y="2124"/>
                  <a:pt x="5577" y="1494"/>
                  <a:pt x="5577" y="769"/>
                </a:cubicBezTo>
                <a:lnTo>
                  <a:pt x="5577" y="549"/>
                </a:lnTo>
                <a:cubicBezTo>
                  <a:pt x="5356" y="675"/>
                  <a:pt x="5135" y="769"/>
                  <a:pt x="4883" y="769"/>
                </a:cubicBezTo>
                <a:cubicBezTo>
                  <a:pt x="3686" y="738"/>
                  <a:pt x="2930" y="738"/>
                  <a:pt x="1796" y="738"/>
                </a:cubicBezTo>
                <a:lnTo>
                  <a:pt x="1796" y="328"/>
                </a:lnTo>
                <a:cubicBezTo>
                  <a:pt x="1796" y="170"/>
                  <a:pt x="1701" y="44"/>
                  <a:pt x="1544" y="13"/>
                </a:cubicBezTo>
                <a:cubicBezTo>
                  <a:pt x="1510" y="5"/>
                  <a:pt x="1474" y="1"/>
                  <a:pt x="143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7" name="Google Shape;6240;p59">
            <a:extLst>
              <a:ext uri="{FF2B5EF4-FFF2-40B4-BE49-F238E27FC236}">
                <a16:creationId xmlns:a16="http://schemas.microsoft.com/office/drawing/2014/main" id="{124A3851-71B1-20A9-6B3C-B0DF05DAE73E}"/>
              </a:ext>
            </a:extLst>
          </p:cNvPr>
          <p:cNvSpPr/>
          <p:nvPr/>
        </p:nvSpPr>
        <p:spPr>
          <a:xfrm>
            <a:off x="2749578" y="4428316"/>
            <a:ext cx="56994" cy="56994"/>
          </a:xfrm>
          <a:custGeom>
            <a:avLst/>
            <a:gdLst/>
            <a:ahLst/>
            <a:cxnLst/>
            <a:rect l="l" t="t" r="r" b="b"/>
            <a:pathLst>
              <a:path w="1324" h="1324" extrusionOk="0">
                <a:moveTo>
                  <a:pt x="662" y="1"/>
                </a:moveTo>
                <a:cubicBezTo>
                  <a:pt x="253" y="1"/>
                  <a:pt x="1" y="316"/>
                  <a:pt x="1" y="662"/>
                </a:cubicBezTo>
                <a:cubicBezTo>
                  <a:pt x="1" y="1040"/>
                  <a:pt x="316" y="1324"/>
                  <a:pt x="662" y="1324"/>
                </a:cubicBezTo>
                <a:lnTo>
                  <a:pt x="1324" y="1324"/>
                </a:lnTo>
                <a:lnTo>
                  <a:pt x="132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8" name="Google Shape;6241;p59">
            <a:extLst>
              <a:ext uri="{FF2B5EF4-FFF2-40B4-BE49-F238E27FC236}">
                <a16:creationId xmlns:a16="http://schemas.microsoft.com/office/drawing/2014/main" id="{D27A4F6B-5665-8DE8-5D7B-E6F90A73B80D}"/>
              </a:ext>
            </a:extLst>
          </p:cNvPr>
          <p:cNvSpPr/>
          <p:nvPr/>
        </p:nvSpPr>
        <p:spPr>
          <a:xfrm>
            <a:off x="2749578" y="4482124"/>
            <a:ext cx="238739" cy="124406"/>
          </a:xfrm>
          <a:custGeom>
            <a:avLst/>
            <a:gdLst/>
            <a:ahLst/>
            <a:cxnLst/>
            <a:rect l="l" t="t" r="r" b="b"/>
            <a:pathLst>
              <a:path w="5546" h="2890" extrusionOk="0">
                <a:moveTo>
                  <a:pt x="4193" y="1"/>
                </a:moveTo>
                <a:cubicBezTo>
                  <a:pt x="4132" y="1"/>
                  <a:pt x="4067" y="16"/>
                  <a:pt x="4002" y="42"/>
                </a:cubicBezTo>
                <a:cubicBezTo>
                  <a:pt x="3876" y="74"/>
                  <a:pt x="3781" y="231"/>
                  <a:pt x="3781" y="357"/>
                </a:cubicBezTo>
                <a:lnTo>
                  <a:pt x="3781" y="735"/>
                </a:lnTo>
                <a:lnTo>
                  <a:pt x="662" y="735"/>
                </a:lnTo>
                <a:cubicBezTo>
                  <a:pt x="410" y="735"/>
                  <a:pt x="190" y="672"/>
                  <a:pt x="1" y="546"/>
                </a:cubicBezTo>
                <a:lnTo>
                  <a:pt x="1" y="767"/>
                </a:lnTo>
                <a:cubicBezTo>
                  <a:pt x="1" y="1523"/>
                  <a:pt x="631" y="2153"/>
                  <a:pt x="1355" y="2153"/>
                </a:cubicBezTo>
                <a:lnTo>
                  <a:pt x="3781" y="2153"/>
                </a:lnTo>
                <a:lnTo>
                  <a:pt x="3781" y="2563"/>
                </a:lnTo>
                <a:cubicBezTo>
                  <a:pt x="3781" y="2720"/>
                  <a:pt x="3844" y="2815"/>
                  <a:pt x="4002" y="2878"/>
                </a:cubicBezTo>
                <a:cubicBezTo>
                  <a:pt x="4033" y="2886"/>
                  <a:pt x="4067" y="2890"/>
                  <a:pt x="4101" y="2890"/>
                </a:cubicBezTo>
                <a:cubicBezTo>
                  <a:pt x="4205" y="2890"/>
                  <a:pt x="4317" y="2854"/>
                  <a:pt x="4411" y="2783"/>
                </a:cubicBezTo>
                <a:lnTo>
                  <a:pt x="5420" y="1681"/>
                </a:lnTo>
                <a:cubicBezTo>
                  <a:pt x="5546" y="1555"/>
                  <a:pt x="5546" y="1365"/>
                  <a:pt x="5420" y="1208"/>
                </a:cubicBezTo>
                <a:lnTo>
                  <a:pt x="4411" y="105"/>
                </a:lnTo>
                <a:cubicBezTo>
                  <a:pt x="4356" y="31"/>
                  <a:pt x="4279" y="1"/>
                  <a:pt x="419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9" name="Google Shape;6242;p59">
            <a:extLst>
              <a:ext uri="{FF2B5EF4-FFF2-40B4-BE49-F238E27FC236}">
                <a16:creationId xmlns:a16="http://schemas.microsoft.com/office/drawing/2014/main" id="{5821A99D-9465-2B0F-E7D4-9B8CC38C10A4}"/>
              </a:ext>
            </a:extLst>
          </p:cNvPr>
          <p:cNvSpPr/>
          <p:nvPr/>
        </p:nvSpPr>
        <p:spPr>
          <a:xfrm>
            <a:off x="2837738" y="4676483"/>
            <a:ext cx="322810" cy="90915"/>
          </a:xfrm>
          <a:custGeom>
            <a:avLst/>
            <a:gdLst/>
            <a:ahLst/>
            <a:cxnLst/>
            <a:rect l="l" t="t" r="r" b="b"/>
            <a:pathLst>
              <a:path w="7499" h="2112" extrusionOk="0">
                <a:moveTo>
                  <a:pt x="1" y="1"/>
                </a:moveTo>
                <a:lnTo>
                  <a:pt x="1" y="1072"/>
                </a:lnTo>
                <a:cubicBezTo>
                  <a:pt x="1" y="1639"/>
                  <a:pt x="473" y="2112"/>
                  <a:pt x="1009" y="2112"/>
                </a:cubicBezTo>
                <a:lnTo>
                  <a:pt x="6491" y="2112"/>
                </a:lnTo>
                <a:cubicBezTo>
                  <a:pt x="7026" y="2112"/>
                  <a:pt x="7499" y="1639"/>
                  <a:pt x="7499" y="1072"/>
                </a:cubicBezTo>
                <a:lnTo>
                  <a:pt x="749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0" name="Google Shape;6243;p59">
            <a:extLst>
              <a:ext uri="{FF2B5EF4-FFF2-40B4-BE49-F238E27FC236}">
                <a16:creationId xmlns:a16="http://schemas.microsoft.com/office/drawing/2014/main" id="{CAC5F6A2-6306-40C7-9183-713FF85B0B77}"/>
              </a:ext>
            </a:extLst>
          </p:cNvPr>
          <p:cNvSpPr/>
          <p:nvPr/>
        </p:nvSpPr>
        <p:spPr>
          <a:xfrm>
            <a:off x="2837738" y="4262842"/>
            <a:ext cx="322810" cy="61084"/>
          </a:xfrm>
          <a:custGeom>
            <a:avLst/>
            <a:gdLst/>
            <a:ahLst/>
            <a:cxnLst/>
            <a:rect l="l" t="t" r="r" b="b"/>
            <a:pathLst>
              <a:path w="7499" h="1419" extrusionOk="0">
                <a:moveTo>
                  <a:pt x="1009" y="1"/>
                </a:moveTo>
                <a:cubicBezTo>
                  <a:pt x="473" y="1"/>
                  <a:pt x="1" y="474"/>
                  <a:pt x="1" y="1072"/>
                </a:cubicBezTo>
                <a:lnTo>
                  <a:pt x="1" y="1419"/>
                </a:lnTo>
                <a:lnTo>
                  <a:pt x="7499" y="1419"/>
                </a:lnTo>
                <a:lnTo>
                  <a:pt x="7499" y="1072"/>
                </a:lnTo>
                <a:cubicBezTo>
                  <a:pt x="7499" y="537"/>
                  <a:pt x="7026" y="1"/>
                  <a:pt x="64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41" name="Google Shape;6244;p59">
            <a:extLst>
              <a:ext uri="{FF2B5EF4-FFF2-40B4-BE49-F238E27FC236}">
                <a16:creationId xmlns:a16="http://schemas.microsoft.com/office/drawing/2014/main" id="{E69B6B50-E7A5-7818-7C29-792AF3FC2912}"/>
              </a:ext>
            </a:extLst>
          </p:cNvPr>
          <p:cNvSpPr/>
          <p:nvPr/>
        </p:nvSpPr>
        <p:spPr>
          <a:xfrm>
            <a:off x="2839115" y="4352381"/>
            <a:ext cx="324144" cy="297025"/>
          </a:xfrm>
          <a:custGeom>
            <a:avLst/>
            <a:gdLst/>
            <a:ahLst/>
            <a:cxnLst/>
            <a:rect l="l" t="t" r="r" b="b"/>
            <a:pathLst>
              <a:path w="7530" h="6900" extrusionOk="0">
                <a:moveTo>
                  <a:pt x="0" y="0"/>
                </a:moveTo>
                <a:lnTo>
                  <a:pt x="0" y="3088"/>
                </a:lnTo>
                <a:lnTo>
                  <a:pt x="1071" y="3088"/>
                </a:lnTo>
                <a:cubicBezTo>
                  <a:pt x="1134" y="2773"/>
                  <a:pt x="1386" y="2552"/>
                  <a:pt x="1701" y="2426"/>
                </a:cubicBezTo>
                <a:cubicBezTo>
                  <a:pt x="1822" y="2376"/>
                  <a:pt x="1952" y="2351"/>
                  <a:pt x="2083" y="2351"/>
                </a:cubicBezTo>
                <a:cubicBezTo>
                  <a:pt x="2361" y="2351"/>
                  <a:pt x="2642" y="2464"/>
                  <a:pt x="2835" y="2678"/>
                </a:cubicBezTo>
                <a:lnTo>
                  <a:pt x="3844" y="3781"/>
                </a:lnTo>
                <a:cubicBezTo>
                  <a:pt x="4222" y="4190"/>
                  <a:pt x="4222" y="4789"/>
                  <a:pt x="3844" y="5167"/>
                </a:cubicBezTo>
                <a:lnTo>
                  <a:pt x="2835" y="6270"/>
                </a:lnTo>
                <a:cubicBezTo>
                  <a:pt x="2635" y="6493"/>
                  <a:pt x="2339" y="6621"/>
                  <a:pt x="2050" y="6621"/>
                </a:cubicBezTo>
                <a:cubicBezTo>
                  <a:pt x="1930" y="6621"/>
                  <a:pt x="1812" y="6599"/>
                  <a:pt x="1701" y="6553"/>
                </a:cubicBezTo>
                <a:cubicBezTo>
                  <a:pt x="1386" y="6427"/>
                  <a:pt x="1134" y="6144"/>
                  <a:pt x="1071" y="5892"/>
                </a:cubicBezTo>
                <a:lnTo>
                  <a:pt x="0" y="5892"/>
                </a:lnTo>
                <a:lnTo>
                  <a:pt x="0" y="6900"/>
                </a:lnTo>
                <a:lnTo>
                  <a:pt x="7530" y="6900"/>
                </a:lnTo>
                <a:lnTo>
                  <a:pt x="7530" y="3844"/>
                </a:lnTo>
                <a:lnTo>
                  <a:pt x="6459" y="3844"/>
                </a:lnTo>
                <a:cubicBezTo>
                  <a:pt x="6364" y="4159"/>
                  <a:pt x="6143" y="4379"/>
                  <a:pt x="5828" y="4505"/>
                </a:cubicBezTo>
                <a:cubicBezTo>
                  <a:pt x="5709" y="4551"/>
                  <a:pt x="5589" y="4573"/>
                  <a:pt x="5472" y="4573"/>
                </a:cubicBezTo>
                <a:cubicBezTo>
                  <a:pt x="5188" y="4573"/>
                  <a:pt x="4917" y="4445"/>
                  <a:pt x="4694" y="4222"/>
                </a:cubicBezTo>
                <a:lnTo>
                  <a:pt x="3655" y="3119"/>
                </a:lnTo>
                <a:cubicBezTo>
                  <a:pt x="3308" y="2741"/>
                  <a:pt x="3308" y="2143"/>
                  <a:pt x="3655" y="1765"/>
                </a:cubicBezTo>
                <a:lnTo>
                  <a:pt x="4694" y="630"/>
                </a:lnTo>
                <a:cubicBezTo>
                  <a:pt x="4866" y="416"/>
                  <a:pt x="5140" y="304"/>
                  <a:pt x="5427" y="304"/>
                </a:cubicBezTo>
                <a:cubicBezTo>
                  <a:pt x="5561" y="304"/>
                  <a:pt x="5698" y="328"/>
                  <a:pt x="5828" y="378"/>
                </a:cubicBezTo>
                <a:cubicBezTo>
                  <a:pt x="6143" y="504"/>
                  <a:pt x="6364" y="756"/>
                  <a:pt x="6459" y="1040"/>
                </a:cubicBezTo>
                <a:lnTo>
                  <a:pt x="7530" y="1040"/>
                </a:lnTo>
                <a:lnTo>
                  <a:pt x="753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2" name="Google Shape;6246;p59">
            <a:extLst>
              <a:ext uri="{FF2B5EF4-FFF2-40B4-BE49-F238E27FC236}">
                <a16:creationId xmlns:a16="http://schemas.microsoft.com/office/drawing/2014/main" id="{36BE6DA5-32E1-9777-1A36-5700529B09C8}"/>
              </a:ext>
            </a:extLst>
          </p:cNvPr>
          <p:cNvSpPr/>
          <p:nvPr/>
        </p:nvSpPr>
        <p:spPr>
          <a:xfrm>
            <a:off x="2740773" y="4924343"/>
            <a:ext cx="519448" cy="503737"/>
          </a:xfrm>
          <a:custGeom>
            <a:avLst/>
            <a:gdLst/>
            <a:ahLst/>
            <a:cxnLst/>
            <a:rect l="l" t="t" r="r" b="b"/>
            <a:pathLst>
              <a:path w="12067" h="11702" extrusionOk="0">
                <a:moveTo>
                  <a:pt x="2558" y="0"/>
                </a:moveTo>
                <a:cubicBezTo>
                  <a:pt x="2357" y="0"/>
                  <a:pt x="2155" y="24"/>
                  <a:pt x="1954" y="70"/>
                </a:cubicBezTo>
                <a:cubicBezTo>
                  <a:pt x="1828" y="102"/>
                  <a:pt x="1733" y="196"/>
                  <a:pt x="1702" y="322"/>
                </a:cubicBezTo>
                <a:cubicBezTo>
                  <a:pt x="1670" y="448"/>
                  <a:pt x="1702" y="543"/>
                  <a:pt x="1796" y="637"/>
                </a:cubicBezTo>
                <a:lnTo>
                  <a:pt x="2679" y="1551"/>
                </a:lnTo>
                <a:cubicBezTo>
                  <a:pt x="2962" y="1803"/>
                  <a:pt x="2962" y="2244"/>
                  <a:pt x="2679" y="2528"/>
                </a:cubicBezTo>
                <a:cubicBezTo>
                  <a:pt x="2553" y="2669"/>
                  <a:pt x="2379" y="2740"/>
                  <a:pt x="2202" y="2740"/>
                </a:cubicBezTo>
                <a:cubicBezTo>
                  <a:pt x="2025" y="2740"/>
                  <a:pt x="1844" y="2669"/>
                  <a:pt x="1702" y="2528"/>
                </a:cubicBezTo>
                <a:lnTo>
                  <a:pt x="788" y="1614"/>
                </a:lnTo>
                <a:cubicBezTo>
                  <a:pt x="744" y="1569"/>
                  <a:pt x="668" y="1525"/>
                  <a:pt x="582" y="1525"/>
                </a:cubicBezTo>
                <a:cubicBezTo>
                  <a:pt x="547" y="1525"/>
                  <a:pt x="510" y="1532"/>
                  <a:pt x="473" y="1551"/>
                </a:cubicBezTo>
                <a:cubicBezTo>
                  <a:pt x="347" y="1582"/>
                  <a:pt x="284" y="1645"/>
                  <a:pt x="253" y="1771"/>
                </a:cubicBezTo>
                <a:cubicBezTo>
                  <a:pt x="1" y="2591"/>
                  <a:pt x="253" y="3473"/>
                  <a:pt x="883" y="4103"/>
                </a:cubicBezTo>
                <a:cubicBezTo>
                  <a:pt x="1366" y="4494"/>
                  <a:pt x="1932" y="4750"/>
                  <a:pt x="2619" y="4750"/>
                </a:cubicBezTo>
                <a:cubicBezTo>
                  <a:pt x="2874" y="4750"/>
                  <a:pt x="3145" y="4715"/>
                  <a:pt x="3435" y="4638"/>
                </a:cubicBezTo>
                <a:lnTo>
                  <a:pt x="7247" y="8482"/>
                </a:lnTo>
                <a:cubicBezTo>
                  <a:pt x="6963" y="9522"/>
                  <a:pt x="7215" y="10372"/>
                  <a:pt x="7814" y="10971"/>
                </a:cubicBezTo>
                <a:cubicBezTo>
                  <a:pt x="8291" y="11472"/>
                  <a:pt x="8895" y="11702"/>
                  <a:pt x="9516" y="11702"/>
                </a:cubicBezTo>
                <a:cubicBezTo>
                  <a:pt x="9714" y="11702"/>
                  <a:pt x="9915" y="11678"/>
                  <a:pt x="10114" y="11632"/>
                </a:cubicBezTo>
                <a:cubicBezTo>
                  <a:pt x="10240" y="11569"/>
                  <a:pt x="10334" y="11506"/>
                  <a:pt x="10366" y="11380"/>
                </a:cubicBezTo>
                <a:cubicBezTo>
                  <a:pt x="10397" y="11254"/>
                  <a:pt x="10366" y="11128"/>
                  <a:pt x="10271" y="11065"/>
                </a:cubicBezTo>
                <a:lnTo>
                  <a:pt x="9389" y="10152"/>
                </a:lnTo>
                <a:cubicBezTo>
                  <a:pt x="9106" y="9868"/>
                  <a:pt x="9106" y="9459"/>
                  <a:pt x="9389" y="9175"/>
                </a:cubicBezTo>
                <a:cubicBezTo>
                  <a:pt x="9515" y="9033"/>
                  <a:pt x="9688" y="8962"/>
                  <a:pt x="9866" y="8962"/>
                </a:cubicBezTo>
                <a:cubicBezTo>
                  <a:pt x="10043" y="8962"/>
                  <a:pt x="10224" y="9033"/>
                  <a:pt x="10366" y="9175"/>
                </a:cubicBezTo>
                <a:lnTo>
                  <a:pt x="11279" y="10089"/>
                </a:lnTo>
                <a:cubicBezTo>
                  <a:pt x="11326" y="10135"/>
                  <a:pt x="11405" y="10164"/>
                  <a:pt x="11494" y="10164"/>
                </a:cubicBezTo>
                <a:cubicBezTo>
                  <a:pt x="11527" y="10164"/>
                  <a:pt x="11561" y="10160"/>
                  <a:pt x="11594" y="10152"/>
                </a:cubicBezTo>
                <a:cubicBezTo>
                  <a:pt x="11720" y="10120"/>
                  <a:pt x="11783" y="10026"/>
                  <a:pt x="11815" y="9931"/>
                </a:cubicBezTo>
                <a:cubicBezTo>
                  <a:pt x="12067" y="9081"/>
                  <a:pt x="11815" y="8230"/>
                  <a:pt x="11185" y="7600"/>
                </a:cubicBezTo>
                <a:cubicBezTo>
                  <a:pt x="10778" y="7170"/>
                  <a:pt x="10224" y="6903"/>
                  <a:pt x="9537" y="6903"/>
                </a:cubicBezTo>
                <a:cubicBezTo>
                  <a:pt x="9266" y="6903"/>
                  <a:pt x="8975" y="6944"/>
                  <a:pt x="8665" y="7033"/>
                </a:cubicBezTo>
                <a:lnTo>
                  <a:pt x="4852" y="3221"/>
                </a:lnTo>
                <a:lnTo>
                  <a:pt x="4884" y="3032"/>
                </a:lnTo>
                <a:cubicBezTo>
                  <a:pt x="5136" y="2213"/>
                  <a:pt x="4884" y="1330"/>
                  <a:pt x="4254" y="700"/>
                </a:cubicBezTo>
                <a:cubicBezTo>
                  <a:pt x="3778" y="225"/>
                  <a:pt x="3177" y="0"/>
                  <a:pt x="25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3" name="Google Shape;6247;p59">
            <a:extLst>
              <a:ext uri="{FF2B5EF4-FFF2-40B4-BE49-F238E27FC236}">
                <a16:creationId xmlns:a16="http://schemas.microsoft.com/office/drawing/2014/main" id="{B2CD215F-0EB6-271B-99AF-21764587F9B7}"/>
              </a:ext>
            </a:extLst>
          </p:cNvPr>
          <p:cNvSpPr/>
          <p:nvPr/>
        </p:nvSpPr>
        <p:spPr>
          <a:xfrm>
            <a:off x="2742152" y="5185036"/>
            <a:ext cx="248209" cy="242097"/>
          </a:xfrm>
          <a:custGeom>
            <a:avLst/>
            <a:gdLst/>
            <a:ahLst/>
            <a:cxnLst/>
            <a:rect l="l" t="t" r="r" b="b"/>
            <a:pathLst>
              <a:path w="5766" h="5624" extrusionOk="0">
                <a:moveTo>
                  <a:pt x="4080" y="1504"/>
                </a:moveTo>
                <a:cubicBezTo>
                  <a:pt x="4167" y="1504"/>
                  <a:pt x="4253" y="1528"/>
                  <a:pt x="4316" y="1575"/>
                </a:cubicBezTo>
                <a:cubicBezTo>
                  <a:pt x="4442" y="1701"/>
                  <a:pt x="4442" y="1953"/>
                  <a:pt x="4316" y="2048"/>
                </a:cubicBezTo>
                <a:lnTo>
                  <a:pt x="2205" y="4159"/>
                </a:lnTo>
                <a:cubicBezTo>
                  <a:pt x="2158" y="4206"/>
                  <a:pt x="2072" y="4230"/>
                  <a:pt x="1985" y="4230"/>
                </a:cubicBezTo>
                <a:cubicBezTo>
                  <a:pt x="1898" y="4230"/>
                  <a:pt x="1812" y="4206"/>
                  <a:pt x="1764" y="4159"/>
                </a:cubicBezTo>
                <a:cubicBezTo>
                  <a:pt x="1638" y="4033"/>
                  <a:pt x="1638" y="3781"/>
                  <a:pt x="1764" y="3686"/>
                </a:cubicBezTo>
                <a:lnTo>
                  <a:pt x="3844" y="1575"/>
                </a:lnTo>
                <a:cubicBezTo>
                  <a:pt x="3907" y="1528"/>
                  <a:pt x="3993" y="1504"/>
                  <a:pt x="4080" y="1504"/>
                </a:cubicBezTo>
                <a:close/>
                <a:moveTo>
                  <a:pt x="3844" y="0"/>
                </a:moveTo>
                <a:lnTo>
                  <a:pt x="567" y="3277"/>
                </a:lnTo>
                <a:cubicBezTo>
                  <a:pt x="0" y="3844"/>
                  <a:pt x="0" y="4694"/>
                  <a:pt x="567" y="5198"/>
                </a:cubicBezTo>
                <a:cubicBezTo>
                  <a:pt x="835" y="5482"/>
                  <a:pt x="1189" y="5624"/>
                  <a:pt x="1540" y="5624"/>
                </a:cubicBezTo>
                <a:cubicBezTo>
                  <a:pt x="1890" y="5624"/>
                  <a:pt x="2237" y="5482"/>
                  <a:pt x="2489" y="5198"/>
                </a:cubicBezTo>
                <a:lnTo>
                  <a:pt x="5766" y="1953"/>
                </a:lnTo>
                <a:lnTo>
                  <a:pt x="384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4" name="Google Shape;6248;p59">
            <a:extLst>
              <a:ext uri="{FF2B5EF4-FFF2-40B4-BE49-F238E27FC236}">
                <a16:creationId xmlns:a16="http://schemas.microsoft.com/office/drawing/2014/main" id="{FB371C6A-FDC0-C2C0-0BAC-332A73E1A7CF}"/>
              </a:ext>
            </a:extLst>
          </p:cNvPr>
          <p:cNvSpPr/>
          <p:nvPr/>
        </p:nvSpPr>
        <p:spPr>
          <a:xfrm>
            <a:off x="3032373" y="4921716"/>
            <a:ext cx="222424" cy="219928"/>
          </a:xfrm>
          <a:custGeom>
            <a:avLst/>
            <a:gdLst/>
            <a:ahLst/>
            <a:cxnLst/>
            <a:rect l="l" t="t" r="r" b="b"/>
            <a:pathLst>
              <a:path w="5167" h="5109" extrusionOk="0">
                <a:moveTo>
                  <a:pt x="4249" y="1"/>
                </a:moveTo>
                <a:cubicBezTo>
                  <a:pt x="4179" y="1"/>
                  <a:pt x="4106" y="24"/>
                  <a:pt x="4033" y="68"/>
                </a:cubicBezTo>
                <a:lnTo>
                  <a:pt x="2206" y="1171"/>
                </a:lnTo>
                <a:cubicBezTo>
                  <a:pt x="2017" y="1265"/>
                  <a:pt x="1985" y="1549"/>
                  <a:pt x="2143" y="1706"/>
                </a:cubicBezTo>
                <a:lnTo>
                  <a:pt x="2300" y="1864"/>
                </a:lnTo>
                <a:lnTo>
                  <a:pt x="0" y="4164"/>
                </a:lnTo>
                <a:lnTo>
                  <a:pt x="945" y="5109"/>
                </a:lnTo>
                <a:lnTo>
                  <a:pt x="3245" y="2809"/>
                </a:lnTo>
                <a:lnTo>
                  <a:pt x="3434" y="2998"/>
                </a:lnTo>
                <a:cubicBezTo>
                  <a:pt x="3502" y="3066"/>
                  <a:pt x="3594" y="3099"/>
                  <a:pt x="3684" y="3099"/>
                </a:cubicBezTo>
                <a:cubicBezTo>
                  <a:pt x="3802" y="3099"/>
                  <a:pt x="3916" y="3042"/>
                  <a:pt x="3970" y="2935"/>
                </a:cubicBezTo>
                <a:lnTo>
                  <a:pt x="5073" y="1108"/>
                </a:lnTo>
                <a:cubicBezTo>
                  <a:pt x="5167" y="1013"/>
                  <a:pt x="5167" y="793"/>
                  <a:pt x="5041" y="698"/>
                </a:cubicBezTo>
                <a:lnTo>
                  <a:pt x="4474" y="100"/>
                </a:lnTo>
                <a:cubicBezTo>
                  <a:pt x="4406" y="32"/>
                  <a:pt x="4330" y="1"/>
                  <a:pt x="424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6" name="Google Shape;6250;p59">
            <a:extLst>
              <a:ext uri="{FF2B5EF4-FFF2-40B4-BE49-F238E27FC236}">
                <a16:creationId xmlns:a16="http://schemas.microsoft.com/office/drawing/2014/main" id="{F1161143-102C-D25E-AF96-1ADC2AC41A87}"/>
              </a:ext>
            </a:extLst>
          </p:cNvPr>
          <p:cNvSpPr/>
          <p:nvPr/>
        </p:nvSpPr>
        <p:spPr>
          <a:xfrm>
            <a:off x="5283193" y="4324572"/>
            <a:ext cx="237404" cy="440802"/>
          </a:xfrm>
          <a:custGeom>
            <a:avLst/>
            <a:gdLst/>
            <a:ahLst/>
            <a:cxnLst/>
            <a:rect l="l" t="t" r="r" b="b"/>
            <a:pathLst>
              <a:path w="5515" h="10240" extrusionOk="0">
                <a:moveTo>
                  <a:pt x="662" y="0"/>
                </a:moveTo>
                <a:cubicBezTo>
                  <a:pt x="284" y="0"/>
                  <a:pt x="1" y="315"/>
                  <a:pt x="1" y="662"/>
                </a:cubicBezTo>
                <a:lnTo>
                  <a:pt x="1" y="4411"/>
                </a:lnTo>
                <a:cubicBezTo>
                  <a:pt x="1" y="4632"/>
                  <a:pt x="64" y="4884"/>
                  <a:pt x="190" y="5073"/>
                </a:cubicBezTo>
                <a:lnTo>
                  <a:pt x="1639" y="7467"/>
                </a:lnTo>
                <a:cubicBezTo>
                  <a:pt x="1891" y="7877"/>
                  <a:pt x="2049" y="8097"/>
                  <a:pt x="2049" y="8538"/>
                </a:cubicBezTo>
                <a:lnTo>
                  <a:pt x="2049" y="9861"/>
                </a:lnTo>
                <a:cubicBezTo>
                  <a:pt x="2049" y="10082"/>
                  <a:pt x="2206" y="10239"/>
                  <a:pt x="2395" y="10239"/>
                </a:cubicBezTo>
                <a:lnTo>
                  <a:pt x="5514" y="10239"/>
                </a:lnTo>
                <a:lnTo>
                  <a:pt x="5514" y="6364"/>
                </a:lnTo>
                <a:cubicBezTo>
                  <a:pt x="5514" y="5986"/>
                  <a:pt x="5357" y="5671"/>
                  <a:pt x="5168" y="5419"/>
                </a:cubicBezTo>
                <a:cubicBezTo>
                  <a:pt x="5167" y="5420"/>
                  <a:pt x="5165" y="5421"/>
                  <a:pt x="5163" y="5421"/>
                </a:cubicBezTo>
                <a:cubicBezTo>
                  <a:pt x="5042" y="5421"/>
                  <a:pt x="3214" y="3623"/>
                  <a:pt x="3183" y="3592"/>
                </a:cubicBezTo>
                <a:cubicBezTo>
                  <a:pt x="3041" y="3432"/>
                  <a:pt x="2828" y="3332"/>
                  <a:pt x="2613" y="3332"/>
                </a:cubicBezTo>
                <a:cubicBezTo>
                  <a:pt x="2448" y="3332"/>
                  <a:pt x="2280" y="3392"/>
                  <a:pt x="2143" y="3529"/>
                </a:cubicBezTo>
                <a:cubicBezTo>
                  <a:pt x="1891" y="3812"/>
                  <a:pt x="1923" y="4285"/>
                  <a:pt x="2112" y="4442"/>
                </a:cubicBezTo>
                <a:lnTo>
                  <a:pt x="3970" y="6301"/>
                </a:lnTo>
                <a:cubicBezTo>
                  <a:pt x="4097" y="6427"/>
                  <a:pt x="4097" y="6648"/>
                  <a:pt x="3970" y="6774"/>
                </a:cubicBezTo>
                <a:cubicBezTo>
                  <a:pt x="3907" y="6821"/>
                  <a:pt x="3821" y="6845"/>
                  <a:pt x="3734" y="6845"/>
                </a:cubicBezTo>
                <a:cubicBezTo>
                  <a:pt x="3648" y="6845"/>
                  <a:pt x="3561" y="6821"/>
                  <a:pt x="3498" y="6774"/>
                </a:cubicBezTo>
                <a:lnTo>
                  <a:pt x="1639" y="4915"/>
                </a:lnTo>
                <a:cubicBezTo>
                  <a:pt x="1450" y="4726"/>
                  <a:pt x="1324" y="4442"/>
                  <a:pt x="1324" y="4190"/>
                </a:cubicBezTo>
                <a:lnTo>
                  <a:pt x="1324" y="662"/>
                </a:lnTo>
                <a:cubicBezTo>
                  <a:pt x="1324" y="252"/>
                  <a:pt x="1009" y="0"/>
                  <a:pt x="66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7" name="Google Shape;6251;p59">
            <a:extLst>
              <a:ext uri="{FF2B5EF4-FFF2-40B4-BE49-F238E27FC236}">
                <a16:creationId xmlns:a16="http://schemas.microsoft.com/office/drawing/2014/main" id="{C597C789-741B-BFE6-E80B-22930DA1E80B}"/>
              </a:ext>
            </a:extLst>
          </p:cNvPr>
          <p:cNvSpPr/>
          <p:nvPr/>
        </p:nvSpPr>
        <p:spPr>
          <a:xfrm>
            <a:off x="5550387" y="4324572"/>
            <a:ext cx="236027" cy="442136"/>
          </a:xfrm>
          <a:custGeom>
            <a:avLst/>
            <a:gdLst/>
            <a:ahLst/>
            <a:cxnLst/>
            <a:rect l="l" t="t" r="r" b="b"/>
            <a:pathLst>
              <a:path w="5483" h="10271" extrusionOk="0">
                <a:moveTo>
                  <a:pt x="4758" y="0"/>
                </a:moveTo>
                <a:cubicBezTo>
                  <a:pt x="4380" y="0"/>
                  <a:pt x="4096" y="315"/>
                  <a:pt x="4096" y="662"/>
                </a:cubicBezTo>
                <a:lnTo>
                  <a:pt x="4096" y="4190"/>
                </a:lnTo>
                <a:cubicBezTo>
                  <a:pt x="4096" y="4474"/>
                  <a:pt x="3970" y="4758"/>
                  <a:pt x="3781" y="4915"/>
                </a:cubicBezTo>
                <a:lnTo>
                  <a:pt x="1922" y="6774"/>
                </a:lnTo>
                <a:cubicBezTo>
                  <a:pt x="1875" y="6821"/>
                  <a:pt x="1788" y="6845"/>
                  <a:pt x="1698" y="6845"/>
                </a:cubicBezTo>
                <a:cubicBezTo>
                  <a:pt x="1607" y="6845"/>
                  <a:pt x="1513" y="6821"/>
                  <a:pt x="1450" y="6774"/>
                </a:cubicBezTo>
                <a:cubicBezTo>
                  <a:pt x="1355" y="6648"/>
                  <a:pt x="1355" y="6427"/>
                  <a:pt x="1450" y="6301"/>
                </a:cubicBezTo>
                <a:lnTo>
                  <a:pt x="3308" y="4442"/>
                </a:lnTo>
                <a:cubicBezTo>
                  <a:pt x="3497" y="4285"/>
                  <a:pt x="3560" y="3812"/>
                  <a:pt x="3277" y="3529"/>
                </a:cubicBezTo>
                <a:cubicBezTo>
                  <a:pt x="3140" y="3392"/>
                  <a:pt x="2972" y="3332"/>
                  <a:pt x="2807" y="3332"/>
                </a:cubicBezTo>
                <a:cubicBezTo>
                  <a:pt x="2592" y="3332"/>
                  <a:pt x="2379" y="3432"/>
                  <a:pt x="2237" y="3592"/>
                </a:cubicBezTo>
                <a:cubicBezTo>
                  <a:pt x="2237" y="3592"/>
                  <a:pt x="347" y="5419"/>
                  <a:pt x="347" y="5482"/>
                </a:cubicBezTo>
                <a:cubicBezTo>
                  <a:pt x="158" y="5671"/>
                  <a:pt x="0" y="6018"/>
                  <a:pt x="0" y="6427"/>
                </a:cubicBezTo>
                <a:lnTo>
                  <a:pt x="0" y="8129"/>
                </a:lnTo>
                <a:lnTo>
                  <a:pt x="0" y="8412"/>
                </a:lnTo>
                <a:lnTo>
                  <a:pt x="0" y="10271"/>
                </a:lnTo>
                <a:lnTo>
                  <a:pt x="3088" y="10271"/>
                </a:lnTo>
                <a:cubicBezTo>
                  <a:pt x="3277" y="10271"/>
                  <a:pt x="3434" y="10113"/>
                  <a:pt x="3434" y="9924"/>
                </a:cubicBezTo>
                <a:lnTo>
                  <a:pt x="3434" y="8570"/>
                </a:lnTo>
                <a:cubicBezTo>
                  <a:pt x="3434" y="8129"/>
                  <a:pt x="3623" y="7908"/>
                  <a:pt x="3812" y="7530"/>
                </a:cubicBezTo>
                <a:lnTo>
                  <a:pt x="5293" y="5104"/>
                </a:lnTo>
                <a:cubicBezTo>
                  <a:pt x="5388" y="4915"/>
                  <a:pt x="5482" y="4663"/>
                  <a:pt x="5482" y="4411"/>
                </a:cubicBezTo>
                <a:lnTo>
                  <a:pt x="5482" y="662"/>
                </a:lnTo>
                <a:cubicBezTo>
                  <a:pt x="5451" y="284"/>
                  <a:pt x="5136" y="0"/>
                  <a:pt x="47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8" name="Google Shape;6252;p59">
            <a:extLst>
              <a:ext uri="{FF2B5EF4-FFF2-40B4-BE49-F238E27FC236}">
                <a16:creationId xmlns:a16="http://schemas.microsoft.com/office/drawing/2014/main" id="{A98D8B7D-20B3-CAB8-5D4A-A724501D82D2}"/>
              </a:ext>
            </a:extLst>
          </p:cNvPr>
          <p:cNvSpPr/>
          <p:nvPr/>
        </p:nvSpPr>
        <p:spPr>
          <a:xfrm>
            <a:off x="5652107" y="4380190"/>
            <a:ext cx="44769" cy="65130"/>
          </a:xfrm>
          <a:custGeom>
            <a:avLst/>
            <a:gdLst/>
            <a:ahLst/>
            <a:cxnLst/>
            <a:rect l="l" t="t" r="r" b="b"/>
            <a:pathLst>
              <a:path w="1040" h="1513" extrusionOk="0">
                <a:moveTo>
                  <a:pt x="504" y="0"/>
                </a:moveTo>
                <a:cubicBezTo>
                  <a:pt x="252" y="32"/>
                  <a:pt x="0" y="284"/>
                  <a:pt x="0" y="567"/>
                </a:cubicBezTo>
                <a:lnTo>
                  <a:pt x="0" y="1418"/>
                </a:lnTo>
                <a:cubicBezTo>
                  <a:pt x="126" y="1386"/>
                  <a:pt x="252" y="1355"/>
                  <a:pt x="410" y="1355"/>
                </a:cubicBezTo>
                <a:cubicBezTo>
                  <a:pt x="630" y="1355"/>
                  <a:pt x="819" y="1386"/>
                  <a:pt x="1040" y="1512"/>
                </a:cubicBezTo>
                <a:lnTo>
                  <a:pt x="1040" y="504"/>
                </a:lnTo>
                <a:cubicBezTo>
                  <a:pt x="1040" y="252"/>
                  <a:pt x="788" y="0"/>
                  <a:pt x="5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9" name="Google Shape;6253;p59">
            <a:extLst>
              <a:ext uri="{FF2B5EF4-FFF2-40B4-BE49-F238E27FC236}">
                <a16:creationId xmlns:a16="http://schemas.microsoft.com/office/drawing/2014/main" id="{D49D461B-8318-4353-C654-B4C418C9C3D5}"/>
              </a:ext>
            </a:extLst>
          </p:cNvPr>
          <p:cNvSpPr/>
          <p:nvPr/>
        </p:nvSpPr>
        <p:spPr>
          <a:xfrm>
            <a:off x="5371354" y="4383805"/>
            <a:ext cx="43434" cy="62849"/>
          </a:xfrm>
          <a:custGeom>
            <a:avLst/>
            <a:gdLst/>
            <a:ahLst/>
            <a:cxnLst/>
            <a:rect l="l" t="t" r="r" b="b"/>
            <a:pathLst>
              <a:path w="1009" h="1460" extrusionOk="0">
                <a:moveTo>
                  <a:pt x="418" y="1"/>
                </a:moveTo>
                <a:cubicBezTo>
                  <a:pt x="177" y="1"/>
                  <a:pt x="1" y="229"/>
                  <a:pt x="1" y="483"/>
                </a:cubicBezTo>
                <a:lnTo>
                  <a:pt x="1" y="1460"/>
                </a:lnTo>
                <a:cubicBezTo>
                  <a:pt x="190" y="1334"/>
                  <a:pt x="379" y="1302"/>
                  <a:pt x="631" y="1302"/>
                </a:cubicBezTo>
                <a:cubicBezTo>
                  <a:pt x="725" y="1302"/>
                  <a:pt x="883" y="1334"/>
                  <a:pt x="1009" y="1365"/>
                </a:cubicBezTo>
                <a:lnTo>
                  <a:pt x="1009" y="515"/>
                </a:lnTo>
                <a:cubicBezTo>
                  <a:pt x="1009" y="231"/>
                  <a:pt x="788" y="11"/>
                  <a:pt x="505" y="11"/>
                </a:cubicBezTo>
                <a:cubicBezTo>
                  <a:pt x="475" y="4"/>
                  <a:pt x="446" y="1"/>
                  <a:pt x="41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0" name="Google Shape;6254;p59">
            <a:extLst>
              <a:ext uri="{FF2B5EF4-FFF2-40B4-BE49-F238E27FC236}">
                <a16:creationId xmlns:a16="http://schemas.microsoft.com/office/drawing/2014/main" id="{1EB47CED-A29C-3F92-4DEF-873EDC8D2756}"/>
              </a:ext>
            </a:extLst>
          </p:cNvPr>
          <p:cNvSpPr/>
          <p:nvPr/>
        </p:nvSpPr>
        <p:spPr>
          <a:xfrm>
            <a:off x="5474451" y="4263532"/>
            <a:ext cx="117992" cy="118035"/>
          </a:xfrm>
          <a:custGeom>
            <a:avLst/>
            <a:gdLst/>
            <a:ahLst/>
            <a:cxnLst/>
            <a:rect l="l" t="t" r="r" b="b"/>
            <a:pathLst>
              <a:path w="2741" h="2742" extrusionOk="0">
                <a:moveTo>
                  <a:pt x="1386" y="1"/>
                </a:moveTo>
                <a:cubicBezTo>
                  <a:pt x="630" y="1"/>
                  <a:pt x="0" y="631"/>
                  <a:pt x="0" y="1387"/>
                </a:cubicBezTo>
                <a:cubicBezTo>
                  <a:pt x="0" y="2174"/>
                  <a:pt x="630" y="2742"/>
                  <a:pt x="1386" y="2742"/>
                </a:cubicBezTo>
                <a:cubicBezTo>
                  <a:pt x="2111" y="2742"/>
                  <a:pt x="2741" y="2111"/>
                  <a:pt x="2741" y="1387"/>
                </a:cubicBezTo>
                <a:cubicBezTo>
                  <a:pt x="2741" y="631"/>
                  <a:pt x="2111" y="1"/>
                  <a:pt x="138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31" name="Google Shape;6255;p59">
            <a:extLst>
              <a:ext uri="{FF2B5EF4-FFF2-40B4-BE49-F238E27FC236}">
                <a16:creationId xmlns:a16="http://schemas.microsoft.com/office/drawing/2014/main" id="{0773B433-1524-6257-3986-FD07B41CC79E}"/>
              </a:ext>
            </a:extLst>
          </p:cNvPr>
          <p:cNvSpPr/>
          <p:nvPr/>
        </p:nvSpPr>
        <p:spPr>
          <a:xfrm>
            <a:off x="5440530" y="4411356"/>
            <a:ext cx="185834" cy="118035"/>
          </a:xfrm>
          <a:custGeom>
            <a:avLst/>
            <a:gdLst/>
            <a:ahLst/>
            <a:cxnLst/>
            <a:rect l="l" t="t" r="r" b="b"/>
            <a:pathLst>
              <a:path w="4317" h="2742" extrusionOk="0">
                <a:moveTo>
                  <a:pt x="2174" y="1"/>
                </a:moveTo>
                <a:cubicBezTo>
                  <a:pt x="1292" y="1"/>
                  <a:pt x="505" y="379"/>
                  <a:pt x="0" y="1040"/>
                </a:cubicBezTo>
                <a:lnTo>
                  <a:pt x="32" y="1103"/>
                </a:lnTo>
                <a:cubicBezTo>
                  <a:pt x="946" y="1985"/>
                  <a:pt x="1450" y="2458"/>
                  <a:pt x="1702" y="2742"/>
                </a:cubicBezTo>
                <a:lnTo>
                  <a:pt x="2647" y="2742"/>
                </a:lnTo>
                <a:lnTo>
                  <a:pt x="4254" y="1135"/>
                </a:lnTo>
                <a:lnTo>
                  <a:pt x="4317" y="1040"/>
                </a:lnTo>
                <a:cubicBezTo>
                  <a:pt x="3813" y="410"/>
                  <a:pt x="3025" y="1"/>
                  <a:pt x="217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2" name="Google Shape;6257;p59">
            <a:extLst>
              <a:ext uri="{FF2B5EF4-FFF2-40B4-BE49-F238E27FC236}">
                <a16:creationId xmlns:a16="http://schemas.microsoft.com/office/drawing/2014/main" id="{16C56A4D-3E90-52E5-0B44-7E0C7E1DA184}"/>
              </a:ext>
            </a:extLst>
          </p:cNvPr>
          <p:cNvSpPr/>
          <p:nvPr/>
        </p:nvSpPr>
        <p:spPr>
          <a:xfrm>
            <a:off x="2320752" y="1680570"/>
            <a:ext cx="295647" cy="294872"/>
          </a:xfrm>
          <a:custGeom>
            <a:avLst/>
            <a:gdLst/>
            <a:ahLst/>
            <a:cxnLst/>
            <a:rect l="l" t="t" r="r" b="b"/>
            <a:pathLst>
              <a:path w="6868" h="6850" extrusionOk="0">
                <a:moveTo>
                  <a:pt x="3466" y="1355"/>
                </a:moveTo>
                <a:cubicBezTo>
                  <a:pt x="4222" y="1355"/>
                  <a:pt x="4852" y="1985"/>
                  <a:pt x="4852" y="2741"/>
                </a:cubicBezTo>
                <a:lnTo>
                  <a:pt x="4852" y="4127"/>
                </a:lnTo>
                <a:cubicBezTo>
                  <a:pt x="4852" y="4348"/>
                  <a:pt x="4757" y="4600"/>
                  <a:pt x="4631" y="4821"/>
                </a:cubicBezTo>
                <a:lnTo>
                  <a:pt x="4726" y="4915"/>
                </a:lnTo>
                <a:cubicBezTo>
                  <a:pt x="4852" y="5041"/>
                  <a:pt x="4852" y="5262"/>
                  <a:pt x="4726" y="5388"/>
                </a:cubicBezTo>
                <a:cubicBezTo>
                  <a:pt x="4663" y="5451"/>
                  <a:pt x="4576" y="5482"/>
                  <a:pt x="4489" y="5482"/>
                </a:cubicBezTo>
                <a:cubicBezTo>
                  <a:pt x="4403" y="5482"/>
                  <a:pt x="4316" y="5451"/>
                  <a:pt x="4253" y="5388"/>
                </a:cubicBezTo>
                <a:lnTo>
                  <a:pt x="4190" y="5293"/>
                </a:lnTo>
                <a:cubicBezTo>
                  <a:pt x="3970" y="5419"/>
                  <a:pt x="3749" y="5514"/>
                  <a:pt x="3466" y="5514"/>
                </a:cubicBezTo>
                <a:cubicBezTo>
                  <a:pt x="2709" y="5514"/>
                  <a:pt x="2079" y="4884"/>
                  <a:pt x="2079" y="4127"/>
                </a:cubicBezTo>
                <a:lnTo>
                  <a:pt x="2079" y="2741"/>
                </a:lnTo>
                <a:cubicBezTo>
                  <a:pt x="2079" y="1985"/>
                  <a:pt x="2709" y="1355"/>
                  <a:pt x="3466" y="1355"/>
                </a:cubicBezTo>
                <a:close/>
                <a:moveTo>
                  <a:pt x="3466" y="0"/>
                </a:moveTo>
                <a:cubicBezTo>
                  <a:pt x="1575" y="0"/>
                  <a:pt x="32" y="1576"/>
                  <a:pt x="32" y="3403"/>
                </a:cubicBezTo>
                <a:cubicBezTo>
                  <a:pt x="32" y="4001"/>
                  <a:pt x="189" y="4569"/>
                  <a:pt x="473" y="5104"/>
                </a:cubicBezTo>
                <a:lnTo>
                  <a:pt x="32" y="6396"/>
                </a:lnTo>
                <a:cubicBezTo>
                  <a:pt x="0" y="6522"/>
                  <a:pt x="32" y="6679"/>
                  <a:pt x="126" y="6774"/>
                </a:cubicBezTo>
                <a:cubicBezTo>
                  <a:pt x="172" y="6820"/>
                  <a:pt x="269" y="6849"/>
                  <a:pt x="367" y="6849"/>
                </a:cubicBezTo>
                <a:cubicBezTo>
                  <a:pt x="403" y="6849"/>
                  <a:pt x="439" y="6845"/>
                  <a:pt x="473" y="6837"/>
                </a:cubicBezTo>
                <a:lnTo>
                  <a:pt x="1764" y="6396"/>
                </a:lnTo>
                <a:cubicBezTo>
                  <a:pt x="2300" y="6679"/>
                  <a:pt x="2867" y="6837"/>
                  <a:pt x="3466" y="6837"/>
                </a:cubicBezTo>
                <a:cubicBezTo>
                  <a:pt x="5356" y="6837"/>
                  <a:pt x="6868" y="5293"/>
                  <a:pt x="6868" y="3403"/>
                </a:cubicBezTo>
                <a:cubicBezTo>
                  <a:pt x="6868" y="1513"/>
                  <a:pt x="5356" y="0"/>
                  <a:pt x="346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3" name="Google Shape;6258;p59">
            <a:extLst>
              <a:ext uri="{FF2B5EF4-FFF2-40B4-BE49-F238E27FC236}">
                <a16:creationId xmlns:a16="http://schemas.microsoft.com/office/drawing/2014/main" id="{DE53AD30-30BC-2C12-D684-93E52BD4DA2D}"/>
              </a:ext>
            </a:extLst>
          </p:cNvPr>
          <p:cNvSpPr/>
          <p:nvPr/>
        </p:nvSpPr>
        <p:spPr>
          <a:xfrm>
            <a:off x="2441413" y="1770065"/>
            <a:ext cx="57037" cy="116700"/>
          </a:xfrm>
          <a:custGeom>
            <a:avLst/>
            <a:gdLst/>
            <a:ahLst/>
            <a:cxnLst/>
            <a:rect l="l" t="t" r="r" b="b"/>
            <a:pathLst>
              <a:path w="1325" h="2711" extrusionOk="0">
                <a:moveTo>
                  <a:pt x="663" y="1"/>
                </a:moveTo>
                <a:cubicBezTo>
                  <a:pt x="253" y="1"/>
                  <a:pt x="1" y="316"/>
                  <a:pt x="1" y="662"/>
                </a:cubicBezTo>
                <a:lnTo>
                  <a:pt x="1" y="2048"/>
                </a:lnTo>
                <a:cubicBezTo>
                  <a:pt x="1" y="2427"/>
                  <a:pt x="316" y="2710"/>
                  <a:pt x="663" y="2710"/>
                </a:cubicBezTo>
                <a:cubicBezTo>
                  <a:pt x="694" y="2710"/>
                  <a:pt x="789" y="2710"/>
                  <a:pt x="820" y="2679"/>
                </a:cubicBezTo>
                <a:lnTo>
                  <a:pt x="757" y="2584"/>
                </a:lnTo>
                <a:cubicBezTo>
                  <a:pt x="631" y="2490"/>
                  <a:pt x="631" y="2238"/>
                  <a:pt x="757" y="2111"/>
                </a:cubicBezTo>
                <a:cubicBezTo>
                  <a:pt x="804" y="2064"/>
                  <a:pt x="891" y="2041"/>
                  <a:pt x="978" y="2041"/>
                </a:cubicBezTo>
                <a:cubicBezTo>
                  <a:pt x="1064" y="2041"/>
                  <a:pt x="1151" y="2064"/>
                  <a:pt x="1198" y="2111"/>
                </a:cubicBezTo>
                <a:lnTo>
                  <a:pt x="1293" y="2206"/>
                </a:lnTo>
                <a:cubicBezTo>
                  <a:pt x="1293" y="2175"/>
                  <a:pt x="1324" y="2080"/>
                  <a:pt x="1324" y="2048"/>
                </a:cubicBezTo>
                <a:lnTo>
                  <a:pt x="1324" y="662"/>
                </a:lnTo>
                <a:cubicBezTo>
                  <a:pt x="1324" y="284"/>
                  <a:pt x="1041" y="1"/>
                  <a:pt x="66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4" name="Google Shape;6259;p59">
            <a:extLst>
              <a:ext uri="{FF2B5EF4-FFF2-40B4-BE49-F238E27FC236}">
                <a16:creationId xmlns:a16="http://schemas.microsoft.com/office/drawing/2014/main" id="{B57865AC-C904-396E-F15E-1E0942F124D9}"/>
              </a:ext>
            </a:extLst>
          </p:cNvPr>
          <p:cNvSpPr/>
          <p:nvPr/>
        </p:nvSpPr>
        <p:spPr>
          <a:xfrm>
            <a:off x="2187823" y="1915176"/>
            <a:ext cx="119369" cy="119412"/>
          </a:xfrm>
          <a:custGeom>
            <a:avLst/>
            <a:gdLst/>
            <a:ahLst/>
            <a:cxnLst/>
            <a:rect l="l" t="t" r="r" b="b"/>
            <a:pathLst>
              <a:path w="2773" h="2774" extrusionOk="0">
                <a:moveTo>
                  <a:pt x="1387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64" y="2143"/>
                  <a:pt x="631" y="2773"/>
                  <a:pt x="1387" y="2773"/>
                </a:cubicBezTo>
                <a:cubicBezTo>
                  <a:pt x="2143" y="2773"/>
                  <a:pt x="2773" y="2143"/>
                  <a:pt x="2773" y="1387"/>
                </a:cubicBezTo>
                <a:cubicBezTo>
                  <a:pt x="2773" y="631"/>
                  <a:pt x="2143" y="1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5" name="Google Shape;6260;p59">
            <a:extLst>
              <a:ext uri="{FF2B5EF4-FFF2-40B4-BE49-F238E27FC236}">
                <a16:creationId xmlns:a16="http://schemas.microsoft.com/office/drawing/2014/main" id="{F8D44CD1-0317-420C-EFC2-3F481F1AD2F0}"/>
              </a:ext>
            </a:extLst>
          </p:cNvPr>
          <p:cNvSpPr/>
          <p:nvPr/>
        </p:nvSpPr>
        <p:spPr>
          <a:xfrm>
            <a:off x="2130872" y="2063000"/>
            <a:ext cx="236027" cy="119412"/>
          </a:xfrm>
          <a:custGeom>
            <a:avLst/>
            <a:gdLst/>
            <a:ahLst/>
            <a:cxnLst/>
            <a:rect l="l" t="t" r="r" b="b"/>
            <a:pathLst>
              <a:path w="5483" h="2774" extrusionOk="0">
                <a:moveTo>
                  <a:pt x="2741" y="1"/>
                </a:moveTo>
                <a:cubicBezTo>
                  <a:pt x="1387" y="1"/>
                  <a:pt x="221" y="1040"/>
                  <a:pt x="32" y="2364"/>
                </a:cubicBezTo>
                <a:cubicBezTo>
                  <a:pt x="0" y="2553"/>
                  <a:pt x="158" y="2773"/>
                  <a:pt x="347" y="2773"/>
                </a:cubicBezTo>
                <a:lnTo>
                  <a:pt x="5104" y="2773"/>
                </a:lnTo>
                <a:cubicBezTo>
                  <a:pt x="5325" y="2773"/>
                  <a:pt x="5482" y="2553"/>
                  <a:pt x="5482" y="2364"/>
                </a:cubicBezTo>
                <a:cubicBezTo>
                  <a:pt x="5262" y="1040"/>
                  <a:pt x="4127" y="1"/>
                  <a:pt x="274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0" name="Google Shape;6262;p59">
            <a:extLst>
              <a:ext uri="{FF2B5EF4-FFF2-40B4-BE49-F238E27FC236}">
                <a16:creationId xmlns:a16="http://schemas.microsoft.com/office/drawing/2014/main" id="{F387C3D9-CB40-6055-614A-776542ABD96D}"/>
              </a:ext>
            </a:extLst>
          </p:cNvPr>
          <p:cNvSpPr/>
          <p:nvPr/>
        </p:nvSpPr>
        <p:spPr>
          <a:xfrm>
            <a:off x="2122046" y="2424725"/>
            <a:ext cx="353976" cy="383248"/>
          </a:xfrm>
          <a:custGeom>
            <a:avLst/>
            <a:gdLst/>
            <a:ahLst/>
            <a:cxnLst/>
            <a:rect l="l" t="t" r="r" b="b"/>
            <a:pathLst>
              <a:path w="8223" h="8903" extrusionOk="0">
                <a:moveTo>
                  <a:pt x="2080" y="2710"/>
                </a:moveTo>
                <a:cubicBezTo>
                  <a:pt x="2458" y="2710"/>
                  <a:pt x="2741" y="3056"/>
                  <a:pt x="2741" y="3403"/>
                </a:cubicBezTo>
                <a:cubicBezTo>
                  <a:pt x="2741" y="3781"/>
                  <a:pt x="2426" y="4065"/>
                  <a:pt x="2080" y="4065"/>
                </a:cubicBezTo>
                <a:cubicBezTo>
                  <a:pt x="1733" y="4065"/>
                  <a:pt x="1418" y="3750"/>
                  <a:pt x="1418" y="3403"/>
                </a:cubicBezTo>
                <a:cubicBezTo>
                  <a:pt x="1418" y="3056"/>
                  <a:pt x="1670" y="2710"/>
                  <a:pt x="2080" y="2710"/>
                </a:cubicBezTo>
                <a:close/>
                <a:moveTo>
                  <a:pt x="4127" y="2710"/>
                </a:moveTo>
                <a:cubicBezTo>
                  <a:pt x="4506" y="2710"/>
                  <a:pt x="4789" y="3056"/>
                  <a:pt x="4789" y="3403"/>
                </a:cubicBezTo>
                <a:cubicBezTo>
                  <a:pt x="4789" y="3781"/>
                  <a:pt x="4474" y="4065"/>
                  <a:pt x="4127" y="4065"/>
                </a:cubicBezTo>
                <a:cubicBezTo>
                  <a:pt x="3718" y="4065"/>
                  <a:pt x="3466" y="3750"/>
                  <a:pt x="3466" y="3403"/>
                </a:cubicBezTo>
                <a:cubicBezTo>
                  <a:pt x="3466" y="3056"/>
                  <a:pt x="3718" y="2710"/>
                  <a:pt x="4127" y="2710"/>
                </a:cubicBezTo>
                <a:close/>
                <a:moveTo>
                  <a:pt x="6207" y="2710"/>
                </a:moveTo>
                <a:cubicBezTo>
                  <a:pt x="6616" y="2710"/>
                  <a:pt x="6868" y="3056"/>
                  <a:pt x="6868" y="3403"/>
                </a:cubicBezTo>
                <a:cubicBezTo>
                  <a:pt x="6868" y="3781"/>
                  <a:pt x="6553" y="4065"/>
                  <a:pt x="6207" y="4065"/>
                </a:cubicBezTo>
                <a:cubicBezTo>
                  <a:pt x="5829" y="4065"/>
                  <a:pt x="5545" y="3750"/>
                  <a:pt x="5545" y="3403"/>
                </a:cubicBezTo>
                <a:cubicBezTo>
                  <a:pt x="5514" y="3056"/>
                  <a:pt x="5829" y="2710"/>
                  <a:pt x="6207" y="2710"/>
                </a:cubicBezTo>
                <a:close/>
                <a:moveTo>
                  <a:pt x="1733" y="0"/>
                </a:moveTo>
                <a:cubicBezTo>
                  <a:pt x="788" y="0"/>
                  <a:pt x="0" y="757"/>
                  <a:pt x="0" y="1702"/>
                </a:cubicBezTo>
                <a:lnTo>
                  <a:pt x="0" y="5136"/>
                </a:lnTo>
                <a:cubicBezTo>
                  <a:pt x="0" y="5955"/>
                  <a:pt x="630" y="6616"/>
                  <a:pt x="1418" y="6774"/>
                </a:cubicBezTo>
                <a:lnTo>
                  <a:pt x="1418" y="8570"/>
                </a:lnTo>
                <a:cubicBezTo>
                  <a:pt x="1418" y="8696"/>
                  <a:pt x="1481" y="8822"/>
                  <a:pt x="1607" y="8885"/>
                </a:cubicBezTo>
                <a:cubicBezTo>
                  <a:pt x="1649" y="8895"/>
                  <a:pt x="1695" y="8902"/>
                  <a:pt x="1739" y="8902"/>
                </a:cubicBezTo>
                <a:cubicBezTo>
                  <a:pt x="1828" y="8902"/>
                  <a:pt x="1912" y="8874"/>
                  <a:pt x="1954" y="8790"/>
                </a:cubicBezTo>
                <a:lnTo>
                  <a:pt x="3938" y="6837"/>
                </a:lnTo>
                <a:lnTo>
                  <a:pt x="6522" y="6837"/>
                </a:lnTo>
                <a:cubicBezTo>
                  <a:pt x="7467" y="6837"/>
                  <a:pt x="8223" y="6081"/>
                  <a:pt x="8223" y="5136"/>
                </a:cubicBezTo>
                <a:lnTo>
                  <a:pt x="8223" y="1702"/>
                </a:lnTo>
                <a:cubicBezTo>
                  <a:pt x="8223" y="757"/>
                  <a:pt x="7467" y="0"/>
                  <a:pt x="6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1" name="Google Shape;6263;p59">
            <a:extLst>
              <a:ext uri="{FF2B5EF4-FFF2-40B4-BE49-F238E27FC236}">
                <a16:creationId xmlns:a16="http://schemas.microsoft.com/office/drawing/2014/main" id="{9E8C3B7A-CD0B-AB2D-D38E-AB034C54B7DD}"/>
              </a:ext>
            </a:extLst>
          </p:cNvPr>
          <p:cNvSpPr/>
          <p:nvPr/>
        </p:nvSpPr>
        <p:spPr>
          <a:xfrm>
            <a:off x="2241373" y="2306734"/>
            <a:ext cx="383851" cy="381957"/>
          </a:xfrm>
          <a:custGeom>
            <a:avLst/>
            <a:gdLst/>
            <a:ahLst/>
            <a:cxnLst/>
            <a:rect l="l" t="t" r="r" b="b"/>
            <a:pathLst>
              <a:path w="8917" h="8873" extrusionOk="0">
                <a:moveTo>
                  <a:pt x="1702" y="1"/>
                </a:moveTo>
                <a:cubicBezTo>
                  <a:pt x="757" y="1"/>
                  <a:pt x="1" y="725"/>
                  <a:pt x="1" y="1702"/>
                </a:cubicBezTo>
                <a:lnTo>
                  <a:pt x="1" y="2048"/>
                </a:lnTo>
                <a:lnTo>
                  <a:pt x="3781" y="2048"/>
                </a:lnTo>
                <a:cubicBezTo>
                  <a:pt x="5136" y="2048"/>
                  <a:pt x="6207" y="3088"/>
                  <a:pt x="6207" y="4443"/>
                </a:cubicBezTo>
                <a:lnTo>
                  <a:pt x="6207" y="7877"/>
                </a:lnTo>
                <a:lnTo>
                  <a:pt x="6207" y="8003"/>
                </a:lnTo>
                <a:lnTo>
                  <a:pt x="6995" y="8790"/>
                </a:lnTo>
                <a:cubicBezTo>
                  <a:pt x="7055" y="8850"/>
                  <a:pt x="7127" y="8872"/>
                  <a:pt x="7205" y="8872"/>
                </a:cubicBezTo>
                <a:cubicBezTo>
                  <a:pt x="7249" y="8872"/>
                  <a:pt x="7295" y="8865"/>
                  <a:pt x="7341" y="8853"/>
                </a:cubicBezTo>
                <a:cubicBezTo>
                  <a:pt x="7467" y="8822"/>
                  <a:pt x="7530" y="8664"/>
                  <a:pt x="7530" y="8538"/>
                </a:cubicBezTo>
                <a:lnTo>
                  <a:pt x="7530" y="6806"/>
                </a:lnTo>
                <a:cubicBezTo>
                  <a:pt x="8318" y="6648"/>
                  <a:pt x="8917" y="5955"/>
                  <a:pt x="8917" y="5104"/>
                </a:cubicBezTo>
                <a:lnTo>
                  <a:pt x="8917" y="1702"/>
                </a:lnTo>
                <a:cubicBezTo>
                  <a:pt x="8917" y="725"/>
                  <a:pt x="8129" y="1"/>
                  <a:pt x="718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8" name="Google Shape;6265;p59">
            <a:extLst>
              <a:ext uri="{FF2B5EF4-FFF2-40B4-BE49-F238E27FC236}">
                <a16:creationId xmlns:a16="http://schemas.microsoft.com/office/drawing/2014/main" id="{838687FE-038E-C0D9-BDEA-919BEDEAEA6B}"/>
              </a:ext>
            </a:extLst>
          </p:cNvPr>
          <p:cNvSpPr/>
          <p:nvPr/>
        </p:nvSpPr>
        <p:spPr>
          <a:xfrm>
            <a:off x="2181730" y="2924223"/>
            <a:ext cx="383808" cy="501799"/>
          </a:xfrm>
          <a:custGeom>
            <a:avLst/>
            <a:gdLst/>
            <a:ahLst/>
            <a:cxnLst/>
            <a:rect l="l" t="t" r="r" b="b"/>
            <a:pathLst>
              <a:path w="8916" h="11657" extrusionOk="0">
                <a:moveTo>
                  <a:pt x="4474" y="1418"/>
                </a:moveTo>
                <a:cubicBezTo>
                  <a:pt x="6143" y="1418"/>
                  <a:pt x="7530" y="2804"/>
                  <a:pt x="7530" y="4474"/>
                </a:cubicBezTo>
                <a:cubicBezTo>
                  <a:pt x="7561" y="6175"/>
                  <a:pt x="6143" y="7561"/>
                  <a:pt x="4474" y="7561"/>
                </a:cubicBezTo>
                <a:cubicBezTo>
                  <a:pt x="2772" y="7561"/>
                  <a:pt x="1386" y="6175"/>
                  <a:pt x="1386" y="4474"/>
                </a:cubicBezTo>
                <a:cubicBezTo>
                  <a:pt x="1386" y="2804"/>
                  <a:pt x="2772" y="1418"/>
                  <a:pt x="4474" y="1418"/>
                </a:cubicBezTo>
                <a:close/>
                <a:moveTo>
                  <a:pt x="4474" y="0"/>
                </a:moveTo>
                <a:cubicBezTo>
                  <a:pt x="2016" y="0"/>
                  <a:pt x="0" y="2017"/>
                  <a:pt x="0" y="4442"/>
                </a:cubicBezTo>
                <a:cubicBezTo>
                  <a:pt x="0" y="5419"/>
                  <a:pt x="315" y="6333"/>
                  <a:pt x="914" y="7120"/>
                </a:cubicBezTo>
                <a:lnTo>
                  <a:pt x="4190" y="11531"/>
                </a:lnTo>
                <a:cubicBezTo>
                  <a:pt x="4253" y="11626"/>
                  <a:pt x="4348" y="11657"/>
                  <a:pt x="4474" y="11657"/>
                </a:cubicBezTo>
                <a:cubicBezTo>
                  <a:pt x="4568" y="11657"/>
                  <a:pt x="4663" y="11626"/>
                  <a:pt x="4726" y="11531"/>
                </a:cubicBezTo>
                <a:lnTo>
                  <a:pt x="8002" y="7120"/>
                </a:lnTo>
                <a:cubicBezTo>
                  <a:pt x="8601" y="6333"/>
                  <a:pt x="8916" y="5419"/>
                  <a:pt x="8916" y="4442"/>
                </a:cubicBezTo>
                <a:cubicBezTo>
                  <a:pt x="8916" y="2017"/>
                  <a:pt x="6931" y="0"/>
                  <a:pt x="447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9" name="Google Shape;6266;p59">
            <a:extLst>
              <a:ext uri="{FF2B5EF4-FFF2-40B4-BE49-F238E27FC236}">
                <a16:creationId xmlns:a16="http://schemas.microsoft.com/office/drawing/2014/main" id="{EA02EF35-315D-6A4D-5C87-1818CB55F90E}"/>
              </a:ext>
            </a:extLst>
          </p:cNvPr>
          <p:cNvSpPr/>
          <p:nvPr/>
        </p:nvSpPr>
        <p:spPr>
          <a:xfrm>
            <a:off x="2269848" y="3013718"/>
            <a:ext cx="207530" cy="207530"/>
          </a:xfrm>
          <a:custGeom>
            <a:avLst/>
            <a:gdLst/>
            <a:ahLst/>
            <a:cxnLst/>
            <a:rect l="l" t="t" r="r" b="b"/>
            <a:pathLst>
              <a:path w="4821" h="4821" extrusionOk="0">
                <a:moveTo>
                  <a:pt x="2427" y="662"/>
                </a:moveTo>
                <a:cubicBezTo>
                  <a:pt x="2616" y="662"/>
                  <a:pt x="2773" y="820"/>
                  <a:pt x="2773" y="1040"/>
                </a:cubicBezTo>
                <a:cubicBezTo>
                  <a:pt x="2773" y="1229"/>
                  <a:pt x="2616" y="1387"/>
                  <a:pt x="2427" y="1387"/>
                </a:cubicBezTo>
                <a:cubicBezTo>
                  <a:pt x="2206" y="1387"/>
                  <a:pt x="2049" y="1229"/>
                  <a:pt x="2049" y="1040"/>
                </a:cubicBezTo>
                <a:cubicBezTo>
                  <a:pt x="2049" y="820"/>
                  <a:pt x="2206" y="662"/>
                  <a:pt x="2427" y="662"/>
                </a:cubicBezTo>
                <a:close/>
                <a:moveTo>
                  <a:pt x="2427" y="2017"/>
                </a:moveTo>
                <a:cubicBezTo>
                  <a:pt x="2616" y="2017"/>
                  <a:pt x="2773" y="2174"/>
                  <a:pt x="2773" y="2363"/>
                </a:cubicBezTo>
                <a:lnTo>
                  <a:pt x="2773" y="3750"/>
                </a:lnTo>
                <a:cubicBezTo>
                  <a:pt x="2773" y="3939"/>
                  <a:pt x="2616" y="4096"/>
                  <a:pt x="2427" y="4096"/>
                </a:cubicBezTo>
                <a:cubicBezTo>
                  <a:pt x="2206" y="4096"/>
                  <a:pt x="2049" y="3939"/>
                  <a:pt x="2049" y="3750"/>
                </a:cubicBezTo>
                <a:lnTo>
                  <a:pt x="2049" y="2363"/>
                </a:lnTo>
                <a:cubicBezTo>
                  <a:pt x="2049" y="2174"/>
                  <a:pt x="2206" y="2017"/>
                  <a:pt x="2427" y="2017"/>
                </a:cubicBezTo>
                <a:close/>
                <a:moveTo>
                  <a:pt x="2427" y="1"/>
                </a:moveTo>
                <a:cubicBezTo>
                  <a:pt x="1072" y="1"/>
                  <a:pt x="1" y="1072"/>
                  <a:pt x="1" y="2395"/>
                </a:cubicBezTo>
                <a:cubicBezTo>
                  <a:pt x="1" y="3750"/>
                  <a:pt x="1072" y="4821"/>
                  <a:pt x="2427" y="4821"/>
                </a:cubicBezTo>
                <a:cubicBezTo>
                  <a:pt x="3750" y="4821"/>
                  <a:pt x="4821" y="3750"/>
                  <a:pt x="4821" y="2395"/>
                </a:cubicBezTo>
                <a:cubicBezTo>
                  <a:pt x="4821" y="1072"/>
                  <a:pt x="3750" y="1"/>
                  <a:pt x="242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1" name="Google Shape;6268;p59">
            <a:extLst>
              <a:ext uri="{FF2B5EF4-FFF2-40B4-BE49-F238E27FC236}">
                <a16:creationId xmlns:a16="http://schemas.microsoft.com/office/drawing/2014/main" id="{29FD5233-7052-8CAC-4459-4F05CB382C9E}"/>
              </a:ext>
            </a:extLst>
          </p:cNvPr>
          <p:cNvSpPr/>
          <p:nvPr/>
        </p:nvSpPr>
        <p:spPr>
          <a:xfrm>
            <a:off x="5654700" y="2048450"/>
            <a:ext cx="56994" cy="58372"/>
          </a:xfrm>
          <a:custGeom>
            <a:avLst/>
            <a:gdLst/>
            <a:ahLst/>
            <a:cxnLst/>
            <a:rect l="l" t="t" r="r" b="b"/>
            <a:pathLst>
              <a:path w="1324" h="1356" extrusionOk="0">
                <a:moveTo>
                  <a:pt x="662" y="0"/>
                </a:moveTo>
                <a:cubicBezTo>
                  <a:pt x="284" y="0"/>
                  <a:pt x="1" y="315"/>
                  <a:pt x="1" y="693"/>
                </a:cubicBezTo>
                <a:cubicBezTo>
                  <a:pt x="1" y="1040"/>
                  <a:pt x="284" y="1355"/>
                  <a:pt x="662" y="1355"/>
                </a:cubicBezTo>
                <a:cubicBezTo>
                  <a:pt x="1040" y="1355"/>
                  <a:pt x="1324" y="1040"/>
                  <a:pt x="1324" y="693"/>
                </a:cubicBezTo>
                <a:cubicBezTo>
                  <a:pt x="1324" y="315"/>
                  <a:pt x="1040" y="0"/>
                  <a:pt x="66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2" name="Google Shape;6269;p59">
            <a:extLst>
              <a:ext uri="{FF2B5EF4-FFF2-40B4-BE49-F238E27FC236}">
                <a16:creationId xmlns:a16="http://schemas.microsoft.com/office/drawing/2014/main" id="{FF955C5F-4F93-4A9F-7605-FC17D1E71A7F}"/>
              </a:ext>
            </a:extLst>
          </p:cNvPr>
          <p:cNvSpPr/>
          <p:nvPr/>
        </p:nvSpPr>
        <p:spPr>
          <a:xfrm>
            <a:off x="5505543" y="1680916"/>
            <a:ext cx="29875" cy="177698"/>
          </a:xfrm>
          <a:custGeom>
            <a:avLst/>
            <a:gdLst/>
            <a:ahLst/>
            <a:cxnLst/>
            <a:rect l="l" t="t" r="r" b="b"/>
            <a:pathLst>
              <a:path w="694" h="4128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4128"/>
                </a:lnTo>
                <a:cubicBezTo>
                  <a:pt x="95" y="4096"/>
                  <a:pt x="221" y="4096"/>
                  <a:pt x="347" y="4096"/>
                </a:cubicBezTo>
                <a:cubicBezTo>
                  <a:pt x="473" y="4096"/>
                  <a:pt x="567" y="4096"/>
                  <a:pt x="693" y="4128"/>
                </a:cubicBezTo>
                <a:lnTo>
                  <a:pt x="693" y="347"/>
                </a:ln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3" name="Google Shape;6270;p59">
            <a:extLst>
              <a:ext uri="{FF2B5EF4-FFF2-40B4-BE49-F238E27FC236}">
                <a16:creationId xmlns:a16="http://schemas.microsoft.com/office/drawing/2014/main" id="{D416581B-F1E5-0189-1906-5B541E41D62A}"/>
              </a:ext>
            </a:extLst>
          </p:cNvPr>
          <p:cNvSpPr/>
          <p:nvPr/>
        </p:nvSpPr>
        <p:spPr>
          <a:xfrm>
            <a:off x="5475710" y="1888187"/>
            <a:ext cx="88160" cy="88419"/>
          </a:xfrm>
          <a:custGeom>
            <a:avLst/>
            <a:gdLst/>
            <a:ahLst/>
            <a:cxnLst/>
            <a:rect l="l" t="t" r="r" b="b"/>
            <a:pathLst>
              <a:path w="2048" h="2054" extrusionOk="0">
                <a:moveTo>
                  <a:pt x="938" y="0"/>
                </a:moveTo>
                <a:cubicBezTo>
                  <a:pt x="417" y="0"/>
                  <a:pt x="0" y="451"/>
                  <a:pt x="0" y="1014"/>
                </a:cubicBezTo>
                <a:cubicBezTo>
                  <a:pt x="0" y="1549"/>
                  <a:pt x="473" y="2054"/>
                  <a:pt x="1040" y="2054"/>
                </a:cubicBezTo>
                <a:cubicBezTo>
                  <a:pt x="1575" y="2054"/>
                  <a:pt x="2048" y="1581"/>
                  <a:pt x="2048" y="1014"/>
                </a:cubicBezTo>
                <a:cubicBezTo>
                  <a:pt x="2048" y="447"/>
                  <a:pt x="1575" y="6"/>
                  <a:pt x="1040" y="6"/>
                </a:cubicBezTo>
                <a:cubicBezTo>
                  <a:pt x="1006" y="2"/>
                  <a:pt x="972" y="0"/>
                  <a:pt x="93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4" name="Google Shape;6271;p59">
            <a:extLst>
              <a:ext uri="{FF2B5EF4-FFF2-40B4-BE49-F238E27FC236}">
                <a16:creationId xmlns:a16="http://schemas.microsoft.com/office/drawing/2014/main" id="{4719CD78-F3D3-43E6-233E-2516477ADC19}"/>
              </a:ext>
            </a:extLst>
          </p:cNvPr>
          <p:cNvSpPr/>
          <p:nvPr/>
        </p:nvSpPr>
        <p:spPr>
          <a:xfrm>
            <a:off x="5390262" y="1986076"/>
            <a:ext cx="275328" cy="196682"/>
          </a:xfrm>
          <a:custGeom>
            <a:avLst/>
            <a:gdLst/>
            <a:ahLst/>
            <a:cxnLst/>
            <a:rect l="l" t="t" r="r" b="b"/>
            <a:pathLst>
              <a:path w="6396" h="4569" extrusionOk="0">
                <a:moveTo>
                  <a:pt x="1954" y="0"/>
                </a:moveTo>
                <a:lnTo>
                  <a:pt x="0" y="2520"/>
                </a:lnTo>
                <a:lnTo>
                  <a:pt x="0" y="4222"/>
                </a:lnTo>
                <a:cubicBezTo>
                  <a:pt x="0" y="4411"/>
                  <a:pt x="158" y="4568"/>
                  <a:pt x="347" y="4568"/>
                </a:cubicBezTo>
                <a:lnTo>
                  <a:pt x="3781" y="4568"/>
                </a:lnTo>
                <a:cubicBezTo>
                  <a:pt x="3970" y="4568"/>
                  <a:pt x="4127" y="4411"/>
                  <a:pt x="4127" y="4222"/>
                </a:cubicBezTo>
                <a:lnTo>
                  <a:pt x="4127" y="3875"/>
                </a:lnTo>
                <a:lnTo>
                  <a:pt x="5136" y="3875"/>
                </a:lnTo>
                <a:cubicBezTo>
                  <a:pt x="5577" y="3844"/>
                  <a:pt x="6018" y="3718"/>
                  <a:pt x="6396" y="3434"/>
                </a:cubicBezTo>
                <a:cubicBezTo>
                  <a:pt x="5986" y="3277"/>
                  <a:pt x="5608" y="2930"/>
                  <a:pt x="5514" y="2489"/>
                </a:cubicBezTo>
                <a:lnTo>
                  <a:pt x="4442" y="2489"/>
                </a:lnTo>
                <a:cubicBezTo>
                  <a:pt x="3497" y="2489"/>
                  <a:pt x="2741" y="1733"/>
                  <a:pt x="2741" y="788"/>
                </a:cubicBezTo>
                <a:lnTo>
                  <a:pt x="2741" y="410"/>
                </a:lnTo>
                <a:cubicBezTo>
                  <a:pt x="2426" y="315"/>
                  <a:pt x="2206" y="189"/>
                  <a:pt x="19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5" name="Google Shape;6272;p59">
            <a:extLst>
              <a:ext uri="{FF2B5EF4-FFF2-40B4-BE49-F238E27FC236}">
                <a16:creationId xmlns:a16="http://schemas.microsoft.com/office/drawing/2014/main" id="{752CC3B1-6539-4C11-34F1-9C3370C1F579}"/>
              </a:ext>
            </a:extLst>
          </p:cNvPr>
          <p:cNvSpPr/>
          <p:nvPr/>
        </p:nvSpPr>
        <p:spPr>
          <a:xfrm>
            <a:off x="5533997" y="1827404"/>
            <a:ext cx="219755" cy="238696"/>
          </a:xfrm>
          <a:custGeom>
            <a:avLst/>
            <a:gdLst/>
            <a:ahLst/>
            <a:cxnLst/>
            <a:rect l="l" t="t" r="r" b="b"/>
            <a:pathLst>
              <a:path w="5105" h="5545" extrusionOk="0">
                <a:moveTo>
                  <a:pt x="4128" y="0"/>
                </a:moveTo>
                <a:lnTo>
                  <a:pt x="694" y="662"/>
                </a:lnTo>
                <a:lnTo>
                  <a:pt x="694" y="1040"/>
                </a:lnTo>
                <a:cubicBezTo>
                  <a:pt x="1103" y="1355"/>
                  <a:pt x="1387" y="1827"/>
                  <a:pt x="1387" y="2426"/>
                </a:cubicBezTo>
                <a:cubicBezTo>
                  <a:pt x="1387" y="3245"/>
                  <a:pt x="788" y="3938"/>
                  <a:pt x="1" y="4127"/>
                </a:cubicBezTo>
                <a:lnTo>
                  <a:pt x="1" y="4505"/>
                </a:lnTo>
                <a:cubicBezTo>
                  <a:pt x="1" y="5072"/>
                  <a:pt x="473" y="5545"/>
                  <a:pt x="1009" y="5545"/>
                </a:cubicBezTo>
                <a:lnTo>
                  <a:pt x="2080" y="5545"/>
                </a:lnTo>
                <a:cubicBezTo>
                  <a:pt x="2238" y="4946"/>
                  <a:pt x="2742" y="4505"/>
                  <a:pt x="3372" y="4505"/>
                </a:cubicBezTo>
                <a:cubicBezTo>
                  <a:pt x="3624" y="4505"/>
                  <a:pt x="3844" y="4600"/>
                  <a:pt x="4065" y="4726"/>
                </a:cubicBezTo>
                <a:lnTo>
                  <a:pt x="4065" y="4127"/>
                </a:lnTo>
                <a:lnTo>
                  <a:pt x="4128" y="4127"/>
                </a:lnTo>
                <a:cubicBezTo>
                  <a:pt x="4443" y="4064"/>
                  <a:pt x="4758" y="3938"/>
                  <a:pt x="4916" y="3655"/>
                </a:cubicBezTo>
                <a:cubicBezTo>
                  <a:pt x="5105" y="3340"/>
                  <a:pt x="5105" y="2993"/>
                  <a:pt x="4947" y="2678"/>
                </a:cubicBezTo>
                <a:lnTo>
                  <a:pt x="4128" y="1008"/>
                </a:lnTo>
                <a:lnTo>
                  <a:pt x="412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6" name="Google Shape;6273;p59">
            <a:extLst>
              <a:ext uri="{FF2B5EF4-FFF2-40B4-BE49-F238E27FC236}">
                <a16:creationId xmlns:a16="http://schemas.microsoft.com/office/drawing/2014/main" id="{B09486E9-F6F0-7329-5BC6-E7AC3EB3D54D}"/>
              </a:ext>
            </a:extLst>
          </p:cNvPr>
          <p:cNvSpPr/>
          <p:nvPr/>
        </p:nvSpPr>
        <p:spPr>
          <a:xfrm>
            <a:off x="5566540" y="1680227"/>
            <a:ext cx="210284" cy="144509"/>
          </a:xfrm>
          <a:custGeom>
            <a:avLst/>
            <a:gdLst/>
            <a:ahLst/>
            <a:cxnLst/>
            <a:rect l="l" t="t" r="r" b="b"/>
            <a:pathLst>
              <a:path w="4885" h="3357" extrusionOk="0">
                <a:moveTo>
                  <a:pt x="3376" y="1"/>
                </a:moveTo>
                <a:cubicBezTo>
                  <a:pt x="3025" y="1"/>
                  <a:pt x="2679" y="143"/>
                  <a:pt x="2427" y="426"/>
                </a:cubicBezTo>
                <a:lnTo>
                  <a:pt x="2143" y="678"/>
                </a:lnTo>
                <a:lnTo>
                  <a:pt x="1" y="678"/>
                </a:lnTo>
                <a:lnTo>
                  <a:pt x="1" y="3356"/>
                </a:lnTo>
                <a:lnTo>
                  <a:pt x="4191" y="2537"/>
                </a:lnTo>
                <a:lnTo>
                  <a:pt x="4349" y="2379"/>
                </a:lnTo>
                <a:cubicBezTo>
                  <a:pt x="4884" y="1844"/>
                  <a:pt x="4884" y="962"/>
                  <a:pt x="4349" y="426"/>
                </a:cubicBezTo>
                <a:cubicBezTo>
                  <a:pt x="4081" y="143"/>
                  <a:pt x="3726" y="1"/>
                  <a:pt x="337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7" name="Google Shape;6274;p59">
            <a:extLst>
              <a:ext uri="{FF2B5EF4-FFF2-40B4-BE49-F238E27FC236}">
                <a16:creationId xmlns:a16="http://schemas.microsoft.com/office/drawing/2014/main" id="{D1B088D0-2C36-3DAA-5FB1-779F69A66884}"/>
              </a:ext>
            </a:extLst>
          </p:cNvPr>
          <p:cNvSpPr/>
          <p:nvPr/>
        </p:nvSpPr>
        <p:spPr>
          <a:xfrm>
            <a:off x="5299390" y="1712125"/>
            <a:ext cx="176320" cy="341793"/>
          </a:xfrm>
          <a:custGeom>
            <a:avLst/>
            <a:gdLst/>
            <a:ahLst/>
            <a:cxnLst/>
            <a:rect l="l" t="t" r="r" b="b"/>
            <a:pathLst>
              <a:path w="4096" h="7940" extrusionOk="0">
                <a:moveTo>
                  <a:pt x="4096" y="0"/>
                </a:moveTo>
                <a:cubicBezTo>
                  <a:pt x="1828" y="95"/>
                  <a:pt x="0" y="1985"/>
                  <a:pt x="0" y="4316"/>
                </a:cubicBezTo>
                <a:cubicBezTo>
                  <a:pt x="0" y="5766"/>
                  <a:pt x="757" y="7120"/>
                  <a:pt x="1954" y="7939"/>
                </a:cubicBezTo>
                <a:lnTo>
                  <a:pt x="3592" y="5829"/>
                </a:lnTo>
                <a:cubicBezTo>
                  <a:pt x="3466" y="5576"/>
                  <a:pt x="3434" y="5356"/>
                  <a:pt x="3434" y="5104"/>
                </a:cubicBezTo>
                <a:cubicBezTo>
                  <a:pt x="3434" y="4568"/>
                  <a:pt x="3718" y="4033"/>
                  <a:pt x="4096" y="3718"/>
                </a:cubicBezTo>
                <a:lnTo>
                  <a:pt x="409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6" name="Google Shape;6276;p59">
            <a:extLst>
              <a:ext uri="{FF2B5EF4-FFF2-40B4-BE49-F238E27FC236}">
                <a16:creationId xmlns:a16="http://schemas.microsoft.com/office/drawing/2014/main" id="{D2AEA3BF-48D1-F877-3A09-C7391A116B21}"/>
              </a:ext>
            </a:extLst>
          </p:cNvPr>
          <p:cNvSpPr/>
          <p:nvPr/>
        </p:nvSpPr>
        <p:spPr>
          <a:xfrm>
            <a:off x="5582834" y="2306432"/>
            <a:ext cx="206195" cy="207530"/>
          </a:xfrm>
          <a:custGeom>
            <a:avLst/>
            <a:gdLst/>
            <a:ahLst/>
            <a:cxnLst/>
            <a:rect l="l" t="t" r="r" b="b"/>
            <a:pathLst>
              <a:path w="4790" h="4821" extrusionOk="0">
                <a:moveTo>
                  <a:pt x="2395" y="631"/>
                </a:moveTo>
                <a:cubicBezTo>
                  <a:pt x="2584" y="631"/>
                  <a:pt x="2742" y="788"/>
                  <a:pt x="2742" y="1009"/>
                </a:cubicBezTo>
                <a:lnTo>
                  <a:pt x="2742" y="2017"/>
                </a:lnTo>
                <a:lnTo>
                  <a:pt x="3782" y="2017"/>
                </a:lnTo>
                <a:cubicBezTo>
                  <a:pt x="3971" y="2017"/>
                  <a:pt x="4128" y="2175"/>
                  <a:pt x="4128" y="2364"/>
                </a:cubicBezTo>
                <a:cubicBezTo>
                  <a:pt x="4128" y="2584"/>
                  <a:pt x="3971" y="2742"/>
                  <a:pt x="3782" y="2742"/>
                </a:cubicBezTo>
                <a:lnTo>
                  <a:pt x="2395" y="2742"/>
                </a:lnTo>
                <a:cubicBezTo>
                  <a:pt x="2206" y="2742"/>
                  <a:pt x="2049" y="2584"/>
                  <a:pt x="2049" y="2364"/>
                </a:cubicBezTo>
                <a:lnTo>
                  <a:pt x="2049" y="1009"/>
                </a:lnTo>
                <a:cubicBezTo>
                  <a:pt x="2049" y="788"/>
                  <a:pt x="2206" y="631"/>
                  <a:pt x="2395" y="631"/>
                </a:cubicBezTo>
                <a:close/>
                <a:moveTo>
                  <a:pt x="2395" y="1"/>
                </a:moveTo>
                <a:cubicBezTo>
                  <a:pt x="1041" y="1"/>
                  <a:pt x="1" y="1072"/>
                  <a:pt x="1" y="2427"/>
                </a:cubicBezTo>
                <a:cubicBezTo>
                  <a:pt x="1" y="3750"/>
                  <a:pt x="1041" y="4821"/>
                  <a:pt x="2395" y="4821"/>
                </a:cubicBezTo>
                <a:cubicBezTo>
                  <a:pt x="3719" y="4821"/>
                  <a:pt x="4790" y="3750"/>
                  <a:pt x="4790" y="2427"/>
                </a:cubicBezTo>
                <a:cubicBezTo>
                  <a:pt x="4790" y="1072"/>
                  <a:pt x="3719" y="1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7" name="Google Shape;6277;p59">
            <a:extLst>
              <a:ext uri="{FF2B5EF4-FFF2-40B4-BE49-F238E27FC236}">
                <a16:creationId xmlns:a16="http://schemas.microsoft.com/office/drawing/2014/main" id="{FFFBEE9F-88F4-25C5-CE90-CC47995ED62D}"/>
              </a:ext>
            </a:extLst>
          </p:cNvPr>
          <p:cNvSpPr/>
          <p:nvPr/>
        </p:nvSpPr>
        <p:spPr>
          <a:xfrm>
            <a:off x="5287187" y="2718736"/>
            <a:ext cx="415059" cy="89538"/>
          </a:xfrm>
          <a:custGeom>
            <a:avLst/>
            <a:gdLst/>
            <a:ahLst/>
            <a:cxnLst/>
            <a:rect l="l" t="t" r="r" b="b"/>
            <a:pathLst>
              <a:path w="9642" h="2080" extrusionOk="0">
                <a:moveTo>
                  <a:pt x="32" y="0"/>
                </a:moveTo>
                <a:lnTo>
                  <a:pt x="32" y="1764"/>
                </a:lnTo>
                <a:cubicBezTo>
                  <a:pt x="1" y="1922"/>
                  <a:pt x="158" y="2079"/>
                  <a:pt x="347" y="2079"/>
                </a:cubicBezTo>
                <a:lnTo>
                  <a:pt x="9295" y="2079"/>
                </a:lnTo>
                <a:cubicBezTo>
                  <a:pt x="9484" y="2079"/>
                  <a:pt x="9641" y="1922"/>
                  <a:pt x="9641" y="1733"/>
                </a:cubicBezTo>
                <a:lnTo>
                  <a:pt x="9641" y="1040"/>
                </a:lnTo>
                <a:cubicBezTo>
                  <a:pt x="9641" y="473"/>
                  <a:pt x="9169" y="0"/>
                  <a:pt x="86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8" name="Google Shape;6278;p59">
            <a:extLst>
              <a:ext uri="{FF2B5EF4-FFF2-40B4-BE49-F238E27FC236}">
                <a16:creationId xmlns:a16="http://schemas.microsoft.com/office/drawing/2014/main" id="{A1D00CC7-E8CD-484E-B08C-5D611EBB9C4B}"/>
              </a:ext>
            </a:extLst>
          </p:cNvPr>
          <p:cNvSpPr/>
          <p:nvPr/>
        </p:nvSpPr>
        <p:spPr>
          <a:xfrm>
            <a:off x="5463508" y="2599368"/>
            <a:ext cx="177698" cy="89581"/>
          </a:xfrm>
          <a:custGeom>
            <a:avLst/>
            <a:gdLst/>
            <a:ahLst/>
            <a:cxnLst/>
            <a:rect l="l" t="t" r="r" b="b"/>
            <a:pathLst>
              <a:path w="4128" h="2081" extrusionOk="0">
                <a:moveTo>
                  <a:pt x="1040" y="1"/>
                </a:moveTo>
                <a:cubicBezTo>
                  <a:pt x="473" y="1"/>
                  <a:pt x="1" y="505"/>
                  <a:pt x="1" y="1040"/>
                </a:cubicBezTo>
                <a:lnTo>
                  <a:pt x="1" y="2080"/>
                </a:lnTo>
                <a:lnTo>
                  <a:pt x="4128" y="2080"/>
                </a:lnTo>
                <a:lnTo>
                  <a:pt x="4128" y="1040"/>
                </a:lnTo>
                <a:cubicBezTo>
                  <a:pt x="4128" y="505"/>
                  <a:pt x="3687" y="1"/>
                  <a:pt x="312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9" name="Google Shape;6279;p59">
            <a:extLst>
              <a:ext uri="{FF2B5EF4-FFF2-40B4-BE49-F238E27FC236}">
                <a16:creationId xmlns:a16="http://schemas.microsoft.com/office/drawing/2014/main" id="{055E0CBE-E7FF-F856-FF22-3D52BEF87BFE}"/>
              </a:ext>
            </a:extLst>
          </p:cNvPr>
          <p:cNvSpPr/>
          <p:nvPr/>
        </p:nvSpPr>
        <p:spPr>
          <a:xfrm>
            <a:off x="5345516" y="2393259"/>
            <a:ext cx="118035" cy="119369"/>
          </a:xfrm>
          <a:custGeom>
            <a:avLst/>
            <a:gdLst/>
            <a:ahLst/>
            <a:cxnLst/>
            <a:rect l="l" t="t" r="r" b="b"/>
            <a:pathLst>
              <a:path w="2742" h="2773" extrusionOk="0">
                <a:moveTo>
                  <a:pt x="1387" y="0"/>
                </a:moveTo>
                <a:cubicBezTo>
                  <a:pt x="599" y="0"/>
                  <a:pt x="1" y="630"/>
                  <a:pt x="1" y="1386"/>
                </a:cubicBezTo>
                <a:cubicBezTo>
                  <a:pt x="1" y="2142"/>
                  <a:pt x="599" y="2772"/>
                  <a:pt x="1387" y="2772"/>
                </a:cubicBezTo>
                <a:cubicBezTo>
                  <a:pt x="2143" y="2772"/>
                  <a:pt x="2742" y="2142"/>
                  <a:pt x="2742" y="1386"/>
                </a:cubicBezTo>
                <a:cubicBezTo>
                  <a:pt x="2742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10" name="Google Shape;6280;p59">
            <a:extLst>
              <a:ext uri="{FF2B5EF4-FFF2-40B4-BE49-F238E27FC236}">
                <a16:creationId xmlns:a16="http://schemas.microsoft.com/office/drawing/2014/main" id="{B8810BEA-2AFD-9747-FBC6-B302E25FDDDE}"/>
              </a:ext>
            </a:extLst>
          </p:cNvPr>
          <p:cNvSpPr/>
          <p:nvPr/>
        </p:nvSpPr>
        <p:spPr>
          <a:xfrm>
            <a:off x="5287187" y="2541684"/>
            <a:ext cx="200771" cy="147264"/>
          </a:xfrm>
          <a:custGeom>
            <a:avLst/>
            <a:gdLst/>
            <a:ahLst/>
            <a:cxnLst/>
            <a:rect l="l" t="t" r="r" b="b"/>
            <a:pathLst>
              <a:path w="4664" h="3421" extrusionOk="0">
                <a:moveTo>
                  <a:pt x="2788" y="1"/>
                </a:moveTo>
                <a:cubicBezTo>
                  <a:pt x="2690" y="1"/>
                  <a:pt x="2591" y="6"/>
                  <a:pt x="2490" y="18"/>
                </a:cubicBezTo>
                <a:cubicBezTo>
                  <a:pt x="1072" y="144"/>
                  <a:pt x="1" y="1435"/>
                  <a:pt x="1" y="2853"/>
                </a:cubicBezTo>
                <a:lnTo>
                  <a:pt x="1" y="3105"/>
                </a:lnTo>
                <a:cubicBezTo>
                  <a:pt x="1" y="3263"/>
                  <a:pt x="158" y="3420"/>
                  <a:pt x="347" y="3420"/>
                </a:cubicBezTo>
                <a:lnTo>
                  <a:pt x="3435" y="3420"/>
                </a:lnTo>
                <a:lnTo>
                  <a:pt x="3435" y="2380"/>
                </a:lnTo>
                <a:cubicBezTo>
                  <a:pt x="3435" y="1624"/>
                  <a:pt x="3939" y="963"/>
                  <a:pt x="4664" y="774"/>
                </a:cubicBezTo>
                <a:cubicBezTo>
                  <a:pt x="4164" y="302"/>
                  <a:pt x="3517" y="1"/>
                  <a:pt x="278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2" name="Google Shape;6282;p59">
            <a:extLst>
              <a:ext uri="{FF2B5EF4-FFF2-40B4-BE49-F238E27FC236}">
                <a16:creationId xmlns:a16="http://schemas.microsoft.com/office/drawing/2014/main" id="{26601699-7ABF-7747-FEEA-072F42B5233D}"/>
              </a:ext>
            </a:extLst>
          </p:cNvPr>
          <p:cNvSpPr/>
          <p:nvPr/>
        </p:nvSpPr>
        <p:spPr>
          <a:xfrm>
            <a:off x="5444524" y="3011005"/>
            <a:ext cx="344505" cy="416395"/>
          </a:xfrm>
          <a:custGeom>
            <a:avLst/>
            <a:gdLst/>
            <a:ahLst/>
            <a:cxnLst/>
            <a:rect l="l" t="t" r="r" b="b"/>
            <a:pathLst>
              <a:path w="8003" h="9673" extrusionOk="0">
                <a:moveTo>
                  <a:pt x="2300" y="0"/>
                </a:moveTo>
                <a:cubicBezTo>
                  <a:pt x="2017" y="0"/>
                  <a:pt x="1796" y="252"/>
                  <a:pt x="1796" y="536"/>
                </a:cubicBezTo>
                <a:lnTo>
                  <a:pt x="1796" y="2962"/>
                </a:lnTo>
                <a:lnTo>
                  <a:pt x="694" y="4064"/>
                </a:lnTo>
                <a:cubicBezTo>
                  <a:pt x="95" y="4663"/>
                  <a:pt x="0" y="5640"/>
                  <a:pt x="536" y="6301"/>
                </a:cubicBezTo>
                <a:lnTo>
                  <a:pt x="1576" y="7719"/>
                </a:lnTo>
                <a:cubicBezTo>
                  <a:pt x="1702" y="7876"/>
                  <a:pt x="1796" y="8128"/>
                  <a:pt x="1796" y="8349"/>
                </a:cubicBezTo>
                <a:lnTo>
                  <a:pt x="1796" y="9294"/>
                </a:lnTo>
                <a:cubicBezTo>
                  <a:pt x="1796" y="9515"/>
                  <a:pt x="1954" y="9672"/>
                  <a:pt x="2143" y="9672"/>
                </a:cubicBezTo>
                <a:lnTo>
                  <a:pt x="6932" y="9672"/>
                </a:lnTo>
                <a:cubicBezTo>
                  <a:pt x="7152" y="9672"/>
                  <a:pt x="7310" y="9515"/>
                  <a:pt x="7310" y="9294"/>
                </a:cubicBezTo>
                <a:lnTo>
                  <a:pt x="7310" y="8349"/>
                </a:lnTo>
                <a:cubicBezTo>
                  <a:pt x="7310" y="8128"/>
                  <a:pt x="7373" y="7939"/>
                  <a:pt x="7530" y="7782"/>
                </a:cubicBezTo>
                <a:cubicBezTo>
                  <a:pt x="7814" y="7498"/>
                  <a:pt x="7971" y="7089"/>
                  <a:pt x="7971" y="6711"/>
                </a:cubicBezTo>
                <a:lnTo>
                  <a:pt x="7971" y="3938"/>
                </a:lnTo>
                <a:cubicBezTo>
                  <a:pt x="8003" y="3686"/>
                  <a:pt x="7782" y="3434"/>
                  <a:pt x="7499" y="3434"/>
                </a:cubicBezTo>
                <a:cubicBezTo>
                  <a:pt x="7215" y="3434"/>
                  <a:pt x="6995" y="3686"/>
                  <a:pt x="6995" y="3938"/>
                </a:cubicBezTo>
                <a:lnTo>
                  <a:pt x="6995" y="4474"/>
                </a:lnTo>
                <a:cubicBezTo>
                  <a:pt x="6995" y="4663"/>
                  <a:pt x="6837" y="4820"/>
                  <a:pt x="6617" y="4820"/>
                </a:cubicBezTo>
                <a:cubicBezTo>
                  <a:pt x="6427" y="4820"/>
                  <a:pt x="6270" y="4663"/>
                  <a:pt x="6270" y="4474"/>
                </a:cubicBezTo>
                <a:lnTo>
                  <a:pt x="6270" y="3277"/>
                </a:lnTo>
                <a:cubicBezTo>
                  <a:pt x="6270" y="2993"/>
                  <a:pt x="6049" y="2773"/>
                  <a:pt x="5766" y="2773"/>
                </a:cubicBezTo>
                <a:cubicBezTo>
                  <a:pt x="5482" y="2773"/>
                  <a:pt x="5262" y="2993"/>
                  <a:pt x="5262" y="3277"/>
                </a:cubicBezTo>
                <a:lnTo>
                  <a:pt x="5262" y="4474"/>
                </a:lnTo>
                <a:cubicBezTo>
                  <a:pt x="5262" y="4663"/>
                  <a:pt x="5104" y="4820"/>
                  <a:pt x="4884" y="4820"/>
                </a:cubicBezTo>
                <a:cubicBezTo>
                  <a:pt x="4695" y="4820"/>
                  <a:pt x="4537" y="4663"/>
                  <a:pt x="4537" y="4474"/>
                </a:cubicBezTo>
                <a:lnTo>
                  <a:pt x="4537" y="1890"/>
                </a:lnTo>
                <a:cubicBezTo>
                  <a:pt x="4537" y="1638"/>
                  <a:pt x="4317" y="1386"/>
                  <a:pt x="4033" y="1386"/>
                </a:cubicBezTo>
                <a:cubicBezTo>
                  <a:pt x="3750" y="1386"/>
                  <a:pt x="3529" y="1638"/>
                  <a:pt x="3529" y="1890"/>
                </a:cubicBezTo>
                <a:lnTo>
                  <a:pt x="3529" y="4474"/>
                </a:lnTo>
                <a:cubicBezTo>
                  <a:pt x="3529" y="4663"/>
                  <a:pt x="3371" y="4820"/>
                  <a:pt x="3151" y="4820"/>
                </a:cubicBezTo>
                <a:cubicBezTo>
                  <a:pt x="2962" y="4820"/>
                  <a:pt x="2804" y="4663"/>
                  <a:pt x="2804" y="4474"/>
                </a:cubicBezTo>
                <a:lnTo>
                  <a:pt x="2804" y="4159"/>
                </a:lnTo>
                <a:lnTo>
                  <a:pt x="2804" y="536"/>
                </a:lnTo>
                <a:cubicBezTo>
                  <a:pt x="2804" y="252"/>
                  <a:pt x="2584" y="0"/>
                  <a:pt x="2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3" name="Google Shape;6283;p59">
            <a:extLst>
              <a:ext uri="{FF2B5EF4-FFF2-40B4-BE49-F238E27FC236}">
                <a16:creationId xmlns:a16="http://schemas.microsoft.com/office/drawing/2014/main" id="{7249DF60-FB8E-FFEE-3639-E78E3C3A484B}"/>
              </a:ext>
            </a:extLst>
          </p:cNvPr>
          <p:cNvSpPr/>
          <p:nvPr/>
        </p:nvSpPr>
        <p:spPr>
          <a:xfrm>
            <a:off x="5732034" y="2954010"/>
            <a:ext cx="56994" cy="181788"/>
          </a:xfrm>
          <a:custGeom>
            <a:avLst/>
            <a:gdLst/>
            <a:ahLst/>
            <a:cxnLst/>
            <a:rect l="l" t="t" r="r" b="b"/>
            <a:pathLst>
              <a:path w="1324" h="4223" extrusionOk="0">
                <a:moveTo>
                  <a:pt x="1" y="1"/>
                </a:moveTo>
                <a:lnTo>
                  <a:pt x="1" y="3782"/>
                </a:lnTo>
                <a:cubicBezTo>
                  <a:pt x="95" y="3908"/>
                  <a:pt x="221" y="4065"/>
                  <a:pt x="253" y="4223"/>
                </a:cubicBezTo>
                <a:cubicBezTo>
                  <a:pt x="410" y="4128"/>
                  <a:pt x="631" y="4065"/>
                  <a:pt x="820" y="4065"/>
                </a:cubicBezTo>
                <a:cubicBezTo>
                  <a:pt x="1009" y="4065"/>
                  <a:pt x="1166" y="4097"/>
                  <a:pt x="1324" y="4160"/>
                </a:cubicBezTo>
                <a:lnTo>
                  <a:pt x="1324" y="285"/>
                </a:lnTo>
                <a:cubicBezTo>
                  <a:pt x="1324" y="127"/>
                  <a:pt x="1166" y="1"/>
                  <a:pt x="10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4" name="Google Shape;6284;p59">
            <a:extLst>
              <a:ext uri="{FF2B5EF4-FFF2-40B4-BE49-F238E27FC236}">
                <a16:creationId xmlns:a16="http://schemas.microsoft.com/office/drawing/2014/main" id="{A3B18A2F-76A0-86D1-8C2C-1C88D10C7993}"/>
              </a:ext>
            </a:extLst>
          </p:cNvPr>
          <p:cNvSpPr/>
          <p:nvPr/>
        </p:nvSpPr>
        <p:spPr>
          <a:xfrm>
            <a:off x="5287186" y="2952677"/>
            <a:ext cx="165516" cy="354019"/>
          </a:xfrm>
          <a:custGeom>
            <a:avLst/>
            <a:gdLst/>
            <a:ahLst/>
            <a:cxnLst/>
            <a:rect l="l" t="t" r="r" b="b"/>
            <a:pathLst>
              <a:path w="3845" h="8224" extrusionOk="0">
                <a:moveTo>
                  <a:pt x="379" y="0"/>
                </a:moveTo>
                <a:cubicBezTo>
                  <a:pt x="158" y="0"/>
                  <a:pt x="1" y="127"/>
                  <a:pt x="1" y="347"/>
                </a:cubicBezTo>
                <a:lnTo>
                  <a:pt x="1" y="7877"/>
                </a:lnTo>
                <a:cubicBezTo>
                  <a:pt x="1" y="8066"/>
                  <a:pt x="158" y="8223"/>
                  <a:pt x="347" y="8223"/>
                </a:cubicBezTo>
                <a:lnTo>
                  <a:pt x="3844" y="8223"/>
                </a:lnTo>
                <a:lnTo>
                  <a:pt x="3718" y="8066"/>
                </a:lnTo>
                <a:cubicBezTo>
                  <a:pt x="3435" y="7719"/>
                  <a:pt x="3277" y="7278"/>
                  <a:pt x="3246" y="6837"/>
                </a:cubicBezTo>
                <a:lnTo>
                  <a:pt x="2458" y="6837"/>
                </a:lnTo>
                <a:cubicBezTo>
                  <a:pt x="1891" y="6837"/>
                  <a:pt x="1419" y="6364"/>
                  <a:pt x="1419" y="5829"/>
                </a:cubicBezTo>
                <a:lnTo>
                  <a:pt x="141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5" name="Google Shape;6285;p59">
            <a:extLst>
              <a:ext uri="{FF2B5EF4-FFF2-40B4-BE49-F238E27FC236}">
                <a16:creationId xmlns:a16="http://schemas.microsoft.com/office/drawing/2014/main" id="{64C137A8-5C27-B407-58E6-C547EA089113}"/>
              </a:ext>
            </a:extLst>
          </p:cNvPr>
          <p:cNvSpPr/>
          <p:nvPr/>
        </p:nvSpPr>
        <p:spPr>
          <a:xfrm>
            <a:off x="5375347" y="2922844"/>
            <a:ext cx="325521" cy="295690"/>
          </a:xfrm>
          <a:custGeom>
            <a:avLst/>
            <a:gdLst/>
            <a:ahLst/>
            <a:cxnLst/>
            <a:rect l="l" t="t" r="r" b="b"/>
            <a:pathLst>
              <a:path w="7562" h="6869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lnTo>
                  <a:pt x="1" y="6522"/>
                </a:lnTo>
                <a:cubicBezTo>
                  <a:pt x="1" y="6711"/>
                  <a:pt x="158" y="6868"/>
                  <a:pt x="379" y="6868"/>
                </a:cubicBezTo>
                <a:lnTo>
                  <a:pt x="1198" y="6868"/>
                </a:lnTo>
                <a:cubicBezTo>
                  <a:pt x="1261" y="6427"/>
                  <a:pt x="1513" y="5986"/>
                  <a:pt x="1828" y="5640"/>
                </a:cubicBezTo>
                <a:lnTo>
                  <a:pt x="2742" y="4726"/>
                </a:lnTo>
                <a:lnTo>
                  <a:pt x="2742" y="2584"/>
                </a:lnTo>
                <a:cubicBezTo>
                  <a:pt x="2742" y="1891"/>
                  <a:pt x="3277" y="1387"/>
                  <a:pt x="3907" y="1387"/>
                </a:cubicBezTo>
                <a:cubicBezTo>
                  <a:pt x="4537" y="1387"/>
                  <a:pt x="5105" y="1922"/>
                  <a:pt x="5105" y="2584"/>
                </a:cubicBezTo>
                <a:lnTo>
                  <a:pt x="5105" y="2836"/>
                </a:lnTo>
                <a:cubicBezTo>
                  <a:pt x="5262" y="2773"/>
                  <a:pt x="5420" y="2710"/>
                  <a:pt x="5609" y="2710"/>
                </a:cubicBezTo>
                <a:cubicBezTo>
                  <a:pt x="6270" y="2710"/>
                  <a:pt x="6774" y="3277"/>
                  <a:pt x="6774" y="3907"/>
                </a:cubicBezTo>
                <a:lnTo>
                  <a:pt x="6774" y="4191"/>
                </a:lnTo>
                <a:cubicBezTo>
                  <a:pt x="7058" y="4159"/>
                  <a:pt x="7215" y="4096"/>
                  <a:pt x="7404" y="4096"/>
                </a:cubicBezTo>
                <a:cubicBezTo>
                  <a:pt x="7499" y="4096"/>
                  <a:pt x="7530" y="4096"/>
                  <a:pt x="7562" y="4159"/>
                </a:cubicBezTo>
                <a:lnTo>
                  <a:pt x="7562" y="347"/>
                </a:lnTo>
                <a:cubicBezTo>
                  <a:pt x="7562" y="158"/>
                  <a:pt x="7404" y="0"/>
                  <a:pt x="7215" y="0"/>
                </a:cubicBezTo>
                <a:lnTo>
                  <a:pt x="5168" y="0"/>
                </a:lnTo>
                <a:cubicBezTo>
                  <a:pt x="4600" y="0"/>
                  <a:pt x="4096" y="284"/>
                  <a:pt x="3781" y="725"/>
                </a:cubicBezTo>
                <a:cubicBezTo>
                  <a:pt x="3466" y="284"/>
                  <a:pt x="2994" y="0"/>
                  <a:pt x="23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8" name="Google Shape;6287;p59">
            <a:extLst>
              <a:ext uri="{FF2B5EF4-FFF2-40B4-BE49-F238E27FC236}">
                <a16:creationId xmlns:a16="http://schemas.microsoft.com/office/drawing/2014/main" id="{26AC2960-7BC5-F47A-F9C0-D28765C56482}"/>
              </a:ext>
            </a:extLst>
          </p:cNvPr>
          <p:cNvSpPr/>
          <p:nvPr/>
        </p:nvSpPr>
        <p:spPr>
          <a:xfrm>
            <a:off x="3620696" y="3743486"/>
            <a:ext cx="177698" cy="31209"/>
          </a:xfrm>
          <a:custGeom>
            <a:avLst/>
            <a:gdLst/>
            <a:ahLst/>
            <a:cxnLst/>
            <a:rect l="l" t="t" r="r" b="b"/>
            <a:pathLst>
              <a:path w="4128" h="725" extrusionOk="0">
                <a:moveTo>
                  <a:pt x="1" y="0"/>
                </a:moveTo>
                <a:lnTo>
                  <a:pt x="1" y="725"/>
                </a:lnTo>
                <a:lnTo>
                  <a:pt x="4128" y="725"/>
                </a:lnTo>
                <a:lnTo>
                  <a:pt x="412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9" name="Google Shape;6288;p59">
            <a:extLst>
              <a:ext uri="{FF2B5EF4-FFF2-40B4-BE49-F238E27FC236}">
                <a16:creationId xmlns:a16="http://schemas.microsoft.com/office/drawing/2014/main" id="{31FB059C-6A3E-32FD-C2B6-EEA7D1A9C28F}"/>
              </a:ext>
            </a:extLst>
          </p:cNvPr>
          <p:cNvSpPr/>
          <p:nvPr/>
        </p:nvSpPr>
        <p:spPr>
          <a:xfrm>
            <a:off x="3529823" y="3655326"/>
            <a:ext cx="355396" cy="381139"/>
          </a:xfrm>
          <a:custGeom>
            <a:avLst/>
            <a:gdLst/>
            <a:ahLst/>
            <a:cxnLst/>
            <a:rect l="l" t="t" r="r" b="b"/>
            <a:pathLst>
              <a:path w="8256" h="8854" extrusionOk="0">
                <a:moveTo>
                  <a:pt x="6554" y="1387"/>
                </a:moveTo>
                <a:cubicBezTo>
                  <a:pt x="6743" y="1387"/>
                  <a:pt x="6901" y="1544"/>
                  <a:pt x="6901" y="1733"/>
                </a:cubicBezTo>
                <a:lnTo>
                  <a:pt x="6901" y="3119"/>
                </a:lnTo>
                <a:cubicBezTo>
                  <a:pt x="6901" y="3309"/>
                  <a:pt x="6743" y="3466"/>
                  <a:pt x="6554" y="3466"/>
                </a:cubicBezTo>
                <a:lnTo>
                  <a:pt x="1734" y="3466"/>
                </a:lnTo>
                <a:cubicBezTo>
                  <a:pt x="1545" y="3466"/>
                  <a:pt x="1387" y="3309"/>
                  <a:pt x="1387" y="3119"/>
                </a:cubicBezTo>
                <a:lnTo>
                  <a:pt x="1387" y="1733"/>
                </a:lnTo>
                <a:cubicBezTo>
                  <a:pt x="1387" y="1544"/>
                  <a:pt x="1545" y="1387"/>
                  <a:pt x="1734" y="1387"/>
                </a:cubicBezTo>
                <a:close/>
                <a:moveTo>
                  <a:pt x="2427" y="4096"/>
                </a:moveTo>
                <a:cubicBezTo>
                  <a:pt x="2616" y="4096"/>
                  <a:pt x="2773" y="4254"/>
                  <a:pt x="2773" y="4443"/>
                </a:cubicBezTo>
                <a:cubicBezTo>
                  <a:pt x="2773" y="4663"/>
                  <a:pt x="2616" y="4821"/>
                  <a:pt x="2427" y="4821"/>
                </a:cubicBezTo>
                <a:lnTo>
                  <a:pt x="1734" y="4821"/>
                </a:lnTo>
                <a:cubicBezTo>
                  <a:pt x="1545" y="4821"/>
                  <a:pt x="1387" y="4663"/>
                  <a:pt x="1387" y="4443"/>
                </a:cubicBezTo>
                <a:cubicBezTo>
                  <a:pt x="1387" y="4254"/>
                  <a:pt x="1545" y="4096"/>
                  <a:pt x="1734" y="4096"/>
                </a:cubicBezTo>
                <a:close/>
                <a:moveTo>
                  <a:pt x="4475" y="4096"/>
                </a:moveTo>
                <a:cubicBezTo>
                  <a:pt x="4664" y="4096"/>
                  <a:pt x="4821" y="4254"/>
                  <a:pt x="4821" y="4443"/>
                </a:cubicBezTo>
                <a:cubicBezTo>
                  <a:pt x="4821" y="4663"/>
                  <a:pt x="4664" y="4821"/>
                  <a:pt x="4475" y="4821"/>
                </a:cubicBezTo>
                <a:lnTo>
                  <a:pt x="3782" y="4821"/>
                </a:lnTo>
                <a:cubicBezTo>
                  <a:pt x="3593" y="4821"/>
                  <a:pt x="3435" y="4663"/>
                  <a:pt x="3435" y="4443"/>
                </a:cubicBezTo>
                <a:cubicBezTo>
                  <a:pt x="3435" y="4254"/>
                  <a:pt x="3593" y="4096"/>
                  <a:pt x="3782" y="4096"/>
                </a:cubicBezTo>
                <a:close/>
                <a:moveTo>
                  <a:pt x="6554" y="4096"/>
                </a:moveTo>
                <a:cubicBezTo>
                  <a:pt x="6743" y="4096"/>
                  <a:pt x="6901" y="4254"/>
                  <a:pt x="6901" y="4443"/>
                </a:cubicBezTo>
                <a:cubicBezTo>
                  <a:pt x="6901" y="4663"/>
                  <a:pt x="6743" y="4821"/>
                  <a:pt x="6554" y="4821"/>
                </a:cubicBezTo>
                <a:lnTo>
                  <a:pt x="5892" y="4821"/>
                </a:lnTo>
                <a:cubicBezTo>
                  <a:pt x="5672" y="4821"/>
                  <a:pt x="5514" y="4663"/>
                  <a:pt x="5514" y="4443"/>
                </a:cubicBezTo>
                <a:cubicBezTo>
                  <a:pt x="5514" y="4254"/>
                  <a:pt x="5672" y="4096"/>
                  <a:pt x="5892" y="4096"/>
                </a:cubicBezTo>
                <a:close/>
                <a:moveTo>
                  <a:pt x="2427" y="5482"/>
                </a:moveTo>
                <a:cubicBezTo>
                  <a:pt x="2616" y="5482"/>
                  <a:pt x="2773" y="5640"/>
                  <a:pt x="2773" y="5829"/>
                </a:cubicBezTo>
                <a:cubicBezTo>
                  <a:pt x="2773" y="6018"/>
                  <a:pt x="2616" y="6175"/>
                  <a:pt x="2427" y="6175"/>
                </a:cubicBezTo>
                <a:lnTo>
                  <a:pt x="1734" y="6175"/>
                </a:lnTo>
                <a:cubicBezTo>
                  <a:pt x="1545" y="6175"/>
                  <a:pt x="1387" y="6018"/>
                  <a:pt x="1387" y="5829"/>
                </a:cubicBezTo>
                <a:cubicBezTo>
                  <a:pt x="1387" y="5640"/>
                  <a:pt x="1545" y="5482"/>
                  <a:pt x="1734" y="5482"/>
                </a:cubicBezTo>
                <a:close/>
                <a:moveTo>
                  <a:pt x="4475" y="5482"/>
                </a:moveTo>
                <a:cubicBezTo>
                  <a:pt x="4664" y="5482"/>
                  <a:pt x="4821" y="5640"/>
                  <a:pt x="4821" y="5829"/>
                </a:cubicBezTo>
                <a:cubicBezTo>
                  <a:pt x="4821" y="6018"/>
                  <a:pt x="4664" y="6175"/>
                  <a:pt x="4475" y="6175"/>
                </a:cubicBezTo>
                <a:lnTo>
                  <a:pt x="3782" y="6175"/>
                </a:lnTo>
                <a:cubicBezTo>
                  <a:pt x="3593" y="6175"/>
                  <a:pt x="3435" y="6018"/>
                  <a:pt x="3435" y="5829"/>
                </a:cubicBezTo>
                <a:cubicBezTo>
                  <a:pt x="3435" y="5640"/>
                  <a:pt x="3593" y="5482"/>
                  <a:pt x="3782" y="5482"/>
                </a:cubicBezTo>
                <a:close/>
                <a:moveTo>
                  <a:pt x="6554" y="5482"/>
                </a:moveTo>
                <a:cubicBezTo>
                  <a:pt x="6743" y="5482"/>
                  <a:pt x="6901" y="5640"/>
                  <a:pt x="6901" y="5829"/>
                </a:cubicBezTo>
                <a:cubicBezTo>
                  <a:pt x="6901" y="6018"/>
                  <a:pt x="6743" y="6175"/>
                  <a:pt x="6554" y="6175"/>
                </a:cubicBezTo>
                <a:lnTo>
                  <a:pt x="5892" y="6175"/>
                </a:lnTo>
                <a:cubicBezTo>
                  <a:pt x="5672" y="6175"/>
                  <a:pt x="5514" y="6018"/>
                  <a:pt x="5514" y="5829"/>
                </a:cubicBezTo>
                <a:cubicBezTo>
                  <a:pt x="5514" y="5640"/>
                  <a:pt x="5672" y="5482"/>
                  <a:pt x="5892" y="5482"/>
                </a:cubicBezTo>
                <a:close/>
                <a:moveTo>
                  <a:pt x="2427" y="6869"/>
                </a:moveTo>
                <a:cubicBezTo>
                  <a:pt x="2616" y="6869"/>
                  <a:pt x="2773" y="7026"/>
                  <a:pt x="2773" y="7215"/>
                </a:cubicBezTo>
                <a:cubicBezTo>
                  <a:pt x="2773" y="7404"/>
                  <a:pt x="2616" y="7562"/>
                  <a:pt x="2427" y="7562"/>
                </a:cubicBezTo>
                <a:lnTo>
                  <a:pt x="1734" y="7562"/>
                </a:lnTo>
                <a:cubicBezTo>
                  <a:pt x="1545" y="7562"/>
                  <a:pt x="1387" y="7404"/>
                  <a:pt x="1387" y="7215"/>
                </a:cubicBezTo>
                <a:cubicBezTo>
                  <a:pt x="1387" y="7026"/>
                  <a:pt x="1545" y="6869"/>
                  <a:pt x="1734" y="6869"/>
                </a:cubicBezTo>
                <a:close/>
                <a:moveTo>
                  <a:pt x="4475" y="6869"/>
                </a:moveTo>
                <a:cubicBezTo>
                  <a:pt x="4664" y="6869"/>
                  <a:pt x="4821" y="7026"/>
                  <a:pt x="4821" y="7215"/>
                </a:cubicBezTo>
                <a:cubicBezTo>
                  <a:pt x="4821" y="7404"/>
                  <a:pt x="4664" y="7562"/>
                  <a:pt x="4475" y="7562"/>
                </a:cubicBezTo>
                <a:lnTo>
                  <a:pt x="3782" y="7562"/>
                </a:lnTo>
                <a:cubicBezTo>
                  <a:pt x="3593" y="7562"/>
                  <a:pt x="3435" y="7404"/>
                  <a:pt x="3435" y="7215"/>
                </a:cubicBezTo>
                <a:cubicBezTo>
                  <a:pt x="3435" y="7026"/>
                  <a:pt x="3593" y="6869"/>
                  <a:pt x="3782" y="6869"/>
                </a:cubicBezTo>
                <a:close/>
                <a:moveTo>
                  <a:pt x="6554" y="6869"/>
                </a:moveTo>
                <a:cubicBezTo>
                  <a:pt x="6743" y="6869"/>
                  <a:pt x="6901" y="7026"/>
                  <a:pt x="6901" y="7215"/>
                </a:cubicBezTo>
                <a:cubicBezTo>
                  <a:pt x="6901" y="7404"/>
                  <a:pt x="6743" y="7562"/>
                  <a:pt x="6554" y="7562"/>
                </a:cubicBezTo>
                <a:lnTo>
                  <a:pt x="5892" y="7562"/>
                </a:lnTo>
                <a:cubicBezTo>
                  <a:pt x="5672" y="7562"/>
                  <a:pt x="5514" y="7404"/>
                  <a:pt x="5514" y="7215"/>
                </a:cubicBezTo>
                <a:cubicBezTo>
                  <a:pt x="5514" y="7026"/>
                  <a:pt x="5672" y="6869"/>
                  <a:pt x="5892" y="6869"/>
                </a:cubicBezTo>
                <a:close/>
                <a:moveTo>
                  <a:pt x="694" y="1"/>
                </a:moveTo>
                <a:lnTo>
                  <a:pt x="694" y="95"/>
                </a:lnTo>
                <a:cubicBezTo>
                  <a:pt x="694" y="631"/>
                  <a:pt x="442" y="1198"/>
                  <a:pt x="64" y="1576"/>
                </a:cubicBezTo>
                <a:lnTo>
                  <a:pt x="1" y="1607"/>
                </a:lnTo>
                <a:lnTo>
                  <a:pt x="1" y="5860"/>
                </a:lnTo>
                <a:lnTo>
                  <a:pt x="64" y="5923"/>
                </a:lnTo>
                <a:cubicBezTo>
                  <a:pt x="442" y="6301"/>
                  <a:pt x="694" y="6869"/>
                  <a:pt x="694" y="7404"/>
                </a:cubicBezTo>
                <a:cubicBezTo>
                  <a:pt x="694" y="7971"/>
                  <a:pt x="442" y="8475"/>
                  <a:pt x="95" y="8853"/>
                </a:cubicBezTo>
                <a:lnTo>
                  <a:pt x="7184" y="8853"/>
                </a:lnTo>
                <a:cubicBezTo>
                  <a:pt x="7720" y="8853"/>
                  <a:pt x="8192" y="8381"/>
                  <a:pt x="8192" y="7845"/>
                </a:cubicBezTo>
                <a:lnTo>
                  <a:pt x="8192" y="946"/>
                </a:lnTo>
                <a:cubicBezTo>
                  <a:pt x="8255" y="473"/>
                  <a:pt x="7814" y="1"/>
                  <a:pt x="721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0" name="Google Shape;6289;p59">
            <a:extLst>
              <a:ext uri="{FF2B5EF4-FFF2-40B4-BE49-F238E27FC236}">
                <a16:creationId xmlns:a16="http://schemas.microsoft.com/office/drawing/2014/main" id="{B0C77359-C840-18EB-0F97-AB3A2E1F02A2}"/>
              </a:ext>
            </a:extLst>
          </p:cNvPr>
          <p:cNvSpPr/>
          <p:nvPr/>
        </p:nvSpPr>
        <p:spPr>
          <a:xfrm>
            <a:off x="3383378" y="3594284"/>
            <a:ext cx="149201" cy="446226"/>
          </a:xfrm>
          <a:custGeom>
            <a:avLst/>
            <a:gdLst/>
            <a:ahLst/>
            <a:cxnLst/>
            <a:rect l="l" t="t" r="r" b="b"/>
            <a:pathLst>
              <a:path w="3466" h="10366" extrusionOk="0">
                <a:moveTo>
                  <a:pt x="1450" y="1"/>
                </a:moveTo>
                <a:cubicBezTo>
                  <a:pt x="662" y="1"/>
                  <a:pt x="0" y="662"/>
                  <a:pt x="0" y="1450"/>
                </a:cubicBezTo>
                <a:cubicBezTo>
                  <a:pt x="0" y="1860"/>
                  <a:pt x="158" y="2206"/>
                  <a:pt x="410" y="2490"/>
                </a:cubicBezTo>
                <a:lnTo>
                  <a:pt x="694" y="2773"/>
                </a:lnTo>
                <a:lnTo>
                  <a:pt x="694" y="7593"/>
                </a:lnTo>
                <a:lnTo>
                  <a:pt x="410" y="7877"/>
                </a:lnTo>
                <a:cubicBezTo>
                  <a:pt x="158" y="8161"/>
                  <a:pt x="0" y="8507"/>
                  <a:pt x="0" y="8917"/>
                </a:cubicBezTo>
                <a:cubicBezTo>
                  <a:pt x="0" y="9704"/>
                  <a:pt x="662" y="10366"/>
                  <a:pt x="1450" y="10366"/>
                </a:cubicBezTo>
                <a:lnTo>
                  <a:pt x="1985" y="10366"/>
                </a:lnTo>
                <a:cubicBezTo>
                  <a:pt x="2773" y="10366"/>
                  <a:pt x="3466" y="9704"/>
                  <a:pt x="3466" y="8917"/>
                </a:cubicBezTo>
                <a:cubicBezTo>
                  <a:pt x="3466" y="8507"/>
                  <a:pt x="3308" y="8161"/>
                  <a:pt x="3025" y="7877"/>
                </a:cubicBezTo>
                <a:lnTo>
                  <a:pt x="2741" y="7593"/>
                </a:lnTo>
                <a:lnTo>
                  <a:pt x="2741" y="2773"/>
                </a:lnTo>
                <a:lnTo>
                  <a:pt x="3025" y="2490"/>
                </a:lnTo>
                <a:cubicBezTo>
                  <a:pt x="3308" y="2206"/>
                  <a:pt x="3466" y="1860"/>
                  <a:pt x="3466" y="1450"/>
                </a:cubicBezTo>
                <a:cubicBezTo>
                  <a:pt x="3466" y="662"/>
                  <a:pt x="2773" y="1"/>
                  <a:pt x="198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01" name="Google Shape;6290;p59">
            <a:extLst>
              <a:ext uri="{FF2B5EF4-FFF2-40B4-BE49-F238E27FC236}">
                <a16:creationId xmlns:a16="http://schemas.microsoft.com/office/drawing/2014/main" id="{20F86382-EA63-53DB-D315-C20D15AE44B8}"/>
              </a:ext>
            </a:extLst>
          </p:cNvPr>
          <p:cNvSpPr/>
          <p:nvPr/>
        </p:nvSpPr>
        <p:spPr>
          <a:xfrm>
            <a:off x="3457978" y="4070298"/>
            <a:ext cx="160049" cy="29918"/>
          </a:xfrm>
          <a:custGeom>
            <a:avLst/>
            <a:gdLst/>
            <a:ahLst/>
            <a:cxnLst/>
            <a:rect l="l" t="t" r="r" b="b"/>
            <a:pathLst>
              <a:path w="3718" h="695" extrusionOk="0">
                <a:moveTo>
                  <a:pt x="0" y="1"/>
                </a:moveTo>
                <a:cubicBezTo>
                  <a:pt x="0" y="379"/>
                  <a:pt x="315" y="694"/>
                  <a:pt x="662" y="694"/>
                </a:cubicBezTo>
                <a:lnTo>
                  <a:pt x="3056" y="694"/>
                </a:lnTo>
                <a:cubicBezTo>
                  <a:pt x="3466" y="694"/>
                  <a:pt x="3718" y="379"/>
                  <a:pt x="371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4" name="Google Shape;6292;p59">
            <a:extLst>
              <a:ext uri="{FF2B5EF4-FFF2-40B4-BE49-F238E27FC236}">
                <a16:creationId xmlns:a16="http://schemas.microsoft.com/office/drawing/2014/main" id="{C3EB634B-D3FD-0EC6-A883-449BA3EC86A1}"/>
              </a:ext>
            </a:extLst>
          </p:cNvPr>
          <p:cNvSpPr/>
          <p:nvPr/>
        </p:nvSpPr>
        <p:spPr>
          <a:xfrm>
            <a:off x="3382711" y="4616130"/>
            <a:ext cx="267193" cy="59706"/>
          </a:xfrm>
          <a:custGeom>
            <a:avLst/>
            <a:gdLst/>
            <a:ahLst/>
            <a:cxnLst/>
            <a:rect l="l" t="t" r="r" b="b"/>
            <a:pathLst>
              <a:path w="6207" h="1387" extrusionOk="0">
                <a:moveTo>
                  <a:pt x="32" y="1"/>
                </a:moveTo>
                <a:lnTo>
                  <a:pt x="32" y="1040"/>
                </a:lnTo>
                <a:cubicBezTo>
                  <a:pt x="0" y="1292"/>
                  <a:pt x="158" y="1387"/>
                  <a:pt x="347" y="1387"/>
                </a:cubicBezTo>
                <a:lnTo>
                  <a:pt x="6207" y="1387"/>
                </a:lnTo>
                <a:lnTo>
                  <a:pt x="620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5" name="Google Shape;6293;p59">
            <a:extLst>
              <a:ext uri="{FF2B5EF4-FFF2-40B4-BE49-F238E27FC236}">
                <a16:creationId xmlns:a16="http://schemas.microsoft.com/office/drawing/2014/main" id="{1613D3EF-0D0E-9A0B-751D-49907E0460F2}"/>
              </a:ext>
            </a:extLst>
          </p:cNvPr>
          <p:cNvSpPr/>
          <p:nvPr/>
        </p:nvSpPr>
        <p:spPr>
          <a:xfrm>
            <a:off x="3382710" y="4263533"/>
            <a:ext cx="316008" cy="324187"/>
          </a:xfrm>
          <a:custGeom>
            <a:avLst/>
            <a:gdLst/>
            <a:ahLst/>
            <a:cxnLst/>
            <a:rect l="l" t="t" r="r" b="b"/>
            <a:pathLst>
              <a:path w="7341" h="7531" extrusionOk="0">
                <a:moveTo>
                  <a:pt x="4474" y="0"/>
                </a:moveTo>
                <a:cubicBezTo>
                  <a:pt x="3939" y="0"/>
                  <a:pt x="3466" y="473"/>
                  <a:pt x="3466" y="1040"/>
                </a:cubicBezTo>
                <a:cubicBezTo>
                  <a:pt x="3466" y="1576"/>
                  <a:pt x="3939" y="2080"/>
                  <a:pt x="4474" y="2080"/>
                </a:cubicBezTo>
                <a:cubicBezTo>
                  <a:pt x="4600" y="2080"/>
                  <a:pt x="4726" y="2017"/>
                  <a:pt x="4852" y="1985"/>
                </a:cubicBezTo>
                <a:lnTo>
                  <a:pt x="4852" y="2773"/>
                </a:lnTo>
                <a:lnTo>
                  <a:pt x="2741" y="2773"/>
                </a:lnTo>
                <a:cubicBezTo>
                  <a:pt x="1261" y="2773"/>
                  <a:pt x="0" y="4002"/>
                  <a:pt x="0" y="5482"/>
                </a:cubicBezTo>
                <a:lnTo>
                  <a:pt x="0" y="7530"/>
                </a:lnTo>
                <a:lnTo>
                  <a:pt x="6175" y="7530"/>
                </a:lnTo>
                <a:lnTo>
                  <a:pt x="6175" y="5167"/>
                </a:lnTo>
                <a:cubicBezTo>
                  <a:pt x="6175" y="4191"/>
                  <a:pt x="6648" y="3372"/>
                  <a:pt x="7341" y="2773"/>
                </a:cubicBezTo>
                <a:lnTo>
                  <a:pt x="5514" y="2773"/>
                </a:lnTo>
                <a:lnTo>
                  <a:pt x="5514" y="1040"/>
                </a:lnTo>
                <a:cubicBezTo>
                  <a:pt x="5514" y="505"/>
                  <a:pt x="5041" y="0"/>
                  <a:pt x="447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6" name="Google Shape;6294;p59">
            <a:extLst>
              <a:ext uri="{FF2B5EF4-FFF2-40B4-BE49-F238E27FC236}">
                <a16:creationId xmlns:a16="http://schemas.microsoft.com/office/drawing/2014/main" id="{CE17FD65-7D09-B43C-62CC-A01D25620B85}"/>
              </a:ext>
            </a:extLst>
          </p:cNvPr>
          <p:cNvSpPr/>
          <p:nvPr/>
        </p:nvSpPr>
        <p:spPr>
          <a:xfrm>
            <a:off x="3531869" y="4705669"/>
            <a:ext cx="89581" cy="61041"/>
          </a:xfrm>
          <a:custGeom>
            <a:avLst/>
            <a:gdLst/>
            <a:ahLst/>
            <a:cxnLst/>
            <a:rect l="l" t="t" r="r" b="b"/>
            <a:pathLst>
              <a:path w="2081" h="1418" extrusionOk="0">
                <a:moveTo>
                  <a:pt x="32" y="0"/>
                </a:moveTo>
                <a:lnTo>
                  <a:pt x="32" y="1040"/>
                </a:lnTo>
                <a:lnTo>
                  <a:pt x="1" y="1040"/>
                </a:lnTo>
                <a:cubicBezTo>
                  <a:pt x="1" y="1260"/>
                  <a:pt x="159" y="1418"/>
                  <a:pt x="348" y="1418"/>
                </a:cubicBezTo>
                <a:lnTo>
                  <a:pt x="1734" y="1418"/>
                </a:lnTo>
                <a:cubicBezTo>
                  <a:pt x="1923" y="1418"/>
                  <a:pt x="2080" y="1260"/>
                  <a:pt x="2080" y="1040"/>
                </a:cubicBezTo>
                <a:lnTo>
                  <a:pt x="208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7" name="Google Shape;6295;p59">
            <a:extLst>
              <a:ext uri="{FF2B5EF4-FFF2-40B4-BE49-F238E27FC236}">
                <a16:creationId xmlns:a16="http://schemas.microsoft.com/office/drawing/2014/main" id="{6E0F5A06-DE33-0A7B-45A2-C9B59E30C01E}"/>
              </a:ext>
            </a:extLst>
          </p:cNvPr>
          <p:cNvSpPr/>
          <p:nvPr/>
        </p:nvSpPr>
        <p:spPr>
          <a:xfrm>
            <a:off x="3678358" y="4382858"/>
            <a:ext cx="207530" cy="295690"/>
          </a:xfrm>
          <a:custGeom>
            <a:avLst/>
            <a:gdLst/>
            <a:ahLst/>
            <a:cxnLst/>
            <a:rect l="l" t="t" r="r" b="b"/>
            <a:pathLst>
              <a:path w="4821" h="6869" extrusionOk="0">
                <a:moveTo>
                  <a:pt x="3435" y="2017"/>
                </a:moveTo>
                <a:cubicBezTo>
                  <a:pt x="3624" y="2017"/>
                  <a:pt x="3781" y="2175"/>
                  <a:pt x="3781" y="2364"/>
                </a:cubicBezTo>
                <a:cubicBezTo>
                  <a:pt x="3750" y="2553"/>
                  <a:pt x="3592" y="2710"/>
                  <a:pt x="3435" y="2710"/>
                </a:cubicBezTo>
                <a:lnTo>
                  <a:pt x="1387" y="2710"/>
                </a:lnTo>
                <a:cubicBezTo>
                  <a:pt x="1198" y="2710"/>
                  <a:pt x="1040" y="2553"/>
                  <a:pt x="1040" y="2364"/>
                </a:cubicBezTo>
                <a:cubicBezTo>
                  <a:pt x="1040" y="2175"/>
                  <a:pt x="1198" y="2017"/>
                  <a:pt x="1387" y="2017"/>
                </a:cubicBezTo>
                <a:close/>
                <a:moveTo>
                  <a:pt x="3088" y="4128"/>
                </a:moveTo>
                <a:cubicBezTo>
                  <a:pt x="3466" y="4128"/>
                  <a:pt x="3750" y="4443"/>
                  <a:pt x="3750" y="4821"/>
                </a:cubicBezTo>
                <a:cubicBezTo>
                  <a:pt x="3750" y="5168"/>
                  <a:pt x="3466" y="5483"/>
                  <a:pt x="3088" y="5483"/>
                </a:cubicBezTo>
                <a:lnTo>
                  <a:pt x="1702" y="5483"/>
                </a:lnTo>
                <a:cubicBezTo>
                  <a:pt x="1324" y="5483"/>
                  <a:pt x="1040" y="5168"/>
                  <a:pt x="1040" y="4821"/>
                </a:cubicBezTo>
                <a:cubicBezTo>
                  <a:pt x="1040" y="4412"/>
                  <a:pt x="1355" y="4128"/>
                  <a:pt x="1702" y="4128"/>
                </a:cubicBezTo>
                <a:close/>
                <a:moveTo>
                  <a:pt x="2426" y="1"/>
                </a:moveTo>
                <a:cubicBezTo>
                  <a:pt x="1072" y="1"/>
                  <a:pt x="1" y="1072"/>
                  <a:pt x="1" y="2395"/>
                </a:cubicBezTo>
                <a:lnTo>
                  <a:pt x="1" y="6869"/>
                </a:lnTo>
                <a:lnTo>
                  <a:pt x="4474" y="6869"/>
                </a:lnTo>
                <a:cubicBezTo>
                  <a:pt x="4663" y="6869"/>
                  <a:pt x="4821" y="6711"/>
                  <a:pt x="4821" y="6491"/>
                </a:cubicBezTo>
                <a:lnTo>
                  <a:pt x="4821" y="2395"/>
                </a:lnTo>
                <a:cubicBezTo>
                  <a:pt x="4789" y="1072"/>
                  <a:pt x="3718" y="1"/>
                  <a:pt x="242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2" name="Google Shape;6297;p59">
            <a:extLst>
              <a:ext uri="{FF2B5EF4-FFF2-40B4-BE49-F238E27FC236}">
                <a16:creationId xmlns:a16="http://schemas.microsoft.com/office/drawing/2014/main" id="{8AB3DD3B-A211-BB75-2597-8B6D4352A4BF}"/>
              </a:ext>
            </a:extLst>
          </p:cNvPr>
          <p:cNvSpPr/>
          <p:nvPr/>
        </p:nvSpPr>
        <p:spPr>
          <a:xfrm>
            <a:off x="3380666" y="4921954"/>
            <a:ext cx="507267" cy="505889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5199" y="1"/>
                </a:moveTo>
                <a:cubicBezTo>
                  <a:pt x="5042" y="1"/>
                  <a:pt x="4916" y="127"/>
                  <a:pt x="4884" y="284"/>
                </a:cubicBezTo>
                <a:lnTo>
                  <a:pt x="4727" y="883"/>
                </a:lnTo>
                <a:cubicBezTo>
                  <a:pt x="4191" y="977"/>
                  <a:pt x="3655" y="1229"/>
                  <a:pt x="3151" y="1513"/>
                </a:cubicBezTo>
                <a:lnTo>
                  <a:pt x="2647" y="1229"/>
                </a:lnTo>
                <a:cubicBezTo>
                  <a:pt x="2599" y="1205"/>
                  <a:pt x="2542" y="1195"/>
                  <a:pt x="2482" y="1195"/>
                </a:cubicBezTo>
                <a:cubicBezTo>
                  <a:pt x="2386" y="1195"/>
                  <a:pt x="2284" y="1222"/>
                  <a:pt x="2206" y="1261"/>
                </a:cubicBezTo>
                <a:lnTo>
                  <a:pt x="1261" y="2206"/>
                </a:lnTo>
                <a:cubicBezTo>
                  <a:pt x="1135" y="2332"/>
                  <a:pt x="1135" y="2490"/>
                  <a:pt x="1230" y="2647"/>
                </a:cubicBezTo>
                <a:lnTo>
                  <a:pt x="1513" y="3151"/>
                </a:lnTo>
                <a:cubicBezTo>
                  <a:pt x="1198" y="3624"/>
                  <a:pt x="978" y="4191"/>
                  <a:pt x="883" y="4726"/>
                </a:cubicBezTo>
                <a:lnTo>
                  <a:pt x="284" y="4884"/>
                </a:lnTo>
                <a:cubicBezTo>
                  <a:pt x="127" y="4947"/>
                  <a:pt x="1" y="5041"/>
                  <a:pt x="1" y="5199"/>
                </a:cubicBezTo>
                <a:lnTo>
                  <a:pt x="1" y="6585"/>
                </a:lnTo>
                <a:cubicBezTo>
                  <a:pt x="1" y="6743"/>
                  <a:pt x="127" y="6869"/>
                  <a:pt x="284" y="6900"/>
                </a:cubicBezTo>
                <a:lnTo>
                  <a:pt x="883" y="7058"/>
                </a:lnTo>
                <a:cubicBezTo>
                  <a:pt x="946" y="7404"/>
                  <a:pt x="1072" y="7782"/>
                  <a:pt x="1230" y="8129"/>
                </a:cubicBezTo>
                <a:cubicBezTo>
                  <a:pt x="1504" y="7854"/>
                  <a:pt x="2843" y="6486"/>
                  <a:pt x="2841" y="6486"/>
                </a:cubicBezTo>
                <a:lnTo>
                  <a:pt x="2841" y="6486"/>
                </a:lnTo>
                <a:cubicBezTo>
                  <a:pt x="2841" y="6486"/>
                  <a:pt x="2839" y="6488"/>
                  <a:pt x="2836" y="6491"/>
                </a:cubicBezTo>
                <a:cubicBezTo>
                  <a:pt x="2836" y="6459"/>
                  <a:pt x="2805" y="6050"/>
                  <a:pt x="2805" y="5955"/>
                </a:cubicBezTo>
                <a:cubicBezTo>
                  <a:pt x="2773" y="4222"/>
                  <a:pt x="4191" y="2836"/>
                  <a:pt x="5861" y="2836"/>
                </a:cubicBezTo>
                <a:cubicBezTo>
                  <a:pt x="7562" y="2836"/>
                  <a:pt x="8948" y="4222"/>
                  <a:pt x="8948" y="5924"/>
                </a:cubicBezTo>
                <a:cubicBezTo>
                  <a:pt x="8948" y="7499"/>
                  <a:pt x="7751" y="8822"/>
                  <a:pt x="6113" y="8948"/>
                </a:cubicBezTo>
                <a:cubicBezTo>
                  <a:pt x="6066" y="8948"/>
                  <a:pt x="5963" y="8956"/>
                  <a:pt x="5821" y="8956"/>
                </a:cubicBezTo>
                <a:cubicBezTo>
                  <a:pt x="5680" y="8956"/>
                  <a:pt x="5499" y="8948"/>
                  <a:pt x="5294" y="8917"/>
                </a:cubicBezTo>
                <a:lnTo>
                  <a:pt x="3655" y="10523"/>
                </a:lnTo>
                <a:cubicBezTo>
                  <a:pt x="4034" y="10681"/>
                  <a:pt x="4349" y="10807"/>
                  <a:pt x="4727" y="10870"/>
                </a:cubicBezTo>
                <a:lnTo>
                  <a:pt x="4884" y="11468"/>
                </a:lnTo>
                <a:cubicBezTo>
                  <a:pt x="4916" y="11626"/>
                  <a:pt x="5042" y="11752"/>
                  <a:pt x="5199" y="11752"/>
                </a:cubicBezTo>
                <a:lnTo>
                  <a:pt x="6585" y="11752"/>
                </a:lnTo>
                <a:cubicBezTo>
                  <a:pt x="6743" y="11752"/>
                  <a:pt x="6869" y="11626"/>
                  <a:pt x="6901" y="11468"/>
                </a:cubicBezTo>
                <a:lnTo>
                  <a:pt x="7058" y="10870"/>
                </a:lnTo>
                <a:cubicBezTo>
                  <a:pt x="7594" y="10775"/>
                  <a:pt x="8129" y="10523"/>
                  <a:pt x="8633" y="10240"/>
                </a:cubicBezTo>
                <a:lnTo>
                  <a:pt x="9137" y="10523"/>
                </a:lnTo>
                <a:cubicBezTo>
                  <a:pt x="9185" y="10547"/>
                  <a:pt x="9243" y="10558"/>
                  <a:pt x="9302" y="10558"/>
                </a:cubicBezTo>
                <a:cubicBezTo>
                  <a:pt x="9399" y="10558"/>
                  <a:pt x="9501" y="10531"/>
                  <a:pt x="9578" y="10492"/>
                </a:cubicBezTo>
                <a:lnTo>
                  <a:pt x="10524" y="9547"/>
                </a:lnTo>
                <a:cubicBezTo>
                  <a:pt x="10650" y="9421"/>
                  <a:pt x="10650" y="9263"/>
                  <a:pt x="10555" y="9106"/>
                </a:cubicBezTo>
                <a:lnTo>
                  <a:pt x="10303" y="8601"/>
                </a:lnTo>
                <a:cubicBezTo>
                  <a:pt x="10618" y="8129"/>
                  <a:pt x="10807" y="7562"/>
                  <a:pt x="10933" y="7026"/>
                </a:cubicBezTo>
                <a:lnTo>
                  <a:pt x="11500" y="6869"/>
                </a:lnTo>
                <a:cubicBezTo>
                  <a:pt x="11658" y="6806"/>
                  <a:pt x="11784" y="6711"/>
                  <a:pt x="11784" y="6554"/>
                </a:cubicBezTo>
                <a:lnTo>
                  <a:pt x="11784" y="5167"/>
                </a:lnTo>
                <a:cubicBezTo>
                  <a:pt x="11752" y="5041"/>
                  <a:pt x="11658" y="4915"/>
                  <a:pt x="11500" y="4884"/>
                </a:cubicBezTo>
                <a:lnTo>
                  <a:pt x="10902" y="4726"/>
                </a:lnTo>
                <a:cubicBezTo>
                  <a:pt x="10807" y="4191"/>
                  <a:pt x="10555" y="3687"/>
                  <a:pt x="10272" y="3151"/>
                </a:cubicBezTo>
                <a:lnTo>
                  <a:pt x="10555" y="2647"/>
                </a:lnTo>
                <a:cubicBezTo>
                  <a:pt x="10650" y="2521"/>
                  <a:pt x="10587" y="2332"/>
                  <a:pt x="10524" y="2206"/>
                </a:cubicBezTo>
                <a:lnTo>
                  <a:pt x="9578" y="1261"/>
                </a:lnTo>
                <a:cubicBezTo>
                  <a:pt x="9509" y="1209"/>
                  <a:pt x="9430" y="1185"/>
                  <a:pt x="9347" y="1185"/>
                </a:cubicBezTo>
                <a:cubicBezTo>
                  <a:pt x="9279" y="1185"/>
                  <a:pt x="9208" y="1201"/>
                  <a:pt x="9137" y="1229"/>
                </a:cubicBezTo>
                <a:lnTo>
                  <a:pt x="8633" y="1513"/>
                </a:lnTo>
                <a:cubicBezTo>
                  <a:pt x="8161" y="1198"/>
                  <a:pt x="7594" y="977"/>
                  <a:pt x="7058" y="883"/>
                </a:cubicBezTo>
                <a:lnTo>
                  <a:pt x="6901" y="284"/>
                </a:lnTo>
                <a:cubicBezTo>
                  <a:pt x="6869" y="127"/>
                  <a:pt x="6743" y="1"/>
                  <a:pt x="658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3" name="Google Shape;6298;p59">
            <a:extLst>
              <a:ext uri="{FF2B5EF4-FFF2-40B4-BE49-F238E27FC236}">
                <a16:creationId xmlns:a16="http://schemas.microsoft.com/office/drawing/2014/main" id="{E3C3AF24-9FCE-1281-4DB2-A565B2C6148A}"/>
              </a:ext>
            </a:extLst>
          </p:cNvPr>
          <p:cNvSpPr/>
          <p:nvPr/>
        </p:nvSpPr>
        <p:spPr>
          <a:xfrm>
            <a:off x="3380666" y="5073480"/>
            <a:ext cx="370291" cy="353029"/>
          </a:xfrm>
          <a:custGeom>
            <a:avLst/>
            <a:gdLst/>
            <a:ahLst/>
            <a:cxnLst/>
            <a:rect l="l" t="t" r="r" b="b"/>
            <a:pathLst>
              <a:path w="8602" h="8201" extrusionOk="0">
                <a:moveTo>
                  <a:pt x="5939" y="0"/>
                </a:moveTo>
                <a:cubicBezTo>
                  <a:pt x="4729" y="0"/>
                  <a:pt x="3750" y="854"/>
                  <a:pt x="3561" y="1963"/>
                </a:cubicBezTo>
                <a:cubicBezTo>
                  <a:pt x="3466" y="2404"/>
                  <a:pt x="3498" y="2813"/>
                  <a:pt x="3624" y="3223"/>
                </a:cubicBezTo>
                <a:lnTo>
                  <a:pt x="410" y="6468"/>
                </a:lnTo>
                <a:cubicBezTo>
                  <a:pt x="1" y="6846"/>
                  <a:pt x="1" y="7507"/>
                  <a:pt x="410" y="7917"/>
                </a:cubicBezTo>
                <a:cubicBezTo>
                  <a:pt x="600" y="8106"/>
                  <a:pt x="852" y="8200"/>
                  <a:pt x="1111" y="8200"/>
                </a:cubicBezTo>
                <a:cubicBezTo>
                  <a:pt x="1371" y="8200"/>
                  <a:pt x="1639" y="8106"/>
                  <a:pt x="1860" y="7917"/>
                </a:cubicBezTo>
                <a:lnTo>
                  <a:pt x="5136" y="4640"/>
                </a:lnTo>
                <a:cubicBezTo>
                  <a:pt x="5388" y="4735"/>
                  <a:pt x="5664" y="4782"/>
                  <a:pt x="5947" y="4782"/>
                </a:cubicBezTo>
                <a:cubicBezTo>
                  <a:pt x="6231" y="4782"/>
                  <a:pt x="6522" y="4735"/>
                  <a:pt x="6806" y="4640"/>
                </a:cubicBezTo>
                <a:cubicBezTo>
                  <a:pt x="7846" y="4294"/>
                  <a:pt x="8602" y="3065"/>
                  <a:pt x="8224" y="1773"/>
                </a:cubicBezTo>
                <a:cubicBezTo>
                  <a:pt x="8192" y="1647"/>
                  <a:pt x="8129" y="1553"/>
                  <a:pt x="8003" y="1521"/>
                </a:cubicBezTo>
                <a:cubicBezTo>
                  <a:pt x="7972" y="1514"/>
                  <a:pt x="7942" y="1510"/>
                  <a:pt x="7914" y="1510"/>
                </a:cubicBezTo>
                <a:cubicBezTo>
                  <a:pt x="7830" y="1510"/>
                  <a:pt x="7759" y="1545"/>
                  <a:pt x="7688" y="1616"/>
                </a:cubicBezTo>
                <a:lnTo>
                  <a:pt x="6901" y="2404"/>
                </a:lnTo>
                <a:cubicBezTo>
                  <a:pt x="6759" y="2530"/>
                  <a:pt x="6578" y="2593"/>
                  <a:pt x="6400" y="2593"/>
                </a:cubicBezTo>
                <a:cubicBezTo>
                  <a:pt x="6223" y="2593"/>
                  <a:pt x="6050" y="2530"/>
                  <a:pt x="5924" y="2404"/>
                </a:cubicBezTo>
                <a:cubicBezTo>
                  <a:pt x="5640" y="2120"/>
                  <a:pt x="5640" y="1679"/>
                  <a:pt x="5924" y="1395"/>
                </a:cubicBezTo>
                <a:lnTo>
                  <a:pt x="6711" y="608"/>
                </a:lnTo>
                <a:cubicBezTo>
                  <a:pt x="6774" y="545"/>
                  <a:pt x="6806" y="419"/>
                  <a:pt x="6774" y="293"/>
                </a:cubicBezTo>
                <a:cubicBezTo>
                  <a:pt x="6743" y="198"/>
                  <a:pt x="6648" y="104"/>
                  <a:pt x="6554" y="72"/>
                </a:cubicBezTo>
                <a:cubicBezTo>
                  <a:pt x="6344" y="23"/>
                  <a:pt x="6139" y="0"/>
                  <a:pt x="593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7" name="Google Shape;6300;p59">
            <a:extLst>
              <a:ext uri="{FF2B5EF4-FFF2-40B4-BE49-F238E27FC236}">
                <a16:creationId xmlns:a16="http://schemas.microsoft.com/office/drawing/2014/main" id="{40DD896B-949E-4BC4-E93E-64360E01C56F}"/>
              </a:ext>
            </a:extLst>
          </p:cNvPr>
          <p:cNvSpPr/>
          <p:nvPr/>
        </p:nvSpPr>
        <p:spPr>
          <a:xfrm>
            <a:off x="5578151" y="5042678"/>
            <a:ext cx="207573" cy="206927"/>
          </a:xfrm>
          <a:custGeom>
            <a:avLst/>
            <a:gdLst/>
            <a:ahLst/>
            <a:cxnLst/>
            <a:rect l="l" t="t" r="r" b="b"/>
            <a:pathLst>
              <a:path w="4822" h="4807" extrusionOk="0">
                <a:moveTo>
                  <a:pt x="1041" y="0"/>
                </a:moveTo>
                <a:cubicBezTo>
                  <a:pt x="474" y="0"/>
                  <a:pt x="1" y="473"/>
                  <a:pt x="1" y="1040"/>
                </a:cubicBezTo>
                <a:lnTo>
                  <a:pt x="1" y="2426"/>
                </a:lnTo>
                <a:cubicBezTo>
                  <a:pt x="1" y="2962"/>
                  <a:pt x="474" y="3434"/>
                  <a:pt x="1041" y="3434"/>
                </a:cubicBezTo>
                <a:lnTo>
                  <a:pt x="1387" y="3434"/>
                </a:lnTo>
                <a:lnTo>
                  <a:pt x="1387" y="4474"/>
                </a:lnTo>
                <a:cubicBezTo>
                  <a:pt x="1387" y="4631"/>
                  <a:pt x="1482" y="4726"/>
                  <a:pt x="1576" y="4789"/>
                </a:cubicBezTo>
                <a:cubicBezTo>
                  <a:pt x="1618" y="4799"/>
                  <a:pt x="1664" y="4806"/>
                  <a:pt x="1709" y="4806"/>
                </a:cubicBezTo>
                <a:cubicBezTo>
                  <a:pt x="1800" y="4806"/>
                  <a:pt x="1891" y="4778"/>
                  <a:pt x="1954" y="4694"/>
                </a:cubicBezTo>
                <a:lnTo>
                  <a:pt x="3214" y="3434"/>
                </a:lnTo>
                <a:lnTo>
                  <a:pt x="3750" y="3434"/>
                </a:lnTo>
                <a:cubicBezTo>
                  <a:pt x="4317" y="3434"/>
                  <a:pt x="4790" y="2962"/>
                  <a:pt x="4790" y="2426"/>
                </a:cubicBezTo>
                <a:lnTo>
                  <a:pt x="4790" y="1040"/>
                </a:lnTo>
                <a:cubicBezTo>
                  <a:pt x="4821" y="473"/>
                  <a:pt x="4380" y="0"/>
                  <a:pt x="378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8" name="Google Shape;6301;p59">
            <a:extLst>
              <a:ext uri="{FF2B5EF4-FFF2-40B4-BE49-F238E27FC236}">
                <a16:creationId xmlns:a16="http://schemas.microsoft.com/office/drawing/2014/main" id="{B6D24269-264D-519F-59BA-5D04379E54EA}"/>
              </a:ext>
            </a:extLst>
          </p:cNvPr>
          <p:cNvSpPr/>
          <p:nvPr/>
        </p:nvSpPr>
        <p:spPr>
          <a:xfrm>
            <a:off x="5283882" y="5042678"/>
            <a:ext cx="206195" cy="206927"/>
          </a:xfrm>
          <a:custGeom>
            <a:avLst/>
            <a:gdLst/>
            <a:ahLst/>
            <a:cxnLst/>
            <a:rect l="l" t="t" r="r" b="b"/>
            <a:pathLst>
              <a:path w="4790" h="4807" extrusionOk="0">
                <a:moveTo>
                  <a:pt x="1009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2395"/>
                </a:lnTo>
                <a:cubicBezTo>
                  <a:pt x="0" y="2962"/>
                  <a:pt x="473" y="3434"/>
                  <a:pt x="1009" y="3434"/>
                </a:cubicBezTo>
                <a:lnTo>
                  <a:pt x="1576" y="3434"/>
                </a:lnTo>
                <a:lnTo>
                  <a:pt x="2836" y="4694"/>
                </a:lnTo>
                <a:cubicBezTo>
                  <a:pt x="2920" y="4778"/>
                  <a:pt x="3018" y="4806"/>
                  <a:pt x="3102" y="4806"/>
                </a:cubicBezTo>
                <a:cubicBezTo>
                  <a:pt x="3144" y="4806"/>
                  <a:pt x="3182" y="4799"/>
                  <a:pt x="3214" y="4789"/>
                </a:cubicBezTo>
                <a:cubicBezTo>
                  <a:pt x="3340" y="4726"/>
                  <a:pt x="3434" y="4568"/>
                  <a:pt x="3434" y="4474"/>
                </a:cubicBezTo>
                <a:lnTo>
                  <a:pt x="3434" y="3434"/>
                </a:lnTo>
                <a:lnTo>
                  <a:pt x="3781" y="3434"/>
                </a:lnTo>
                <a:cubicBezTo>
                  <a:pt x="4348" y="3434"/>
                  <a:pt x="4789" y="2962"/>
                  <a:pt x="4789" y="2395"/>
                </a:cubicBezTo>
                <a:lnTo>
                  <a:pt x="4789" y="1040"/>
                </a:lnTo>
                <a:cubicBezTo>
                  <a:pt x="4789" y="473"/>
                  <a:pt x="4348" y="0"/>
                  <a:pt x="37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9" name="Google Shape;6302;p59">
            <a:extLst>
              <a:ext uri="{FF2B5EF4-FFF2-40B4-BE49-F238E27FC236}">
                <a16:creationId xmlns:a16="http://schemas.microsoft.com/office/drawing/2014/main" id="{F86C5703-EE7D-35B5-33F0-72CD32E02FB6}"/>
              </a:ext>
            </a:extLst>
          </p:cNvPr>
          <p:cNvSpPr/>
          <p:nvPr/>
        </p:nvSpPr>
        <p:spPr>
          <a:xfrm>
            <a:off x="5373377" y="5336948"/>
            <a:ext cx="324187" cy="89538"/>
          </a:xfrm>
          <a:custGeom>
            <a:avLst/>
            <a:gdLst/>
            <a:ahLst/>
            <a:cxnLst/>
            <a:rect l="l" t="t" r="r" b="b"/>
            <a:pathLst>
              <a:path w="7531" h="2080" extrusionOk="0">
                <a:moveTo>
                  <a:pt x="1" y="1"/>
                </a:moveTo>
                <a:lnTo>
                  <a:pt x="1" y="1040"/>
                </a:lnTo>
                <a:cubicBezTo>
                  <a:pt x="1" y="1607"/>
                  <a:pt x="473" y="2080"/>
                  <a:pt x="1040" y="2080"/>
                </a:cubicBezTo>
                <a:lnTo>
                  <a:pt x="6491" y="2080"/>
                </a:lnTo>
                <a:cubicBezTo>
                  <a:pt x="7058" y="2080"/>
                  <a:pt x="7530" y="1607"/>
                  <a:pt x="7530" y="1040"/>
                </a:cubicBezTo>
                <a:lnTo>
                  <a:pt x="753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0" name="Google Shape;6303;p59">
            <a:extLst>
              <a:ext uri="{FF2B5EF4-FFF2-40B4-BE49-F238E27FC236}">
                <a16:creationId xmlns:a16="http://schemas.microsoft.com/office/drawing/2014/main" id="{FDD30418-782D-D0E0-D7DB-8C7252EA2B20}"/>
              </a:ext>
            </a:extLst>
          </p:cNvPr>
          <p:cNvSpPr/>
          <p:nvPr/>
        </p:nvSpPr>
        <p:spPr>
          <a:xfrm>
            <a:off x="5373377" y="4923308"/>
            <a:ext cx="324187" cy="59706"/>
          </a:xfrm>
          <a:custGeom>
            <a:avLst/>
            <a:gdLst/>
            <a:ahLst/>
            <a:cxnLst/>
            <a:rect l="l" t="t" r="r" b="b"/>
            <a:pathLst>
              <a:path w="7531" h="1387" extrusionOk="0">
                <a:moveTo>
                  <a:pt x="1040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1387"/>
                </a:lnTo>
                <a:lnTo>
                  <a:pt x="7530" y="1387"/>
                </a:lnTo>
                <a:lnTo>
                  <a:pt x="7530" y="1040"/>
                </a:lnTo>
                <a:cubicBezTo>
                  <a:pt x="7530" y="505"/>
                  <a:pt x="7058" y="1"/>
                  <a:pt x="64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91" name="Google Shape;6304;p59">
            <a:extLst>
              <a:ext uri="{FF2B5EF4-FFF2-40B4-BE49-F238E27FC236}">
                <a16:creationId xmlns:a16="http://schemas.microsoft.com/office/drawing/2014/main" id="{B0B5F461-036E-667B-F5A8-6D9CF539E7D0}"/>
              </a:ext>
            </a:extLst>
          </p:cNvPr>
          <p:cNvSpPr/>
          <p:nvPr/>
        </p:nvSpPr>
        <p:spPr>
          <a:xfrm>
            <a:off x="5372041" y="5012847"/>
            <a:ext cx="324144" cy="294313"/>
          </a:xfrm>
          <a:custGeom>
            <a:avLst/>
            <a:gdLst/>
            <a:ahLst/>
            <a:cxnLst/>
            <a:rect l="l" t="t" r="r" b="b"/>
            <a:pathLst>
              <a:path w="7530" h="6837" extrusionOk="0">
                <a:moveTo>
                  <a:pt x="1733" y="0"/>
                </a:moveTo>
                <a:cubicBezTo>
                  <a:pt x="2678" y="0"/>
                  <a:pt x="3434" y="756"/>
                  <a:pt x="3434" y="1701"/>
                </a:cubicBezTo>
                <a:lnTo>
                  <a:pt x="3434" y="3056"/>
                </a:lnTo>
                <a:cubicBezTo>
                  <a:pt x="3434" y="3907"/>
                  <a:pt x="2836" y="4568"/>
                  <a:pt x="2048" y="4757"/>
                </a:cubicBezTo>
                <a:lnTo>
                  <a:pt x="2048" y="5167"/>
                </a:lnTo>
                <a:cubicBezTo>
                  <a:pt x="2048" y="5576"/>
                  <a:pt x="1828" y="5954"/>
                  <a:pt x="1418" y="6112"/>
                </a:cubicBezTo>
                <a:cubicBezTo>
                  <a:pt x="1307" y="6162"/>
                  <a:pt x="1184" y="6187"/>
                  <a:pt x="1058" y="6187"/>
                </a:cubicBezTo>
                <a:cubicBezTo>
                  <a:pt x="789" y="6187"/>
                  <a:pt x="508" y="6075"/>
                  <a:pt x="315" y="5860"/>
                </a:cubicBezTo>
                <a:lnTo>
                  <a:pt x="0" y="5545"/>
                </a:lnTo>
                <a:lnTo>
                  <a:pt x="0" y="6837"/>
                </a:lnTo>
                <a:lnTo>
                  <a:pt x="7530" y="6837"/>
                </a:lnTo>
                <a:lnTo>
                  <a:pt x="7530" y="5545"/>
                </a:lnTo>
                <a:lnTo>
                  <a:pt x="7215" y="5860"/>
                </a:lnTo>
                <a:cubicBezTo>
                  <a:pt x="7022" y="6075"/>
                  <a:pt x="6756" y="6187"/>
                  <a:pt x="6496" y="6187"/>
                </a:cubicBezTo>
                <a:cubicBezTo>
                  <a:pt x="6374" y="6187"/>
                  <a:pt x="6254" y="6162"/>
                  <a:pt x="6144" y="6112"/>
                </a:cubicBezTo>
                <a:cubicBezTo>
                  <a:pt x="5734" y="5954"/>
                  <a:pt x="5514" y="5576"/>
                  <a:pt x="5514" y="5167"/>
                </a:cubicBezTo>
                <a:lnTo>
                  <a:pt x="5514" y="4757"/>
                </a:lnTo>
                <a:cubicBezTo>
                  <a:pt x="4726" y="4600"/>
                  <a:pt x="4127" y="3907"/>
                  <a:pt x="4127" y="3056"/>
                </a:cubicBezTo>
                <a:lnTo>
                  <a:pt x="4127" y="1701"/>
                </a:lnTo>
                <a:cubicBezTo>
                  <a:pt x="4127" y="756"/>
                  <a:pt x="4884" y="0"/>
                  <a:pt x="58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4" name="Google Shape;6306;p59">
            <a:extLst>
              <a:ext uri="{FF2B5EF4-FFF2-40B4-BE49-F238E27FC236}">
                <a16:creationId xmlns:a16="http://schemas.microsoft.com/office/drawing/2014/main" id="{ACA12899-4FCC-3FB3-563B-AEE75FB34C0B}"/>
              </a:ext>
            </a:extLst>
          </p:cNvPr>
          <p:cNvSpPr/>
          <p:nvPr/>
        </p:nvSpPr>
        <p:spPr>
          <a:xfrm>
            <a:off x="2877908" y="2424424"/>
            <a:ext cx="261769" cy="263146"/>
          </a:xfrm>
          <a:custGeom>
            <a:avLst/>
            <a:gdLst/>
            <a:ahLst/>
            <a:cxnLst/>
            <a:rect l="l" t="t" r="r" b="b"/>
            <a:pathLst>
              <a:path w="6081" h="6113" extrusionOk="0">
                <a:moveTo>
                  <a:pt x="3025" y="1387"/>
                </a:moveTo>
                <a:cubicBezTo>
                  <a:pt x="3970" y="1387"/>
                  <a:pt x="4726" y="2143"/>
                  <a:pt x="4726" y="3088"/>
                </a:cubicBezTo>
                <a:cubicBezTo>
                  <a:pt x="4726" y="4033"/>
                  <a:pt x="3970" y="4789"/>
                  <a:pt x="3025" y="4789"/>
                </a:cubicBezTo>
                <a:cubicBezTo>
                  <a:pt x="2080" y="4789"/>
                  <a:pt x="1324" y="4033"/>
                  <a:pt x="1324" y="3088"/>
                </a:cubicBezTo>
                <a:cubicBezTo>
                  <a:pt x="1324" y="2143"/>
                  <a:pt x="2080" y="1387"/>
                  <a:pt x="3025" y="1387"/>
                </a:cubicBezTo>
                <a:close/>
                <a:moveTo>
                  <a:pt x="2710" y="0"/>
                </a:moveTo>
                <a:lnTo>
                  <a:pt x="2710" y="442"/>
                </a:lnTo>
                <a:cubicBezTo>
                  <a:pt x="2710" y="599"/>
                  <a:pt x="2584" y="725"/>
                  <a:pt x="2426" y="757"/>
                </a:cubicBezTo>
                <a:cubicBezTo>
                  <a:pt x="2237" y="788"/>
                  <a:pt x="2017" y="914"/>
                  <a:pt x="1859" y="1009"/>
                </a:cubicBezTo>
                <a:cubicBezTo>
                  <a:pt x="1815" y="1031"/>
                  <a:pt x="1762" y="1041"/>
                  <a:pt x="1707" y="1041"/>
                </a:cubicBezTo>
                <a:cubicBezTo>
                  <a:pt x="1607" y="1041"/>
                  <a:pt x="1500" y="1007"/>
                  <a:pt x="1418" y="946"/>
                </a:cubicBezTo>
                <a:lnTo>
                  <a:pt x="1103" y="631"/>
                </a:lnTo>
                <a:lnTo>
                  <a:pt x="631" y="1103"/>
                </a:lnTo>
                <a:lnTo>
                  <a:pt x="946" y="1418"/>
                </a:lnTo>
                <a:cubicBezTo>
                  <a:pt x="1072" y="1544"/>
                  <a:pt x="1072" y="1702"/>
                  <a:pt x="977" y="1859"/>
                </a:cubicBezTo>
                <a:cubicBezTo>
                  <a:pt x="851" y="2048"/>
                  <a:pt x="788" y="2269"/>
                  <a:pt x="757" y="2458"/>
                </a:cubicBezTo>
                <a:cubicBezTo>
                  <a:pt x="694" y="2615"/>
                  <a:pt x="599" y="2710"/>
                  <a:pt x="442" y="2710"/>
                </a:cubicBezTo>
                <a:lnTo>
                  <a:pt x="1" y="2710"/>
                </a:lnTo>
                <a:lnTo>
                  <a:pt x="1" y="3403"/>
                </a:lnTo>
                <a:lnTo>
                  <a:pt x="442" y="3403"/>
                </a:lnTo>
                <a:cubicBezTo>
                  <a:pt x="599" y="3403"/>
                  <a:pt x="694" y="3498"/>
                  <a:pt x="757" y="3655"/>
                </a:cubicBezTo>
                <a:cubicBezTo>
                  <a:pt x="788" y="3876"/>
                  <a:pt x="914" y="4096"/>
                  <a:pt x="977" y="4254"/>
                </a:cubicBezTo>
                <a:cubicBezTo>
                  <a:pt x="1072" y="4380"/>
                  <a:pt x="1009" y="4569"/>
                  <a:pt x="946" y="4695"/>
                </a:cubicBezTo>
                <a:lnTo>
                  <a:pt x="631" y="5010"/>
                </a:lnTo>
                <a:lnTo>
                  <a:pt x="1103" y="5482"/>
                </a:lnTo>
                <a:lnTo>
                  <a:pt x="1418" y="5167"/>
                </a:lnTo>
                <a:cubicBezTo>
                  <a:pt x="1486" y="5100"/>
                  <a:pt x="1562" y="5068"/>
                  <a:pt x="1643" y="5068"/>
                </a:cubicBezTo>
                <a:cubicBezTo>
                  <a:pt x="1713" y="5068"/>
                  <a:pt x="1786" y="5092"/>
                  <a:pt x="1859" y="5136"/>
                </a:cubicBezTo>
                <a:cubicBezTo>
                  <a:pt x="2048" y="5230"/>
                  <a:pt x="2237" y="5325"/>
                  <a:pt x="2426" y="5356"/>
                </a:cubicBezTo>
                <a:cubicBezTo>
                  <a:pt x="2584" y="5419"/>
                  <a:pt x="2710" y="5514"/>
                  <a:pt x="2710" y="5671"/>
                </a:cubicBezTo>
                <a:lnTo>
                  <a:pt x="2710" y="6112"/>
                </a:lnTo>
                <a:lnTo>
                  <a:pt x="3372" y="6112"/>
                </a:lnTo>
                <a:lnTo>
                  <a:pt x="3372" y="5734"/>
                </a:lnTo>
                <a:cubicBezTo>
                  <a:pt x="3372" y="5577"/>
                  <a:pt x="3498" y="5451"/>
                  <a:pt x="3655" y="5419"/>
                </a:cubicBezTo>
                <a:cubicBezTo>
                  <a:pt x="3844" y="5356"/>
                  <a:pt x="4096" y="5262"/>
                  <a:pt x="4254" y="5167"/>
                </a:cubicBezTo>
                <a:cubicBezTo>
                  <a:pt x="4300" y="5133"/>
                  <a:pt x="4355" y="5119"/>
                  <a:pt x="4410" y="5119"/>
                </a:cubicBezTo>
                <a:cubicBezTo>
                  <a:pt x="4506" y="5119"/>
                  <a:pt x="4603" y="5159"/>
                  <a:pt x="4663" y="5199"/>
                </a:cubicBezTo>
                <a:lnTo>
                  <a:pt x="5010" y="5514"/>
                </a:lnTo>
                <a:lnTo>
                  <a:pt x="5451" y="5041"/>
                </a:lnTo>
                <a:lnTo>
                  <a:pt x="5136" y="4726"/>
                </a:lnTo>
                <a:cubicBezTo>
                  <a:pt x="5041" y="4632"/>
                  <a:pt x="5041" y="4474"/>
                  <a:pt x="5104" y="4285"/>
                </a:cubicBezTo>
                <a:cubicBezTo>
                  <a:pt x="5230" y="4096"/>
                  <a:pt x="5293" y="3907"/>
                  <a:pt x="5356" y="3718"/>
                </a:cubicBezTo>
                <a:cubicBezTo>
                  <a:pt x="5388" y="3561"/>
                  <a:pt x="5514" y="3434"/>
                  <a:pt x="5671" y="3434"/>
                </a:cubicBezTo>
                <a:lnTo>
                  <a:pt x="6081" y="3434"/>
                </a:lnTo>
                <a:lnTo>
                  <a:pt x="6081" y="2773"/>
                </a:lnTo>
                <a:lnTo>
                  <a:pt x="5671" y="2773"/>
                </a:lnTo>
                <a:cubicBezTo>
                  <a:pt x="5514" y="2710"/>
                  <a:pt x="5388" y="2615"/>
                  <a:pt x="5356" y="2458"/>
                </a:cubicBezTo>
                <a:cubicBezTo>
                  <a:pt x="5293" y="2269"/>
                  <a:pt x="5199" y="2017"/>
                  <a:pt x="5104" y="1859"/>
                </a:cubicBezTo>
                <a:cubicBezTo>
                  <a:pt x="5041" y="1733"/>
                  <a:pt x="5073" y="1544"/>
                  <a:pt x="5136" y="1418"/>
                </a:cubicBezTo>
                <a:lnTo>
                  <a:pt x="5451" y="1103"/>
                </a:lnTo>
                <a:lnTo>
                  <a:pt x="5010" y="631"/>
                </a:lnTo>
                <a:lnTo>
                  <a:pt x="4663" y="946"/>
                </a:lnTo>
                <a:cubicBezTo>
                  <a:pt x="4608" y="1019"/>
                  <a:pt x="4531" y="1050"/>
                  <a:pt x="4445" y="1050"/>
                </a:cubicBezTo>
                <a:cubicBezTo>
                  <a:pt x="4384" y="1050"/>
                  <a:pt x="4319" y="1035"/>
                  <a:pt x="4254" y="1009"/>
                </a:cubicBezTo>
                <a:cubicBezTo>
                  <a:pt x="4033" y="883"/>
                  <a:pt x="3844" y="788"/>
                  <a:pt x="3655" y="757"/>
                </a:cubicBezTo>
                <a:cubicBezTo>
                  <a:pt x="3498" y="725"/>
                  <a:pt x="3372" y="599"/>
                  <a:pt x="3372" y="442"/>
                </a:cubicBezTo>
                <a:lnTo>
                  <a:pt x="337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5" name="Google Shape;6307;p59">
            <a:extLst>
              <a:ext uri="{FF2B5EF4-FFF2-40B4-BE49-F238E27FC236}">
                <a16:creationId xmlns:a16="http://schemas.microsoft.com/office/drawing/2014/main" id="{C517BC47-0BD7-04F1-8604-17DDA2F1B4C6}"/>
              </a:ext>
            </a:extLst>
          </p:cNvPr>
          <p:cNvSpPr/>
          <p:nvPr/>
        </p:nvSpPr>
        <p:spPr>
          <a:xfrm>
            <a:off x="2757204" y="2306432"/>
            <a:ext cx="501842" cy="501842"/>
          </a:xfrm>
          <a:custGeom>
            <a:avLst/>
            <a:gdLst/>
            <a:ahLst/>
            <a:cxnLst/>
            <a:rect l="l" t="t" r="r" b="b"/>
            <a:pathLst>
              <a:path w="11658" h="11658" extrusionOk="0">
                <a:moveTo>
                  <a:pt x="6522" y="2048"/>
                </a:moveTo>
                <a:cubicBezTo>
                  <a:pt x="6743" y="2048"/>
                  <a:pt x="6900" y="2206"/>
                  <a:pt x="6900" y="2395"/>
                </a:cubicBezTo>
                <a:lnTo>
                  <a:pt x="6900" y="2899"/>
                </a:lnTo>
                <a:cubicBezTo>
                  <a:pt x="6995" y="2962"/>
                  <a:pt x="7089" y="2994"/>
                  <a:pt x="7152" y="3025"/>
                </a:cubicBezTo>
                <a:lnTo>
                  <a:pt x="7530" y="2678"/>
                </a:lnTo>
                <a:cubicBezTo>
                  <a:pt x="7578" y="2615"/>
                  <a:pt x="7664" y="2584"/>
                  <a:pt x="7755" y="2584"/>
                </a:cubicBezTo>
                <a:cubicBezTo>
                  <a:pt x="7845" y="2584"/>
                  <a:pt x="7940" y="2615"/>
                  <a:pt x="8003" y="2678"/>
                </a:cubicBezTo>
                <a:lnTo>
                  <a:pt x="8979" y="3655"/>
                </a:lnTo>
                <a:cubicBezTo>
                  <a:pt x="9106" y="3781"/>
                  <a:pt x="9106" y="4002"/>
                  <a:pt x="8979" y="4128"/>
                </a:cubicBezTo>
                <a:lnTo>
                  <a:pt x="8633" y="4474"/>
                </a:lnTo>
                <a:cubicBezTo>
                  <a:pt x="8664" y="4569"/>
                  <a:pt x="8696" y="4695"/>
                  <a:pt x="8727" y="4758"/>
                </a:cubicBezTo>
                <a:lnTo>
                  <a:pt x="9263" y="4758"/>
                </a:lnTo>
                <a:cubicBezTo>
                  <a:pt x="9452" y="4758"/>
                  <a:pt x="9610" y="4915"/>
                  <a:pt x="9610" y="5104"/>
                </a:cubicBezTo>
                <a:lnTo>
                  <a:pt x="9610" y="6491"/>
                </a:lnTo>
                <a:cubicBezTo>
                  <a:pt x="9610" y="6680"/>
                  <a:pt x="9452" y="6837"/>
                  <a:pt x="9263" y="6837"/>
                </a:cubicBezTo>
                <a:lnTo>
                  <a:pt x="8727" y="6837"/>
                </a:lnTo>
                <a:cubicBezTo>
                  <a:pt x="8696" y="6963"/>
                  <a:pt x="8664" y="7026"/>
                  <a:pt x="8633" y="7121"/>
                </a:cubicBezTo>
                <a:lnTo>
                  <a:pt x="8979" y="7467"/>
                </a:lnTo>
                <a:cubicBezTo>
                  <a:pt x="9106" y="7593"/>
                  <a:pt x="9106" y="7814"/>
                  <a:pt x="8979" y="7940"/>
                </a:cubicBezTo>
                <a:lnTo>
                  <a:pt x="8003" y="8916"/>
                </a:lnTo>
                <a:cubicBezTo>
                  <a:pt x="7940" y="8979"/>
                  <a:pt x="7845" y="9011"/>
                  <a:pt x="7755" y="9011"/>
                </a:cubicBezTo>
                <a:cubicBezTo>
                  <a:pt x="7664" y="9011"/>
                  <a:pt x="7578" y="8979"/>
                  <a:pt x="7530" y="8916"/>
                </a:cubicBezTo>
                <a:lnTo>
                  <a:pt x="7152" y="8570"/>
                </a:lnTo>
                <a:cubicBezTo>
                  <a:pt x="7089" y="8601"/>
                  <a:pt x="6963" y="8664"/>
                  <a:pt x="6900" y="8696"/>
                </a:cubicBezTo>
                <a:lnTo>
                  <a:pt x="6900" y="9200"/>
                </a:lnTo>
                <a:cubicBezTo>
                  <a:pt x="6900" y="9389"/>
                  <a:pt x="6743" y="9547"/>
                  <a:pt x="6522" y="9547"/>
                </a:cubicBezTo>
                <a:lnTo>
                  <a:pt x="5167" y="9547"/>
                </a:lnTo>
                <a:cubicBezTo>
                  <a:pt x="4947" y="9547"/>
                  <a:pt x="4789" y="9389"/>
                  <a:pt x="4789" y="9200"/>
                </a:cubicBezTo>
                <a:lnTo>
                  <a:pt x="4789" y="8696"/>
                </a:lnTo>
                <a:cubicBezTo>
                  <a:pt x="4695" y="8664"/>
                  <a:pt x="4600" y="8601"/>
                  <a:pt x="4537" y="8570"/>
                </a:cubicBezTo>
                <a:lnTo>
                  <a:pt x="4159" y="8916"/>
                </a:lnTo>
                <a:cubicBezTo>
                  <a:pt x="4112" y="8979"/>
                  <a:pt x="4025" y="9011"/>
                  <a:pt x="3935" y="9011"/>
                </a:cubicBezTo>
                <a:cubicBezTo>
                  <a:pt x="3844" y="9011"/>
                  <a:pt x="3750" y="8979"/>
                  <a:pt x="3687" y="8916"/>
                </a:cubicBezTo>
                <a:lnTo>
                  <a:pt x="2710" y="7940"/>
                </a:lnTo>
                <a:cubicBezTo>
                  <a:pt x="2584" y="7814"/>
                  <a:pt x="2584" y="7593"/>
                  <a:pt x="2710" y="7467"/>
                </a:cubicBezTo>
                <a:lnTo>
                  <a:pt x="3057" y="7121"/>
                </a:lnTo>
                <a:cubicBezTo>
                  <a:pt x="3025" y="7026"/>
                  <a:pt x="2994" y="6932"/>
                  <a:pt x="2962" y="6837"/>
                </a:cubicBezTo>
                <a:lnTo>
                  <a:pt x="2426" y="6837"/>
                </a:lnTo>
                <a:cubicBezTo>
                  <a:pt x="2237" y="6837"/>
                  <a:pt x="2080" y="6680"/>
                  <a:pt x="2080" y="6491"/>
                </a:cubicBezTo>
                <a:lnTo>
                  <a:pt x="2080" y="5104"/>
                </a:lnTo>
                <a:cubicBezTo>
                  <a:pt x="2080" y="4915"/>
                  <a:pt x="2237" y="4758"/>
                  <a:pt x="2426" y="4758"/>
                </a:cubicBezTo>
                <a:lnTo>
                  <a:pt x="2962" y="4758"/>
                </a:lnTo>
                <a:cubicBezTo>
                  <a:pt x="2994" y="4632"/>
                  <a:pt x="3025" y="4569"/>
                  <a:pt x="3057" y="4474"/>
                </a:cubicBezTo>
                <a:lnTo>
                  <a:pt x="2710" y="4128"/>
                </a:lnTo>
                <a:cubicBezTo>
                  <a:pt x="2584" y="4002"/>
                  <a:pt x="2584" y="3781"/>
                  <a:pt x="2710" y="3655"/>
                </a:cubicBezTo>
                <a:lnTo>
                  <a:pt x="3687" y="2678"/>
                </a:lnTo>
                <a:cubicBezTo>
                  <a:pt x="3750" y="2615"/>
                  <a:pt x="3844" y="2584"/>
                  <a:pt x="3935" y="2584"/>
                </a:cubicBezTo>
                <a:cubicBezTo>
                  <a:pt x="4025" y="2584"/>
                  <a:pt x="4112" y="2615"/>
                  <a:pt x="4159" y="2678"/>
                </a:cubicBezTo>
                <a:lnTo>
                  <a:pt x="4537" y="3025"/>
                </a:lnTo>
                <a:cubicBezTo>
                  <a:pt x="4600" y="2994"/>
                  <a:pt x="4726" y="2962"/>
                  <a:pt x="4789" y="2899"/>
                </a:cubicBezTo>
                <a:lnTo>
                  <a:pt x="4789" y="2395"/>
                </a:lnTo>
                <a:cubicBezTo>
                  <a:pt x="4789" y="2206"/>
                  <a:pt x="4947" y="2048"/>
                  <a:pt x="5167" y="2048"/>
                </a:cubicBezTo>
                <a:close/>
                <a:moveTo>
                  <a:pt x="5829" y="1"/>
                </a:moveTo>
                <a:cubicBezTo>
                  <a:pt x="2647" y="1"/>
                  <a:pt x="1" y="2647"/>
                  <a:pt x="1" y="5829"/>
                </a:cubicBezTo>
                <a:cubicBezTo>
                  <a:pt x="1" y="6837"/>
                  <a:pt x="284" y="7877"/>
                  <a:pt x="820" y="8790"/>
                </a:cubicBezTo>
                <a:lnTo>
                  <a:pt x="32" y="11185"/>
                </a:lnTo>
                <a:cubicBezTo>
                  <a:pt x="1" y="11311"/>
                  <a:pt x="32" y="11468"/>
                  <a:pt x="127" y="11531"/>
                </a:cubicBezTo>
                <a:cubicBezTo>
                  <a:pt x="174" y="11602"/>
                  <a:pt x="274" y="11638"/>
                  <a:pt x="375" y="11638"/>
                </a:cubicBezTo>
                <a:cubicBezTo>
                  <a:pt x="408" y="11638"/>
                  <a:pt x="442" y="11634"/>
                  <a:pt x="473" y="11626"/>
                </a:cubicBezTo>
                <a:lnTo>
                  <a:pt x="2868" y="10838"/>
                </a:lnTo>
                <a:cubicBezTo>
                  <a:pt x="3781" y="11374"/>
                  <a:pt x="4789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584"/>
                  <a:pt x="9011" y="1"/>
                  <a:pt x="582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6" name="Google Shape;6308;p59">
            <a:extLst>
              <a:ext uri="{FF2B5EF4-FFF2-40B4-BE49-F238E27FC236}">
                <a16:creationId xmlns:a16="http://schemas.microsoft.com/office/drawing/2014/main" id="{38ACAD74-8CA1-7546-B8B6-53E97319F2A3}"/>
              </a:ext>
            </a:extLst>
          </p:cNvPr>
          <p:cNvSpPr/>
          <p:nvPr/>
        </p:nvSpPr>
        <p:spPr>
          <a:xfrm>
            <a:off x="2963356" y="2512585"/>
            <a:ext cx="88203" cy="88203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576" y="2048"/>
                  <a:pt x="2048" y="1576"/>
                  <a:pt x="2048" y="1040"/>
                </a:cubicBezTo>
                <a:cubicBezTo>
                  <a:pt x="2048" y="441"/>
                  <a:pt x="1576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34" name="Google Shape;6309;p59">
            <a:extLst>
              <a:ext uri="{FF2B5EF4-FFF2-40B4-BE49-F238E27FC236}">
                <a16:creationId xmlns:a16="http://schemas.microsoft.com/office/drawing/2014/main" id="{936EDC73-619E-270C-B120-84207D5AC72F}"/>
              </a:ext>
            </a:extLst>
          </p:cNvPr>
          <p:cNvSpPr/>
          <p:nvPr/>
        </p:nvSpPr>
        <p:spPr>
          <a:xfrm>
            <a:off x="2756350" y="2924335"/>
            <a:ext cx="501842" cy="501799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955" y="1733"/>
                </a:moveTo>
                <a:cubicBezTo>
                  <a:pt x="7089" y="1733"/>
                  <a:pt x="8003" y="2647"/>
                  <a:pt x="8003" y="3781"/>
                </a:cubicBezTo>
                <a:cubicBezTo>
                  <a:pt x="7877" y="4442"/>
                  <a:pt x="7562" y="5041"/>
                  <a:pt x="7058" y="5419"/>
                </a:cubicBezTo>
                <a:cubicBezTo>
                  <a:pt x="6837" y="5577"/>
                  <a:pt x="6522" y="5892"/>
                  <a:pt x="6522" y="6333"/>
                </a:cubicBezTo>
                <a:lnTo>
                  <a:pt x="6522" y="6522"/>
                </a:lnTo>
                <a:cubicBezTo>
                  <a:pt x="6522" y="6931"/>
                  <a:pt x="6207" y="7215"/>
                  <a:pt x="5861" y="7215"/>
                </a:cubicBezTo>
                <a:cubicBezTo>
                  <a:pt x="5482" y="7215"/>
                  <a:pt x="5199" y="6900"/>
                  <a:pt x="5199" y="6522"/>
                </a:cubicBezTo>
                <a:lnTo>
                  <a:pt x="5199" y="6333"/>
                </a:lnTo>
                <a:cubicBezTo>
                  <a:pt x="5199" y="5577"/>
                  <a:pt x="5577" y="4852"/>
                  <a:pt x="6302" y="4316"/>
                </a:cubicBezTo>
                <a:cubicBezTo>
                  <a:pt x="6491" y="4190"/>
                  <a:pt x="6585" y="4001"/>
                  <a:pt x="6585" y="3781"/>
                </a:cubicBezTo>
                <a:cubicBezTo>
                  <a:pt x="6585" y="3371"/>
                  <a:pt x="6270" y="3119"/>
                  <a:pt x="5892" y="3119"/>
                </a:cubicBezTo>
                <a:cubicBezTo>
                  <a:pt x="5514" y="3119"/>
                  <a:pt x="5230" y="3434"/>
                  <a:pt x="5230" y="3781"/>
                </a:cubicBezTo>
                <a:cubicBezTo>
                  <a:pt x="5230" y="4159"/>
                  <a:pt x="4915" y="4442"/>
                  <a:pt x="4569" y="4442"/>
                </a:cubicBezTo>
                <a:cubicBezTo>
                  <a:pt x="4191" y="4442"/>
                  <a:pt x="3907" y="4127"/>
                  <a:pt x="3907" y="3781"/>
                </a:cubicBezTo>
                <a:cubicBezTo>
                  <a:pt x="3907" y="2647"/>
                  <a:pt x="4821" y="1733"/>
                  <a:pt x="5955" y="1733"/>
                </a:cubicBezTo>
                <a:close/>
                <a:moveTo>
                  <a:pt x="5829" y="8570"/>
                </a:moveTo>
                <a:cubicBezTo>
                  <a:pt x="6176" y="8570"/>
                  <a:pt x="6491" y="8885"/>
                  <a:pt x="6491" y="9263"/>
                </a:cubicBezTo>
                <a:cubicBezTo>
                  <a:pt x="6491" y="9641"/>
                  <a:pt x="6207" y="9924"/>
                  <a:pt x="5829" y="9924"/>
                </a:cubicBezTo>
                <a:cubicBezTo>
                  <a:pt x="5419" y="9924"/>
                  <a:pt x="5167" y="9609"/>
                  <a:pt x="5167" y="9263"/>
                </a:cubicBezTo>
                <a:cubicBezTo>
                  <a:pt x="5167" y="8853"/>
                  <a:pt x="5482" y="8570"/>
                  <a:pt x="5829" y="8570"/>
                </a:cubicBezTo>
                <a:close/>
                <a:moveTo>
                  <a:pt x="5829" y="0"/>
                </a:moveTo>
                <a:cubicBezTo>
                  <a:pt x="2647" y="0"/>
                  <a:pt x="1" y="2615"/>
                  <a:pt x="1" y="5829"/>
                </a:cubicBezTo>
                <a:cubicBezTo>
                  <a:pt x="1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647"/>
                  <a:pt x="9011" y="0"/>
                  <a:pt x="58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9" name="Google Shape;6311;p59">
            <a:extLst>
              <a:ext uri="{FF2B5EF4-FFF2-40B4-BE49-F238E27FC236}">
                <a16:creationId xmlns:a16="http://schemas.microsoft.com/office/drawing/2014/main" id="{82915143-DB71-4414-5105-7C08C2364AD2}"/>
              </a:ext>
            </a:extLst>
          </p:cNvPr>
          <p:cNvSpPr/>
          <p:nvPr/>
        </p:nvSpPr>
        <p:spPr>
          <a:xfrm>
            <a:off x="848428" y="3597040"/>
            <a:ext cx="119369" cy="501799"/>
          </a:xfrm>
          <a:custGeom>
            <a:avLst/>
            <a:gdLst/>
            <a:ahLst/>
            <a:cxnLst/>
            <a:rect l="l" t="t" r="r" b="b"/>
            <a:pathLst>
              <a:path w="2773" h="11657" extrusionOk="0">
                <a:moveTo>
                  <a:pt x="1733" y="0"/>
                </a:moveTo>
                <a:cubicBezTo>
                  <a:pt x="1198" y="0"/>
                  <a:pt x="725" y="473"/>
                  <a:pt x="725" y="1040"/>
                </a:cubicBezTo>
                <a:lnTo>
                  <a:pt x="725" y="1386"/>
                </a:lnTo>
                <a:lnTo>
                  <a:pt x="347" y="1386"/>
                </a:lnTo>
                <a:cubicBezTo>
                  <a:pt x="158" y="1386"/>
                  <a:pt x="1" y="1544"/>
                  <a:pt x="1" y="1733"/>
                </a:cubicBezTo>
                <a:cubicBezTo>
                  <a:pt x="1" y="1922"/>
                  <a:pt x="158" y="2079"/>
                  <a:pt x="347" y="2079"/>
                </a:cubicBezTo>
                <a:lnTo>
                  <a:pt x="725" y="2079"/>
                </a:lnTo>
                <a:lnTo>
                  <a:pt x="725" y="3466"/>
                </a:lnTo>
                <a:lnTo>
                  <a:pt x="347" y="3466"/>
                </a:lnTo>
                <a:cubicBezTo>
                  <a:pt x="158" y="3466"/>
                  <a:pt x="1" y="3623"/>
                  <a:pt x="1" y="3812"/>
                </a:cubicBezTo>
                <a:cubicBezTo>
                  <a:pt x="1" y="4033"/>
                  <a:pt x="158" y="4190"/>
                  <a:pt x="347" y="4190"/>
                </a:cubicBezTo>
                <a:lnTo>
                  <a:pt x="725" y="4190"/>
                </a:lnTo>
                <a:lnTo>
                  <a:pt x="725" y="5608"/>
                </a:lnTo>
                <a:lnTo>
                  <a:pt x="347" y="5608"/>
                </a:lnTo>
                <a:cubicBezTo>
                  <a:pt x="158" y="5608"/>
                  <a:pt x="1" y="5765"/>
                  <a:pt x="1" y="5954"/>
                </a:cubicBezTo>
                <a:cubicBezTo>
                  <a:pt x="1" y="6143"/>
                  <a:pt x="158" y="6301"/>
                  <a:pt x="347" y="6301"/>
                </a:cubicBezTo>
                <a:lnTo>
                  <a:pt x="725" y="6301"/>
                </a:lnTo>
                <a:lnTo>
                  <a:pt x="725" y="7687"/>
                </a:lnTo>
                <a:lnTo>
                  <a:pt x="347" y="7687"/>
                </a:lnTo>
                <a:cubicBezTo>
                  <a:pt x="158" y="7687"/>
                  <a:pt x="1" y="7845"/>
                  <a:pt x="1" y="8034"/>
                </a:cubicBezTo>
                <a:cubicBezTo>
                  <a:pt x="1" y="8223"/>
                  <a:pt x="158" y="8380"/>
                  <a:pt x="347" y="8380"/>
                </a:cubicBezTo>
                <a:lnTo>
                  <a:pt x="725" y="8380"/>
                </a:lnTo>
                <a:lnTo>
                  <a:pt x="725" y="9767"/>
                </a:lnTo>
                <a:lnTo>
                  <a:pt x="347" y="9767"/>
                </a:lnTo>
                <a:lnTo>
                  <a:pt x="347" y="9577"/>
                </a:lnTo>
                <a:cubicBezTo>
                  <a:pt x="158" y="9577"/>
                  <a:pt x="1" y="9735"/>
                  <a:pt x="1" y="9924"/>
                </a:cubicBezTo>
                <a:cubicBezTo>
                  <a:pt x="1" y="10113"/>
                  <a:pt x="158" y="10271"/>
                  <a:pt x="347" y="10271"/>
                </a:cubicBezTo>
                <a:lnTo>
                  <a:pt x="725" y="10271"/>
                </a:lnTo>
                <a:lnTo>
                  <a:pt x="725" y="10649"/>
                </a:lnTo>
                <a:cubicBezTo>
                  <a:pt x="725" y="11184"/>
                  <a:pt x="1198" y="11657"/>
                  <a:pt x="1733" y="11657"/>
                </a:cubicBezTo>
                <a:lnTo>
                  <a:pt x="2773" y="11657"/>
                </a:lnTo>
                <a:lnTo>
                  <a:pt x="277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0" name="Google Shape;6312;p59">
            <a:extLst>
              <a:ext uri="{FF2B5EF4-FFF2-40B4-BE49-F238E27FC236}">
                <a16:creationId xmlns:a16="http://schemas.microsoft.com/office/drawing/2014/main" id="{9E26D282-21F1-C40B-F010-F3DA14AEE9EA}"/>
              </a:ext>
            </a:extLst>
          </p:cNvPr>
          <p:cNvSpPr/>
          <p:nvPr/>
        </p:nvSpPr>
        <p:spPr>
          <a:xfrm>
            <a:off x="997629" y="3595662"/>
            <a:ext cx="265859" cy="501843"/>
          </a:xfrm>
          <a:custGeom>
            <a:avLst/>
            <a:gdLst/>
            <a:ahLst/>
            <a:cxnLst/>
            <a:rect l="l" t="t" r="r" b="b"/>
            <a:pathLst>
              <a:path w="6176" h="11658" extrusionOk="0">
                <a:moveTo>
                  <a:pt x="4096" y="2048"/>
                </a:moveTo>
                <a:cubicBezTo>
                  <a:pt x="4285" y="2048"/>
                  <a:pt x="4442" y="2206"/>
                  <a:pt x="4442" y="2395"/>
                </a:cubicBezTo>
                <a:lnTo>
                  <a:pt x="4442" y="3750"/>
                </a:lnTo>
                <a:cubicBezTo>
                  <a:pt x="4442" y="3939"/>
                  <a:pt x="4285" y="4096"/>
                  <a:pt x="4096" y="4096"/>
                </a:cubicBezTo>
                <a:lnTo>
                  <a:pt x="3088" y="4096"/>
                </a:lnTo>
                <a:lnTo>
                  <a:pt x="3088" y="7562"/>
                </a:lnTo>
                <a:lnTo>
                  <a:pt x="4096" y="7562"/>
                </a:lnTo>
                <a:cubicBezTo>
                  <a:pt x="4285" y="7562"/>
                  <a:pt x="4442" y="7719"/>
                  <a:pt x="4442" y="7908"/>
                </a:cubicBezTo>
                <a:lnTo>
                  <a:pt x="4442" y="9294"/>
                </a:lnTo>
                <a:cubicBezTo>
                  <a:pt x="4442" y="9483"/>
                  <a:pt x="4285" y="9641"/>
                  <a:pt x="4096" y="9641"/>
                </a:cubicBezTo>
                <a:lnTo>
                  <a:pt x="3088" y="9641"/>
                </a:lnTo>
                <a:cubicBezTo>
                  <a:pt x="2332" y="9641"/>
                  <a:pt x="1701" y="9011"/>
                  <a:pt x="1701" y="8255"/>
                </a:cubicBezTo>
                <a:lnTo>
                  <a:pt x="1701" y="3435"/>
                </a:lnTo>
                <a:cubicBezTo>
                  <a:pt x="1701" y="2678"/>
                  <a:pt x="2332" y="2048"/>
                  <a:pt x="3088" y="2048"/>
                </a:cubicBezTo>
                <a:close/>
                <a:moveTo>
                  <a:pt x="0" y="1"/>
                </a:moveTo>
                <a:lnTo>
                  <a:pt x="0" y="11657"/>
                </a:lnTo>
                <a:lnTo>
                  <a:pt x="5167" y="11657"/>
                </a:lnTo>
                <a:cubicBezTo>
                  <a:pt x="5703" y="11657"/>
                  <a:pt x="6175" y="11185"/>
                  <a:pt x="6175" y="10618"/>
                </a:cubicBezTo>
                <a:lnTo>
                  <a:pt x="6175" y="1009"/>
                </a:lnTo>
                <a:cubicBezTo>
                  <a:pt x="6175" y="473"/>
                  <a:pt x="5703" y="1"/>
                  <a:pt x="516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1" name="Google Shape;6313;p59">
            <a:extLst>
              <a:ext uri="{FF2B5EF4-FFF2-40B4-BE49-F238E27FC236}">
                <a16:creationId xmlns:a16="http://schemas.microsoft.com/office/drawing/2014/main" id="{408424D9-169F-E7AD-4417-8D67A0263246}"/>
              </a:ext>
            </a:extLst>
          </p:cNvPr>
          <p:cNvSpPr/>
          <p:nvPr/>
        </p:nvSpPr>
        <p:spPr>
          <a:xfrm>
            <a:off x="1293276" y="3655325"/>
            <a:ext cx="58329" cy="88203"/>
          </a:xfrm>
          <a:custGeom>
            <a:avLst/>
            <a:gdLst/>
            <a:ahLst/>
            <a:cxnLst/>
            <a:rect l="l" t="t" r="r" b="b"/>
            <a:pathLst>
              <a:path w="1355" h="2049" extrusionOk="0">
                <a:moveTo>
                  <a:pt x="0" y="1"/>
                </a:moveTo>
                <a:lnTo>
                  <a:pt x="0" y="2049"/>
                </a:lnTo>
                <a:lnTo>
                  <a:pt x="1355" y="2049"/>
                </a:lnTo>
                <a:lnTo>
                  <a:pt x="1355" y="347"/>
                </a:lnTo>
                <a:cubicBezTo>
                  <a:pt x="1355" y="158"/>
                  <a:pt x="1197" y="1"/>
                  <a:pt x="100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2" name="Google Shape;6314;p59">
            <a:extLst>
              <a:ext uri="{FF2B5EF4-FFF2-40B4-BE49-F238E27FC236}">
                <a16:creationId xmlns:a16="http://schemas.microsoft.com/office/drawing/2014/main" id="{14B2A826-DDE8-5DED-6837-A92CC8E93E79}"/>
              </a:ext>
            </a:extLst>
          </p:cNvPr>
          <p:cNvSpPr/>
          <p:nvPr/>
        </p:nvSpPr>
        <p:spPr>
          <a:xfrm>
            <a:off x="1293276" y="3771983"/>
            <a:ext cx="58329" cy="61041"/>
          </a:xfrm>
          <a:custGeom>
            <a:avLst/>
            <a:gdLst/>
            <a:ahLst/>
            <a:cxnLst/>
            <a:rect l="l" t="t" r="r" b="b"/>
            <a:pathLst>
              <a:path w="1355" h="1418" extrusionOk="0">
                <a:moveTo>
                  <a:pt x="0" y="0"/>
                </a:moveTo>
                <a:lnTo>
                  <a:pt x="0" y="1418"/>
                </a:lnTo>
                <a:lnTo>
                  <a:pt x="1355" y="1418"/>
                </a:lnTo>
                <a:lnTo>
                  <a:pt x="135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83" name="Google Shape;6315;p59">
            <a:extLst>
              <a:ext uri="{FF2B5EF4-FFF2-40B4-BE49-F238E27FC236}">
                <a16:creationId xmlns:a16="http://schemas.microsoft.com/office/drawing/2014/main" id="{CC71E8EA-A343-4070-DEB0-C249CC7463FE}"/>
              </a:ext>
            </a:extLst>
          </p:cNvPr>
          <p:cNvSpPr/>
          <p:nvPr/>
        </p:nvSpPr>
        <p:spPr>
          <a:xfrm>
            <a:off x="1293276" y="3861478"/>
            <a:ext cx="58329" cy="88203"/>
          </a:xfrm>
          <a:custGeom>
            <a:avLst/>
            <a:gdLst/>
            <a:ahLst/>
            <a:cxnLst/>
            <a:rect l="l" t="t" r="r" b="b"/>
            <a:pathLst>
              <a:path w="1355" h="2049" extrusionOk="0">
                <a:moveTo>
                  <a:pt x="0" y="0"/>
                </a:moveTo>
                <a:lnTo>
                  <a:pt x="0" y="2048"/>
                </a:lnTo>
                <a:lnTo>
                  <a:pt x="1008" y="2048"/>
                </a:lnTo>
                <a:cubicBezTo>
                  <a:pt x="1197" y="2048"/>
                  <a:pt x="1355" y="1891"/>
                  <a:pt x="1355" y="1702"/>
                </a:cubicBezTo>
                <a:lnTo>
                  <a:pt x="135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4" name="Google Shape;6317;p59">
            <a:extLst>
              <a:ext uri="{FF2B5EF4-FFF2-40B4-BE49-F238E27FC236}">
                <a16:creationId xmlns:a16="http://schemas.microsoft.com/office/drawing/2014/main" id="{7348574D-FFE0-6B9E-F9C1-5DA64481429A}"/>
              </a:ext>
            </a:extLst>
          </p:cNvPr>
          <p:cNvSpPr/>
          <p:nvPr/>
        </p:nvSpPr>
        <p:spPr>
          <a:xfrm>
            <a:off x="847739" y="4707668"/>
            <a:ext cx="504555" cy="58372"/>
          </a:xfrm>
          <a:custGeom>
            <a:avLst/>
            <a:gdLst/>
            <a:ahLst/>
            <a:cxnLst/>
            <a:rect l="l" t="t" r="r" b="b"/>
            <a:pathLst>
              <a:path w="11721" h="1356" extrusionOk="0">
                <a:moveTo>
                  <a:pt x="662" y="1"/>
                </a:moveTo>
                <a:cubicBezTo>
                  <a:pt x="284" y="1"/>
                  <a:pt x="1" y="316"/>
                  <a:pt x="1" y="662"/>
                </a:cubicBezTo>
                <a:lnTo>
                  <a:pt x="1" y="1009"/>
                </a:lnTo>
                <a:cubicBezTo>
                  <a:pt x="1" y="1198"/>
                  <a:pt x="158" y="1355"/>
                  <a:pt x="347" y="1355"/>
                </a:cubicBezTo>
                <a:lnTo>
                  <a:pt x="11342" y="1355"/>
                </a:lnTo>
                <a:cubicBezTo>
                  <a:pt x="11563" y="1355"/>
                  <a:pt x="11720" y="1198"/>
                  <a:pt x="11720" y="1009"/>
                </a:cubicBezTo>
                <a:lnTo>
                  <a:pt x="11720" y="694"/>
                </a:lnTo>
                <a:cubicBezTo>
                  <a:pt x="11689" y="316"/>
                  <a:pt x="11374" y="1"/>
                  <a:pt x="1099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5" name="Google Shape;6318;p59">
            <a:extLst>
              <a:ext uri="{FF2B5EF4-FFF2-40B4-BE49-F238E27FC236}">
                <a16:creationId xmlns:a16="http://schemas.microsoft.com/office/drawing/2014/main" id="{616203DC-0555-FC29-0C12-E50C6E2A0924}"/>
              </a:ext>
            </a:extLst>
          </p:cNvPr>
          <p:cNvSpPr/>
          <p:nvPr/>
        </p:nvSpPr>
        <p:spPr>
          <a:xfrm>
            <a:off x="944034" y="4500182"/>
            <a:ext cx="310628" cy="89538"/>
          </a:xfrm>
          <a:custGeom>
            <a:avLst/>
            <a:gdLst/>
            <a:ahLst/>
            <a:cxnLst/>
            <a:rect l="l" t="t" r="r" b="b"/>
            <a:pathLst>
              <a:path w="7216" h="2080" extrusionOk="0">
                <a:moveTo>
                  <a:pt x="757" y="1"/>
                </a:moveTo>
                <a:lnTo>
                  <a:pt x="0" y="2080"/>
                </a:lnTo>
                <a:lnTo>
                  <a:pt x="7215" y="2080"/>
                </a:lnTo>
                <a:lnTo>
                  <a:pt x="652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6" name="Google Shape;6319;p59">
            <a:extLst>
              <a:ext uri="{FF2B5EF4-FFF2-40B4-BE49-F238E27FC236}">
                <a16:creationId xmlns:a16="http://schemas.microsoft.com/office/drawing/2014/main" id="{CCC4A780-492A-F5FE-ABD9-ABCEBC98A1A0}"/>
              </a:ext>
            </a:extLst>
          </p:cNvPr>
          <p:cNvSpPr/>
          <p:nvPr/>
        </p:nvSpPr>
        <p:spPr>
          <a:xfrm>
            <a:off x="912826" y="4619508"/>
            <a:ext cx="374381" cy="58372"/>
          </a:xfrm>
          <a:custGeom>
            <a:avLst/>
            <a:gdLst/>
            <a:ahLst/>
            <a:cxnLst/>
            <a:rect l="l" t="t" r="r" b="b"/>
            <a:pathLst>
              <a:path w="8697" h="1356" extrusionOk="0">
                <a:moveTo>
                  <a:pt x="505" y="1"/>
                </a:moveTo>
                <a:lnTo>
                  <a:pt x="1" y="1356"/>
                </a:lnTo>
                <a:lnTo>
                  <a:pt x="8696" y="1356"/>
                </a:lnTo>
                <a:lnTo>
                  <a:pt x="822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7" name="Google Shape;6320;p59">
            <a:extLst>
              <a:ext uri="{FF2B5EF4-FFF2-40B4-BE49-F238E27FC236}">
                <a16:creationId xmlns:a16="http://schemas.microsoft.com/office/drawing/2014/main" id="{EDEEB2A6-27CD-781B-A7C6-5AEEAAA6AF64}"/>
              </a:ext>
            </a:extLst>
          </p:cNvPr>
          <p:cNvSpPr/>
          <p:nvPr/>
        </p:nvSpPr>
        <p:spPr>
          <a:xfrm>
            <a:off x="1029484" y="4264199"/>
            <a:ext cx="142443" cy="90915"/>
          </a:xfrm>
          <a:custGeom>
            <a:avLst/>
            <a:gdLst/>
            <a:ahLst/>
            <a:cxnLst/>
            <a:rect l="l" t="t" r="r" b="b"/>
            <a:pathLst>
              <a:path w="3309" h="2112" extrusionOk="0">
                <a:moveTo>
                  <a:pt x="1639" y="1"/>
                </a:moveTo>
                <a:cubicBezTo>
                  <a:pt x="1103" y="1"/>
                  <a:pt x="599" y="379"/>
                  <a:pt x="441" y="883"/>
                </a:cubicBezTo>
                <a:lnTo>
                  <a:pt x="0" y="2112"/>
                </a:lnTo>
                <a:lnTo>
                  <a:pt x="3308" y="2112"/>
                </a:lnTo>
                <a:lnTo>
                  <a:pt x="2867" y="883"/>
                </a:lnTo>
                <a:cubicBezTo>
                  <a:pt x="2678" y="316"/>
                  <a:pt x="2206" y="1"/>
                  <a:pt x="163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8" name="Google Shape;6321;p59">
            <a:extLst>
              <a:ext uri="{FF2B5EF4-FFF2-40B4-BE49-F238E27FC236}">
                <a16:creationId xmlns:a16="http://schemas.microsoft.com/office/drawing/2014/main" id="{2E2A2C95-9ECA-2D52-9100-1E7D88FFDC81}"/>
              </a:ext>
            </a:extLst>
          </p:cNvPr>
          <p:cNvSpPr/>
          <p:nvPr/>
        </p:nvSpPr>
        <p:spPr>
          <a:xfrm>
            <a:off x="987426" y="4383567"/>
            <a:ext cx="226514" cy="88160"/>
          </a:xfrm>
          <a:custGeom>
            <a:avLst/>
            <a:gdLst/>
            <a:ahLst/>
            <a:cxnLst/>
            <a:rect l="l" t="t" r="r" b="b"/>
            <a:pathLst>
              <a:path w="5262" h="2048" extrusionOk="0">
                <a:moveTo>
                  <a:pt x="694" y="0"/>
                </a:moveTo>
                <a:lnTo>
                  <a:pt x="1" y="2048"/>
                </a:lnTo>
                <a:lnTo>
                  <a:pt x="5262" y="2048"/>
                </a:lnTo>
                <a:lnTo>
                  <a:pt x="450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5" name="Google Shape;6323;p59">
            <a:extLst>
              <a:ext uri="{FF2B5EF4-FFF2-40B4-BE49-F238E27FC236}">
                <a16:creationId xmlns:a16="http://schemas.microsoft.com/office/drawing/2014/main" id="{0484795D-34E1-E2B1-E7E5-F576CD5417A0}"/>
              </a:ext>
            </a:extLst>
          </p:cNvPr>
          <p:cNvSpPr/>
          <p:nvPr/>
        </p:nvSpPr>
        <p:spPr>
          <a:xfrm>
            <a:off x="848428" y="4922619"/>
            <a:ext cx="119369" cy="503177"/>
          </a:xfrm>
          <a:custGeom>
            <a:avLst/>
            <a:gdLst/>
            <a:ahLst/>
            <a:cxnLst/>
            <a:rect l="l" t="t" r="r" b="b"/>
            <a:pathLst>
              <a:path w="2773" h="11689" extrusionOk="0">
                <a:moveTo>
                  <a:pt x="1418" y="0"/>
                </a:moveTo>
                <a:cubicBezTo>
                  <a:pt x="1072" y="0"/>
                  <a:pt x="757" y="315"/>
                  <a:pt x="757" y="662"/>
                </a:cubicBezTo>
                <a:lnTo>
                  <a:pt x="757" y="9578"/>
                </a:lnTo>
                <a:cubicBezTo>
                  <a:pt x="757" y="9830"/>
                  <a:pt x="914" y="10050"/>
                  <a:pt x="1103" y="10176"/>
                </a:cubicBezTo>
                <a:lnTo>
                  <a:pt x="1103" y="10996"/>
                </a:lnTo>
                <a:lnTo>
                  <a:pt x="347" y="10996"/>
                </a:lnTo>
                <a:cubicBezTo>
                  <a:pt x="158" y="10996"/>
                  <a:pt x="1" y="11153"/>
                  <a:pt x="1" y="11342"/>
                </a:cubicBezTo>
                <a:cubicBezTo>
                  <a:pt x="1" y="11531"/>
                  <a:pt x="158" y="11689"/>
                  <a:pt x="347" y="11689"/>
                </a:cubicBezTo>
                <a:lnTo>
                  <a:pt x="2395" y="11689"/>
                </a:lnTo>
                <a:cubicBezTo>
                  <a:pt x="2616" y="11689"/>
                  <a:pt x="2773" y="11531"/>
                  <a:pt x="2773" y="11342"/>
                </a:cubicBezTo>
                <a:cubicBezTo>
                  <a:pt x="2773" y="11153"/>
                  <a:pt x="2616" y="10996"/>
                  <a:pt x="2395" y="10996"/>
                </a:cubicBezTo>
                <a:lnTo>
                  <a:pt x="1733" y="10996"/>
                </a:lnTo>
                <a:lnTo>
                  <a:pt x="1733" y="10176"/>
                </a:lnTo>
                <a:cubicBezTo>
                  <a:pt x="1922" y="10050"/>
                  <a:pt x="2080" y="9861"/>
                  <a:pt x="2080" y="9578"/>
                </a:cubicBezTo>
                <a:lnTo>
                  <a:pt x="2080" y="662"/>
                </a:lnTo>
                <a:cubicBezTo>
                  <a:pt x="2080" y="284"/>
                  <a:pt x="1765" y="0"/>
                  <a:pt x="14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6" name="Google Shape;6324;p59">
            <a:extLst>
              <a:ext uri="{FF2B5EF4-FFF2-40B4-BE49-F238E27FC236}">
                <a16:creationId xmlns:a16="http://schemas.microsoft.com/office/drawing/2014/main" id="{AE1F99C1-853C-4B9C-0A4A-8DBFBE75305C}"/>
              </a:ext>
            </a:extLst>
          </p:cNvPr>
          <p:cNvSpPr/>
          <p:nvPr/>
        </p:nvSpPr>
        <p:spPr>
          <a:xfrm>
            <a:off x="1205116" y="5116546"/>
            <a:ext cx="146489" cy="43435"/>
          </a:xfrm>
          <a:custGeom>
            <a:avLst/>
            <a:gdLst/>
            <a:ahLst/>
            <a:cxnLst/>
            <a:rect l="l" t="t" r="r" b="b"/>
            <a:pathLst>
              <a:path w="3403" h="1009" extrusionOk="0">
                <a:moveTo>
                  <a:pt x="505" y="1"/>
                </a:moveTo>
                <a:cubicBezTo>
                  <a:pt x="221" y="1"/>
                  <a:pt x="0" y="221"/>
                  <a:pt x="0" y="505"/>
                </a:cubicBezTo>
                <a:cubicBezTo>
                  <a:pt x="0" y="788"/>
                  <a:pt x="221" y="1009"/>
                  <a:pt x="505" y="1009"/>
                </a:cubicBezTo>
                <a:lnTo>
                  <a:pt x="2899" y="1009"/>
                </a:lnTo>
                <a:cubicBezTo>
                  <a:pt x="3182" y="1009"/>
                  <a:pt x="3403" y="788"/>
                  <a:pt x="3403" y="505"/>
                </a:cubicBezTo>
                <a:cubicBezTo>
                  <a:pt x="3403" y="190"/>
                  <a:pt x="3182" y="1"/>
                  <a:pt x="289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7" name="Google Shape;6325;p59">
            <a:extLst>
              <a:ext uri="{FF2B5EF4-FFF2-40B4-BE49-F238E27FC236}">
                <a16:creationId xmlns:a16="http://schemas.microsoft.com/office/drawing/2014/main" id="{782C44A1-4A55-7E1C-22D7-ED6A240CB1DE}"/>
              </a:ext>
            </a:extLst>
          </p:cNvPr>
          <p:cNvSpPr/>
          <p:nvPr/>
        </p:nvSpPr>
        <p:spPr>
          <a:xfrm>
            <a:off x="1205116" y="5189769"/>
            <a:ext cx="146489" cy="43435"/>
          </a:xfrm>
          <a:custGeom>
            <a:avLst/>
            <a:gdLst/>
            <a:ahLst/>
            <a:cxnLst/>
            <a:rect l="l" t="t" r="r" b="b"/>
            <a:pathLst>
              <a:path w="3403" h="1009" extrusionOk="0">
                <a:moveTo>
                  <a:pt x="505" y="1"/>
                </a:moveTo>
                <a:cubicBezTo>
                  <a:pt x="221" y="1"/>
                  <a:pt x="0" y="221"/>
                  <a:pt x="0" y="505"/>
                </a:cubicBezTo>
                <a:cubicBezTo>
                  <a:pt x="0" y="788"/>
                  <a:pt x="221" y="1009"/>
                  <a:pt x="505" y="1009"/>
                </a:cubicBezTo>
                <a:lnTo>
                  <a:pt x="2899" y="1009"/>
                </a:lnTo>
                <a:cubicBezTo>
                  <a:pt x="3182" y="1009"/>
                  <a:pt x="3403" y="788"/>
                  <a:pt x="3403" y="505"/>
                </a:cubicBezTo>
                <a:cubicBezTo>
                  <a:pt x="3403" y="221"/>
                  <a:pt x="3182" y="1"/>
                  <a:pt x="289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8" name="Google Shape;6326;p59">
            <a:extLst>
              <a:ext uri="{FF2B5EF4-FFF2-40B4-BE49-F238E27FC236}">
                <a16:creationId xmlns:a16="http://schemas.microsoft.com/office/drawing/2014/main" id="{CBC4B3A8-63D6-55D8-DCE2-FDE8F55FDA80}"/>
              </a:ext>
            </a:extLst>
          </p:cNvPr>
          <p:cNvSpPr/>
          <p:nvPr/>
        </p:nvSpPr>
        <p:spPr>
          <a:xfrm>
            <a:off x="1205116" y="5261657"/>
            <a:ext cx="116658" cy="44812"/>
          </a:xfrm>
          <a:custGeom>
            <a:avLst/>
            <a:gdLst/>
            <a:ahLst/>
            <a:cxnLst/>
            <a:rect l="l" t="t" r="r" b="b"/>
            <a:pathLst>
              <a:path w="2710" h="1041" extrusionOk="0">
                <a:moveTo>
                  <a:pt x="505" y="1"/>
                </a:moveTo>
                <a:cubicBezTo>
                  <a:pt x="221" y="1"/>
                  <a:pt x="0" y="253"/>
                  <a:pt x="0" y="536"/>
                </a:cubicBezTo>
                <a:cubicBezTo>
                  <a:pt x="0" y="788"/>
                  <a:pt x="221" y="1040"/>
                  <a:pt x="505" y="1040"/>
                </a:cubicBezTo>
                <a:lnTo>
                  <a:pt x="2206" y="1040"/>
                </a:lnTo>
                <a:cubicBezTo>
                  <a:pt x="2458" y="1040"/>
                  <a:pt x="2710" y="788"/>
                  <a:pt x="2710" y="536"/>
                </a:cubicBezTo>
                <a:cubicBezTo>
                  <a:pt x="2710" y="253"/>
                  <a:pt x="2521" y="1"/>
                  <a:pt x="220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9" name="Google Shape;6327;p59">
            <a:extLst>
              <a:ext uri="{FF2B5EF4-FFF2-40B4-BE49-F238E27FC236}">
                <a16:creationId xmlns:a16="http://schemas.microsoft.com/office/drawing/2014/main" id="{1A92E009-E876-5685-1CA4-03C5319B50F2}"/>
              </a:ext>
            </a:extLst>
          </p:cNvPr>
          <p:cNvSpPr/>
          <p:nvPr/>
        </p:nvSpPr>
        <p:spPr>
          <a:xfrm>
            <a:off x="1146787" y="4922618"/>
            <a:ext cx="88203" cy="89538"/>
          </a:xfrm>
          <a:custGeom>
            <a:avLst/>
            <a:gdLst/>
            <a:ahLst/>
            <a:cxnLst/>
            <a:rect l="l" t="t" r="r" b="b"/>
            <a:pathLst>
              <a:path w="2049" h="2080" extrusionOk="0">
                <a:moveTo>
                  <a:pt x="1702" y="0"/>
                </a:moveTo>
                <a:cubicBezTo>
                  <a:pt x="757" y="0"/>
                  <a:pt x="1" y="788"/>
                  <a:pt x="1" y="1733"/>
                </a:cubicBezTo>
                <a:lnTo>
                  <a:pt x="1" y="2080"/>
                </a:lnTo>
                <a:lnTo>
                  <a:pt x="2049" y="2080"/>
                </a:lnTo>
                <a:lnTo>
                  <a:pt x="204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0" name="Google Shape;6328;p59">
            <a:extLst>
              <a:ext uri="{FF2B5EF4-FFF2-40B4-BE49-F238E27FC236}">
                <a16:creationId xmlns:a16="http://schemas.microsoft.com/office/drawing/2014/main" id="{F4EC6A9E-7E7C-29CC-02C4-752420C09492}"/>
              </a:ext>
            </a:extLst>
          </p:cNvPr>
          <p:cNvSpPr/>
          <p:nvPr/>
        </p:nvSpPr>
        <p:spPr>
          <a:xfrm>
            <a:off x="1262066" y="4922618"/>
            <a:ext cx="59706" cy="94962"/>
          </a:xfrm>
          <a:custGeom>
            <a:avLst/>
            <a:gdLst/>
            <a:ahLst/>
            <a:cxnLst/>
            <a:rect l="l" t="t" r="r" b="b"/>
            <a:pathLst>
              <a:path w="1387" h="2206" extrusionOk="0">
                <a:moveTo>
                  <a:pt x="1" y="0"/>
                </a:moveTo>
                <a:lnTo>
                  <a:pt x="1" y="2111"/>
                </a:lnTo>
                <a:lnTo>
                  <a:pt x="883" y="2111"/>
                </a:lnTo>
                <a:cubicBezTo>
                  <a:pt x="1072" y="2111"/>
                  <a:pt x="1261" y="2143"/>
                  <a:pt x="1387" y="2206"/>
                </a:cubicBezTo>
                <a:lnTo>
                  <a:pt x="1387" y="1040"/>
                </a:lnTo>
                <a:cubicBezTo>
                  <a:pt x="1387" y="473"/>
                  <a:pt x="914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1" name="Google Shape;6329;p59">
            <a:extLst>
              <a:ext uri="{FF2B5EF4-FFF2-40B4-BE49-F238E27FC236}">
                <a16:creationId xmlns:a16="http://schemas.microsoft.com/office/drawing/2014/main" id="{1221AFE8-16A6-C3D8-5ADF-E1BF20780094}"/>
              </a:ext>
            </a:extLst>
          </p:cNvPr>
          <p:cNvSpPr/>
          <p:nvPr/>
        </p:nvSpPr>
        <p:spPr>
          <a:xfrm>
            <a:off x="965085" y="5041945"/>
            <a:ext cx="356688" cy="264524"/>
          </a:xfrm>
          <a:custGeom>
            <a:avLst/>
            <a:gdLst/>
            <a:ahLst/>
            <a:cxnLst/>
            <a:rect l="l" t="t" r="r" b="b"/>
            <a:pathLst>
              <a:path w="8286" h="6145" extrusionOk="0">
                <a:moveTo>
                  <a:pt x="0" y="1"/>
                </a:moveTo>
                <a:lnTo>
                  <a:pt x="0" y="6144"/>
                </a:lnTo>
                <a:lnTo>
                  <a:pt x="378" y="6144"/>
                </a:lnTo>
                <a:cubicBezTo>
                  <a:pt x="756" y="6144"/>
                  <a:pt x="1071" y="5892"/>
                  <a:pt x="1260" y="5577"/>
                </a:cubicBezTo>
                <a:lnTo>
                  <a:pt x="2016" y="5955"/>
                </a:lnTo>
                <a:cubicBezTo>
                  <a:pt x="2268" y="6050"/>
                  <a:pt x="2552" y="6144"/>
                  <a:pt x="2773" y="6144"/>
                </a:cubicBezTo>
                <a:lnTo>
                  <a:pt x="3497" y="6144"/>
                </a:lnTo>
                <a:lnTo>
                  <a:pt x="3497" y="3057"/>
                </a:lnTo>
                <a:cubicBezTo>
                  <a:pt x="3214" y="3309"/>
                  <a:pt x="2867" y="3435"/>
                  <a:pt x="2457" y="3435"/>
                </a:cubicBezTo>
                <a:cubicBezTo>
                  <a:pt x="2268" y="3435"/>
                  <a:pt x="2111" y="3277"/>
                  <a:pt x="2111" y="3057"/>
                </a:cubicBezTo>
                <a:cubicBezTo>
                  <a:pt x="2111" y="2868"/>
                  <a:pt x="2268" y="2710"/>
                  <a:pt x="2457" y="2710"/>
                </a:cubicBezTo>
                <a:cubicBezTo>
                  <a:pt x="3025" y="2710"/>
                  <a:pt x="3497" y="2238"/>
                  <a:pt x="3497" y="1702"/>
                </a:cubicBezTo>
                <a:lnTo>
                  <a:pt x="3497" y="1009"/>
                </a:lnTo>
                <a:lnTo>
                  <a:pt x="7782" y="1009"/>
                </a:lnTo>
                <a:cubicBezTo>
                  <a:pt x="8065" y="1009"/>
                  <a:pt x="8286" y="788"/>
                  <a:pt x="8286" y="505"/>
                </a:cubicBezTo>
                <a:cubicBezTo>
                  <a:pt x="8286" y="221"/>
                  <a:pt x="8065" y="1"/>
                  <a:pt x="7782" y="1"/>
                </a:cubicBezTo>
                <a:lnTo>
                  <a:pt x="3560" y="1"/>
                </a:lnTo>
                <a:cubicBezTo>
                  <a:pt x="3308" y="1"/>
                  <a:pt x="2899" y="158"/>
                  <a:pt x="2583" y="442"/>
                </a:cubicBezTo>
                <a:cubicBezTo>
                  <a:pt x="2426" y="599"/>
                  <a:pt x="2205" y="662"/>
                  <a:pt x="1985" y="662"/>
                </a:cubicBezTo>
                <a:lnTo>
                  <a:pt x="1323" y="662"/>
                </a:lnTo>
                <a:cubicBezTo>
                  <a:pt x="1166" y="284"/>
                  <a:pt x="788" y="1"/>
                  <a:pt x="37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2" name="Google Shape;6330;p59">
            <a:extLst>
              <a:ext uri="{FF2B5EF4-FFF2-40B4-BE49-F238E27FC236}">
                <a16:creationId xmlns:a16="http://schemas.microsoft.com/office/drawing/2014/main" id="{D5D08321-12C9-E40D-4AA2-6B3281BB90FF}"/>
              </a:ext>
            </a:extLst>
          </p:cNvPr>
          <p:cNvSpPr/>
          <p:nvPr/>
        </p:nvSpPr>
        <p:spPr>
          <a:xfrm>
            <a:off x="1145452" y="5113834"/>
            <a:ext cx="88160" cy="311962"/>
          </a:xfrm>
          <a:custGeom>
            <a:avLst/>
            <a:gdLst/>
            <a:ahLst/>
            <a:cxnLst/>
            <a:rect l="l" t="t" r="r" b="b"/>
            <a:pathLst>
              <a:path w="2048" h="7247" extrusionOk="0">
                <a:moveTo>
                  <a:pt x="0" y="1"/>
                </a:moveTo>
                <a:lnTo>
                  <a:pt x="0" y="64"/>
                </a:lnTo>
                <a:lnTo>
                  <a:pt x="0" y="5514"/>
                </a:lnTo>
                <a:cubicBezTo>
                  <a:pt x="0" y="6459"/>
                  <a:pt x="756" y="7247"/>
                  <a:pt x="1701" y="7247"/>
                </a:cubicBezTo>
                <a:lnTo>
                  <a:pt x="2048" y="7247"/>
                </a:lnTo>
                <a:lnTo>
                  <a:pt x="2048" y="5167"/>
                </a:lnTo>
                <a:lnTo>
                  <a:pt x="1891" y="5167"/>
                </a:lnTo>
                <a:cubicBezTo>
                  <a:pt x="1229" y="5167"/>
                  <a:pt x="725" y="4632"/>
                  <a:pt x="725" y="4002"/>
                </a:cubicBezTo>
                <a:cubicBezTo>
                  <a:pt x="725" y="3624"/>
                  <a:pt x="882" y="3372"/>
                  <a:pt x="1071" y="3120"/>
                </a:cubicBezTo>
                <a:cubicBezTo>
                  <a:pt x="819" y="2899"/>
                  <a:pt x="725" y="2615"/>
                  <a:pt x="725" y="2269"/>
                </a:cubicBezTo>
                <a:cubicBezTo>
                  <a:pt x="725" y="1922"/>
                  <a:pt x="882" y="1639"/>
                  <a:pt x="1071" y="1387"/>
                </a:cubicBezTo>
                <a:cubicBezTo>
                  <a:pt x="819" y="1166"/>
                  <a:pt x="725" y="883"/>
                  <a:pt x="725" y="536"/>
                </a:cubicBezTo>
                <a:cubicBezTo>
                  <a:pt x="725" y="316"/>
                  <a:pt x="756" y="190"/>
                  <a:pt x="8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73" name="Google Shape;6331;p59">
            <a:extLst>
              <a:ext uri="{FF2B5EF4-FFF2-40B4-BE49-F238E27FC236}">
                <a16:creationId xmlns:a16="http://schemas.microsoft.com/office/drawing/2014/main" id="{DB051831-8EDE-A628-5CC2-9365C774268B}"/>
              </a:ext>
            </a:extLst>
          </p:cNvPr>
          <p:cNvSpPr/>
          <p:nvPr/>
        </p:nvSpPr>
        <p:spPr>
          <a:xfrm>
            <a:off x="1263444" y="5332169"/>
            <a:ext cx="59706" cy="95005"/>
          </a:xfrm>
          <a:custGeom>
            <a:avLst/>
            <a:gdLst/>
            <a:ahLst/>
            <a:cxnLst/>
            <a:rect l="l" t="t" r="r" b="b"/>
            <a:pathLst>
              <a:path w="1387" h="2207" extrusionOk="0">
                <a:moveTo>
                  <a:pt x="1386" y="1"/>
                </a:moveTo>
                <a:cubicBezTo>
                  <a:pt x="1229" y="64"/>
                  <a:pt x="1071" y="95"/>
                  <a:pt x="882" y="95"/>
                </a:cubicBezTo>
                <a:lnTo>
                  <a:pt x="0" y="95"/>
                </a:lnTo>
                <a:lnTo>
                  <a:pt x="0" y="2206"/>
                </a:lnTo>
                <a:lnTo>
                  <a:pt x="378" y="2206"/>
                </a:lnTo>
                <a:cubicBezTo>
                  <a:pt x="914" y="2206"/>
                  <a:pt x="1386" y="1734"/>
                  <a:pt x="1386" y="1167"/>
                </a:cubicBezTo>
                <a:lnTo>
                  <a:pt x="138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7" name="Google Shape;6333;p59">
            <a:extLst>
              <a:ext uri="{FF2B5EF4-FFF2-40B4-BE49-F238E27FC236}">
                <a16:creationId xmlns:a16="http://schemas.microsoft.com/office/drawing/2014/main" id="{D48A3DB2-A8E4-6E76-539C-CE7D2839BAF8}"/>
              </a:ext>
            </a:extLst>
          </p:cNvPr>
          <p:cNvSpPr/>
          <p:nvPr/>
        </p:nvSpPr>
        <p:spPr>
          <a:xfrm>
            <a:off x="4115640" y="3596158"/>
            <a:ext cx="177698" cy="58716"/>
          </a:xfrm>
          <a:custGeom>
            <a:avLst/>
            <a:gdLst/>
            <a:ahLst/>
            <a:cxnLst/>
            <a:rect l="l" t="t" r="r" b="b"/>
            <a:pathLst>
              <a:path w="4128" h="1364" extrusionOk="0">
                <a:moveTo>
                  <a:pt x="645" y="0"/>
                </a:moveTo>
                <a:cubicBezTo>
                  <a:pt x="263" y="0"/>
                  <a:pt x="0" y="296"/>
                  <a:pt x="0" y="670"/>
                </a:cubicBezTo>
                <a:lnTo>
                  <a:pt x="0" y="1016"/>
                </a:lnTo>
                <a:cubicBezTo>
                  <a:pt x="0" y="1205"/>
                  <a:pt x="158" y="1363"/>
                  <a:pt x="347" y="1363"/>
                </a:cubicBezTo>
                <a:lnTo>
                  <a:pt x="3781" y="1363"/>
                </a:lnTo>
                <a:cubicBezTo>
                  <a:pt x="3970" y="1363"/>
                  <a:pt x="4127" y="1205"/>
                  <a:pt x="4127" y="1016"/>
                </a:cubicBezTo>
                <a:lnTo>
                  <a:pt x="4127" y="670"/>
                </a:lnTo>
                <a:cubicBezTo>
                  <a:pt x="4127" y="260"/>
                  <a:pt x="3812" y="8"/>
                  <a:pt x="3466" y="8"/>
                </a:cubicBezTo>
                <a:lnTo>
                  <a:pt x="756" y="8"/>
                </a:lnTo>
                <a:cubicBezTo>
                  <a:pt x="718" y="3"/>
                  <a:pt x="681" y="0"/>
                  <a:pt x="64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8" name="Google Shape;6334;p59">
            <a:extLst>
              <a:ext uri="{FF2B5EF4-FFF2-40B4-BE49-F238E27FC236}">
                <a16:creationId xmlns:a16="http://schemas.microsoft.com/office/drawing/2014/main" id="{0A922BCB-FA2D-4CAC-14B0-5F399D002A53}"/>
              </a:ext>
            </a:extLst>
          </p:cNvPr>
          <p:cNvSpPr/>
          <p:nvPr/>
        </p:nvSpPr>
        <p:spPr>
          <a:xfrm>
            <a:off x="4100703" y="3858229"/>
            <a:ext cx="28497" cy="31252"/>
          </a:xfrm>
          <a:custGeom>
            <a:avLst/>
            <a:gdLst/>
            <a:ahLst/>
            <a:cxnLst/>
            <a:rect l="l" t="t" r="r" b="b"/>
            <a:pathLst>
              <a:path w="662" h="726" extrusionOk="0">
                <a:moveTo>
                  <a:pt x="1" y="1"/>
                </a:moveTo>
                <a:lnTo>
                  <a:pt x="1" y="725"/>
                </a:lnTo>
                <a:lnTo>
                  <a:pt x="662" y="725"/>
                </a:lnTo>
                <a:lnTo>
                  <a:pt x="66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9" name="Google Shape;6335;p59">
            <a:extLst>
              <a:ext uri="{FF2B5EF4-FFF2-40B4-BE49-F238E27FC236}">
                <a16:creationId xmlns:a16="http://schemas.microsoft.com/office/drawing/2014/main" id="{254D9A5C-3972-BF4E-B57B-3974B0A556EE}"/>
              </a:ext>
            </a:extLst>
          </p:cNvPr>
          <p:cNvSpPr/>
          <p:nvPr/>
        </p:nvSpPr>
        <p:spPr>
          <a:xfrm>
            <a:off x="4100703" y="3741615"/>
            <a:ext cx="28497" cy="28497"/>
          </a:xfrm>
          <a:custGeom>
            <a:avLst/>
            <a:gdLst/>
            <a:ahLst/>
            <a:cxnLst/>
            <a:rect l="l" t="t" r="r" b="b"/>
            <a:pathLst>
              <a:path w="662" h="662" extrusionOk="0">
                <a:moveTo>
                  <a:pt x="1" y="0"/>
                </a:moveTo>
                <a:lnTo>
                  <a:pt x="1" y="662"/>
                </a:lnTo>
                <a:lnTo>
                  <a:pt x="662" y="662"/>
                </a:lnTo>
                <a:lnTo>
                  <a:pt x="66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0" name="Google Shape;6336;p59">
            <a:extLst>
              <a:ext uri="{FF2B5EF4-FFF2-40B4-BE49-F238E27FC236}">
                <a16:creationId xmlns:a16="http://schemas.microsoft.com/office/drawing/2014/main" id="{D6EF2399-1E72-B2A4-4082-50AA87AE9F51}"/>
              </a:ext>
            </a:extLst>
          </p:cNvPr>
          <p:cNvSpPr/>
          <p:nvPr/>
        </p:nvSpPr>
        <p:spPr>
          <a:xfrm>
            <a:off x="4100703" y="3978932"/>
            <a:ext cx="28497" cy="28540"/>
          </a:xfrm>
          <a:custGeom>
            <a:avLst/>
            <a:gdLst/>
            <a:ahLst/>
            <a:cxnLst/>
            <a:rect l="l" t="t" r="r" b="b"/>
            <a:pathLst>
              <a:path w="662" h="663" extrusionOk="0">
                <a:moveTo>
                  <a:pt x="1" y="1"/>
                </a:moveTo>
                <a:lnTo>
                  <a:pt x="1" y="662"/>
                </a:lnTo>
                <a:lnTo>
                  <a:pt x="662" y="662"/>
                </a:lnTo>
                <a:lnTo>
                  <a:pt x="66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1" name="Google Shape;6337;p59">
            <a:extLst>
              <a:ext uri="{FF2B5EF4-FFF2-40B4-BE49-F238E27FC236}">
                <a16:creationId xmlns:a16="http://schemas.microsoft.com/office/drawing/2014/main" id="{BA24F65A-2705-A20A-59C0-509E31C02178}"/>
              </a:ext>
            </a:extLst>
          </p:cNvPr>
          <p:cNvSpPr/>
          <p:nvPr/>
        </p:nvSpPr>
        <p:spPr>
          <a:xfrm>
            <a:off x="4011207" y="3624957"/>
            <a:ext cx="383808" cy="473389"/>
          </a:xfrm>
          <a:custGeom>
            <a:avLst/>
            <a:gdLst/>
            <a:ahLst/>
            <a:cxnLst/>
            <a:rect l="l" t="t" r="r" b="b"/>
            <a:pathLst>
              <a:path w="8916" h="10997" extrusionOk="0">
                <a:moveTo>
                  <a:pt x="7183" y="2049"/>
                </a:moveTo>
                <a:cubicBezTo>
                  <a:pt x="7404" y="2049"/>
                  <a:pt x="7561" y="2206"/>
                  <a:pt x="7561" y="2395"/>
                </a:cubicBezTo>
                <a:cubicBezTo>
                  <a:pt x="7561" y="2584"/>
                  <a:pt x="7404" y="2742"/>
                  <a:pt x="7183" y="2742"/>
                </a:cubicBezTo>
                <a:lnTo>
                  <a:pt x="4474" y="2742"/>
                </a:lnTo>
                <a:cubicBezTo>
                  <a:pt x="4285" y="2742"/>
                  <a:pt x="4127" y="2584"/>
                  <a:pt x="4127" y="2395"/>
                </a:cubicBezTo>
                <a:cubicBezTo>
                  <a:pt x="4127" y="2206"/>
                  <a:pt x="4285" y="2049"/>
                  <a:pt x="4474" y="2049"/>
                </a:cubicBezTo>
                <a:close/>
                <a:moveTo>
                  <a:pt x="3151" y="2017"/>
                </a:moveTo>
                <a:cubicBezTo>
                  <a:pt x="3340" y="2017"/>
                  <a:pt x="3497" y="2175"/>
                  <a:pt x="3497" y="2364"/>
                </a:cubicBezTo>
                <a:lnTo>
                  <a:pt x="3497" y="3750"/>
                </a:lnTo>
                <a:cubicBezTo>
                  <a:pt x="3497" y="3939"/>
                  <a:pt x="3340" y="4097"/>
                  <a:pt x="3151" y="4097"/>
                </a:cubicBezTo>
                <a:lnTo>
                  <a:pt x="1764" y="4097"/>
                </a:lnTo>
                <a:cubicBezTo>
                  <a:pt x="1575" y="4097"/>
                  <a:pt x="1418" y="3939"/>
                  <a:pt x="1418" y="3750"/>
                </a:cubicBezTo>
                <a:lnTo>
                  <a:pt x="1418" y="2364"/>
                </a:lnTo>
                <a:cubicBezTo>
                  <a:pt x="1418" y="2175"/>
                  <a:pt x="1575" y="2017"/>
                  <a:pt x="1764" y="2017"/>
                </a:cubicBezTo>
                <a:close/>
                <a:moveTo>
                  <a:pt x="5860" y="3372"/>
                </a:moveTo>
                <a:cubicBezTo>
                  <a:pt x="6049" y="3372"/>
                  <a:pt x="6207" y="3529"/>
                  <a:pt x="6207" y="3750"/>
                </a:cubicBezTo>
                <a:cubicBezTo>
                  <a:pt x="6207" y="3939"/>
                  <a:pt x="6049" y="4097"/>
                  <a:pt x="5860" y="4097"/>
                </a:cubicBezTo>
                <a:lnTo>
                  <a:pt x="4474" y="4097"/>
                </a:lnTo>
                <a:cubicBezTo>
                  <a:pt x="4285" y="4097"/>
                  <a:pt x="4127" y="3939"/>
                  <a:pt x="4127" y="3750"/>
                </a:cubicBezTo>
                <a:cubicBezTo>
                  <a:pt x="4127" y="3529"/>
                  <a:pt x="4285" y="3372"/>
                  <a:pt x="4474" y="3372"/>
                </a:cubicBezTo>
                <a:close/>
                <a:moveTo>
                  <a:pt x="7183" y="4758"/>
                </a:moveTo>
                <a:cubicBezTo>
                  <a:pt x="7404" y="4758"/>
                  <a:pt x="7561" y="4916"/>
                  <a:pt x="7561" y="5105"/>
                </a:cubicBezTo>
                <a:cubicBezTo>
                  <a:pt x="7561" y="5325"/>
                  <a:pt x="7404" y="5483"/>
                  <a:pt x="7183" y="5483"/>
                </a:cubicBezTo>
                <a:lnTo>
                  <a:pt x="4474" y="5483"/>
                </a:lnTo>
                <a:cubicBezTo>
                  <a:pt x="4285" y="5483"/>
                  <a:pt x="4127" y="5325"/>
                  <a:pt x="4127" y="5105"/>
                </a:cubicBezTo>
                <a:cubicBezTo>
                  <a:pt x="4127" y="4916"/>
                  <a:pt x="4285" y="4758"/>
                  <a:pt x="4474" y="4758"/>
                </a:cubicBezTo>
                <a:close/>
                <a:moveTo>
                  <a:pt x="3151" y="4758"/>
                </a:moveTo>
                <a:cubicBezTo>
                  <a:pt x="3340" y="4758"/>
                  <a:pt x="3497" y="4916"/>
                  <a:pt x="3497" y="5105"/>
                </a:cubicBezTo>
                <a:lnTo>
                  <a:pt x="3497" y="6491"/>
                </a:lnTo>
                <a:cubicBezTo>
                  <a:pt x="3497" y="6680"/>
                  <a:pt x="3340" y="6837"/>
                  <a:pt x="3151" y="6837"/>
                </a:cubicBezTo>
                <a:lnTo>
                  <a:pt x="1764" y="6837"/>
                </a:lnTo>
                <a:cubicBezTo>
                  <a:pt x="1575" y="6837"/>
                  <a:pt x="1418" y="6680"/>
                  <a:pt x="1418" y="6491"/>
                </a:cubicBezTo>
                <a:lnTo>
                  <a:pt x="1418" y="5105"/>
                </a:lnTo>
                <a:cubicBezTo>
                  <a:pt x="1418" y="4916"/>
                  <a:pt x="1575" y="4758"/>
                  <a:pt x="1764" y="4758"/>
                </a:cubicBezTo>
                <a:close/>
                <a:moveTo>
                  <a:pt x="5860" y="6144"/>
                </a:moveTo>
                <a:cubicBezTo>
                  <a:pt x="6049" y="6144"/>
                  <a:pt x="6207" y="6302"/>
                  <a:pt x="6207" y="6491"/>
                </a:cubicBezTo>
                <a:cubicBezTo>
                  <a:pt x="6207" y="6680"/>
                  <a:pt x="6049" y="6837"/>
                  <a:pt x="5860" y="6837"/>
                </a:cubicBezTo>
                <a:lnTo>
                  <a:pt x="4474" y="6837"/>
                </a:lnTo>
                <a:cubicBezTo>
                  <a:pt x="4285" y="6837"/>
                  <a:pt x="4127" y="6680"/>
                  <a:pt x="4127" y="6491"/>
                </a:cubicBezTo>
                <a:cubicBezTo>
                  <a:pt x="4127" y="6302"/>
                  <a:pt x="4285" y="6144"/>
                  <a:pt x="4474" y="6144"/>
                </a:cubicBezTo>
                <a:close/>
                <a:moveTo>
                  <a:pt x="7183" y="7562"/>
                </a:moveTo>
                <a:cubicBezTo>
                  <a:pt x="7404" y="7562"/>
                  <a:pt x="7561" y="7720"/>
                  <a:pt x="7561" y="7909"/>
                </a:cubicBezTo>
                <a:cubicBezTo>
                  <a:pt x="7561" y="8098"/>
                  <a:pt x="7404" y="8255"/>
                  <a:pt x="7183" y="8255"/>
                </a:cubicBezTo>
                <a:lnTo>
                  <a:pt x="4474" y="8255"/>
                </a:lnTo>
                <a:cubicBezTo>
                  <a:pt x="4285" y="8255"/>
                  <a:pt x="4127" y="8098"/>
                  <a:pt x="4127" y="7909"/>
                </a:cubicBezTo>
                <a:cubicBezTo>
                  <a:pt x="4127" y="7720"/>
                  <a:pt x="4285" y="7562"/>
                  <a:pt x="4474" y="7562"/>
                </a:cubicBezTo>
                <a:close/>
                <a:moveTo>
                  <a:pt x="3151" y="7531"/>
                </a:moveTo>
                <a:cubicBezTo>
                  <a:pt x="3340" y="7531"/>
                  <a:pt x="3497" y="7657"/>
                  <a:pt x="3497" y="7877"/>
                </a:cubicBezTo>
                <a:lnTo>
                  <a:pt x="3497" y="9232"/>
                </a:lnTo>
                <a:cubicBezTo>
                  <a:pt x="3497" y="9452"/>
                  <a:pt x="3340" y="9610"/>
                  <a:pt x="3151" y="9610"/>
                </a:cubicBezTo>
                <a:lnTo>
                  <a:pt x="1764" y="9610"/>
                </a:lnTo>
                <a:cubicBezTo>
                  <a:pt x="1575" y="9610"/>
                  <a:pt x="1418" y="9452"/>
                  <a:pt x="1418" y="9232"/>
                </a:cubicBezTo>
                <a:lnTo>
                  <a:pt x="1418" y="7877"/>
                </a:lnTo>
                <a:cubicBezTo>
                  <a:pt x="1418" y="7657"/>
                  <a:pt x="1575" y="7531"/>
                  <a:pt x="1764" y="7531"/>
                </a:cubicBezTo>
                <a:close/>
                <a:moveTo>
                  <a:pt x="5860" y="8885"/>
                </a:moveTo>
                <a:cubicBezTo>
                  <a:pt x="6049" y="8885"/>
                  <a:pt x="6207" y="9043"/>
                  <a:pt x="6207" y="9232"/>
                </a:cubicBezTo>
                <a:cubicBezTo>
                  <a:pt x="6207" y="9452"/>
                  <a:pt x="6049" y="9610"/>
                  <a:pt x="5860" y="9610"/>
                </a:cubicBezTo>
                <a:lnTo>
                  <a:pt x="4474" y="9610"/>
                </a:lnTo>
                <a:cubicBezTo>
                  <a:pt x="4285" y="9610"/>
                  <a:pt x="4127" y="9452"/>
                  <a:pt x="4127" y="9232"/>
                </a:cubicBezTo>
                <a:cubicBezTo>
                  <a:pt x="4127" y="9043"/>
                  <a:pt x="4285" y="8885"/>
                  <a:pt x="4474" y="8885"/>
                </a:cubicBezTo>
                <a:close/>
                <a:moveTo>
                  <a:pt x="1040" y="1"/>
                </a:moveTo>
                <a:cubicBezTo>
                  <a:pt x="504" y="1"/>
                  <a:pt x="0" y="473"/>
                  <a:pt x="0" y="1009"/>
                </a:cubicBezTo>
                <a:lnTo>
                  <a:pt x="0" y="9956"/>
                </a:lnTo>
                <a:cubicBezTo>
                  <a:pt x="32" y="10524"/>
                  <a:pt x="504" y="10996"/>
                  <a:pt x="1040" y="10996"/>
                </a:cubicBezTo>
                <a:lnTo>
                  <a:pt x="7908" y="10996"/>
                </a:lnTo>
                <a:cubicBezTo>
                  <a:pt x="8444" y="10996"/>
                  <a:pt x="8916" y="10524"/>
                  <a:pt x="8916" y="9956"/>
                </a:cubicBezTo>
                <a:lnTo>
                  <a:pt x="8916" y="1009"/>
                </a:lnTo>
                <a:cubicBezTo>
                  <a:pt x="8916" y="473"/>
                  <a:pt x="8444" y="1"/>
                  <a:pt x="7908" y="1"/>
                </a:cubicBezTo>
                <a:lnTo>
                  <a:pt x="7183" y="1"/>
                </a:lnTo>
                <a:lnTo>
                  <a:pt x="7183" y="347"/>
                </a:lnTo>
                <a:cubicBezTo>
                  <a:pt x="7183" y="915"/>
                  <a:pt x="6711" y="1387"/>
                  <a:pt x="6175" y="1387"/>
                </a:cubicBezTo>
                <a:lnTo>
                  <a:pt x="2741" y="1387"/>
                </a:lnTo>
                <a:cubicBezTo>
                  <a:pt x="2206" y="1387"/>
                  <a:pt x="1733" y="915"/>
                  <a:pt x="1733" y="347"/>
                </a:cubicBezTo>
                <a:lnTo>
                  <a:pt x="173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2" name="Google Shape;6338;p59">
            <a:extLst>
              <a:ext uri="{FF2B5EF4-FFF2-40B4-BE49-F238E27FC236}">
                <a16:creationId xmlns:a16="http://schemas.microsoft.com/office/drawing/2014/main" id="{1B340B33-E183-C9E8-5B74-1D42ACEDB1CF}"/>
              </a:ext>
            </a:extLst>
          </p:cNvPr>
          <p:cNvSpPr/>
          <p:nvPr/>
        </p:nvSpPr>
        <p:spPr>
          <a:xfrm>
            <a:off x="4426182" y="3770068"/>
            <a:ext cx="88203" cy="179076"/>
          </a:xfrm>
          <a:custGeom>
            <a:avLst/>
            <a:gdLst/>
            <a:ahLst/>
            <a:cxnLst/>
            <a:rect l="l" t="t" r="r" b="b"/>
            <a:pathLst>
              <a:path w="2049" h="4160" extrusionOk="0">
                <a:moveTo>
                  <a:pt x="1" y="1"/>
                </a:moveTo>
                <a:lnTo>
                  <a:pt x="1" y="4160"/>
                </a:lnTo>
                <a:lnTo>
                  <a:pt x="2049" y="4160"/>
                </a:lnTo>
                <a:lnTo>
                  <a:pt x="204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3" name="Google Shape;6339;p59">
            <a:extLst>
              <a:ext uri="{FF2B5EF4-FFF2-40B4-BE49-F238E27FC236}">
                <a16:creationId xmlns:a16="http://schemas.microsoft.com/office/drawing/2014/main" id="{8972234D-2125-9A1F-7834-9A7850652BB7}"/>
              </a:ext>
            </a:extLst>
          </p:cNvPr>
          <p:cNvSpPr/>
          <p:nvPr/>
        </p:nvSpPr>
        <p:spPr>
          <a:xfrm>
            <a:off x="4426182" y="3653455"/>
            <a:ext cx="88203" cy="88203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2048"/>
                </a:lnTo>
                <a:lnTo>
                  <a:pt x="2049" y="2048"/>
                </a:lnTo>
                <a:lnTo>
                  <a:pt x="2049" y="1040"/>
                </a:lnTo>
                <a:cubicBezTo>
                  <a:pt x="2049" y="473"/>
                  <a:pt x="1576" y="1"/>
                  <a:pt x="10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64" name="Google Shape;6340;p59">
            <a:extLst>
              <a:ext uri="{FF2B5EF4-FFF2-40B4-BE49-F238E27FC236}">
                <a16:creationId xmlns:a16="http://schemas.microsoft.com/office/drawing/2014/main" id="{33B1C73A-2C1C-B105-C3BD-D22211018645}"/>
              </a:ext>
            </a:extLst>
          </p:cNvPr>
          <p:cNvSpPr/>
          <p:nvPr/>
        </p:nvSpPr>
        <p:spPr>
          <a:xfrm>
            <a:off x="4428893" y="3978933"/>
            <a:ext cx="80068" cy="88203"/>
          </a:xfrm>
          <a:custGeom>
            <a:avLst/>
            <a:gdLst/>
            <a:ahLst/>
            <a:cxnLst/>
            <a:rect l="l" t="t" r="r" b="b"/>
            <a:pathLst>
              <a:path w="1860" h="2049" extrusionOk="0">
                <a:moveTo>
                  <a:pt x="1" y="1"/>
                </a:moveTo>
                <a:lnTo>
                  <a:pt x="599" y="1796"/>
                </a:lnTo>
                <a:cubicBezTo>
                  <a:pt x="694" y="1985"/>
                  <a:pt x="788" y="2048"/>
                  <a:pt x="946" y="2048"/>
                </a:cubicBezTo>
                <a:cubicBezTo>
                  <a:pt x="1103" y="2048"/>
                  <a:pt x="1229" y="1985"/>
                  <a:pt x="1261" y="1796"/>
                </a:cubicBezTo>
                <a:lnTo>
                  <a:pt x="186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3" name="Google Shape;6342;p59">
            <a:extLst>
              <a:ext uri="{FF2B5EF4-FFF2-40B4-BE49-F238E27FC236}">
                <a16:creationId xmlns:a16="http://schemas.microsoft.com/office/drawing/2014/main" id="{9775AAD3-B301-E236-C60F-03EA553F71F3}"/>
              </a:ext>
            </a:extLst>
          </p:cNvPr>
          <p:cNvSpPr/>
          <p:nvPr/>
        </p:nvSpPr>
        <p:spPr>
          <a:xfrm>
            <a:off x="4152940" y="4596093"/>
            <a:ext cx="13603" cy="21739"/>
          </a:xfrm>
          <a:custGeom>
            <a:avLst/>
            <a:gdLst/>
            <a:ahLst/>
            <a:cxnLst/>
            <a:rect l="l" t="t" r="r" b="b"/>
            <a:pathLst>
              <a:path w="316" h="505" extrusionOk="0">
                <a:moveTo>
                  <a:pt x="158" y="1"/>
                </a:moveTo>
                <a:lnTo>
                  <a:pt x="0" y="505"/>
                </a:lnTo>
                <a:lnTo>
                  <a:pt x="315" y="505"/>
                </a:lnTo>
                <a:lnTo>
                  <a:pt x="15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4" name="Google Shape;6343;p59">
            <a:extLst>
              <a:ext uri="{FF2B5EF4-FFF2-40B4-BE49-F238E27FC236}">
                <a16:creationId xmlns:a16="http://schemas.microsoft.com/office/drawing/2014/main" id="{903EA1BC-ECA8-C099-4C26-3F0CBD004A42}"/>
              </a:ext>
            </a:extLst>
          </p:cNvPr>
          <p:cNvSpPr/>
          <p:nvPr/>
        </p:nvSpPr>
        <p:spPr>
          <a:xfrm>
            <a:off x="4011874" y="4468631"/>
            <a:ext cx="295690" cy="297799"/>
          </a:xfrm>
          <a:custGeom>
            <a:avLst/>
            <a:gdLst/>
            <a:ahLst/>
            <a:cxnLst/>
            <a:rect l="l" t="t" r="r" b="b"/>
            <a:pathLst>
              <a:path w="6869" h="6918" extrusionOk="0">
                <a:moveTo>
                  <a:pt x="3427" y="1449"/>
                </a:moveTo>
                <a:cubicBezTo>
                  <a:pt x="3569" y="1449"/>
                  <a:pt x="3718" y="1512"/>
                  <a:pt x="3781" y="1638"/>
                </a:cubicBezTo>
                <a:lnTo>
                  <a:pt x="4317" y="3466"/>
                </a:lnTo>
                <a:lnTo>
                  <a:pt x="4474" y="3466"/>
                </a:lnTo>
                <a:cubicBezTo>
                  <a:pt x="4695" y="3466"/>
                  <a:pt x="4852" y="3623"/>
                  <a:pt x="4852" y="3812"/>
                </a:cubicBezTo>
                <a:cubicBezTo>
                  <a:pt x="4852" y="3970"/>
                  <a:pt x="4726" y="4127"/>
                  <a:pt x="4537" y="4127"/>
                </a:cubicBezTo>
                <a:lnTo>
                  <a:pt x="4789" y="5072"/>
                </a:lnTo>
                <a:cubicBezTo>
                  <a:pt x="4852" y="5262"/>
                  <a:pt x="4758" y="5419"/>
                  <a:pt x="4569" y="5514"/>
                </a:cubicBezTo>
                <a:cubicBezTo>
                  <a:pt x="4545" y="5518"/>
                  <a:pt x="4521" y="5520"/>
                  <a:pt x="4498" y="5520"/>
                </a:cubicBezTo>
                <a:cubicBezTo>
                  <a:pt x="4341" y="5520"/>
                  <a:pt x="4210" y="5427"/>
                  <a:pt x="4128" y="5262"/>
                </a:cubicBezTo>
                <a:lnTo>
                  <a:pt x="3781" y="4127"/>
                </a:lnTo>
                <a:lnTo>
                  <a:pt x="3057" y="4127"/>
                </a:lnTo>
                <a:lnTo>
                  <a:pt x="2710" y="5262"/>
                </a:lnTo>
                <a:cubicBezTo>
                  <a:pt x="2683" y="5427"/>
                  <a:pt x="2535" y="5520"/>
                  <a:pt x="2351" y="5520"/>
                </a:cubicBezTo>
                <a:cubicBezTo>
                  <a:pt x="2325" y="5520"/>
                  <a:pt x="2297" y="5518"/>
                  <a:pt x="2269" y="5514"/>
                </a:cubicBezTo>
                <a:cubicBezTo>
                  <a:pt x="2080" y="5451"/>
                  <a:pt x="2017" y="5262"/>
                  <a:pt x="2049" y="5072"/>
                </a:cubicBezTo>
                <a:lnTo>
                  <a:pt x="2332" y="4127"/>
                </a:lnTo>
                <a:cubicBezTo>
                  <a:pt x="2175" y="4096"/>
                  <a:pt x="2017" y="3970"/>
                  <a:pt x="2017" y="3812"/>
                </a:cubicBezTo>
                <a:cubicBezTo>
                  <a:pt x="2049" y="3623"/>
                  <a:pt x="2206" y="3466"/>
                  <a:pt x="2395" y="3466"/>
                </a:cubicBezTo>
                <a:lnTo>
                  <a:pt x="2553" y="3466"/>
                </a:lnTo>
                <a:lnTo>
                  <a:pt x="3120" y="1638"/>
                </a:lnTo>
                <a:cubicBezTo>
                  <a:pt x="3151" y="1512"/>
                  <a:pt x="3285" y="1449"/>
                  <a:pt x="3427" y="1449"/>
                </a:cubicBezTo>
                <a:close/>
                <a:moveTo>
                  <a:pt x="3435" y="0"/>
                </a:moveTo>
                <a:cubicBezTo>
                  <a:pt x="1544" y="0"/>
                  <a:pt x="1" y="1544"/>
                  <a:pt x="1" y="3434"/>
                </a:cubicBezTo>
                <a:cubicBezTo>
                  <a:pt x="1" y="5356"/>
                  <a:pt x="1544" y="6900"/>
                  <a:pt x="3435" y="6900"/>
                </a:cubicBezTo>
                <a:cubicBezTo>
                  <a:pt x="4065" y="6900"/>
                  <a:pt x="4632" y="6742"/>
                  <a:pt x="5168" y="6427"/>
                </a:cubicBezTo>
                <a:lnTo>
                  <a:pt x="6365" y="6900"/>
                </a:lnTo>
                <a:cubicBezTo>
                  <a:pt x="6407" y="6910"/>
                  <a:pt x="6449" y="6917"/>
                  <a:pt x="6491" y="6917"/>
                </a:cubicBezTo>
                <a:cubicBezTo>
                  <a:pt x="6575" y="6917"/>
                  <a:pt x="6659" y="6889"/>
                  <a:pt x="6743" y="6805"/>
                </a:cubicBezTo>
                <a:cubicBezTo>
                  <a:pt x="6806" y="6742"/>
                  <a:pt x="6869" y="6616"/>
                  <a:pt x="6869" y="6459"/>
                </a:cubicBezTo>
                <a:lnTo>
                  <a:pt x="6491" y="5009"/>
                </a:lnTo>
                <a:cubicBezTo>
                  <a:pt x="6743" y="4537"/>
                  <a:pt x="6869" y="4001"/>
                  <a:pt x="6869" y="3466"/>
                </a:cubicBezTo>
                <a:cubicBezTo>
                  <a:pt x="6869" y="3119"/>
                  <a:pt x="6774" y="2804"/>
                  <a:pt x="6711" y="2489"/>
                </a:cubicBezTo>
                <a:cubicBezTo>
                  <a:pt x="6617" y="2426"/>
                  <a:pt x="6491" y="2395"/>
                  <a:pt x="6428" y="2363"/>
                </a:cubicBezTo>
                <a:lnTo>
                  <a:pt x="5514" y="2710"/>
                </a:lnTo>
                <a:cubicBezTo>
                  <a:pt x="5389" y="2755"/>
                  <a:pt x="5256" y="2780"/>
                  <a:pt x="5125" y="2780"/>
                </a:cubicBezTo>
                <a:cubicBezTo>
                  <a:pt x="4892" y="2780"/>
                  <a:pt x="4667" y="2702"/>
                  <a:pt x="4506" y="2521"/>
                </a:cubicBezTo>
                <a:cubicBezTo>
                  <a:pt x="4222" y="2269"/>
                  <a:pt x="4096" y="1891"/>
                  <a:pt x="4159" y="1481"/>
                </a:cubicBezTo>
                <a:lnTo>
                  <a:pt x="4443" y="221"/>
                </a:lnTo>
                <a:cubicBezTo>
                  <a:pt x="4443" y="189"/>
                  <a:pt x="4443" y="189"/>
                  <a:pt x="4411" y="158"/>
                </a:cubicBezTo>
                <a:cubicBezTo>
                  <a:pt x="4096" y="63"/>
                  <a:pt x="3781" y="0"/>
                  <a:pt x="34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5" name="Google Shape;6344;p59">
            <a:extLst>
              <a:ext uri="{FF2B5EF4-FFF2-40B4-BE49-F238E27FC236}">
                <a16:creationId xmlns:a16="http://schemas.microsoft.com/office/drawing/2014/main" id="{3FCCE40B-B067-D391-DCB8-4C5EED32E571}"/>
              </a:ext>
            </a:extLst>
          </p:cNvPr>
          <p:cNvSpPr/>
          <p:nvPr/>
        </p:nvSpPr>
        <p:spPr>
          <a:xfrm>
            <a:off x="4352291" y="4381804"/>
            <a:ext cx="27163" cy="44812"/>
          </a:xfrm>
          <a:custGeom>
            <a:avLst/>
            <a:gdLst/>
            <a:ahLst/>
            <a:cxnLst/>
            <a:rect l="l" t="t" r="r" b="b"/>
            <a:pathLst>
              <a:path w="631" h="1041" extrusionOk="0">
                <a:moveTo>
                  <a:pt x="0" y="1"/>
                </a:moveTo>
                <a:cubicBezTo>
                  <a:pt x="32" y="410"/>
                  <a:pt x="126" y="694"/>
                  <a:pt x="315" y="1041"/>
                </a:cubicBezTo>
                <a:cubicBezTo>
                  <a:pt x="473" y="694"/>
                  <a:pt x="599" y="347"/>
                  <a:pt x="63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6" name="Google Shape;6345;p59">
            <a:extLst>
              <a:ext uri="{FF2B5EF4-FFF2-40B4-BE49-F238E27FC236}">
                <a16:creationId xmlns:a16="http://schemas.microsoft.com/office/drawing/2014/main" id="{6D61ADAD-2897-9A25-9864-8EDE01869355}"/>
              </a:ext>
            </a:extLst>
          </p:cNvPr>
          <p:cNvSpPr/>
          <p:nvPr/>
        </p:nvSpPr>
        <p:spPr>
          <a:xfrm>
            <a:off x="4216650" y="4263812"/>
            <a:ext cx="297067" cy="296852"/>
          </a:xfrm>
          <a:custGeom>
            <a:avLst/>
            <a:gdLst/>
            <a:ahLst/>
            <a:cxnLst/>
            <a:rect l="l" t="t" r="r" b="b"/>
            <a:pathLst>
              <a:path w="6901" h="6896" extrusionOk="0">
                <a:moveTo>
                  <a:pt x="3435" y="1356"/>
                </a:moveTo>
                <a:cubicBezTo>
                  <a:pt x="3624" y="1356"/>
                  <a:pt x="3782" y="1513"/>
                  <a:pt x="3782" y="1734"/>
                </a:cubicBezTo>
                <a:lnTo>
                  <a:pt x="3782" y="2080"/>
                </a:lnTo>
                <a:lnTo>
                  <a:pt x="4821" y="2080"/>
                </a:lnTo>
                <a:cubicBezTo>
                  <a:pt x="5010" y="2080"/>
                  <a:pt x="5168" y="2238"/>
                  <a:pt x="5168" y="2427"/>
                </a:cubicBezTo>
                <a:cubicBezTo>
                  <a:pt x="5168" y="2616"/>
                  <a:pt x="5010" y="2742"/>
                  <a:pt x="4821" y="2742"/>
                </a:cubicBezTo>
                <a:lnTo>
                  <a:pt x="4412" y="2742"/>
                </a:lnTo>
                <a:cubicBezTo>
                  <a:pt x="4380" y="3341"/>
                  <a:pt x="4191" y="3876"/>
                  <a:pt x="3876" y="4412"/>
                </a:cubicBezTo>
                <a:cubicBezTo>
                  <a:pt x="3908" y="4443"/>
                  <a:pt x="3908" y="4475"/>
                  <a:pt x="3939" y="4506"/>
                </a:cubicBezTo>
                <a:lnTo>
                  <a:pt x="4349" y="4916"/>
                </a:lnTo>
                <a:cubicBezTo>
                  <a:pt x="4443" y="5042"/>
                  <a:pt x="4443" y="5262"/>
                  <a:pt x="4349" y="5388"/>
                </a:cubicBezTo>
                <a:cubicBezTo>
                  <a:pt x="4286" y="5451"/>
                  <a:pt x="4191" y="5483"/>
                  <a:pt x="4101" y="5483"/>
                </a:cubicBezTo>
                <a:cubicBezTo>
                  <a:pt x="4010" y="5483"/>
                  <a:pt x="3923" y="5451"/>
                  <a:pt x="3876" y="5388"/>
                </a:cubicBezTo>
                <a:lnTo>
                  <a:pt x="3466" y="4979"/>
                </a:lnTo>
                <a:lnTo>
                  <a:pt x="3435" y="4947"/>
                </a:lnTo>
                <a:lnTo>
                  <a:pt x="3403" y="4979"/>
                </a:lnTo>
                <a:lnTo>
                  <a:pt x="2994" y="5388"/>
                </a:lnTo>
                <a:cubicBezTo>
                  <a:pt x="2931" y="5451"/>
                  <a:pt x="2844" y="5483"/>
                  <a:pt x="2758" y="5483"/>
                </a:cubicBezTo>
                <a:cubicBezTo>
                  <a:pt x="2671" y="5483"/>
                  <a:pt x="2584" y="5451"/>
                  <a:pt x="2521" y="5388"/>
                </a:cubicBezTo>
                <a:cubicBezTo>
                  <a:pt x="2395" y="5262"/>
                  <a:pt x="2395" y="5042"/>
                  <a:pt x="2521" y="4916"/>
                </a:cubicBezTo>
                <a:lnTo>
                  <a:pt x="2931" y="4506"/>
                </a:lnTo>
                <a:cubicBezTo>
                  <a:pt x="2962" y="4475"/>
                  <a:pt x="2962" y="4443"/>
                  <a:pt x="2994" y="4412"/>
                </a:cubicBezTo>
                <a:cubicBezTo>
                  <a:pt x="2679" y="3939"/>
                  <a:pt x="2490" y="3341"/>
                  <a:pt x="2458" y="2742"/>
                </a:cubicBezTo>
                <a:lnTo>
                  <a:pt x="2049" y="2742"/>
                </a:lnTo>
                <a:cubicBezTo>
                  <a:pt x="1860" y="2742"/>
                  <a:pt x="1702" y="2584"/>
                  <a:pt x="1702" y="2395"/>
                </a:cubicBezTo>
                <a:cubicBezTo>
                  <a:pt x="1702" y="2206"/>
                  <a:pt x="1860" y="2049"/>
                  <a:pt x="2049" y="2049"/>
                </a:cubicBezTo>
                <a:lnTo>
                  <a:pt x="3088" y="2049"/>
                </a:lnTo>
                <a:lnTo>
                  <a:pt x="3088" y="1734"/>
                </a:lnTo>
                <a:cubicBezTo>
                  <a:pt x="3088" y="1513"/>
                  <a:pt x="3246" y="1356"/>
                  <a:pt x="3435" y="1356"/>
                </a:cubicBezTo>
                <a:close/>
                <a:moveTo>
                  <a:pt x="3466" y="1"/>
                </a:moveTo>
                <a:cubicBezTo>
                  <a:pt x="1576" y="1"/>
                  <a:pt x="32" y="1576"/>
                  <a:pt x="32" y="3467"/>
                </a:cubicBezTo>
                <a:cubicBezTo>
                  <a:pt x="32" y="3971"/>
                  <a:pt x="158" y="4506"/>
                  <a:pt x="411" y="4979"/>
                </a:cubicBezTo>
                <a:lnTo>
                  <a:pt x="32" y="6459"/>
                </a:lnTo>
                <a:cubicBezTo>
                  <a:pt x="1" y="6554"/>
                  <a:pt x="32" y="6680"/>
                  <a:pt x="158" y="6806"/>
                </a:cubicBezTo>
                <a:cubicBezTo>
                  <a:pt x="225" y="6851"/>
                  <a:pt x="324" y="6895"/>
                  <a:pt x="420" y="6895"/>
                </a:cubicBezTo>
                <a:cubicBezTo>
                  <a:pt x="460" y="6895"/>
                  <a:pt x="500" y="6887"/>
                  <a:pt x="537" y="6869"/>
                </a:cubicBezTo>
                <a:lnTo>
                  <a:pt x="1734" y="6396"/>
                </a:lnTo>
                <a:cubicBezTo>
                  <a:pt x="2269" y="6712"/>
                  <a:pt x="2899" y="6869"/>
                  <a:pt x="3466" y="6869"/>
                </a:cubicBezTo>
                <a:cubicBezTo>
                  <a:pt x="5357" y="6869"/>
                  <a:pt x="6901" y="5357"/>
                  <a:pt x="6901" y="3435"/>
                </a:cubicBezTo>
                <a:cubicBezTo>
                  <a:pt x="6901" y="1576"/>
                  <a:pt x="5325" y="1"/>
                  <a:pt x="346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6" name="Google Shape;6347;p59">
            <a:extLst>
              <a:ext uri="{FF2B5EF4-FFF2-40B4-BE49-F238E27FC236}">
                <a16:creationId xmlns:a16="http://schemas.microsoft.com/office/drawing/2014/main" id="{C668572A-7473-0CB8-4ED5-0445EC835679}"/>
              </a:ext>
            </a:extLst>
          </p:cNvPr>
          <p:cNvSpPr/>
          <p:nvPr/>
        </p:nvSpPr>
        <p:spPr>
          <a:xfrm>
            <a:off x="2861637" y="2003336"/>
            <a:ext cx="145155" cy="59706"/>
          </a:xfrm>
          <a:custGeom>
            <a:avLst/>
            <a:gdLst/>
            <a:ahLst/>
            <a:cxnLst/>
            <a:rect l="l" t="t" r="r" b="b"/>
            <a:pathLst>
              <a:path w="3372" h="1387" extrusionOk="0">
                <a:moveTo>
                  <a:pt x="1670" y="1"/>
                </a:moveTo>
                <a:cubicBezTo>
                  <a:pt x="883" y="1"/>
                  <a:pt x="158" y="599"/>
                  <a:pt x="0" y="1387"/>
                </a:cubicBezTo>
                <a:lnTo>
                  <a:pt x="3371" y="1387"/>
                </a:lnTo>
                <a:cubicBezTo>
                  <a:pt x="3214" y="599"/>
                  <a:pt x="2489" y="1"/>
                  <a:pt x="167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7" name="Google Shape;6348;p59">
            <a:extLst>
              <a:ext uri="{FF2B5EF4-FFF2-40B4-BE49-F238E27FC236}">
                <a16:creationId xmlns:a16="http://schemas.microsoft.com/office/drawing/2014/main" id="{A053DAE2-644A-703B-DC58-4BF5B26CE447}"/>
              </a:ext>
            </a:extLst>
          </p:cNvPr>
          <p:cNvSpPr/>
          <p:nvPr/>
        </p:nvSpPr>
        <p:spPr>
          <a:xfrm>
            <a:off x="2976916" y="1932826"/>
            <a:ext cx="119370" cy="130217"/>
          </a:xfrm>
          <a:custGeom>
            <a:avLst/>
            <a:gdLst/>
            <a:ahLst/>
            <a:cxnLst/>
            <a:rect l="l" t="t" r="r" b="b"/>
            <a:pathLst>
              <a:path w="2773" h="3025" extrusionOk="0">
                <a:moveTo>
                  <a:pt x="2111" y="0"/>
                </a:moveTo>
                <a:lnTo>
                  <a:pt x="1387" y="221"/>
                </a:lnTo>
                <a:cubicBezTo>
                  <a:pt x="1298" y="265"/>
                  <a:pt x="1179" y="290"/>
                  <a:pt x="1049" y="290"/>
                </a:cubicBezTo>
                <a:cubicBezTo>
                  <a:pt x="808" y="290"/>
                  <a:pt x="531" y="205"/>
                  <a:pt x="347" y="0"/>
                </a:cubicBezTo>
                <a:lnTo>
                  <a:pt x="347" y="0"/>
                </a:lnTo>
                <a:cubicBezTo>
                  <a:pt x="378" y="63"/>
                  <a:pt x="378" y="189"/>
                  <a:pt x="378" y="315"/>
                </a:cubicBezTo>
                <a:cubicBezTo>
                  <a:pt x="378" y="662"/>
                  <a:pt x="221" y="977"/>
                  <a:pt x="0" y="1229"/>
                </a:cubicBezTo>
                <a:cubicBezTo>
                  <a:pt x="725" y="1575"/>
                  <a:pt x="1229" y="2237"/>
                  <a:pt x="1355" y="3025"/>
                </a:cubicBezTo>
                <a:lnTo>
                  <a:pt x="2773" y="3025"/>
                </a:lnTo>
                <a:lnTo>
                  <a:pt x="2773" y="221"/>
                </a:lnTo>
                <a:cubicBezTo>
                  <a:pt x="2521" y="189"/>
                  <a:pt x="2300" y="126"/>
                  <a:pt x="211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8" name="Google Shape;6349;p59">
            <a:extLst>
              <a:ext uri="{FF2B5EF4-FFF2-40B4-BE49-F238E27FC236}">
                <a16:creationId xmlns:a16="http://schemas.microsoft.com/office/drawing/2014/main" id="{0A908023-94F8-C1B5-6EB3-8F051C21FF42}"/>
              </a:ext>
            </a:extLst>
          </p:cNvPr>
          <p:cNvSpPr/>
          <p:nvPr/>
        </p:nvSpPr>
        <p:spPr>
          <a:xfrm>
            <a:off x="2776188" y="1768730"/>
            <a:ext cx="217043" cy="294312"/>
          </a:xfrm>
          <a:custGeom>
            <a:avLst/>
            <a:gdLst/>
            <a:ahLst/>
            <a:cxnLst/>
            <a:rect l="l" t="t" r="r" b="b"/>
            <a:pathLst>
              <a:path w="5042" h="6837" extrusionOk="0">
                <a:moveTo>
                  <a:pt x="1" y="0"/>
                </a:moveTo>
                <a:lnTo>
                  <a:pt x="1" y="6837"/>
                </a:lnTo>
                <a:lnTo>
                  <a:pt x="1418" y="6837"/>
                </a:lnTo>
                <a:cubicBezTo>
                  <a:pt x="1450" y="6018"/>
                  <a:pt x="1954" y="5356"/>
                  <a:pt x="2679" y="4978"/>
                </a:cubicBezTo>
                <a:cubicBezTo>
                  <a:pt x="2427" y="4757"/>
                  <a:pt x="2301" y="4442"/>
                  <a:pt x="2301" y="4064"/>
                </a:cubicBezTo>
                <a:cubicBezTo>
                  <a:pt x="2301" y="3340"/>
                  <a:pt x="2931" y="2710"/>
                  <a:pt x="3687" y="2710"/>
                </a:cubicBezTo>
                <a:cubicBezTo>
                  <a:pt x="4128" y="2710"/>
                  <a:pt x="4474" y="2899"/>
                  <a:pt x="4758" y="3214"/>
                </a:cubicBezTo>
                <a:cubicBezTo>
                  <a:pt x="4726" y="3056"/>
                  <a:pt x="4758" y="2899"/>
                  <a:pt x="4789" y="2741"/>
                </a:cubicBezTo>
                <a:lnTo>
                  <a:pt x="5041" y="2016"/>
                </a:lnTo>
                <a:cubicBezTo>
                  <a:pt x="4821" y="1607"/>
                  <a:pt x="4758" y="1134"/>
                  <a:pt x="4758" y="662"/>
                </a:cubicBezTo>
                <a:cubicBezTo>
                  <a:pt x="4758" y="410"/>
                  <a:pt x="4789" y="189"/>
                  <a:pt x="482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9" name="Google Shape;6350;p59">
            <a:extLst>
              <a:ext uri="{FF2B5EF4-FFF2-40B4-BE49-F238E27FC236}">
                <a16:creationId xmlns:a16="http://schemas.microsoft.com/office/drawing/2014/main" id="{E09A9384-3709-2B69-9E0E-19F9552CADEA}"/>
              </a:ext>
            </a:extLst>
          </p:cNvPr>
          <p:cNvSpPr/>
          <p:nvPr/>
        </p:nvSpPr>
        <p:spPr>
          <a:xfrm>
            <a:off x="2906406" y="1915176"/>
            <a:ext cx="58329" cy="58372"/>
          </a:xfrm>
          <a:custGeom>
            <a:avLst/>
            <a:gdLst/>
            <a:ahLst/>
            <a:cxnLst/>
            <a:rect l="l" t="t" r="r" b="b"/>
            <a:pathLst>
              <a:path w="1355" h="1356" extrusionOk="0">
                <a:moveTo>
                  <a:pt x="662" y="1"/>
                </a:moveTo>
                <a:cubicBezTo>
                  <a:pt x="315" y="1"/>
                  <a:pt x="0" y="316"/>
                  <a:pt x="0" y="694"/>
                </a:cubicBezTo>
                <a:cubicBezTo>
                  <a:pt x="0" y="1040"/>
                  <a:pt x="315" y="1355"/>
                  <a:pt x="662" y="1355"/>
                </a:cubicBezTo>
                <a:cubicBezTo>
                  <a:pt x="1040" y="1355"/>
                  <a:pt x="1355" y="1040"/>
                  <a:pt x="1355" y="694"/>
                </a:cubicBezTo>
                <a:cubicBezTo>
                  <a:pt x="1355" y="316"/>
                  <a:pt x="1040" y="1"/>
                  <a:pt x="66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0" name="Google Shape;6351;p59">
            <a:extLst>
              <a:ext uri="{FF2B5EF4-FFF2-40B4-BE49-F238E27FC236}">
                <a16:creationId xmlns:a16="http://schemas.microsoft.com/office/drawing/2014/main" id="{055EB4E4-B8B3-C10C-DEF9-A828F3A84578}"/>
              </a:ext>
            </a:extLst>
          </p:cNvPr>
          <p:cNvSpPr/>
          <p:nvPr/>
        </p:nvSpPr>
        <p:spPr>
          <a:xfrm>
            <a:off x="3008083" y="1681303"/>
            <a:ext cx="236027" cy="233917"/>
          </a:xfrm>
          <a:custGeom>
            <a:avLst/>
            <a:gdLst/>
            <a:ahLst/>
            <a:cxnLst/>
            <a:rect l="l" t="t" r="r" b="b"/>
            <a:pathLst>
              <a:path w="5483" h="5434" extrusionOk="0">
                <a:moveTo>
                  <a:pt x="2710" y="992"/>
                </a:moveTo>
                <a:cubicBezTo>
                  <a:pt x="2899" y="992"/>
                  <a:pt x="3057" y="1149"/>
                  <a:pt x="3057" y="1338"/>
                </a:cubicBezTo>
                <a:cubicBezTo>
                  <a:pt x="3057" y="1559"/>
                  <a:pt x="2899" y="1716"/>
                  <a:pt x="2710" y="1716"/>
                </a:cubicBezTo>
                <a:cubicBezTo>
                  <a:pt x="2521" y="1716"/>
                  <a:pt x="2364" y="1559"/>
                  <a:pt x="2364" y="1338"/>
                </a:cubicBezTo>
                <a:cubicBezTo>
                  <a:pt x="2395" y="1149"/>
                  <a:pt x="2553" y="992"/>
                  <a:pt x="2710" y="992"/>
                </a:cubicBezTo>
                <a:close/>
                <a:moveTo>
                  <a:pt x="2742" y="2346"/>
                </a:moveTo>
                <a:cubicBezTo>
                  <a:pt x="2962" y="2346"/>
                  <a:pt x="3120" y="2504"/>
                  <a:pt x="3120" y="2693"/>
                </a:cubicBezTo>
                <a:lnTo>
                  <a:pt x="3120" y="4079"/>
                </a:lnTo>
                <a:cubicBezTo>
                  <a:pt x="3120" y="4268"/>
                  <a:pt x="2962" y="4426"/>
                  <a:pt x="2742" y="4426"/>
                </a:cubicBezTo>
                <a:cubicBezTo>
                  <a:pt x="2553" y="4426"/>
                  <a:pt x="2395" y="4268"/>
                  <a:pt x="2395" y="4079"/>
                </a:cubicBezTo>
                <a:lnTo>
                  <a:pt x="2395" y="2693"/>
                </a:lnTo>
                <a:cubicBezTo>
                  <a:pt x="2395" y="2504"/>
                  <a:pt x="2553" y="2346"/>
                  <a:pt x="2742" y="2346"/>
                </a:cubicBezTo>
                <a:close/>
                <a:moveTo>
                  <a:pt x="2646" y="0"/>
                </a:moveTo>
                <a:cubicBezTo>
                  <a:pt x="1359" y="0"/>
                  <a:pt x="1" y="1099"/>
                  <a:pt x="1" y="2724"/>
                </a:cubicBezTo>
                <a:cubicBezTo>
                  <a:pt x="1" y="3197"/>
                  <a:pt x="127" y="3638"/>
                  <a:pt x="348" y="4016"/>
                </a:cubicBezTo>
                <a:lnTo>
                  <a:pt x="33" y="4961"/>
                </a:lnTo>
                <a:cubicBezTo>
                  <a:pt x="1" y="5087"/>
                  <a:pt x="33" y="5245"/>
                  <a:pt x="127" y="5339"/>
                </a:cubicBezTo>
                <a:cubicBezTo>
                  <a:pt x="167" y="5399"/>
                  <a:pt x="245" y="5421"/>
                  <a:pt x="329" y="5421"/>
                </a:cubicBezTo>
                <a:cubicBezTo>
                  <a:pt x="377" y="5421"/>
                  <a:pt x="427" y="5414"/>
                  <a:pt x="474" y="5402"/>
                </a:cubicBezTo>
                <a:lnTo>
                  <a:pt x="1419" y="5087"/>
                </a:lnTo>
                <a:cubicBezTo>
                  <a:pt x="1797" y="5339"/>
                  <a:pt x="2238" y="5434"/>
                  <a:pt x="2742" y="5434"/>
                </a:cubicBezTo>
                <a:cubicBezTo>
                  <a:pt x="4254" y="5434"/>
                  <a:pt x="5483" y="4237"/>
                  <a:pt x="5483" y="2724"/>
                </a:cubicBezTo>
                <a:cubicBezTo>
                  <a:pt x="5483" y="1275"/>
                  <a:pt x="4317" y="78"/>
                  <a:pt x="2899" y="15"/>
                </a:cubicBezTo>
                <a:cubicBezTo>
                  <a:pt x="2815" y="5"/>
                  <a:pt x="2731" y="0"/>
                  <a:pt x="26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1" name="Google Shape;6352;p59">
            <a:extLst>
              <a:ext uri="{FF2B5EF4-FFF2-40B4-BE49-F238E27FC236}">
                <a16:creationId xmlns:a16="http://schemas.microsoft.com/office/drawing/2014/main" id="{C3A8B537-4BF2-9236-0B52-A6B4107D4048}"/>
              </a:ext>
            </a:extLst>
          </p:cNvPr>
          <p:cNvSpPr/>
          <p:nvPr/>
        </p:nvSpPr>
        <p:spPr>
          <a:xfrm>
            <a:off x="2772141" y="2091498"/>
            <a:ext cx="324144" cy="90915"/>
          </a:xfrm>
          <a:custGeom>
            <a:avLst/>
            <a:gdLst/>
            <a:ahLst/>
            <a:cxnLst/>
            <a:rect l="l" t="t" r="r" b="b"/>
            <a:pathLst>
              <a:path w="7530" h="2112" extrusionOk="0">
                <a:moveTo>
                  <a:pt x="0" y="0"/>
                </a:moveTo>
                <a:lnTo>
                  <a:pt x="0" y="1071"/>
                </a:lnTo>
                <a:cubicBezTo>
                  <a:pt x="0" y="1670"/>
                  <a:pt x="473" y="2111"/>
                  <a:pt x="1040" y="2111"/>
                </a:cubicBezTo>
                <a:lnTo>
                  <a:pt x="6490" y="2111"/>
                </a:lnTo>
                <a:cubicBezTo>
                  <a:pt x="7057" y="2111"/>
                  <a:pt x="7530" y="1639"/>
                  <a:pt x="7530" y="1071"/>
                </a:cubicBezTo>
                <a:lnTo>
                  <a:pt x="753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52" name="Google Shape;6353;p59">
            <a:extLst>
              <a:ext uri="{FF2B5EF4-FFF2-40B4-BE49-F238E27FC236}">
                <a16:creationId xmlns:a16="http://schemas.microsoft.com/office/drawing/2014/main" id="{A90AE067-2FA2-A12C-10BF-ACC4006AEC93}"/>
              </a:ext>
            </a:extLst>
          </p:cNvPr>
          <p:cNvSpPr/>
          <p:nvPr/>
        </p:nvSpPr>
        <p:spPr>
          <a:xfrm>
            <a:off x="2773476" y="1680570"/>
            <a:ext cx="264481" cy="58372"/>
          </a:xfrm>
          <a:custGeom>
            <a:avLst/>
            <a:gdLst/>
            <a:ahLst/>
            <a:cxnLst/>
            <a:rect l="l" t="t" r="r" b="b"/>
            <a:pathLst>
              <a:path w="6144" h="1356" extrusionOk="0">
                <a:moveTo>
                  <a:pt x="1040" y="0"/>
                </a:moveTo>
                <a:cubicBezTo>
                  <a:pt x="473" y="0"/>
                  <a:pt x="1" y="473"/>
                  <a:pt x="1" y="1009"/>
                </a:cubicBezTo>
                <a:lnTo>
                  <a:pt x="1" y="1355"/>
                </a:lnTo>
                <a:lnTo>
                  <a:pt x="5104" y="1355"/>
                </a:lnTo>
                <a:cubicBezTo>
                  <a:pt x="5293" y="819"/>
                  <a:pt x="5672" y="347"/>
                  <a:pt x="61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4" name="Google Shape;6355;p59">
            <a:extLst>
              <a:ext uri="{FF2B5EF4-FFF2-40B4-BE49-F238E27FC236}">
                <a16:creationId xmlns:a16="http://schemas.microsoft.com/office/drawing/2014/main" id="{397E4839-7192-92DC-9809-3CC64F6DC9DE}"/>
              </a:ext>
            </a:extLst>
          </p:cNvPr>
          <p:cNvSpPr/>
          <p:nvPr/>
        </p:nvSpPr>
        <p:spPr>
          <a:xfrm>
            <a:off x="4011874" y="4923997"/>
            <a:ext cx="501842" cy="501799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829" y="0"/>
                </a:moveTo>
                <a:cubicBezTo>
                  <a:pt x="3372" y="0"/>
                  <a:pt x="1261" y="1796"/>
                  <a:pt x="788" y="4159"/>
                </a:cubicBezTo>
                <a:cubicBezTo>
                  <a:pt x="347" y="4285"/>
                  <a:pt x="1" y="4694"/>
                  <a:pt x="1" y="5167"/>
                </a:cubicBezTo>
                <a:lnTo>
                  <a:pt x="1" y="7876"/>
                </a:lnTo>
                <a:cubicBezTo>
                  <a:pt x="1" y="8412"/>
                  <a:pt x="473" y="8885"/>
                  <a:pt x="1009" y="8885"/>
                </a:cubicBezTo>
                <a:lnTo>
                  <a:pt x="1702" y="8885"/>
                </a:lnTo>
                <a:cubicBezTo>
                  <a:pt x="1891" y="8885"/>
                  <a:pt x="2049" y="8727"/>
                  <a:pt x="2049" y="8538"/>
                </a:cubicBezTo>
                <a:lnTo>
                  <a:pt x="2049" y="4442"/>
                </a:lnTo>
                <a:cubicBezTo>
                  <a:pt x="2049" y="4253"/>
                  <a:pt x="1891" y="4096"/>
                  <a:pt x="1702" y="4096"/>
                </a:cubicBezTo>
                <a:lnTo>
                  <a:pt x="1481" y="4096"/>
                </a:lnTo>
                <a:cubicBezTo>
                  <a:pt x="1954" y="2111"/>
                  <a:pt x="3781" y="630"/>
                  <a:pt x="5829" y="630"/>
                </a:cubicBezTo>
                <a:cubicBezTo>
                  <a:pt x="7877" y="630"/>
                  <a:pt x="9673" y="2111"/>
                  <a:pt x="10145" y="4096"/>
                </a:cubicBezTo>
                <a:lnTo>
                  <a:pt x="9956" y="4096"/>
                </a:lnTo>
                <a:cubicBezTo>
                  <a:pt x="9767" y="4096"/>
                  <a:pt x="9610" y="4253"/>
                  <a:pt x="9610" y="4442"/>
                </a:cubicBezTo>
                <a:lnTo>
                  <a:pt x="9610" y="8538"/>
                </a:lnTo>
                <a:cubicBezTo>
                  <a:pt x="9610" y="8727"/>
                  <a:pt x="9767" y="8885"/>
                  <a:pt x="9956" y="8885"/>
                </a:cubicBezTo>
                <a:lnTo>
                  <a:pt x="10271" y="8885"/>
                </a:lnTo>
                <a:cubicBezTo>
                  <a:pt x="10114" y="9672"/>
                  <a:pt x="9421" y="10271"/>
                  <a:pt x="8570" y="10271"/>
                </a:cubicBezTo>
                <a:lnTo>
                  <a:pt x="6774" y="10271"/>
                </a:lnTo>
                <a:cubicBezTo>
                  <a:pt x="6617" y="9893"/>
                  <a:pt x="6270" y="9609"/>
                  <a:pt x="5829" y="9609"/>
                </a:cubicBezTo>
                <a:cubicBezTo>
                  <a:pt x="5262" y="9609"/>
                  <a:pt x="4789" y="10082"/>
                  <a:pt x="4789" y="10617"/>
                </a:cubicBezTo>
                <a:cubicBezTo>
                  <a:pt x="4789" y="11184"/>
                  <a:pt x="5262" y="11657"/>
                  <a:pt x="5829" y="11657"/>
                </a:cubicBezTo>
                <a:cubicBezTo>
                  <a:pt x="6270" y="11657"/>
                  <a:pt x="6648" y="11373"/>
                  <a:pt x="6774" y="10995"/>
                </a:cubicBezTo>
                <a:lnTo>
                  <a:pt x="8570" y="10995"/>
                </a:lnTo>
                <a:cubicBezTo>
                  <a:pt x="9799" y="10995"/>
                  <a:pt x="10775" y="10082"/>
                  <a:pt x="10933" y="8885"/>
                </a:cubicBezTo>
                <a:cubicBezTo>
                  <a:pt x="11342" y="8790"/>
                  <a:pt x="11658" y="8380"/>
                  <a:pt x="11658" y="7908"/>
                </a:cubicBezTo>
                <a:lnTo>
                  <a:pt x="11658" y="5198"/>
                </a:lnTo>
                <a:cubicBezTo>
                  <a:pt x="11658" y="4694"/>
                  <a:pt x="11311" y="4253"/>
                  <a:pt x="10870" y="4159"/>
                </a:cubicBezTo>
                <a:cubicBezTo>
                  <a:pt x="10397" y="1796"/>
                  <a:pt x="8255" y="0"/>
                  <a:pt x="58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5" name="Google Shape;6356;p59">
            <a:extLst>
              <a:ext uri="{FF2B5EF4-FFF2-40B4-BE49-F238E27FC236}">
                <a16:creationId xmlns:a16="http://schemas.microsoft.com/office/drawing/2014/main" id="{836E57B2-66DF-2FEB-155C-9DF0A4FD1C11}"/>
              </a:ext>
            </a:extLst>
          </p:cNvPr>
          <p:cNvSpPr/>
          <p:nvPr/>
        </p:nvSpPr>
        <p:spPr>
          <a:xfrm>
            <a:off x="4128532" y="5041988"/>
            <a:ext cx="269905" cy="265600"/>
          </a:xfrm>
          <a:custGeom>
            <a:avLst/>
            <a:gdLst/>
            <a:ahLst/>
            <a:cxnLst/>
            <a:rect l="l" t="t" r="r" b="b"/>
            <a:pathLst>
              <a:path w="6270" h="6170" extrusionOk="0">
                <a:moveTo>
                  <a:pt x="3119" y="1386"/>
                </a:moveTo>
                <a:cubicBezTo>
                  <a:pt x="3308" y="1386"/>
                  <a:pt x="3466" y="1544"/>
                  <a:pt x="3466" y="1733"/>
                </a:cubicBezTo>
                <a:cubicBezTo>
                  <a:pt x="3466" y="1953"/>
                  <a:pt x="3308" y="2079"/>
                  <a:pt x="3119" y="2079"/>
                </a:cubicBezTo>
                <a:cubicBezTo>
                  <a:pt x="2930" y="2079"/>
                  <a:pt x="2773" y="1953"/>
                  <a:pt x="2773" y="1733"/>
                </a:cubicBezTo>
                <a:cubicBezTo>
                  <a:pt x="2773" y="1544"/>
                  <a:pt x="2930" y="1386"/>
                  <a:pt x="3119" y="1386"/>
                </a:cubicBezTo>
                <a:close/>
                <a:moveTo>
                  <a:pt x="3119" y="2741"/>
                </a:moveTo>
                <a:cubicBezTo>
                  <a:pt x="3308" y="2741"/>
                  <a:pt x="3466" y="2867"/>
                  <a:pt x="3466" y="3088"/>
                </a:cubicBezTo>
                <a:lnTo>
                  <a:pt x="3466" y="4474"/>
                </a:lnTo>
                <a:cubicBezTo>
                  <a:pt x="3466" y="4663"/>
                  <a:pt x="3308" y="4820"/>
                  <a:pt x="3119" y="4820"/>
                </a:cubicBezTo>
                <a:cubicBezTo>
                  <a:pt x="2930" y="4820"/>
                  <a:pt x="2773" y="4663"/>
                  <a:pt x="2773" y="4474"/>
                </a:cubicBezTo>
                <a:lnTo>
                  <a:pt x="2773" y="3088"/>
                </a:lnTo>
                <a:cubicBezTo>
                  <a:pt x="2773" y="2867"/>
                  <a:pt x="2930" y="2741"/>
                  <a:pt x="3119" y="2741"/>
                </a:cubicBezTo>
                <a:close/>
                <a:moveTo>
                  <a:pt x="3151" y="0"/>
                </a:moveTo>
                <a:cubicBezTo>
                  <a:pt x="1449" y="0"/>
                  <a:pt x="63" y="1386"/>
                  <a:pt x="63" y="3088"/>
                </a:cubicBezTo>
                <a:cubicBezTo>
                  <a:pt x="63" y="3592"/>
                  <a:pt x="158" y="4096"/>
                  <a:pt x="441" y="4568"/>
                </a:cubicBezTo>
                <a:lnTo>
                  <a:pt x="63" y="5734"/>
                </a:lnTo>
                <a:cubicBezTo>
                  <a:pt x="0" y="5828"/>
                  <a:pt x="0" y="5955"/>
                  <a:pt x="126" y="6081"/>
                </a:cubicBezTo>
                <a:cubicBezTo>
                  <a:pt x="171" y="6125"/>
                  <a:pt x="263" y="6170"/>
                  <a:pt x="357" y="6170"/>
                </a:cubicBezTo>
                <a:cubicBezTo>
                  <a:pt x="396" y="6170"/>
                  <a:pt x="436" y="6162"/>
                  <a:pt x="473" y="6144"/>
                </a:cubicBezTo>
                <a:lnTo>
                  <a:pt x="1638" y="5765"/>
                </a:lnTo>
                <a:cubicBezTo>
                  <a:pt x="2079" y="6049"/>
                  <a:pt x="2615" y="6144"/>
                  <a:pt x="3151" y="6144"/>
                </a:cubicBezTo>
                <a:cubicBezTo>
                  <a:pt x="4852" y="6144"/>
                  <a:pt x="6270" y="4789"/>
                  <a:pt x="6270" y="3088"/>
                </a:cubicBezTo>
                <a:cubicBezTo>
                  <a:pt x="6270" y="1386"/>
                  <a:pt x="4852" y="0"/>
                  <a:pt x="31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8" name="Google Shape;6358;p59">
            <a:extLst>
              <a:ext uri="{FF2B5EF4-FFF2-40B4-BE49-F238E27FC236}">
                <a16:creationId xmlns:a16="http://schemas.microsoft.com/office/drawing/2014/main" id="{A2F6FD13-D596-1E53-10DF-89BE25AC30CB}"/>
              </a:ext>
            </a:extLst>
          </p:cNvPr>
          <p:cNvSpPr/>
          <p:nvPr/>
        </p:nvSpPr>
        <p:spPr>
          <a:xfrm>
            <a:off x="2931185" y="5869439"/>
            <a:ext cx="321475" cy="58372"/>
          </a:xfrm>
          <a:custGeom>
            <a:avLst/>
            <a:gdLst/>
            <a:ahLst/>
            <a:cxnLst/>
            <a:rect l="l" t="t" r="r" b="b"/>
            <a:pathLst>
              <a:path w="7468" h="1356" extrusionOk="0">
                <a:moveTo>
                  <a:pt x="568" y="1"/>
                </a:moveTo>
                <a:cubicBezTo>
                  <a:pt x="568" y="505"/>
                  <a:pt x="379" y="977"/>
                  <a:pt x="1" y="1356"/>
                </a:cubicBezTo>
                <a:lnTo>
                  <a:pt x="7467" y="1356"/>
                </a:lnTo>
                <a:lnTo>
                  <a:pt x="746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9" name="Google Shape;6359;p59">
            <a:extLst>
              <a:ext uri="{FF2B5EF4-FFF2-40B4-BE49-F238E27FC236}">
                <a16:creationId xmlns:a16="http://schemas.microsoft.com/office/drawing/2014/main" id="{00CB8002-FA3B-02E9-5F58-18CB62114EF0}"/>
              </a:ext>
            </a:extLst>
          </p:cNvPr>
          <p:cNvSpPr/>
          <p:nvPr/>
        </p:nvSpPr>
        <p:spPr>
          <a:xfrm>
            <a:off x="2956970" y="5957600"/>
            <a:ext cx="297025" cy="118035"/>
          </a:xfrm>
          <a:custGeom>
            <a:avLst/>
            <a:gdLst/>
            <a:ahLst/>
            <a:cxnLst/>
            <a:rect l="l" t="t" r="r" b="b"/>
            <a:pathLst>
              <a:path w="6900" h="2742" extrusionOk="0">
                <a:moveTo>
                  <a:pt x="0" y="1"/>
                </a:moveTo>
                <a:cubicBezTo>
                  <a:pt x="662" y="505"/>
                  <a:pt x="1134" y="1292"/>
                  <a:pt x="1292" y="2237"/>
                </a:cubicBezTo>
                <a:cubicBezTo>
                  <a:pt x="1355" y="2395"/>
                  <a:pt x="1292" y="2584"/>
                  <a:pt x="1260" y="2742"/>
                </a:cubicBezTo>
                <a:lnTo>
                  <a:pt x="6553" y="2742"/>
                </a:lnTo>
                <a:cubicBezTo>
                  <a:pt x="6742" y="2742"/>
                  <a:pt x="6900" y="2584"/>
                  <a:pt x="6900" y="2395"/>
                </a:cubicBezTo>
                <a:lnTo>
                  <a:pt x="690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0" name="Google Shape;6360;p59">
            <a:extLst>
              <a:ext uri="{FF2B5EF4-FFF2-40B4-BE49-F238E27FC236}">
                <a16:creationId xmlns:a16="http://schemas.microsoft.com/office/drawing/2014/main" id="{1D1D74BB-8BD9-CFFC-FCE8-AD20420D0734}"/>
              </a:ext>
            </a:extLst>
          </p:cNvPr>
          <p:cNvSpPr/>
          <p:nvPr/>
        </p:nvSpPr>
        <p:spPr>
          <a:xfrm>
            <a:off x="3073585" y="5572458"/>
            <a:ext cx="119369" cy="118035"/>
          </a:xfrm>
          <a:custGeom>
            <a:avLst/>
            <a:gdLst/>
            <a:ahLst/>
            <a:cxnLst/>
            <a:rect l="l" t="t" r="r" b="b"/>
            <a:pathLst>
              <a:path w="2773" h="2742" extrusionOk="0">
                <a:moveTo>
                  <a:pt x="1387" y="0"/>
                </a:moveTo>
                <a:cubicBezTo>
                  <a:pt x="631" y="0"/>
                  <a:pt x="1" y="630"/>
                  <a:pt x="1" y="1386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74"/>
                  <a:pt x="2773" y="1386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1" name="Google Shape;6361;p59">
            <a:extLst>
              <a:ext uri="{FF2B5EF4-FFF2-40B4-BE49-F238E27FC236}">
                <a16:creationId xmlns:a16="http://schemas.microsoft.com/office/drawing/2014/main" id="{CD2AB9EC-F53B-6CF2-CD36-CFCE04950C12}"/>
              </a:ext>
            </a:extLst>
          </p:cNvPr>
          <p:cNvSpPr/>
          <p:nvPr/>
        </p:nvSpPr>
        <p:spPr>
          <a:xfrm>
            <a:off x="3015256" y="5720282"/>
            <a:ext cx="237405" cy="118035"/>
          </a:xfrm>
          <a:custGeom>
            <a:avLst/>
            <a:gdLst/>
            <a:ahLst/>
            <a:cxnLst/>
            <a:rect l="l" t="t" r="r" b="b"/>
            <a:pathLst>
              <a:path w="5515" h="2742" extrusionOk="0">
                <a:moveTo>
                  <a:pt x="2773" y="0"/>
                </a:moveTo>
                <a:cubicBezTo>
                  <a:pt x="1419" y="0"/>
                  <a:pt x="221" y="1040"/>
                  <a:pt x="32" y="2363"/>
                </a:cubicBezTo>
                <a:cubicBezTo>
                  <a:pt x="1" y="2552"/>
                  <a:pt x="158" y="2741"/>
                  <a:pt x="379" y="2741"/>
                </a:cubicBezTo>
                <a:lnTo>
                  <a:pt x="5136" y="2741"/>
                </a:lnTo>
                <a:cubicBezTo>
                  <a:pt x="5357" y="2741"/>
                  <a:pt x="5514" y="2552"/>
                  <a:pt x="5514" y="2363"/>
                </a:cubicBezTo>
                <a:cubicBezTo>
                  <a:pt x="5294" y="1008"/>
                  <a:pt x="4160" y="0"/>
                  <a:pt x="277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2" name="Google Shape;6362;p59">
            <a:extLst>
              <a:ext uri="{FF2B5EF4-FFF2-40B4-BE49-F238E27FC236}">
                <a16:creationId xmlns:a16="http://schemas.microsoft.com/office/drawing/2014/main" id="{5BA38B59-E48D-E64F-BDC8-0F783FC3A20B}"/>
              </a:ext>
            </a:extLst>
          </p:cNvPr>
          <p:cNvSpPr/>
          <p:nvPr/>
        </p:nvSpPr>
        <p:spPr>
          <a:xfrm>
            <a:off x="2807769" y="5809776"/>
            <a:ext cx="119369" cy="118035"/>
          </a:xfrm>
          <a:custGeom>
            <a:avLst/>
            <a:gdLst/>
            <a:ahLst/>
            <a:cxnLst/>
            <a:rect l="l" t="t" r="r" b="b"/>
            <a:pathLst>
              <a:path w="2773" h="2742" extrusionOk="0">
                <a:moveTo>
                  <a:pt x="1387" y="1"/>
                </a:moveTo>
                <a:cubicBezTo>
                  <a:pt x="631" y="1"/>
                  <a:pt x="1" y="599"/>
                  <a:pt x="1" y="1387"/>
                </a:cubicBezTo>
                <a:cubicBezTo>
                  <a:pt x="1" y="2143"/>
                  <a:pt x="631" y="2742"/>
                  <a:pt x="1387" y="2742"/>
                </a:cubicBezTo>
                <a:cubicBezTo>
                  <a:pt x="2143" y="2742"/>
                  <a:pt x="2773" y="2143"/>
                  <a:pt x="2773" y="1387"/>
                </a:cubicBezTo>
                <a:cubicBezTo>
                  <a:pt x="2773" y="599"/>
                  <a:pt x="2143" y="1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43" name="Google Shape;6363;p59">
            <a:extLst>
              <a:ext uri="{FF2B5EF4-FFF2-40B4-BE49-F238E27FC236}">
                <a16:creationId xmlns:a16="http://schemas.microsoft.com/office/drawing/2014/main" id="{52371B30-B6D1-5CFD-BE45-4CD6536E752B}"/>
              </a:ext>
            </a:extLst>
          </p:cNvPr>
          <p:cNvSpPr/>
          <p:nvPr/>
        </p:nvSpPr>
        <p:spPr>
          <a:xfrm>
            <a:off x="2748106" y="5957600"/>
            <a:ext cx="236027" cy="116701"/>
          </a:xfrm>
          <a:custGeom>
            <a:avLst/>
            <a:gdLst/>
            <a:ahLst/>
            <a:cxnLst/>
            <a:rect l="l" t="t" r="r" b="b"/>
            <a:pathLst>
              <a:path w="5483" h="2711" extrusionOk="0">
                <a:moveTo>
                  <a:pt x="2773" y="1"/>
                </a:moveTo>
                <a:cubicBezTo>
                  <a:pt x="1387" y="1"/>
                  <a:pt x="252" y="1009"/>
                  <a:pt x="63" y="2300"/>
                </a:cubicBezTo>
                <a:cubicBezTo>
                  <a:pt x="0" y="2521"/>
                  <a:pt x="158" y="2710"/>
                  <a:pt x="410" y="2710"/>
                </a:cubicBezTo>
                <a:lnTo>
                  <a:pt x="5136" y="2710"/>
                </a:lnTo>
                <a:cubicBezTo>
                  <a:pt x="5325" y="2710"/>
                  <a:pt x="5482" y="2521"/>
                  <a:pt x="5482" y="2300"/>
                </a:cubicBezTo>
                <a:cubicBezTo>
                  <a:pt x="5293" y="1009"/>
                  <a:pt x="4159" y="1"/>
                  <a:pt x="277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4" name="Google Shape;6365;p59">
            <a:extLst>
              <a:ext uri="{FF2B5EF4-FFF2-40B4-BE49-F238E27FC236}">
                <a16:creationId xmlns:a16="http://schemas.microsoft.com/office/drawing/2014/main" id="{487E0150-0F84-24FE-C27B-B4BD650668A5}"/>
              </a:ext>
            </a:extLst>
          </p:cNvPr>
          <p:cNvSpPr/>
          <p:nvPr/>
        </p:nvSpPr>
        <p:spPr>
          <a:xfrm>
            <a:off x="3609482" y="1680207"/>
            <a:ext cx="278041" cy="278041"/>
          </a:xfrm>
          <a:custGeom>
            <a:avLst/>
            <a:gdLst/>
            <a:ahLst/>
            <a:cxnLst/>
            <a:rect l="l" t="t" r="r" b="b"/>
            <a:pathLst>
              <a:path w="6459" h="6459" extrusionOk="0">
                <a:moveTo>
                  <a:pt x="3718" y="0"/>
                </a:moveTo>
                <a:cubicBezTo>
                  <a:pt x="3560" y="0"/>
                  <a:pt x="3434" y="63"/>
                  <a:pt x="3403" y="189"/>
                </a:cubicBezTo>
                <a:cubicBezTo>
                  <a:pt x="3340" y="315"/>
                  <a:pt x="3340" y="473"/>
                  <a:pt x="3466" y="536"/>
                </a:cubicBezTo>
                <a:lnTo>
                  <a:pt x="4190" y="1261"/>
                </a:lnTo>
                <a:lnTo>
                  <a:pt x="1260" y="4159"/>
                </a:lnTo>
                <a:lnTo>
                  <a:pt x="567" y="3466"/>
                </a:lnTo>
                <a:cubicBezTo>
                  <a:pt x="496" y="3395"/>
                  <a:pt x="390" y="3360"/>
                  <a:pt x="288" y="3360"/>
                </a:cubicBezTo>
                <a:cubicBezTo>
                  <a:pt x="254" y="3360"/>
                  <a:pt x="221" y="3363"/>
                  <a:pt x="189" y="3371"/>
                </a:cubicBezTo>
                <a:cubicBezTo>
                  <a:pt x="95" y="3403"/>
                  <a:pt x="0" y="3560"/>
                  <a:pt x="0" y="3686"/>
                </a:cubicBezTo>
                <a:lnTo>
                  <a:pt x="0" y="6081"/>
                </a:lnTo>
                <a:cubicBezTo>
                  <a:pt x="0" y="6301"/>
                  <a:pt x="158" y="6459"/>
                  <a:pt x="347" y="6459"/>
                </a:cubicBezTo>
                <a:lnTo>
                  <a:pt x="2773" y="6459"/>
                </a:lnTo>
                <a:cubicBezTo>
                  <a:pt x="2930" y="6459"/>
                  <a:pt x="3025" y="6364"/>
                  <a:pt x="3088" y="6238"/>
                </a:cubicBezTo>
                <a:cubicBezTo>
                  <a:pt x="3119" y="6144"/>
                  <a:pt x="3119" y="5986"/>
                  <a:pt x="2993" y="5892"/>
                </a:cubicBezTo>
                <a:lnTo>
                  <a:pt x="2300" y="5199"/>
                </a:lnTo>
                <a:lnTo>
                  <a:pt x="5198" y="2269"/>
                </a:lnTo>
                <a:lnTo>
                  <a:pt x="5923" y="2993"/>
                </a:lnTo>
                <a:cubicBezTo>
                  <a:pt x="5969" y="3039"/>
                  <a:pt x="6066" y="3069"/>
                  <a:pt x="6164" y="3069"/>
                </a:cubicBezTo>
                <a:cubicBezTo>
                  <a:pt x="6200" y="3069"/>
                  <a:pt x="6236" y="3065"/>
                  <a:pt x="6270" y="3056"/>
                </a:cubicBezTo>
                <a:cubicBezTo>
                  <a:pt x="6396" y="3025"/>
                  <a:pt x="6459" y="2867"/>
                  <a:pt x="6459" y="2741"/>
                </a:cubicBezTo>
                <a:lnTo>
                  <a:pt x="6459" y="347"/>
                </a:lnTo>
                <a:cubicBezTo>
                  <a:pt x="6459" y="158"/>
                  <a:pt x="6301" y="0"/>
                  <a:pt x="61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5" name="Google Shape;6366;p59">
            <a:extLst>
              <a:ext uri="{FF2B5EF4-FFF2-40B4-BE49-F238E27FC236}">
                <a16:creationId xmlns:a16="http://schemas.microsoft.com/office/drawing/2014/main" id="{D9A60720-B8FE-A348-0998-FCB937618121}"/>
              </a:ext>
            </a:extLst>
          </p:cNvPr>
          <p:cNvSpPr/>
          <p:nvPr/>
        </p:nvSpPr>
        <p:spPr>
          <a:xfrm>
            <a:off x="3430449" y="1785414"/>
            <a:ext cx="131595" cy="126730"/>
          </a:xfrm>
          <a:custGeom>
            <a:avLst/>
            <a:gdLst/>
            <a:ahLst/>
            <a:cxnLst/>
            <a:rect l="l" t="t" r="r" b="b"/>
            <a:pathLst>
              <a:path w="3057" h="2944" extrusionOk="0">
                <a:moveTo>
                  <a:pt x="970" y="1"/>
                </a:moveTo>
                <a:cubicBezTo>
                  <a:pt x="685" y="1"/>
                  <a:pt x="405" y="114"/>
                  <a:pt x="221" y="297"/>
                </a:cubicBezTo>
                <a:lnTo>
                  <a:pt x="1" y="549"/>
                </a:lnTo>
                <a:lnTo>
                  <a:pt x="2395" y="2944"/>
                </a:lnTo>
                <a:lnTo>
                  <a:pt x="2678" y="2755"/>
                </a:lnTo>
                <a:cubicBezTo>
                  <a:pt x="3056" y="2345"/>
                  <a:pt x="3056" y="1683"/>
                  <a:pt x="2678" y="1274"/>
                </a:cubicBezTo>
                <a:lnTo>
                  <a:pt x="1670" y="297"/>
                </a:lnTo>
                <a:cubicBezTo>
                  <a:pt x="1478" y="90"/>
                  <a:pt x="1222" y="1"/>
                  <a:pt x="97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6" name="Google Shape;6367;p59">
            <a:extLst>
              <a:ext uri="{FF2B5EF4-FFF2-40B4-BE49-F238E27FC236}">
                <a16:creationId xmlns:a16="http://schemas.microsoft.com/office/drawing/2014/main" id="{A4E6B033-8B11-02AD-B5F5-6A8115424B53}"/>
              </a:ext>
            </a:extLst>
          </p:cNvPr>
          <p:cNvSpPr/>
          <p:nvPr/>
        </p:nvSpPr>
        <p:spPr>
          <a:xfrm>
            <a:off x="3651495" y="2007752"/>
            <a:ext cx="132972" cy="128151"/>
          </a:xfrm>
          <a:custGeom>
            <a:avLst/>
            <a:gdLst/>
            <a:ahLst/>
            <a:cxnLst/>
            <a:rect l="l" t="t" r="r" b="b"/>
            <a:pathLst>
              <a:path w="3089" h="2977" extrusionOk="0">
                <a:moveTo>
                  <a:pt x="999" y="0"/>
                </a:moveTo>
                <a:cubicBezTo>
                  <a:pt x="787" y="0"/>
                  <a:pt x="577" y="66"/>
                  <a:pt x="410" y="205"/>
                </a:cubicBezTo>
                <a:cubicBezTo>
                  <a:pt x="379" y="205"/>
                  <a:pt x="316" y="268"/>
                  <a:pt x="284" y="299"/>
                </a:cubicBezTo>
                <a:lnTo>
                  <a:pt x="1" y="583"/>
                </a:lnTo>
                <a:lnTo>
                  <a:pt x="2427" y="2977"/>
                </a:lnTo>
                <a:lnTo>
                  <a:pt x="2679" y="2693"/>
                </a:lnTo>
                <a:cubicBezTo>
                  <a:pt x="3088" y="2315"/>
                  <a:pt x="3088" y="1622"/>
                  <a:pt x="2679" y="1244"/>
                </a:cubicBezTo>
                <a:lnTo>
                  <a:pt x="1734" y="299"/>
                </a:lnTo>
                <a:cubicBezTo>
                  <a:pt x="1540" y="105"/>
                  <a:pt x="1267" y="0"/>
                  <a:pt x="9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7" name="Google Shape;6368;p59">
            <a:extLst>
              <a:ext uri="{FF2B5EF4-FFF2-40B4-BE49-F238E27FC236}">
                <a16:creationId xmlns:a16="http://schemas.microsoft.com/office/drawing/2014/main" id="{3608D516-8441-958C-7085-1622240BD8B1}"/>
              </a:ext>
            </a:extLst>
          </p:cNvPr>
          <p:cNvSpPr/>
          <p:nvPr/>
        </p:nvSpPr>
        <p:spPr>
          <a:xfrm>
            <a:off x="3378921" y="1832076"/>
            <a:ext cx="356688" cy="350704"/>
          </a:xfrm>
          <a:custGeom>
            <a:avLst/>
            <a:gdLst/>
            <a:ahLst/>
            <a:cxnLst/>
            <a:rect l="l" t="t" r="r" b="b"/>
            <a:pathLst>
              <a:path w="8286" h="8147" extrusionOk="0">
                <a:moveTo>
                  <a:pt x="725" y="1"/>
                </a:moveTo>
                <a:cubicBezTo>
                  <a:pt x="95" y="631"/>
                  <a:pt x="0" y="1387"/>
                  <a:pt x="284" y="2017"/>
                </a:cubicBezTo>
                <a:cubicBezTo>
                  <a:pt x="1387" y="4223"/>
                  <a:pt x="3938" y="6774"/>
                  <a:pt x="6270" y="7972"/>
                </a:cubicBezTo>
                <a:cubicBezTo>
                  <a:pt x="6499" y="8086"/>
                  <a:pt x="6745" y="8147"/>
                  <a:pt x="6996" y="8147"/>
                </a:cubicBezTo>
                <a:cubicBezTo>
                  <a:pt x="7434" y="8147"/>
                  <a:pt x="7886" y="7963"/>
                  <a:pt x="8286" y="7562"/>
                </a:cubicBezTo>
                <a:lnTo>
                  <a:pt x="72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1" name="Google Shape;6370;p59">
            <a:extLst>
              <a:ext uri="{FF2B5EF4-FFF2-40B4-BE49-F238E27FC236}">
                <a16:creationId xmlns:a16="http://schemas.microsoft.com/office/drawing/2014/main" id="{3ED47074-0EC0-C136-B97E-9FC3C5F73870}"/>
              </a:ext>
            </a:extLst>
          </p:cNvPr>
          <p:cNvSpPr/>
          <p:nvPr/>
        </p:nvSpPr>
        <p:spPr>
          <a:xfrm>
            <a:off x="3557912" y="2486672"/>
            <a:ext cx="326899" cy="323455"/>
          </a:xfrm>
          <a:custGeom>
            <a:avLst/>
            <a:gdLst/>
            <a:ahLst/>
            <a:cxnLst/>
            <a:rect l="l" t="t" r="r" b="b"/>
            <a:pathLst>
              <a:path w="7594" h="7514" extrusionOk="0">
                <a:moveTo>
                  <a:pt x="5487" y="0"/>
                </a:moveTo>
                <a:cubicBezTo>
                  <a:pt x="5380" y="0"/>
                  <a:pt x="5278" y="8"/>
                  <a:pt x="5168" y="24"/>
                </a:cubicBezTo>
                <a:cubicBezTo>
                  <a:pt x="4349" y="181"/>
                  <a:pt x="3656" y="843"/>
                  <a:pt x="3561" y="1630"/>
                </a:cubicBezTo>
                <a:cubicBezTo>
                  <a:pt x="3467" y="2198"/>
                  <a:pt x="3561" y="2513"/>
                  <a:pt x="3719" y="2891"/>
                </a:cubicBezTo>
                <a:lnTo>
                  <a:pt x="285" y="6325"/>
                </a:lnTo>
                <a:cubicBezTo>
                  <a:pt x="1" y="6608"/>
                  <a:pt x="1" y="7049"/>
                  <a:pt x="285" y="7301"/>
                </a:cubicBezTo>
                <a:cubicBezTo>
                  <a:pt x="426" y="7443"/>
                  <a:pt x="600" y="7514"/>
                  <a:pt x="773" y="7514"/>
                </a:cubicBezTo>
                <a:cubicBezTo>
                  <a:pt x="946" y="7514"/>
                  <a:pt x="1119" y="7443"/>
                  <a:pt x="1261" y="7301"/>
                </a:cubicBezTo>
                <a:lnTo>
                  <a:pt x="4695" y="3899"/>
                </a:lnTo>
                <a:cubicBezTo>
                  <a:pt x="5022" y="4016"/>
                  <a:pt x="5280" y="4080"/>
                  <a:pt x="5597" y="4080"/>
                </a:cubicBezTo>
                <a:cubicBezTo>
                  <a:pt x="5708" y="4080"/>
                  <a:pt x="5825" y="4073"/>
                  <a:pt x="5955" y="4056"/>
                </a:cubicBezTo>
                <a:cubicBezTo>
                  <a:pt x="6775" y="3899"/>
                  <a:pt x="7436" y="3206"/>
                  <a:pt x="7562" y="2418"/>
                </a:cubicBezTo>
                <a:cubicBezTo>
                  <a:pt x="7594" y="2198"/>
                  <a:pt x="7594" y="1945"/>
                  <a:pt x="7562" y="1756"/>
                </a:cubicBezTo>
                <a:cubicBezTo>
                  <a:pt x="7562" y="1630"/>
                  <a:pt x="7436" y="1504"/>
                  <a:pt x="7310" y="1473"/>
                </a:cubicBezTo>
                <a:cubicBezTo>
                  <a:pt x="7287" y="1465"/>
                  <a:pt x="7259" y="1461"/>
                  <a:pt x="7229" y="1461"/>
                </a:cubicBezTo>
                <a:cubicBezTo>
                  <a:pt x="7141" y="1461"/>
                  <a:pt x="7034" y="1497"/>
                  <a:pt x="6964" y="1567"/>
                </a:cubicBezTo>
                <a:lnTo>
                  <a:pt x="6491" y="2040"/>
                </a:lnTo>
                <a:cubicBezTo>
                  <a:pt x="6365" y="2166"/>
                  <a:pt x="6192" y="2229"/>
                  <a:pt x="6014" y="2229"/>
                </a:cubicBezTo>
                <a:cubicBezTo>
                  <a:pt x="5837" y="2229"/>
                  <a:pt x="5656" y="2166"/>
                  <a:pt x="5514" y="2040"/>
                </a:cubicBezTo>
                <a:cubicBezTo>
                  <a:pt x="5231" y="1756"/>
                  <a:pt x="5231" y="1315"/>
                  <a:pt x="5514" y="1032"/>
                </a:cubicBezTo>
                <a:lnTo>
                  <a:pt x="6018" y="622"/>
                </a:lnTo>
                <a:cubicBezTo>
                  <a:pt x="6113" y="528"/>
                  <a:pt x="6144" y="370"/>
                  <a:pt x="6113" y="276"/>
                </a:cubicBezTo>
                <a:cubicBezTo>
                  <a:pt x="6050" y="150"/>
                  <a:pt x="5955" y="55"/>
                  <a:pt x="5829" y="24"/>
                </a:cubicBezTo>
                <a:cubicBezTo>
                  <a:pt x="5703" y="8"/>
                  <a:pt x="5593" y="0"/>
                  <a:pt x="54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2" name="Google Shape;6371;p59">
            <a:extLst>
              <a:ext uri="{FF2B5EF4-FFF2-40B4-BE49-F238E27FC236}">
                <a16:creationId xmlns:a16="http://schemas.microsoft.com/office/drawing/2014/main" id="{5B696C43-3E8F-7510-2CA6-6CC949F51EDE}"/>
              </a:ext>
            </a:extLst>
          </p:cNvPr>
          <p:cNvSpPr/>
          <p:nvPr/>
        </p:nvSpPr>
        <p:spPr>
          <a:xfrm>
            <a:off x="3648783" y="2318143"/>
            <a:ext cx="80068" cy="80067"/>
          </a:xfrm>
          <a:custGeom>
            <a:avLst/>
            <a:gdLst/>
            <a:ahLst/>
            <a:cxnLst/>
            <a:rect l="l" t="t" r="r" b="b"/>
            <a:pathLst>
              <a:path w="1860" h="1860" extrusionOk="0">
                <a:moveTo>
                  <a:pt x="1" y="1"/>
                </a:moveTo>
                <a:lnTo>
                  <a:pt x="1" y="1859"/>
                </a:lnTo>
                <a:lnTo>
                  <a:pt x="1860" y="1859"/>
                </a:lnTo>
                <a:lnTo>
                  <a:pt x="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3" name="Google Shape;6372;p59">
            <a:extLst>
              <a:ext uri="{FF2B5EF4-FFF2-40B4-BE49-F238E27FC236}">
                <a16:creationId xmlns:a16="http://schemas.microsoft.com/office/drawing/2014/main" id="{5C5E5EBD-C7FB-DFEF-2970-98DC0B79842B}"/>
              </a:ext>
            </a:extLst>
          </p:cNvPr>
          <p:cNvSpPr/>
          <p:nvPr/>
        </p:nvSpPr>
        <p:spPr>
          <a:xfrm>
            <a:off x="3381634" y="2304583"/>
            <a:ext cx="355353" cy="476057"/>
          </a:xfrm>
          <a:custGeom>
            <a:avLst/>
            <a:gdLst/>
            <a:ahLst/>
            <a:cxnLst/>
            <a:rect l="l" t="t" r="r" b="b"/>
            <a:pathLst>
              <a:path w="8255" h="11059" extrusionOk="0">
                <a:moveTo>
                  <a:pt x="3812" y="1450"/>
                </a:moveTo>
                <a:cubicBezTo>
                  <a:pt x="4001" y="1450"/>
                  <a:pt x="4159" y="1607"/>
                  <a:pt x="4159" y="1796"/>
                </a:cubicBezTo>
                <a:cubicBezTo>
                  <a:pt x="4159" y="2017"/>
                  <a:pt x="4001" y="2174"/>
                  <a:pt x="3812" y="2174"/>
                </a:cubicBezTo>
                <a:cubicBezTo>
                  <a:pt x="3623" y="2174"/>
                  <a:pt x="3466" y="2017"/>
                  <a:pt x="3466" y="1796"/>
                </a:cubicBezTo>
                <a:cubicBezTo>
                  <a:pt x="3466" y="1607"/>
                  <a:pt x="3623" y="1450"/>
                  <a:pt x="3812" y="1450"/>
                </a:cubicBezTo>
                <a:close/>
                <a:moveTo>
                  <a:pt x="3812" y="2836"/>
                </a:moveTo>
                <a:cubicBezTo>
                  <a:pt x="4001" y="2836"/>
                  <a:pt x="4159" y="2993"/>
                  <a:pt x="4159" y="3183"/>
                </a:cubicBezTo>
                <a:lnTo>
                  <a:pt x="4159" y="5293"/>
                </a:lnTo>
                <a:cubicBezTo>
                  <a:pt x="4159" y="5482"/>
                  <a:pt x="4001" y="5640"/>
                  <a:pt x="3812" y="5640"/>
                </a:cubicBezTo>
                <a:cubicBezTo>
                  <a:pt x="3623" y="5640"/>
                  <a:pt x="3466" y="5482"/>
                  <a:pt x="3466" y="5293"/>
                </a:cubicBezTo>
                <a:lnTo>
                  <a:pt x="3466" y="3183"/>
                </a:lnTo>
                <a:cubicBezTo>
                  <a:pt x="3466" y="2993"/>
                  <a:pt x="3623" y="2836"/>
                  <a:pt x="3812" y="2836"/>
                </a:cubicBezTo>
                <a:close/>
                <a:moveTo>
                  <a:pt x="5860" y="6301"/>
                </a:moveTo>
                <a:cubicBezTo>
                  <a:pt x="6049" y="6301"/>
                  <a:pt x="6207" y="6459"/>
                  <a:pt x="6207" y="6648"/>
                </a:cubicBezTo>
                <a:cubicBezTo>
                  <a:pt x="6207" y="6837"/>
                  <a:pt x="6049" y="6995"/>
                  <a:pt x="5860" y="6995"/>
                </a:cubicBezTo>
                <a:lnTo>
                  <a:pt x="1733" y="6995"/>
                </a:lnTo>
                <a:cubicBezTo>
                  <a:pt x="1544" y="6995"/>
                  <a:pt x="1387" y="6837"/>
                  <a:pt x="1387" y="6648"/>
                </a:cubicBezTo>
                <a:cubicBezTo>
                  <a:pt x="1387" y="6459"/>
                  <a:pt x="1544" y="6301"/>
                  <a:pt x="1733" y="6301"/>
                </a:cubicBezTo>
                <a:close/>
                <a:moveTo>
                  <a:pt x="4537" y="7688"/>
                </a:moveTo>
                <a:cubicBezTo>
                  <a:pt x="4726" y="7688"/>
                  <a:pt x="4884" y="7845"/>
                  <a:pt x="4884" y="8034"/>
                </a:cubicBezTo>
                <a:cubicBezTo>
                  <a:pt x="4884" y="8223"/>
                  <a:pt x="4726" y="8381"/>
                  <a:pt x="4537" y="8381"/>
                </a:cubicBezTo>
                <a:lnTo>
                  <a:pt x="1733" y="8381"/>
                </a:lnTo>
                <a:cubicBezTo>
                  <a:pt x="1544" y="8381"/>
                  <a:pt x="1387" y="8223"/>
                  <a:pt x="1387" y="8034"/>
                </a:cubicBezTo>
                <a:cubicBezTo>
                  <a:pt x="1387" y="7845"/>
                  <a:pt x="1544" y="7688"/>
                  <a:pt x="1733" y="7688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0681"/>
                </a:lnTo>
                <a:cubicBezTo>
                  <a:pt x="0" y="10964"/>
                  <a:pt x="158" y="11059"/>
                  <a:pt x="347" y="11059"/>
                </a:cubicBezTo>
                <a:lnTo>
                  <a:pt x="3466" y="11059"/>
                </a:lnTo>
                <a:cubicBezTo>
                  <a:pt x="3466" y="10712"/>
                  <a:pt x="3592" y="10366"/>
                  <a:pt x="3844" y="10082"/>
                </a:cubicBezTo>
                <a:lnTo>
                  <a:pt x="4254" y="9704"/>
                </a:lnTo>
                <a:lnTo>
                  <a:pt x="1702" y="9704"/>
                </a:lnTo>
                <a:cubicBezTo>
                  <a:pt x="1481" y="9704"/>
                  <a:pt x="1324" y="9546"/>
                  <a:pt x="1324" y="9326"/>
                </a:cubicBezTo>
                <a:cubicBezTo>
                  <a:pt x="1324" y="9137"/>
                  <a:pt x="1481" y="8979"/>
                  <a:pt x="1702" y="8979"/>
                </a:cubicBezTo>
                <a:lnTo>
                  <a:pt x="4915" y="8979"/>
                </a:lnTo>
                <a:lnTo>
                  <a:pt x="6963" y="6932"/>
                </a:lnTo>
                <a:cubicBezTo>
                  <a:pt x="6900" y="6585"/>
                  <a:pt x="6805" y="6238"/>
                  <a:pt x="6931" y="5703"/>
                </a:cubicBezTo>
                <a:cubicBezTo>
                  <a:pt x="7089" y="4915"/>
                  <a:pt x="7562" y="4254"/>
                  <a:pt x="8255" y="3876"/>
                </a:cubicBezTo>
                <a:lnTo>
                  <a:pt x="8255" y="2773"/>
                </a:lnTo>
                <a:lnTo>
                  <a:pt x="5860" y="2773"/>
                </a:lnTo>
                <a:cubicBezTo>
                  <a:pt x="5671" y="2773"/>
                  <a:pt x="5514" y="2615"/>
                  <a:pt x="5514" y="2395"/>
                </a:cubicBezTo>
                <a:lnTo>
                  <a:pt x="551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4" name="Google Shape;6374;p59">
            <a:extLst>
              <a:ext uri="{FF2B5EF4-FFF2-40B4-BE49-F238E27FC236}">
                <a16:creationId xmlns:a16="http://schemas.microsoft.com/office/drawing/2014/main" id="{B1A79698-D69A-B4D8-4CAB-15BA1524C323}"/>
              </a:ext>
            </a:extLst>
          </p:cNvPr>
          <p:cNvSpPr/>
          <p:nvPr/>
        </p:nvSpPr>
        <p:spPr>
          <a:xfrm>
            <a:off x="3791872" y="2945574"/>
            <a:ext cx="73266" cy="69865"/>
          </a:xfrm>
          <a:custGeom>
            <a:avLst/>
            <a:gdLst/>
            <a:ahLst/>
            <a:cxnLst/>
            <a:rect l="l" t="t" r="r" b="b"/>
            <a:pathLst>
              <a:path w="1702" h="1623" extrusionOk="0">
                <a:moveTo>
                  <a:pt x="1352" y="0"/>
                </a:moveTo>
                <a:cubicBezTo>
                  <a:pt x="1261" y="0"/>
                  <a:pt x="1167" y="24"/>
                  <a:pt x="1104" y="71"/>
                </a:cubicBezTo>
                <a:lnTo>
                  <a:pt x="127" y="1079"/>
                </a:lnTo>
                <a:cubicBezTo>
                  <a:pt x="1" y="1205"/>
                  <a:pt x="1" y="1426"/>
                  <a:pt x="127" y="1552"/>
                </a:cubicBezTo>
                <a:cubicBezTo>
                  <a:pt x="190" y="1599"/>
                  <a:pt x="284" y="1623"/>
                  <a:pt x="375" y="1623"/>
                </a:cubicBezTo>
                <a:cubicBezTo>
                  <a:pt x="466" y="1623"/>
                  <a:pt x="552" y="1599"/>
                  <a:pt x="599" y="1552"/>
                </a:cubicBezTo>
                <a:lnTo>
                  <a:pt x="1576" y="544"/>
                </a:lnTo>
                <a:cubicBezTo>
                  <a:pt x="1702" y="449"/>
                  <a:pt x="1702" y="260"/>
                  <a:pt x="1576" y="71"/>
                </a:cubicBezTo>
                <a:cubicBezTo>
                  <a:pt x="1529" y="24"/>
                  <a:pt x="1442" y="0"/>
                  <a:pt x="135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5" name="Google Shape;6375;p59">
            <a:extLst>
              <a:ext uri="{FF2B5EF4-FFF2-40B4-BE49-F238E27FC236}">
                <a16:creationId xmlns:a16="http://schemas.microsoft.com/office/drawing/2014/main" id="{10E5D31E-E85B-35F6-CF44-D76AA76A4D3C}"/>
              </a:ext>
            </a:extLst>
          </p:cNvPr>
          <p:cNvSpPr/>
          <p:nvPr/>
        </p:nvSpPr>
        <p:spPr>
          <a:xfrm>
            <a:off x="3587096" y="2929990"/>
            <a:ext cx="295690" cy="288544"/>
          </a:xfrm>
          <a:custGeom>
            <a:avLst/>
            <a:gdLst/>
            <a:ahLst/>
            <a:cxnLst/>
            <a:rect l="l" t="t" r="r" b="b"/>
            <a:pathLst>
              <a:path w="6869" h="6703" extrusionOk="0">
                <a:moveTo>
                  <a:pt x="772" y="0"/>
                </a:moveTo>
                <a:cubicBezTo>
                  <a:pt x="599" y="0"/>
                  <a:pt x="426" y="71"/>
                  <a:pt x="284" y="213"/>
                </a:cubicBezTo>
                <a:cubicBezTo>
                  <a:pt x="1" y="496"/>
                  <a:pt x="1" y="937"/>
                  <a:pt x="284" y="1189"/>
                </a:cubicBezTo>
                <a:lnTo>
                  <a:pt x="5608" y="6514"/>
                </a:lnTo>
                <a:cubicBezTo>
                  <a:pt x="5734" y="6640"/>
                  <a:pt x="5908" y="6703"/>
                  <a:pt x="6085" y="6703"/>
                </a:cubicBezTo>
                <a:cubicBezTo>
                  <a:pt x="6262" y="6703"/>
                  <a:pt x="6443" y="6640"/>
                  <a:pt x="6585" y="6514"/>
                </a:cubicBezTo>
                <a:cubicBezTo>
                  <a:pt x="6869" y="6230"/>
                  <a:pt x="6869" y="5821"/>
                  <a:pt x="6585" y="5537"/>
                </a:cubicBezTo>
                <a:lnTo>
                  <a:pt x="1261" y="213"/>
                </a:lnTo>
                <a:cubicBezTo>
                  <a:pt x="1119" y="71"/>
                  <a:pt x="946" y="0"/>
                  <a:pt x="7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6" name="Google Shape;6376;p59">
            <a:extLst>
              <a:ext uri="{FF2B5EF4-FFF2-40B4-BE49-F238E27FC236}">
                <a16:creationId xmlns:a16="http://schemas.microsoft.com/office/drawing/2014/main" id="{17A9A3D1-556F-C715-CABA-9A12ECAE73FB}"/>
              </a:ext>
            </a:extLst>
          </p:cNvPr>
          <p:cNvSpPr/>
          <p:nvPr/>
        </p:nvSpPr>
        <p:spPr>
          <a:xfrm>
            <a:off x="3380944" y="3262228"/>
            <a:ext cx="169563" cy="163794"/>
          </a:xfrm>
          <a:custGeom>
            <a:avLst/>
            <a:gdLst/>
            <a:ahLst/>
            <a:cxnLst/>
            <a:rect l="l" t="t" r="r" b="b"/>
            <a:pathLst>
              <a:path w="3939" h="3805" extrusionOk="0">
                <a:moveTo>
                  <a:pt x="757" y="1"/>
                </a:moveTo>
                <a:cubicBezTo>
                  <a:pt x="576" y="1"/>
                  <a:pt x="395" y="72"/>
                  <a:pt x="253" y="213"/>
                </a:cubicBezTo>
                <a:cubicBezTo>
                  <a:pt x="1" y="497"/>
                  <a:pt x="1" y="938"/>
                  <a:pt x="253" y="1190"/>
                </a:cubicBezTo>
                <a:lnTo>
                  <a:pt x="2679" y="3616"/>
                </a:lnTo>
                <a:cubicBezTo>
                  <a:pt x="2805" y="3742"/>
                  <a:pt x="2978" y="3805"/>
                  <a:pt x="3155" y="3805"/>
                </a:cubicBezTo>
                <a:cubicBezTo>
                  <a:pt x="3332" y="3805"/>
                  <a:pt x="3514" y="3742"/>
                  <a:pt x="3655" y="3616"/>
                </a:cubicBezTo>
                <a:cubicBezTo>
                  <a:pt x="3939" y="3332"/>
                  <a:pt x="3939" y="2891"/>
                  <a:pt x="3655" y="2608"/>
                </a:cubicBezTo>
                <a:lnTo>
                  <a:pt x="1261" y="213"/>
                </a:lnTo>
                <a:cubicBezTo>
                  <a:pt x="1119" y="72"/>
                  <a:pt x="938" y="1"/>
                  <a:pt x="75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7" name="Google Shape;6377;p59">
            <a:extLst>
              <a:ext uri="{FF2B5EF4-FFF2-40B4-BE49-F238E27FC236}">
                <a16:creationId xmlns:a16="http://schemas.microsoft.com/office/drawing/2014/main" id="{3CA4450F-F56E-FDB4-6B0E-90E1EF0175A6}"/>
              </a:ext>
            </a:extLst>
          </p:cNvPr>
          <p:cNvSpPr/>
          <p:nvPr/>
        </p:nvSpPr>
        <p:spPr>
          <a:xfrm>
            <a:off x="3452833" y="3005582"/>
            <a:ext cx="351307" cy="351307"/>
          </a:xfrm>
          <a:custGeom>
            <a:avLst/>
            <a:gdLst/>
            <a:ahLst/>
            <a:cxnLst/>
            <a:rect l="l" t="t" r="r" b="b"/>
            <a:pathLst>
              <a:path w="8161" h="8161" extrusionOk="0">
                <a:moveTo>
                  <a:pt x="2994" y="1"/>
                </a:moveTo>
                <a:lnTo>
                  <a:pt x="2489" y="1576"/>
                </a:lnTo>
                <a:cubicBezTo>
                  <a:pt x="1985" y="3088"/>
                  <a:pt x="1166" y="4474"/>
                  <a:pt x="1" y="5703"/>
                </a:cubicBezTo>
                <a:lnTo>
                  <a:pt x="2458" y="8160"/>
                </a:lnTo>
                <a:cubicBezTo>
                  <a:pt x="3687" y="6995"/>
                  <a:pt x="5104" y="6175"/>
                  <a:pt x="6585" y="5671"/>
                </a:cubicBezTo>
                <a:lnTo>
                  <a:pt x="8160" y="5136"/>
                </a:lnTo>
                <a:lnTo>
                  <a:pt x="299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8" name="Google Shape;6378;p59">
            <a:extLst>
              <a:ext uri="{FF2B5EF4-FFF2-40B4-BE49-F238E27FC236}">
                <a16:creationId xmlns:a16="http://schemas.microsoft.com/office/drawing/2014/main" id="{A338CE20-2122-D168-A709-2B11978A2A9D}"/>
              </a:ext>
            </a:extLst>
          </p:cNvPr>
          <p:cNvSpPr/>
          <p:nvPr/>
        </p:nvSpPr>
        <p:spPr>
          <a:xfrm>
            <a:off x="3734920" y="2924223"/>
            <a:ext cx="29875" cy="58329"/>
          </a:xfrm>
          <a:custGeom>
            <a:avLst/>
            <a:gdLst/>
            <a:ahLst/>
            <a:cxnLst/>
            <a:rect l="l" t="t" r="r" b="b"/>
            <a:pathLst>
              <a:path w="694" h="135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008"/>
                </a:lnTo>
                <a:cubicBezTo>
                  <a:pt x="1" y="1229"/>
                  <a:pt x="158" y="1355"/>
                  <a:pt x="347" y="1355"/>
                </a:cubicBezTo>
                <a:cubicBezTo>
                  <a:pt x="536" y="1355"/>
                  <a:pt x="694" y="1229"/>
                  <a:pt x="694" y="1008"/>
                </a:cubicBezTo>
                <a:lnTo>
                  <a:pt x="694" y="347"/>
                </a:ln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9" name="Google Shape;6379;p59">
            <a:extLst>
              <a:ext uri="{FF2B5EF4-FFF2-40B4-BE49-F238E27FC236}">
                <a16:creationId xmlns:a16="http://schemas.microsoft.com/office/drawing/2014/main" id="{AF728D67-7C54-8EFB-72E9-417573817B9B}"/>
              </a:ext>
            </a:extLst>
          </p:cNvPr>
          <p:cNvSpPr/>
          <p:nvPr/>
        </p:nvSpPr>
        <p:spPr>
          <a:xfrm>
            <a:off x="3825792" y="3044927"/>
            <a:ext cx="59706" cy="29875"/>
          </a:xfrm>
          <a:custGeom>
            <a:avLst/>
            <a:gdLst/>
            <a:ahLst/>
            <a:cxnLst/>
            <a:rect l="l" t="t" r="r" b="b"/>
            <a:pathLst>
              <a:path w="1387" h="694" extrusionOk="0">
                <a:moveTo>
                  <a:pt x="379" y="0"/>
                </a:moveTo>
                <a:cubicBezTo>
                  <a:pt x="158" y="0"/>
                  <a:pt x="0" y="126"/>
                  <a:pt x="0" y="347"/>
                </a:cubicBezTo>
                <a:cubicBezTo>
                  <a:pt x="0" y="536"/>
                  <a:pt x="158" y="693"/>
                  <a:pt x="379" y="693"/>
                </a:cubicBezTo>
                <a:lnTo>
                  <a:pt x="1040" y="693"/>
                </a:lnTo>
                <a:cubicBezTo>
                  <a:pt x="1229" y="693"/>
                  <a:pt x="1387" y="536"/>
                  <a:pt x="1387" y="347"/>
                </a:cubicBezTo>
                <a:cubicBezTo>
                  <a:pt x="1387" y="126"/>
                  <a:pt x="1229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30" name="Google Shape;6380;p59">
            <a:extLst>
              <a:ext uri="{FF2B5EF4-FFF2-40B4-BE49-F238E27FC236}">
                <a16:creationId xmlns:a16="http://schemas.microsoft.com/office/drawing/2014/main" id="{E0E2D830-A4ED-0DCA-BCD3-E5E60DB67CDB}"/>
              </a:ext>
            </a:extLst>
          </p:cNvPr>
          <p:cNvSpPr/>
          <p:nvPr/>
        </p:nvSpPr>
        <p:spPr>
          <a:xfrm>
            <a:off x="3600655" y="3263261"/>
            <a:ext cx="200772" cy="118121"/>
          </a:xfrm>
          <a:custGeom>
            <a:avLst/>
            <a:gdLst/>
            <a:ahLst/>
            <a:cxnLst/>
            <a:rect l="l" t="t" r="r" b="b"/>
            <a:pathLst>
              <a:path w="4664" h="2744" extrusionOk="0">
                <a:moveTo>
                  <a:pt x="4411" y="0"/>
                </a:moveTo>
                <a:lnTo>
                  <a:pt x="3750" y="221"/>
                </a:lnTo>
                <a:cubicBezTo>
                  <a:pt x="3907" y="378"/>
                  <a:pt x="3813" y="631"/>
                  <a:pt x="3624" y="694"/>
                </a:cubicBezTo>
                <a:lnTo>
                  <a:pt x="1072" y="2017"/>
                </a:lnTo>
                <a:cubicBezTo>
                  <a:pt x="1030" y="2038"/>
                  <a:pt x="984" y="2048"/>
                  <a:pt x="938" y="2048"/>
                </a:cubicBezTo>
                <a:cubicBezTo>
                  <a:pt x="844" y="2048"/>
                  <a:pt x="746" y="2006"/>
                  <a:pt x="662" y="1922"/>
                </a:cubicBezTo>
                <a:lnTo>
                  <a:pt x="568" y="1796"/>
                </a:lnTo>
                <a:cubicBezTo>
                  <a:pt x="347" y="1922"/>
                  <a:pt x="190" y="2080"/>
                  <a:pt x="1" y="2237"/>
                </a:cubicBezTo>
                <a:lnTo>
                  <a:pt x="190" y="2426"/>
                </a:lnTo>
                <a:cubicBezTo>
                  <a:pt x="395" y="2632"/>
                  <a:pt x="669" y="2744"/>
                  <a:pt x="947" y="2744"/>
                </a:cubicBezTo>
                <a:cubicBezTo>
                  <a:pt x="1095" y="2744"/>
                  <a:pt x="1245" y="2712"/>
                  <a:pt x="1387" y="2647"/>
                </a:cubicBezTo>
                <a:lnTo>
                  <a:pt x="3939" y="1324"/>
                </a:lnTo>
                <a:cubicBezTo>
                  <a:pt x="4411" y="1103"/>
                  <a:pt x="4663" y="505"/>
                  <a:pt x="441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2" name="Google Shape;6382;p59">
            <a:extLst>
              <a:ext uri="{FF2B5EF4-FFF2-40B4-BE49-F238E27FC236}">
                <a16:creationId xmlns:a16="http://schemas.microsoft.com/office/drawing/2014/main" id="{0468CD0C-0AFC-6CBD-EE37-A63BDB071211}"/>
              </a:ext>
            </a:extLst>
          </p:cNvPr>
          <p:cNvSpPr/>
          <p:nvPr/>
        </p:nvSpPr>
        <p:spPr>
          <a:xfrm>
            <a:off x="1525662" y="3604466"/>
            <a:ext cx="420440" cy="424530"/>
          </a:xfrm>
          <a:custGeom>
            <a:avLst/>
            <a:gdLst/>
            <a:ahLst/>
            <a:cxnLst/>
            <a:rect l="l" t="t" r="r" b="b"/>
            <a:pathLst>
              <a:path w="9767" h="9862" extrusionOk="0">
                <a:moveTo>
                  <a:pt x="4883" y="1"/>
                </a:moveTo>
                <a:cubicBezTo>
                  <a:pt x="4505" y="1"/>
                  <a:pt x="4222" y="316"/>
                  <a:pt x="4222" y="662"/>
                </a:cubicBezTo>
                <a:lnTo>
                  <a:pt x="4222" y="4128"/>
                </a:lnTo>
                <a:cubicBezTo>
                  <a:pt x="4159" y="4033"/>
                  <a:pt x="2899" y="1859"/>
                  <a:pt x="2772" y="1702"/>
                </a:cubicBezTo>
                <a:cubicBezTo>
                  <a:pt x="2639" y="1479"/>
                  <a:pt x="2394" y="1350"/>
                  <a:pt x="2151" y="1350"/>
                </a:cubicBezTo>
                <a:cubicBezTo>
                  <a:pt x="2051" y="1350"/>
                  <a:pt x="1951" y="1372"/>
                  <a:pt x="1859" y="1418"/>
                </a:cubicBezTo>
                <a:cubicBezTo>
                  <a:pt x="1512" y="1576"/>
                  <a:pt x="1386" y="2017"/>
                  <a:pt x="1544" y="2332"/>
                </a:cubicBezTo>
                <a:cubicBezTo>
                  <a:pt x="1544" y="2363"/>
                  <a:pt x="2804" y="4947"/>
                  <a:pt x="2836" y="4947"/>
                </a:cubicBezTo>
                <a:cubicBezTo>
                  <a:pt x="3434" y="4947"/>
                  <a:pt x="5261" y="4947"/>
                  <a:pt x="5261" y="6617"/>
                </a:cubicBezTo>
                <a:cubicBezTo>
                  <a:pt x="5261" y="6806"/>
                  <a:pt x="5104" y="6963"/>
                  <a:pt x="4883" y="6963"/>
                </a:cubicBezTo>
                <a:cubicBezTo>
                  <a:pt x="4694" y="6963"/>
                  <a:pt x="4537" y="6806"/>
                  <a:pt x="4537" y="6617"/>
                </a:cubicBezTo>
                <a:cubicBezTo>
                  <a:pt x="4537" y="6018"/>
                  <a:pt x="4253" y="5640"/>
                  <a:pt x="3056" y="5608"/>
                </a:cubicBezTo>
                <a:cubicBezTo>
                  <a:pt x="3056" y="5608"/>
                  <a:pt x="1260" y="4254"/>
                  <a:pt x="1197" y="4191"/>
                </a:cubicBezTo>
                <a:cubicBezTo>
                  <a:pt x="1060" y="4084"/>
                  <a:pt x="901" y="4029"/>
                  <a:pt x="745" y="4029"/>
                </a:cubicBezTo>
                <a:cubicBezTo>
                  <a:pt x="578" y="4029"/>
                  <a:pt x="414" y="4092"/>
                  <a:pt x="284" y="4222"/>
                </a:cubicBezTo>
                <a:cubicBezTo>
                  <a:pt x="0" y="4506"/>
                  <a:pt x="0" y="4915"/>
                  <a:pt x="284" y="5199"/>
                </a:cubicBezTo>
                <a:lnTo>
                  <a:pt x="1859" y="6774"/>
                </a:lnTo>
                <a:cubicBezTo>
                  <a:pt x="2048" y="6963"/>
                  <a:pt x="2142" y="7215"/>
                  <a:pt x="2142" y="7436"/>
                </a:cubicBezTo>
                <a:cubicBezTo>
                  <a:pt x="2142" y="8034"/>
                  <a:pt x="2520" y="8538"/>
                  <a:pt x="3088" y="8759"/>
                </a:cubicBezTo>
                <a:cubicBezTo>
                  <a:pt x="3245" y="8790"/>
                  <a:pt x="3371" y="8948"/>
                  <a:pt x="3434" y="9074"/>
                </a:cubicBezTo>
                <a:cubicBezTo>
                  <a:pt x="2426" y="8979"/>
                  <a:pt x="1260" y="8790"/>
                  <a:pt x="1103" y="8475"/>
                </a:cubicBezTo>
                <a:cubicBezTo>
                  <a:pt x="1103" y="8475"/>
                  <a:pt x="1197" y="8349"/>
                  <a:pt x="1638" y="8192"/>
                </a:cubicBezTo>
                <a:cubicBezTo>
                  <a:pt x="1544" y="8003"/>
                  <a:pt x="1481" y="7751"/>
                  <a:pt x="1481" y="7530"/>
                </a:cubicBezTo>
                <a:cubicBezTo>
                  <a:pt x="756" y="7782"/>
                  <a:pt x="441" y="8066"/>
                  <a:pt x="441" y="8475"/>
                </a:cubicBezTo>
                <a:cubicBezTo>
                  <a:pt x="441" y="9641"/>
                  <a:pt x="3718" y="9862"/>
                  <a:pt x="4883" y="9862"/>
                </a:cubicBezTo>
                <a:cubicBezTo>
                  <a:pt x="6081" y="9862"/>
                  <a:pt x="9357" y="9641"/>
                  <a:pt x="9357" y="8475"/>
                </a:cubicBezTo>
                <a:cubicBezTo>
                  <a:pt x="9357" y="8066"/>
                  <a:pt x="8979" y="7751"/>
                  <a:pt x="8317" y="7530"/>
                </a:cubicBezTo>
                <a:cubicBezTo>
                  <a:pt x="8317" y="7782"/>
                  <a:pt x="8286" y="8003"/>
                  <a:pt x="8160" y="8192"/>
                </a:cubicBezTo>
                <a:cubicBezTo>
                  <a:pt x="8286" y="8255"/>
                  <a:pt x="8349" y="8286"/>
                  <a:pt x="8443" y="8318"/>
                </a:cubicBezTo>
                <a:lnTo>
                  <a:pt x="8664" y="8444"/>
                </a:lnTo>
                <a:cubicBezTo>
                  <a:pt x="8475" y="8790"/>
                  <a:pt x="7372" y="8948"/>
                  <a:pt x="6364" y="9074"/>
                </a:cubicBezTo>
                <a:cubicBezTo>
                  <a:pt x="6427" y="8979"/>
                  <a:pt x="6553" y="8885"/>
                  <a:pt x="6711" y="8822"/>
                </a:cubicBezTo>
                <a:cubicBezTo>
                  <a:pt x="7246" y="8633"/>
                  <a:pt x="7656" y="8129"/>
                  <a:pt x="7656" y="7530"/>
                </a:cubicBezTo>
                <a:lnTo>
                  <a:pt x="7656" y="6428"/>
                </a:lnTo>
                <a:lnTo>
                  <a:pt x="9515" y="4569"/>
                </a:lnTo>
                <a:cubicBezTo>
                  <a:pt x="9767" y="4317"/>
                  <a:pt x="9767" y="3876"/>
                  <a:pt x="9515" y="3592"/>
                </a:cubicBezTo>
                <a:cubicBezTo>
                  <a:pt x="9373" y="3450"/>
                  <a:pt x="9192" y="3379"/>
                  <a:pt x="9010" y="3379"/>
                </a:cubicBezTo>
                <a:cubicBezTo>
                  <a:pt x="8829" y="3379"/>
                  <a:pt x="8648" y="3450"/>
                  <a:pt x="8506" y="3592"/>
                </a:cubicBezTo>
                <a:cubicBezTo>
                  <a:pt x="8191" y="3876"/>
                  <a:pt x="7498" y="4411"/>
                  <a:pt x="7026" y="4789"/>
                </a:cubicBezTo>
                <a:cubicBezTo>
                  <a:pt x="7089" y="4663"/>
                  <a:pt x="8191" y="2426"/>
                  <a:pt x="8254" y="2332"/>
                </a:cubicBezTo>
                <a:cubicBezTo>
                  <a:pt x="8412" y="1985"/>
                  <a:pt x="8286" y="1576"/>
                  <a:pt x="7939" y="1418"/>
                </a:cubicBezTo>
                <a:cubicBezTo>
                  <a:pt x="7847" y="1372"/>
                  <a:pt x="7747" y="1350"/>
                  <a:pt x="7647" y="1350"/>
                </a:cubicBezTo>
                <a:cubicBezTo>
                  <a:pt x="7404" y="1350"/>
                  <a:pt x="7159" y="1479"/>
                  <a:pt x="7026" y="1702"/>
                </a:cubicBezTo>
                <a:cubicBezTo>
                  <a:pt x="6900" y="1859"/>
                  <a:pt x="5639" y="4033"/>
                  <a:pt x="5576" y="4128"/>
                </a:cubicBezTo>
                <a:lnTo>
                  <a:pt x="5576" y="662"/>
                </a:lnTo>
                <a:cubicBezTo>
                  <a:pt x="5576" y="284"/>
                  <a:pt x="5261" y="1"/>
                  <a:pt x="488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3" name="Google Shape;6383;p59">
            <a:extLst>
              <a:ext uri="{FF2B5EF4-FFF2-40B4-BE49-F238E27FC236}">
                <a16:creationId xmlns:a16="http://schemas.microsoft.com/office/drawing/2014/main" id="{918E29F7-220A-D20D-3D7C-33391AC36934}"/>
              </a:ext>
            </a:extLst>
          </p:cNvPr>
          <p:cNvSpPr/>
          <p:nvPr/>
        </p:nvSpPr>
        <p:spPr>
          <a:xfrm>
            <a:off x="1484940" y="3881130"/>
            <a:ext cx="501842" cy="208907"/>
          </a:xfrm>
          <a:custGeom>
            <a:avLst/>
            <a:gdLst/>
            <a:ahLst/>
            <a:cxnLst/>
            <a:rect l="l" t="t" r="r" b="b"/>
            <a:pathLst>
              <a:path w="11658" h="4853" extrusionOk="0">
                <a:moveTo>
                  <a:pt x="9578" y="1"/>
                </a:moveTo>
                <a:lnTo>
                  <a:pt x="9263" y="316"/>
                </a:lnTo>
                <a:lnTo>
                  <a:pt x="9263" y="631"/>
                </a:lnTo>
                <a:cubicBezTo>
                  <a:pt x="10335" y="1040"/>
                  <a:pt x="10965" y="1576"/>
                  <a:pt x="10965" y="2143"/>
                </a:cubicBezTo>
                <a:cubicBezTo>
                  <a:pt x="10965" y="3119"/>
                  <a:pt x="8885" y="4191"/>
                  <a:pt x="5829" y="4191"/>
                </a:cubicBezTo>
                <a:cubicBezTo>
                  <a:pt x="2805" y="4191"/>
                  <a:pt x="726" y="3119"/>
                  <a:pt x="726" y="2143"/>
                </a:cubicBezTo>
                <a:cubicBezTo>
                  <a:pt x="726" y="1607"/>
                  <a:pt x="1261" y="1103"/>
                  <a:pt x="2175" y="725"/>
                </a:cubicBezTo>
                <a:lnTo>
                  <a:pt x="1671" y="190"/>
                </a:lnTo>
                <a:cubicBezTo>
                  <a:pt x="631" y="725"/>
                  <a:pt x="1" y="1387"/>
                  <a:pt x="1" y="2111"/>
                </a:cubicBezTo>
                <a:cubicBezTo>
                  <a:pt x="1" y="3655"/>
                  <a:pt x="2584" y="4852"/>
                  <a:pt x="5829" y="4852"/>
                </a:cubicBezTo>
                <a:cubicBezTo>
                  <a:pt x="9106" y="4852"/>
                  <a:pt x="11658" y="3624"/>
                  <a:pt x="11658" y="2111"/>
                </a:cubicBezTo>
                <a:cubicBezTo>
                  <a:pt x="11658" y="1261"/>
                  <a:pt x="10870" y="505"/>
                  <a:pt x="957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0" name="Google Shape;6385;p59">
            <a:extLst>
              <a:ext uri="{FF2B5EF4-FFF2-40B4-BE49-F238E27FC236}">
                <a16:creationId xmlns:a16="http://schemas.microsoft.com/office/drawing/2014/main" id="{607A5433-FBDB-D589-9A20-5CD7656DA58E}"/>
              </a:ext>
            </a:extLst>
          </p:cNvPr>
          <p:cNvSpPr/>
          <p:nvPr/>
        </p:nvSpPr>
        <p:spPr>
          <a:xfrm>
            <a:off x="1484274" y="4412022"/>
            <a:ext cx="503177" cy="354019"/>
          </a:xfrm>
          <a:custGeom>
            <a:avLst/>
            <a:gdLst/>
            <a:ahLst/>
            <a:cxnLst/>
            <a:rect l="l" t="t" r="r" b="b"/>
            <a:pathLst>
              <a:path w="11689" h="8224" extrusionOk="0">
                <a:moveTo>
                  <a:pt x="5860" y="1"/>
                </a:moveTo>
                <a:cubicBezTo>
                  <a:pt x="4506" y="1"/>
                  <a:pt x="3340" y="1040"/>
                  <a:pt x="3151" y="2332"/>
                </a:cubicBezTo>
                <a:cubicBezTo>
                  <a:pt x="3119" y="2521"/>
                  <a:pt x="3277" y="2710"/>
                  <a:pt x="3497" y="2710"/>
                </a:cubicBezTo>
                <a:lnTo>
                  <a:pt x="5514" y="2710"/>
                </a:lnTo>
                <a:lnTo>
                  <a:pt x="5514" y="3435"/>
                </a:lnTo>
                <a:lnTo>
                  <a:pt x="2395" y="3435"/>
                </a:lnTo>
                <a:cubicBezTo>
                  <a:pt x="1859" y="3435"/>
                  <a:pt x="1387" y="3907"/>
                  <a:pt x="1387" y="4443"/>
                </a:cubicBezTo>
                <a:lnTo>
                  <a:pt x="1387" y="4852"/>
                </a:lnTo>
                <a:cubicBezTo>
                  <a:pt x="599" y="5010"/>
                  <a:pt x="0" y="5703"/>
                  <a:pt x="0" y="6554"/>
                </a:cubicBezTo>
                <a:cubicBezTo>
                  <a:pt x="0" y="7499"/>
                  <a:pt x="757" y="8223"/>
                  <a:pt x="1702" y="8223"/>
                </a:cubicBezTo>
                <a:cubicBezTo>
                  <a:pt x="2647" y="8223"/>
                  <a:pt x="3403" y="7499"/>
                  <a:pt x="3403" y="6554"/>
                </a:cubicBezTo>
                <a:cubicBezTo>
                  <a:pt x="3403" y="5703"/>
                  <a:pt x="2804" y="5041"/>
                  <a:pt x="2017" y="4852"/>
                </a:cubicBezTo>
                <a:lnTo>
                  <a:pt x="2017" y="4443"/>
                </a:lnTo>
                <a:cubicBezTo>
                  <a:pt x="2017" y="4254"/>
                  <a:pt x="2174" y="4096"/>
                  <a:pt x="2363" y="4096"/>
                </a:cubicBezTo>
                <a:lnTo>
                  <a:pt x="5482" y="4096"/>
                </a:lnTo>
                <a:lnTo>
                  <a:pt x="5482" y="4821"/>
                </a:lnTo>
                <a:cubicBezTo>
                  <a:pt x="4695" y="4978"/>
                  <a:pt x="4096" y="5672"/>
                  <a:pt x="4096" y="6491"/>
                </a:cubicBezTo>
                <a:cubicBezTo>
                  <a:pt x="4096" y="7436"/>
                  <a:pt x="4852" y="8192"/>
                  <a:pt x="5797" y="8192"/>
                </a:cubicBezTo>
                <a:cubicBezTo>
                  <a:pt x="6742" y="8192"/>
                  <a:pt x="7499" y="7436"/>
                  <a:pt x="7499" y="6491"/>
                </a:cubicBezTo>
                <a:cubicBezTo>
                  <a:pt x="7499" y="5672"/>
                  <a:pt x="6900" y="5010"/>
                  <a:pt x="6112" y="4821"/>
                </a:cubicBezTo>
                <a:lnTo>
                  <a:pt x="6112" y="4096"/>
                </a:lnTo>
                <a:lnTo>
                  <a:pt x="9231" y="4096"/>
                </a:lnTo>
                <a:cubicBezTo>
                  <a:pt x="9420" y="4096"/>
                  <a:pt x="9578" y="4254"/>
                  <a:pt x="9578" y="4443"/>
                </a:cubicBezTo>
                <a:lnTo>
                  <a:pt x="9578" y="4852"/>
                </a:lnTo>
                <a:cubicBezTo>
                  <a:pt x="8790" y="5010"/>
                  <a:pt x="8192" y="5703"/>
                  <a:pt x="8192" y="6554"/>
                </a:cubicBezTo>
                <a:cubicBezTo>
                  <a:pt x="8192" y="7499"/>
                  <a:pt x="8948" y="8223"/>
                  <a:pt x="9893" y="8223"/>
                </a:cubicBezTo>
                <a:cubicBezTo>
                  <a:pt x="10838" y="8223"/>
                  <a:pt x="11594" y="7499"/>
                  <a:pt x="11594" y="6554"/>
                </a:cubicBezTo>
                <a:cubicBezTo>
                  <a:pt x="11689" y="5703"/>
                  <a:pt x="11153" y="5010"/>
                  <a:pt x="10366" y="4852"/>
                </a:cubicBezTo>
                <a:lnTo>
                  <a:pt x="10366" y="4443"/>
                </a:lnTo>
                <a:cubicBezTo>
                  <a:pt x="10366" y="3907"/>
                  <a:pt x="9893" y="3435"/>
                  <a:pt x="9326" y="3435"/>
                </a:cubicBezTo>
                <a:lnTo>
                  <a:pt x="6238" y="3435"/>
                </a:lnTo>
                <a:lnTo>
                  <a:pt x="6238" y="2710"/>
                </a:lnTo>
                <a:lnTo>
                  <a:pt x="8223" y="2710"/>
                </a:lnTo>
                <a:cubicBezTo>
                  <a:pt x="8444" y="2710"/>
                  <a:pt x="8601" y="2521"/>
                  <a:pt x="8601" y="2332"/>
                </a:cubicBezTo>
                <a:cubicBezTo>
                  <a:pt x="8381" y="977"/>
                  <a:pt x="7247" y="1"/>
                  <a:pt x="586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21" name="Google Shape;6386;p59">
            <a:extLst>
              <a:ext uri="{FF2B5EF4-FFF2-40B4-BE49-F238E27FC236}">
                <a16:creationId xmlns:a16="http://schemas.microsoft.com/office/drawing/2014/main" id="{48F31E37-12ED-1FEF-0EF2-EB7CBF778317}"/>
              </a:ext>
            </a:extLst>
          </p:cNvPr>
          <p:cNvSpPr/>
          <p:nvPr/>
        </p:nvSpPr>
        <p:spPr>
          <a:xfrm>
            <a:off x="1678201" y="4264198"/>
            <a:ext cx="118035" cy="119412"/>
          </a:xfrm>
          <a:custGeom>
            <a:avLst/>
            <a:gdLst/>
            <a:ahLst/>
            <a:cxnLst/>
            <a:rect l="l" t="t" r="r" b="b"/>
            <a:pathLst>
              <a:path w="2742" h="2774" extrusionOk="0">
                <a:moveTo>
                  <a:pt x="1355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43"/>
                  <a:pt x="631" y="2773"/>
                  <a:pt x="1355" y="2773"/>
                </a:cubicBezTo>
                <a:cubicBezTo>
                  <a:pt x="2111" y="2773"/>
                  <a:pt x="2742" y="2143"/>
                  <a:pt x="2742" y="1387"/>
                </a:cubicBezTo>
                <a:cubicBezTo>
                  <a:pt x="2742" y="631"/>
                  <a:pt x="2111" y="1"/>
                  <a:pt x="13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8" name="Google Shape;6388;p59">
            <a:extLst>
              <a:ext uri="{FF2B5EF4-FFF2-40B4-BE49-F238E27FC236}">
                <a16:creationId xmlns:a16="http://schemas.microsoft.com/office/drawing/2014/main" id="{28FF41EA-4208-4698-6D7E-582F630D6FEA}"/>
              </a:ext>
            </a:extLst>
          </p:cNvPr>
          <p:cNvSpPr/>
          <p:nvPr/>
        </p:nvSpPr>
        <p:spPr>
          <a:xfrm>
            <a:off x="1632765" y="4923480"/>
            <a:ext cx="367579" cy="369602"/>
          </a:xfrm>
          <a:custGeom>
            <a:avLst/>
            <a:gdLst/>
            <a:ahLst/>
            <a:cxnLst/>
            <a:rect l="l" t="t" r="r" b="b"/>
            <a:pathLst>
              <a:path w="8539" h="8586" extrusionOk="0">
                <a:moveTo>
                  <a:pt x="5156" y="1"/>
                </a:moveTo>
                <a:cubicBezTo>
                  <a:pt x="4372" y="1"/>
                  <a:pt x="3593" y="308"/>
                  <a:pt x="2994" y="922"/>
                </a:cubicBezTo>
                <a:lnTo>
                  <a:pt x="1450" y="2466"/>
                </a:lnTo>
                <a:cubicBezTo>
                  <a:pt x="1681" y="2417"/>
                  <a:pt x="1916" y="2392"/>
                  <a:pt x="2152" y="2392"/>
                </a:cubicBezTo>
                <a:cubicBezTo>
                  <a:pt x="2529" y="2392"/>
                  <a:pt x="2909" y="2456"/>
                  <a:pt x="3277" y="2592"/>
                </a:cubicBezTo>
                <a:lnTo>
                  <a:pt x="3939" y="1899"/>
                </a:lnTo>
                <a:cubicBezTo>
                  <a:pt x="4270" y="1568"/>
                  <a:pt x="4703" y="1402"/>
                  <a:pt x="5136" y="1402"/>
                </a:cubicBezTo>
                <a:cubicBezTo>
                  <a:pt x="5569" y="1402"/>
                  <a:pt x="6003" y="1568"/>
                  <a:pt x="6333" y="1899"/>
                </a:cubicBezTo>
                <a:cubicBezTo>
                  <a:pt x="7027" y="2592"/>
                  <a:pt x="7027" y="3631"/>
                  <a:pt x="6333" y="4325"/>
                </a:cubicBezTo>
                <a:lnTo>
                  <a:pt x="3939" y="6719"/>
                </a:lnTo>
                <a:cubicBezTo>
                  <a:pt x="3608" y="7050"/>
                  <a:pt x="3175" y="7215"/>
                  <a:pt x="2742" y="7215"/>
                </a:cubicBezTo>
                <a:cubicBezTo>
                  <a:pt x="2309" y="7215"/>
                  <a:pt x="1875" y="7050"/>
                  <a:pt x="1545" y="6719"/>
                </a:cubicBezTo>
                <a:cubicBezTo>
                  <a:pt x="1261" y="6435"/>
                  <a:pt x="1104" y="6089"/>
                  <a:pt x="1072" y="5742"/>
                </a:cubicBezTo>
                <a:lnTo>
                  <a:pt x="1" y="6782"/>
                </a:lnTo>
                <a:cubicBezTo>
                  <a:pt x="158" y="7097"/>
                  <a:pt x="348" y="7381"/>
                  <a:pt x="600" y="7664"/>
                </a:cubicBezTo>
                <a:cubicBezTo>
                  <a:pt x="1214" y="8278"/>
                  <a:pt x="2002" y="8586"/>
                  <a:pt x="2781" y="8586"/>
                </a:cubicBezTo>
                <a:cubicBezTo>
                  <a:pt x="3561" y="8586"/>
                  <a:pt x="4333" y="8278"/>
                  <a:pt x="4916" y="7664"/>
                </a:cubicBezTo>
                <a:lnTo>
                  <a:pt x="7342" y="5270"/>
                </a:lnTo>
                <a:cubicBezTo>
                  <a:pt x="8539" y="4073"/>
                  <a:pt x="8539" y="2151"/>
                  <a:pt x="7342" y="922"/>
                </a:cubicBezTo>
                <a:cubicBezTo>
                  <a:pt x="6727" y="308"/>
                  <a:pt x="5940" y="1"/>
                  <a:pt x="515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9" name="Google Shape;6389;p59">
            <a:extLst>
              <a:ext uri="{FF2B5EF4-FFF2-40B4-BE49-F238E27FC236}">
                <a16:creationId xmlns:a16="http://schemas.microsoft.com/office/drawing/2014/main" id="{F81AB2C0-904E-5B2E-8A6A-B2F6C9462073}"/>
              </a:ext>
            </a:extLst>
          </p:cNvPr>
          <p:cNvSpPr/>
          <p:nvPr/>
        </p:nvSpPr>
        <p:spPr>
          <a:xfrm>
            <a:off x="1471381" y="5053654"/>
            <a:ext cx="371668" cy="372658"/>
          </a:xfrm>
          <a:custGeom>
            <a:avLst/>
            <a:gdLst/>
            <a:ahLst/>
            <a:cxnLst/>
            <a:rect l="l" t="t" r="r" b="b"/>
            <a:pathLst>
              <a:path w="8634" h="8657" extrusionOk="0">
                <a:moveTo>
                  <a:pt x="5865" y="1"/>
                </a:moveTo>
                <a:cubicBezTo>
                  <a:pt x="5081" y="1"/>
                  <a:pt x="4301" y="308"/>
                  <a:pt x="3718" y="922"/>
                </a:cubicBezTo>
                <a:lnTo>
                  <a:pt x="1230" y="3411"/>
                </a:lnTo>
                <a:cubicBezTo>
                  <a:pt x="1" y="4640"/>
                  <a:pt x="1" y="6562"/>
                  <a:pt x="1230" y="7759"/>
                </a:cubicBezTo>
                <a:cubicBezTo>
                  <a:pt x="1844" y="8358"/>
                  <a:pt x="2632" y="8657"/>
                  <a:pt x="3415" y="8657"/>
                </a:cubicBezTo>
                <a:cubicBezTo>
                  <a:pt x="4199" y="8657"/>
                  <a:pt x="4979" y="8358"/>
                  <a:pt x="5577" y="7759"/>
                </a:cubicBezTo>
                <a:lnTo>
                  <a:pt x="7152" y="6184"/>
                </a:lnTo>
                <a:lnTo>
                  <a:pt x="7152" y="6184"/>
                </a:lnTo>
                <a:cubicBezTo>
                  <a:pt x="6938" y="6218"/>
                  <a:pt x="6719" y="6235"/>
                  <a:pt x="6499" y="6235"/>
                </a:cubicBezTo>
                <a:cubicBezTo>
                  <a:pt x="6106" y="6235"/>
                  <a:pt x="5709" y="6179"/>
                  <a:pt x="5325" y="6058"/>
                </a:cubicBezTo>
                <a:lnTo>
                  <a:pt x="4569" y="6814"/>
                </a:lnTo>
                <a:cubicBezTo>
                  <a:pt x="4238" y="7145"/>
                  <a:pt x="3805" y="7310"/>
                  <a:pt x="3372" y="7310"/>
                </a:cubicBezTo>
                <a:cubicBezTo>
                  <a:pt x="2939" y="7310"/>
                  <a:pt x="2505" y="7145"/>
                  <a:pt x="2175" y="6814"/>
                </a:cubicBezTo>
                <a:cubicBezTo>
                  <a:pt x="1513" y="6121"/>
                  <a:pt x="1513" y="5081"/>
                  <a:pt x="2175" y="4388"/>
                </a:cubicBezTo>
                <a:lnTo>
                  <a:pt x="4664" y="1899"/>
                </a:lnTo>
                <a:cubicBezTo>
                  <a:pt x="4994" y="1568"/>
                  <a:pt x="5428" y="1403"/>
                  <a:pt x="5861" y="1403"/>
                </a:cubicBezTo>
                <a:cubicBezTo>
                  <a:pt x="6294" y="1403"/>
                  <a:pt x="6727" y="1568"/>
                  <a:pt x="7058" y="1899"/>
                </a:cubicBezTo>
                <a:cubicBezTo>
                  <a:pt x="7342" y="2183"/>
                  <a:pt x="7499" y="2561"/>
                  <a:pt x="7531" y="2907"/>
                </a:cubicBezTo>
                <a:lnTo>
                  <a:pt x="8287" y="2151"/>
                </a:lnTo>
                <a:lnTo>
                  <a:pt x="8633" y="1805"/>
                </a:lnTo>
                <a:cubicBezTo>
                  <a:pt x="8476" y="1490"/>
                  <a:pt x="8287" y="1206"/>
                  <a:pt x="8035" y="922"/>
                </a:cubicBezTo>
                <a:cubicBezTo>
                  <a:pt x="7436" y="308"/>
                  <a:pt x="6648" y="1"/>
                  <a:pt x="586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1" name="Google Shape;6391;p59">
            <a:extLst>
              <a:ext uri="{FF2B5EF4-FFF2-40B4-BE49-F238E27FC236}">
                <a16:creationId xmlns:a16="http://schemas.microsoft.com/office/drawing/2014/main" id="{F9729CC6-0834-6E8D-25CE-9580D8600B3B}"/>
              </a:ext>
            </a:extLst>
          </p:cNvPr>
          <p:cNvSpPr/>
          <p:nvPr/>
        </p:nvSpPr>
        <p:spPr>
          <a:xfrm>
            <a:off x="4777819" y="3595663"/>
            <a:ext cx="302449" cy="385185"/>
          </a:xfrm>
          <a:custGeom>
            <a:avLst/>
            <a:gdLst/>
            <a:ahLst/>
            <a:cxnLst/>
            <a:rect l="l" t="t" r="r" b="b"/>
            <a:pathLst>
              <a:path w="7026" h="8948" extrusionOk="0">
                <a:moveTo>
                  <a:pt x="2363" y="0"/>
                </a:moveTo>
                <a:cubicBezTo>
                  <a:pt x="2143" y="0"/>
                  <a:pt x="1985" y="158"/>
                  <a:pt x="1985" y="378"/>
                </a:cubicBezTo>
                <a:cubicBezTo>
                  <a:pt x="1985" y="567"/>
                  <a:pt x="2143" y="725"/>
                  <a:pt x="2363" y="725"/>
                </a:cubicBezTo>
                <a:lnTo>
                  <a:pt x="2710" y="725"/>
                </a:lnTo>
                <a:lnTo>
                  <a:pt x="2710" y="1576"/>
                </a:lnTo>
                <a:cubicBezTo>
                  <a:pt x="1135" y="2017"/>
                  <a:pt x="0" y="3466"/>
                  <a:pt x="0" y="5199"/>
                </a:cubicBezTo>
                <a:cubicBezTo>
                  <a:pt x="0" y="7278"/>
                  <a:pt x="1670" y="8948"/>
                  <a:pt x="3718" y="8948"/>
                </a:cubicBezTo>
                <a:cubicBezTo>
                  <a:pt x="3970" y="8948"/>
                  <a:pt x="4159" y="8916"/>
                  <a:pt x="4348" y="8853"/>
                </a:cubicBezTo>
                <a:cubicBezTo>
                  <a:pt x="4159" y="8664"/>
                  <a:pt x="4033" y="8381"/>
                  <a:pt x="4033" y="8066"/>
                </a:cubicBezTo>
                <a:cubicBezTo>
                  <a:pt x="4033" y="7877"/>
                  <a:pt x="4096" y="7687"/>
                  <a:pt x="4191" y="7530"/>
                </a:cubicBezTo>
                <a:lnTo>
                  <a:pt x="4191" y="7530"/>
                </a:lnTo>
                <a:cubicBezTo>
                  <a:pt x="4033" y="7561"/>
                  <a:pt x="3876" y="7561"/>
                  <a:pt x="3686" y="7561"/>
                </a:cubicBezTo>
                <a:cubicBezTo>
                  <a:pt x="2363" y="7561"/>
                  <a:pt x="1292" y="6522"/>
                  <a:pt x="1292" y="5167"/>
                </a:cubicBezTo>
                <a:cubicBezTo>
                  <a:pt x="1292" y="3844"/>
                  <a:pt x="2363" y="2773"/>
                  <a:pt x="3686" y="2773"/>
                </a:cubicBezTo>
                <a:cubicBezTo>
                  <a:pt x="4348" y="2773"/>
                  <a:pt x="4978" y="3088"/>
                  <a:pt x="5451" y="3560"/>
                </a:cubicBezTo>
                <a:cubicBezTo>
                  <a:pt x="5608" y="3466"/>
                  <a:pt x="5766" y="3466"/>
                  <a:pt x="5923" y="3466"/>
                </a:cubicBezTo>
                <a:lnTo>
                  <a:pt x="7026" y="3466"/>
                </a:lnTo>
                <a:cubicBezTo>
                  <a:pt x="6553" y="2584"/>
                  <a:pt x="5734" y="1859"/>
                  <a:pt x="4726" y="1576"/>
                </a:cubicBezTo>
                <a:lnTo>
                  <a:pt x="4726" y="725"/>
                </a:lnTo>
                <a:lnTo>
                  <a:pt x="5073" y="725"/>
                </a:lnTo>
                <a:cubicBezTo>
                  <a:pt x="5262" y="725"/>
                  <a:pt x="5419" y="567"/>
                  <a:pt x="5419" y="378"/>
                </a:cubicBezTo>
                <a:cubicBezTo>
                  <a:pt x="5419" y="158"/>
                  <a:pt x="5262" y="0"/>
                  <a:pt x="507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2" name="Google Shape;6392;p59">
            <a:extLst>
              <a:ext uri="{FF2B5EF4-FFF2-40B4-BE49-F238E27FC236}">
                <a16:creationId xmlns:a16="http://schemas.microsoft.com/office/drawing/2014/main" id="{F88A64A5-9F59-790A-3FA1-51C8AAFEBD83}"/>
              </a:ext>
            </a:extLst>
          </p:cNvPr>
          <p:cNvSpPr/>
          <p:nvPr/>
        </p:nvSpPr>
        <p:spPr>
          <a:xfrm>
            <a:off x="4863266" y="3743486"/>
            <a:ext cx="90872" cy="89538"/>
          </a:xfrm>
          <a:custGeom>
            <a:avLst/>
            <a:gdLst/>
            <a:ahLst/>
            <a:cxnLst/>
            <a:rect l="l" t="t" r="r" b="b"/>
            <a:pathLst>
              <a:path w="2111" h="2080" extrusionOk="0">
                <a:moveTo>
                  <a:pt x="1733" y="0"/>
                </a:moveTo>
                <a:cubicBezTo>
                  <a:pt x="1544" y="32"/>
                  <a:pt x="1386" y="158"/>
                  <a:pt x="1386" y="347"/>
                </a:cubicBezTo>
                <a:lnTo>
                  <a:pt x="1386" y="1387"/>
                </a:lnTo>
                <a:lnTo>
                  <a:pt x="378" y="1387"/>
                </a:lnTo>
                <a:cubicBezTo>
                  <a:pt x="158" y="1387"/>
                  <a:pt x="0" y="1544"/>
                  <a:pt x="0" y="1733"/>
                </a:cubicBezTo>
                <a:cubicBezTo>
                  <a:pt x="0" y="1922"/>
                  <a:pt x="158" y="2080"/>
                  <a:pt x="378" y="2080"/>
                </a:cubicBezTo>
                <a:lnTo>
                  <a:pt x="1733" y="2080"/>
                </a:lnTo>
                <a:cubicBezTo>
                  <a:pt x="1954" y="2080"/>
                  <a:pt x="2111" y="1922"/>
                  <a:pt x="2111" y="1733"/>
                </a:cubicBezTo>
                <a:lnTo>
                  <a:pt x="2111" y="347"/>
                </a:lnTo>
                <a:cubicBezTo>
                  <a:pt x="2111" y="158"/>
                  <a:pt x="1954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3" name="Google Shape;6393;p59">
            <a:extLst>
              <a:ext uri="{FF2B5EF4-FFF2-40B4-BE49-F238E27FC236}">
                <a16:creationId xmlns:a16="http://schemas.microsoft.com/office/drawing/2014/main" id="{6E8EF95F-10B8-4A4D-976F-F13ABF641D45}"/>
              </a:ext>
            </a:extLst>
          </p:cNvPr>
          <p:cNvSpPr/>
          <p:nvPr/>
        </p:nvSpPr>
        <p:spPr>
          <a:xfrm>
            <a:off x="5012425" y="3774652"/>
            <a:ext cx="147867" cy="43478"/>
          </a:xfrm>
          <a:custGeom>
            <a:avLst/>
            <a:gdLst/>
            <a:ahLst/>
            <a:cxnLst/>
            <a:rect l="l" t="t" r="r" b="b"/>
            <a:pathLst>
              <a:path w="3435" h="1010" extrusionOk="0">
                <a:moveTo>
                  <a:pt x="536" y="1"/>
                </a:moveTo>
                <a:cubicBezTo>
                  <a:pt x="253" y="1"/>
                  <a:pt x="1" y="221"/>
                  <a:pt x="1" y="505"/>
                </a:cubicBezTo>
                <a:cubicBezTo>
                  <a:pt x="1" y="789"/>
                  <a:pt x="253" y="1009"/>
                  <a:pt x="536" y="1009"/>
                </a:cubicBezTo>
                <a:lnTo>
                  <a:pt x="2931" y="1009"/>
                </a:lnTo>
                <a:cubicBezTo>
                  <a:pt x="3214" y="1009"/>
                  <a:pt x="3435" y="789"/>
                  <a:pt x="3435" y="505"/>
                </a:cubicBezTo>
                <a:cubicBezTo>
                  <a:pt x="3435" y="221"/>
                  <a:pt x="3214" y="1"/>
                  <a:pt x="293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4" name="Google Shape;6394;p59">
            <a:extLst>
              <a:ext uri="{FF2B5EF4-FFF2-40B4-BE49-F238E27FC236}">
                <a16:creationId xmlns:a16="http://schemas.microsoft.com/office/drawing/2014/main" id="{C3DD0307-A372-51BF-DF8D-461A5CCA1DB2}"/>
              </a:ext>
            </a:extLst>
          </p:cNvPr>
          <p:cNvSpPr/>
          <p:nvPr/>
        </p:nvSpPr>
        <p:spPr>
          <a:xfrm>
            <a:off x="4982594" y="3846540"/>
            <a:ext cx="147867" cy="44812"/>
          </a:xfrm>
          <a:custGeom>
            <a:avLst/>
            <a:gdLst/>
            <a:ahLst/>
            <a:cxnLst/>
            <a:rect l="l" t="t" r="r" b="b"/>
            <a:pathLst>
              <a:path w="3435" h="1041" extrusionOk="0">
                <a:moveTo>
                  <a:pt x="505" y="1"/>
                </a:moveTo>
                <a:cubicBezTo>
                  <a:pt x="221" y="1"/>
                  <a:pt x="1" y="253"/>
                  <a:pt x="1" y="536"/>
                </a:cubicBezTo>
                <a:cubicBezTo>
                  <a:pt x="1" y="788"/>
                  <a:pt x="221" y="1040"/>
                  <a:pt x="505" y="1040"/>
                </a:cubicBezTo>
                <a:lnTo>
                  <a:pt x="2899" y="1040"/>
                </a:lnTo>
                <a:cubicBezTo>
                  <a:pt x="3183" y="1040"/>
                  <a:pt x="3435" y="851"/>
                  <a:pt x="3435" y="536"/>
                </a:cubicBezTo>
                <a:cubicBezTo>
                  <a:pt x="3435" y="253"/>
                  <a:pt x="3183" y="1"/>
                  <a:pt x="289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5" name="Google Shape;6395;p59">
            <a:extLst>
              <a:ext uri="{FF2B5EF4-FFF2-40B4-BE49-F238E27FC236}">
                <a16:creationId xmlns:a16="http://schemas.microsoft.com/office/drawing/2014/main" id="{EB172EB5-9482-2A0E-EFF1-839EEC339EB4}"/>
              </a:ext>
            </a:extLst>
          </p:cNvPr>
          <p:cNvSpPr/>
          <p:nvPr/>
        </p:nvSpPr>
        <p:spPr>
          <a:xfrm>
            <a:off x="4982594" y="3921141"/>
            <a:ext cx="116658" cy="44812"/>
          </a:xfrm>
          <a:custGeom>
            <a:avLst/>
            <a:gdLst/>
            <a:ahLst/>
            <a:cxnLst/>
            <a:rect l="l" t="t" r="r" b="b"/>
            <a:pathLst>
              <a:path w="2710" h="1041" extrusionOk="0">
                <a:moveTo>
                  <a:pt x="505" y="0"/>
                </a:moveTo>
                <a:cubicBezTo>
                  <a:pt x="221" y="0"/>
                  <a:pt x="1" y="252"/>
                  <a:pt x="1" y="536"/>
                </a:cubicBezTo>
                <a:cubicBezTo>
                  <a:pt x="1" y="788"/>
                  <a:pt x="221" y="1040"/>
                  <a:pt x="505" y="1040"/>
                </a:cubicBezTo>
                <a:lnTo>
                  <a:pt x="2206" y="1040"/>
                </a:lnTo>
                <a:cubicBezTo>
                  <a:pt x="2490" y="1040"/>
                  <a:pt x="2710" y="788"/>
                  <a:pt x="2710" y="536"/>
                </a:cubicBezTo>
                <a:cubicBezTo>
                  <a:pt x="2710" y="252"/>
                  <a:pt x="2490" y="0"/>
                  <a:pt x="22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6" name="Google Shape;6396;p59">
            <a:extLst>
              <a:ext uri="{FF2B5EF4-FFF2-40B4-BE49-F238E27FC236}">
                <a16:creationId xmlns:a16="http://schemas.microsoft.com/office/drawing/2014/main" id="{3AF6EDCF-86F0-5666-FB01-0294B1335088}"/>
              </a:ext>
            </a:extLst>
          </p:cNvPr>
          <p:cNvSpPr/>
          <p:nvPr/>
        </p:nvSpPr>
        <p:spPr>
          <a:xfrm>
            <a:off x="4982594" y="3994364"/>
            <a:ext cx="88203" cy="44812"/>
          </a:xfrm>
          <a:custGeom>
            <a:avLst/>
            <a:gdLst/>
            <a:ahLst/>
            <a:cxnLst/>
            <a:rect l="l" t="t" r="r" b="b"/>
            <a:pathLst>
              <a:path w="2049" h="1041" extrusionOk="0">
                <a:moveTo>
                  <a:pt x="505" y="1"/>
                </a:moveTo>
                <a:cubicBezTo>
                  <a:pt x="221" y="1"/>
                  <a:pt x="1" y="253"/>
                  <a:pt x="1" y="505"/>
                </a:cubicBezTo>
                <a:cubicBezTo>
                  <a:pt x="1" y="788"/>
                  <a:pt x="221" y="1040"/>
                  <a:pt x="505" y="1040"/>
                </a:cubicBezTo>
                <a:lnTo>
                  <a:pt x="1544" y="1040"/>
                </a:lnTo>
                <a:cubicBezTo>
                  <a:pt x="1796" y="1040"/>
                  <a:pt x="2048" y="788"/>
                  <a:pt x="2048" y="505"/>
                </a:cubicBezTo>
                <a:cubicBezTo>
                  <a:pt x="2048" y="253"/>
                  <a:pt x="1796" y="1"/>
                  <a:pt x="154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7" name="Google Shape;6397;p59">
            <a:extLst>
              <a:ext uri="{FF2B5EF4-FFF2-40B4-BE49-F238E27FC236}">
                <a16:creationId xmlns:a16="http://schemas.microsoft.com/office/drawing/2014/main" id="{14C50B36-72F2-33FF-3BDA-54ED8E5A26D0}"/>
              </a:ext>
            </a:extLst>
          </p:cNvPr>
          <p:cNvSpPr/>
          <p:nvPr/>
        </p:nvSpPr>
        <p:spPr>
          <a:xfrm>
            <a:off x="4657115" y="3624418"/>
            <a:ext cx="299737" cy="474422"/>
          </a:xfrm>
          <a:custGeom>
            <a:avLst/>
            <a:gdLst/>
            <a:ahLst/>
            <a:cxnLst/>
            <a:rect l="l" t="t" r="r" b="b"/>
            <a:pathLst>
              <a:path w="6963" h="11021" extrusionOk="0">
                <a:moveTo>
                  <a:pt x="3803" y="0"/>
                </a:moveTo>
                <a:cubicBezTo>
                  <a:pt x="3716" y="0"/>
                  <a:pt x="3637" y="52"/>
                  <a:pt x="3592" y="120"/>
                </a:cubicBezTo>
                <a:lnTo>
                  <a:pt x="1702" y="2231"/>
                </a:lnTo>
                <a:cubicBezTo>
                  <a:pt x="1544" y="2420"/>
                  <a:pt x="1418" y="2640"/>
                  <a:pt x="1418" y="2892"/>
                </a:cubicBezTo>
                <a:lnTo>
                  <a:pt x="1418" y="5917"/>
                </a:lnTo>
                <a:cubicBezTo>
                  <a:pt x="1418" y="6200"/>
                  <a:pt x="1292" y="6421"/>
                  <a:pt x="1103" y="6641"/>
                </a:cubicBezTo>
                <a:lnTo>
                  <a:pt x="126" y="7618"/>
                </a:lnTo>
                <a:cubicBezTo>
                  <a:pt x="0" y="7744"/>
                  <a:pt x="0" y="7965"/>
                  <a:pt x="126" y="8091"/>
                </a:cubicBezTo>
                <a:lnTo>
                  <a:pt x="2867" y="10926"/>
                </a:lnTo>
                <a:cubicBezTo>
                  <a:pt x="2930" y="10989"/>
                  <a:pt x="3017" y="11021"/>
                  <a:pt x="3104" y="11021"/>
                </a:cubicBezTo>
                <a:cubicBezTo>
                  <a:pt x="3190" y="11021"/>
                  <a:pt x="3277" y="10989"/>
                  <a:pt x="3340" y="10926"/>
                </a:cubicBezTo>
                <a:lnTo>
                  <a:pt x="4317" y="9949"/>
                </a:lnTo>
                <a:cubicBezTo>
                  <a:pt x="4537" y="9729"/>
                  <a:pt x="4758" y="9634"/>
                  <a:pt x="5041" y="9634"/>
                </a:cubicBezTo>
                <a:lnTo>
                  <a:pt x="6963" y="9634"/>
                </a:lnTo>
                <a:cubicBezTo>
                  <a:pt x="6900" y="9477"/>
                  <a:pt x="6837" y="9288"/>
                  <a:pt x="6837" y="9099"/>
                </a:cubicBezTo>
                <a:cubicBezTo>
                  <a:pt x="6837" y="9036"/>
                  <a:pt x="6837" y="8973"/>
                  <a:pt x="6900" y="8910"/>
                </a:cubicBezTo>
                <a:cubicBezTo>
                  <a:pt x="6774" y="8910"/>
                  <a:pt x="6648" y="8941"/>
                  <a:pt x="6522" y="8941"/>
                </a:cubicBezTo>
                <a:cubicBezTo>
                  <a:pt x="4096" y="8941"/>
                  <a:pt x="2080" y="6925"/>
                  <a:pt x="2080" y="4499"/>
                </a:cubicBezTo>
                <a:cubicBezTo>
                  <a:pt x="2080" y="2892"/>
                  <a:pt x="2962" y="1475"/>
                  <a:pt x="4254" y="687"/>
                </a:cubicBezTo>
                <a:cubicBezTo>
                  <a:pt x="4254" y="592"/>
                  <a:pt x="4222" y="529"/>
                  <a:pt x="4222" y="498"/>
                </a:cubicBezTo>
                <a:lnTo>
                  <a:pt x="4128" y="246"/>
                </a:lnTo>
                <a:cubicBezTo>
                  <a:pt x="4096" y="120"/>
                  <a:pt x="4002" y="57"/>
                  <a:pt x="3907" y="25"/>
                </a:cubicBezTo>
                <a:cubicBezTo>
                  <a:pt x="3872" y="8"/>
                  <a:pt x="3837" y="0"/>
                  <a:pt x="38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09" name="Google Shape;6399;p59">
            <a:extLst>
              <a:ext uri="{FF2B5EF4-FFF2-40B4-BE49-F238E27FC236}">
                <a16:creationId xmlns:a16="http://schemas.microsoft.com/office/drawing/2014/main" id="{DF672BBA-5CEA-6D38-DCC9-E5A19A2C6DE7}"/>
              </a:ext>
            </a:extLst>
          </p:cNvPr>
          <p:cNvSpPr/>
          <p:nvPr/>
        </p:nvSpPr>
        <p:spPr>
          <a:xfrm>
            <a:off x="4865979" y="4442348"/>
            <a:ext cx="294313" cy="323240"/>
          </a:xfrm>
          <a:custGeom>
            <a:avLst/>
            <a:gdLst/>
            <a:ahLst/>
            <a:cxnLst/>
            <a:rect l="l" t="t" r="r" b="b"/>
            <a:pathLst>
              <a:path w="6837" h="7509" extrusionOk="0">
                <a:moveTo>
                  <a:pt x="5120" y="2079"/>
                </a:moveTo>
                <a:cubicBezTo>
                  <a:pt x="5206" y="2079"/>
                  <a:pt x="5293" y="2111"/>
                  <a:pt x="5356" y="2174"/>
                </a:cubicBezTo>
                <a:cubicBezTo>
                  <a:pt x="5451" y="2268"/>
                  <a:pt x="5451" y="2458"/>
                  <a:pt x="5356" y="2647"/>
                </a:cubicBezTo>
                <a:lnTo>
                  <a:pt x="3308" y="4694"/>
                </a:lnTo>
                <a:cubicBezTo>
                  <a:pt x="3214" y="4757"/>
                  <a:pt x="3151" y="4789"/>
                  <a:pt x="3056" y="4789"/>
                </a:cubicBezTo>
                <a:cubicBezTo>
                  <a:pt x="2993" y="4789"/>
                  <a:pt x="2899" y="4757"/>
                  <a:pt x="2836" y="4694"/>
                </a:cubicBezTo>
                <a:lnTo>
                  <a:pt x="2174" y="4001"/>
                </a:lnTo>
                <a:cubicBezTo>
                  <a:pt x="2048" y="3907"/>
                  <a:pt x="2048" y="3655"/>
                  <a:pt x="2174" y="3529"/>
                </a:cubicBezTo>
                <a:cubicBezTo>
                  <a:pt x="2221" y="3481"/>
                  <a:pt x="2308" y="3458"/>
                  <a:pt x="2399" y="3458"/>
                </a:cubicBezTo>
                <a:cubicBezTo>
                  <a:pt x="2489" y="3458"/>
                  <a:pt x="2584" y="3481"/>
                  <a:pt x="2647" y="3529"/>
                </a:cubicBezTo>
                <a:lnTo>
                  <a:pt x="3056" y="3970"/>
                </a:lnTo>
                <a:lnTo>
                  <a:pt x="4883" y="2174"/>
                </a:lnTo>
                <a:cubicBezTo>
                  <a:pt x="4946" y="2111"/>
                  <a:pt x="5033" y="2079"/>
                  <a:pt x="5120" y="2079"/>
                </a:cubicBezTo>
                <a:close/>
                <a:moveTo>
                  <a:pt x="1701" y="0"/>
                </a:moveTo>
                <a:cubicBezTo>
                  <a:pt x="725" y="0"/>
                  <a:pt x="0" y="756"/>
                  <a:pt x="0" y="1701"/>
                </a:cubicBezTo>
                <a:lnTo>
                  <a:pt x="0" y="4411"/>
                </a:lnTo>
                <a:cubicBezTo>
                  <a:pt x="0" y="5356"/>
                  <a:pt x="725" y="6112"/>
                  <a:pt x="1701" y="6112"/>
                </a:cubicBezTo>
                <a:lnTo>
                  <a:pt x="2048" y="6112"/>
                </a:lnTo>
                <a:lnTo>
                  <a:pt x="2048" y="7152"/>
                </a:lnTo>
                <a:cubicBezTo>
                  <a:pt x="2048" y="7309"/>
                  <a:pt x="2111" y="7435"/>
                  <a:pt x="2237" y="7467"/>
                </a:cubicBezTo>
                <a:cubicBezTo>
                  <a:pt x="2289" y="7493"/>
                  <a:pt x="2347" y="7508"/>
                  <a:pt x="2401" y="7508"/>
                </a:cubicBezTo>
                <a:cubicBezTo>
                  <a:pt x="2477" y="7508"/>
                  <a:pt x="2547" y="7478"/>
                  <a:pt x="2584" y="7404"/>
                </a:cubicBezTo>
                <a:lnTo>
                  <a:pt x="3844" y="6112"/>
                </a:lnTo>
                <a:lnTo>
                  <a:pt x="5073" y="6112"/>
                </a:lnTo>
                <a:cubicBezTo>
                  <a:pt x="6018" y="6112"/>
                  <a:pt x="6805" y="5356"/>
                  <a:pt x="6805" y="4411"/>
                </a:cubicBezTo>
                <a:lnTo>
                  <a:pt x="6805" y="1701"/>
                </a:lnTo>
                <a:cubicBezTo>
                  <a:pt x="6837" y="756"/>
                  <a:pt x="6049" y="0"/>
                  <a:pt x="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10" name="Google Shape;6400;p59">
            <a:extLst>
              <a:ext uri="{FF2B5EF4-FFF2-40B4-BE49-F238E27FC236}">
                <a16:creationId xmlns:a16="http://schemas.microsoft.com/office/drawing/2014/main" id="{9EE979B8-E5DD-FF26-E244-765AEE5374B6}"/>
              </a:ext>
            </a:extLst>
          </p:cNvPr>
          <p:cNvSpPr/>
          <p:nvPr/>
        </p:nvSpPr>
        <p:spPr>
          <a:xfrm>
            <a:off x="4657115" y="4264651"/>
            <a:ext cx="324187" cy="353115"/>
          </a:xfrm>
          <a:custGeom>
            <a:avLst/>
            <a:gdLst/>
            <a:ahLst/>
            <a:cxnLst/>
            <a:rect l="l" t="t" r="r" b="b"/>
            <a:pathLst>
              <a:path w="7531" h="8203" extrusionOk="0">
                <a:moveTo>
                  <a:pt x="3781" y="1356"/>
                </a:moveTo>
                <a:cubicBezTo>
                  <a:pt x="4317" y="1356"/>
                  <a:pt x="4789" y="1828"/>
                  <a:pt x="4789" y="2395"/>
                </a:cubicBezTo>
                <a:cubicBezTo>
                  <a:pt x="4789" y="2710"/>
                  <a:pt x="4632" y="3025"/>
                  <a:pt x="4411" y="3214"/>
                </a:cubicBezTo>
                <a:cubicBezTo>
                  <a:pt x="4254" y="3341"/>
                  <a:pt x="4128" y="3530"/>
                  <a:pt x="4128" y="3782"/>
                </a:cubicBezTo>
                <a:cubicBezTo>
                  <a:pt x="4128" y="3971"/>
                  <a:pt x="3970" y="4128"/>
                  <a:pt x="3781" y="4128"/>
                </a:cubicBezTo>
                <a:cubicBezTo>
                  <a:pt x="3592" y="4128"/>
                  <a:pt x="3434" y="3971"/>
                  <a:pt x="3434" y="3782"/>
                </a:cubicBezTo>
                <a:cubicBezTo>
                  <a:pt x="3434" y="3341"/>
                  <a:pt x="3624" y="2931"/>
                  <a:pt x="3970" y="2679"/>
                </a:cubicBezTo>
                <a:cubicBezTo>
                  <a:pt x="4065" y="2584"/>
                  <a:pt x="4096" y="2521"/>
                  <a:pt x="4096" y="2395"/>
                </a:cubicBezTo>
                <a:cubicBezTo>
                  <a:pt x="4096" y="2206"/>
                  <a:pt x="3939" y="2049"/>
                  <a:pt x="3750" y="2049"/>
                </a:cubicBezTo>
                <a:cubicBezTo>
                  <a:pt x="3529" y="2049"/>
                  <a:pt x="3371" y="2206"/>
                  <a:pt x="3371" y="2395"/>
                </a:cubicBezTo>
                <a:cubicBezTo>
                  <a:pt x="3371" y="2584"/>
                  <a:pt x="3214" y="2742"/>
                  <a:pt x="3025" y="2742"/>
                </a:cubicBezTo>
                <a:cubicBezTo>
                  <a:pt x="2836" y="2742"/>
                  <a:pt x="2678" y="2584"/>
                  <a:pt x="2678" y="2395"/>
                </a:cubicBezTo>
                <a:cubicBezTo>
                  <a:pt x="2741" y="1828"/>
                  <a:pt x="3214" y="1356"/>
                  <a:pt x="3781" y="1356"/>
                </a:cubicBezTo>
                <a:close/>
                <a:moveTo>
                  <a:pt x="3781" y="4758"/>
                </a:moveTo>
                <a:cubicBezTo>
                  <a:pt x="3970" y="4758"/>
                  <a:pt x="4128" y="4916"/>
                  <a:pt x="4128" y="5105"/>
                </a:cubicBezTo>
                <a:cubicBezTo>
                  <a:pt x="4128" y="5294"/>
                  <a:pt x="3970" y="5451"/>
                  <a:pt x="3781" y="5451"/>
                </a:cubicBezTo>
                <a:cubicBezTo>
                  <a:pt x="3592" y="5451"/>
                  <a:pt x="3434" y="5294"/>
                  <a:pt x="3434" y="5105"/>
                </a:cubicBezTo>
                <a:cubicBezTo>
                  <a:pt x="3434" y="4916"/>
                  <a:pt x="3592" y="4758"/>
                  <a:pt x="3781" y="4758"/>
                </a:cubicBezTo>
                <a:close/>
                <a:moveTo>
                  <a:pt x="1733" y="1"/>
                </a:moveTo>
                <a:cubicBezTo>
                  <a:pt x="788" y="1"/>
                  <a:pt x="0" y="789"/>
                  <a:pt x="0" y="1734"/>
                </a:cubicBezTo>
                <a:lnTo>
                  <a:pt x="0" y="5136"/>
                </a:lnTo>
                <a:cubicBezTo>
                  <a:pt x="0" y="5987"/>
                  <a:pt x="631" y="6649"/>
                  <a:pt x="1418" y="6806"/>
                </a:cubicBezTo>
                <a:lnTo>
                  <a:pt x="1418" y="7846"/>
                </a:lnTo>
                <a:cubicBezTo>
                  <a:pt x="1418" y="8003"/>
                  <a:pt x="1481" y="8129"/>
                  <a:pt x="1607" y="8161"/>
                </a:cubicBezTo>
                <a:cubicBezTo>
                  <a:pt x="1659" y="8187"/>
                  <a:pt x="1717" y="8202"/>
                  <a:pt x="1771" y="8202"/>
                </a:cubicBezTo>
                <a:cubicBezTo>
                  <a:pt x="1848" y="8202"/>
                  <a:pt x="1917" y="8172"/>
                  <a:pt x="1954" y="8098"/>
                </a:cubicBezTo>
                <a:lnTo>
                  <a:pt x="3214" y="6838"/>
                </a:lnTo>
                <a:lnTo>
                  <a:pt x="4096" y="6838"/>
                </a:lnTo>
                <a:lnTo>
                  <a:pt x="4096" y="5798"/>
                </a:lnTo>
                <a:cubicBezTo>
                  <a:pt x="4096" y="4475"/>
                  <a:pt x="5167" y="3404"/>
                  <a:pt x="6490" y="3404"/>
                </a:cubicBezTo>
                <a:lnTo>
                  <a:pt x="7530" y="3404"/>
                </a:lnTo>
                <a:lnTo>
                  <a:pt x="7530" y="1734"/>
                </a:lnTo>
                <a:cubicBezTo>
                  <a:pt x="7530" y="789"/>
                  <a:pt x="6774" y="1"/>
                  <a:pt x="582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07" name="Google Shape;6402;p59">
            <a:extLst>
              <a:ext uri="{FF2B5EF4-FFF2-40B4-BE49-F238E27FC236}">
                <a16:creationId xmlns:a16="http://schemas.microsoft.com/office/drawing/2014/main" id="{97F3759C-F7D2-6968-65F7-9E35888384BD}"/>
              </a:ext>
            </a:extLst>
          </p:cNvPr>
          <p:cNvSpPr/>
          <p:nvPr/>
        </p:nvSpPr>
        <p:spPr>
          <a:xfrm>
            <a:off x="4746610" y="5013471"/>
            <a:ext cx="324187" cy="321475"/>
          </a:xfrm>
          <a:custGeom>
            <a:avLst/>
            <a:gdLst/>
            <a:ahLst/>
            <a:cxnLst/>
            <a:rect l="l" t="t" r="r" b="b"/>
            <a:pathLst>
              <a:path w="7531" h="7468" extrusionOk="0">
                <a:moveTo>
                  <a:pt x="3750" y="663"/>
                </a:moveTo>
                <a:cubicBezTo>
                  <a:pt x="3939" y="663"/>
                  <a:pt x="4096" y="820"/>
                  <a:pt x="4096" y="1009"/>
                </a:cubicBezTo>
                <a:lnTo>
                  <a:pt x="4096" y="3624"/>
                </a:lnTo>
                <a:lnTo>
                  <a:pt x="5357" y="4884"/>
                </a:lnTo>
                <a:cubicBezTo>
                  <a:pt x="5514" y="5042"/>
                  <a:pt x="5514" y="5231"/>
                  <a:pt x="5357" y="5357"/>
                </a:cubicBezTo>
                <a:cubicBezTo>
                  <a:pt x="5294" y="5420"/>
                  <a:pt x="5207" y="5451"/>
                  <a:pt x="5120" y="5451"/>
                </a:cubicBezTo>
                <a:cubicBezTo>
                  <a:pt x="5034" y="5451"/>
                  <a:pt x="4947" y="5420"/>
                  <a:pt x="4884" y="5357"/>
                </a:cubicBezTo>
                <a:lnTo>
                  <a:pt x="3498" y="3971"/>
                </a:lnTo>
                <a:cubicBezTo>
                  <a:pt x="3435" y="3908"/>
                  <a:pt x="3403" y="3813"/>
                  <a:pt x="3403" y="3719"/>
                </a:cubicBezTo>
                <a:lnTo>
                  <a:pt x="3403" y="1009"/>
                </a:lnTo>
                <a:cubicBezTo>
                  <a:pt x="3403" y="820"/>
                  <a:pt x="3561" y="663"/>
                  <a:pt x="3750" y="663"/>
                </a:cubicBezTo>
                <a:close/>
                <a:moveTo>
                  <a:pt x="3750" y="1"/>
                </a:moveTo>
                <a:cubicBezTo>
                  <a:pt x="1671" y="1"/>
                  <a:pt x="1" y="1702"/>
                  <a:pt x="1" y="3750"/>
                </a:cubicBezTo>
                <a:cubicBezTo>
                  <a:pt x="1" y="5829"/>
                  <a:pt x="1702" y="7468"/>
                  <a:pt x="3750" y="7468"/>
                </a:cubicBezTo>
                <a:cubicBezTo>
                  <a:pt x="5798" y="7468"/>
                  <a:pt x="7499" y="5798"/>
                  <a:pt x="7499" y="3750"/>
                </a:cubicBezTo>
                <a:cubicBezTo>
                  <a:pt x="7530" y="1702"/>
                  <a:pt x="5829" y="1"/>
                  <a:pt x="375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08" name="Google Shape;6403;p59">
            <a:extLst>
              <a:ext uri="{FF2B5EF4-FFF2-40B4-BE49-F238E27FC236}">
                <a16:creationId xmlns:a16="http://schemas.microsoft.com/office/drawing/2014/main" id="{F3FA5B2F-3655-4B7A-D1D4-C3A937C8A119}"/>
              </a:ext>
            </a:extLst>
          </p:cNvPr>
          <p:cNvSpPr/>
          <p:nvPr/>
        </p:nvSpPr>
        <p:spPr>
          <a:xfrm>
            <a:off x="4657115" y="4923976"/>
            <a:ext cx="503177" cy="501842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5829" y="1355"/>
                </a:moveTo>
                <a:cubicBezTo>
                  <a:pt x="8286" y="1355"/>
                  <a:pt x="10271" y="3372"/>
                  <a:pt x="10271" y="5829"/>
                </a:cubicBezTo>
                <a:cubicBezTo>
                  <a:pt x="10271" y="8286"/>
                  <a:pt x="8318" y="10271"/>
                  <a:pt x="5829" y="10271"/>
                </a:cubicBezTo>
                <a:cubicBezTo>
                  <a:pt x="3403" y="10271"/>
                  <a:pt x="1387" y="8255"/>
                  <a:pt x="1387" y="5829"/>
                </a:cubicBezTo>
                <a:cubicBezTo>
                  <a:pt x="1387" y="3372"/>
                  <a:pt x="3371" y="1355"/>
                  <a:pt x="5829" y="1355"/>
                </a:cubicBezTo>
                <a:close/>
                <a:moveTo>
                  <a:pt x="5829" y="1"/>
                </a:moveTo>
                <a:cubicBezTo>
                  <a:pt x="2647" y="1"/>
                  <a:pt x="0" y="2616"/>
                  <a:pt x="0" y="5829"/>
                </a:cubicBezTo>
                <a:cubicBezTo>
                  <a:pt x="0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89" y="2616"/>
                  <a:pt x="9042" y="1"/>
                  <a:pt x="582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52" name="Google Shape;6404;p59">
            <a:extLst>
              <a:ext uri="{FF2B5EF4-FFF2-40B4-BE49-F238E27FC236}">
                <a16:creationId xmlns:a16="http://schemas.microsoft.com/office/drawing/2014/main" id="{76551A35-0F7B-5369-83A8-4A4EB585B95F}"/>
              </a:ext>
            </a:extLst>
          </p:cNvPr>
          <p:cNvSpPr/>
          <p:nvPr/>
        </p:nvSpPr>
        <p:spPr>
          <a:xfrm>
            <a:off x="3384385" y="5572608"/>
            <a:ext cx="503177" cy="501842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5829" y="2458"/>
                </a:moveTo>
                <a:cubicBezTo>
                  <a:pt x="6207" y="2458"/>
                  <a:pt x="6491" y="2773"/>
                  <a:pt x="6491" y="3120"/>
                </a:cubicBezTo>
                <a:cubicBezTo>
                  <a:pt x="6522" y="3466"/>
                  <a:pt x="6207" y="3781"/>
                  <a:pt x="5829" y="3781"/>
                </a:cubicBezTo>
                <a:cubicBezTo>
                  <a:pt x="5419" y="3781"/>
                  <a:pt x="5136" y="3466"/>
                  <a:pt x="5136" y="3120"/>
                </a:cubicBezTo>
                <a:cubicBezTo>
                  <a:pt x="5136" y="2742"/>
                  <a:pt x="5482" y="2458"/>
                  <a:pt x="5829" y="2458"/>
                </a:cubicBezTo>
                <a:close/>
                <a:moveTo>
                  <a:pt x="5860" y="4474"/>
                </a:moveTo>
                <a:cubicBezTo>
                  <a:pt x="6238" y="4474"/>
                  <a:pt x="6522" y="4789"/>
                  <a:pt x="6522" y="5136"/>
                </a:cubicBezTo>
                <a:lnTo>
                  <a:pt x="6522" y="8570"/>
                </a:lnTo>
                <a:cubicBezTo>
                  <a:pt x="6522" y="8948"/>
                  <a:pt x="6207" y="9232"/>
                  <a:pt x="5860" y="9232"/>
                </a:cubicBezTo>
                <a:cubicBezTo>
                  <a:pt x="5451" y="9232"/>
                  <a:pt x="5199" y="8917"/>
                  <a:pt x="5199" y="8570"/>
                </a:cubicBezTo>
                <a:lnTo>
                  <a:pt x="5199" y="5136"/>
                </a:lnTo>
                <a:cubicBezTo>
                  <a:pt x="5199" y="4726"/>
                  <a:pt x="5514" y="4474"/>
                  <a:pt x="5860" y="4474"/>
                </a:cubicBezTo>
                <a:close/>
                <a:moveTo>
                  <a:pt x="5829" y="1"/>
                </a:moveTo>
                <a:cubicBezTo>
                  <a:pt x="2615" y="1"/>
                  <a:pt x="0" y="2647"/>
                  <a:pt x="0" y="5829"/>
                </a:cubicBezTo>
                <a:cubicBezTo>
                  <a:pt x="0" y="9043"/>
                  <a:pt x="2615" y="11657"/>
                  <a:pt x="5829" y="11657"/>
                </a:cubicBezTo>
                <a:cubicBezTo>
                  <a:pt x="9011" y="11657"/>
                  <a:pt x="11657" y="9043"/>
                  <a:pt x="11657" y="5829"/>
                </a:cubicBezTo>
                <a:cubicBezTo>
                  <a:pt x="11689" y="2647"/>
                  <a:pt x="9042" y="1"/>
                  <a:pt x="582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6757;p59">
            <a:extLst>
              <a:ext uri="{FF2B5EF4-FFF2-40B4-BE49-F238E27FC236}">
                <a16:creationId xmlns:a16="http://schemas.microsoft.com/office/drawing/2014/main" id="{91C5915C-1D09-C00A-B996-B39AB05D0F87}"/>
              </a:ext>
            </a:extLst>
          </p:cNvPr>
          <p:cNvSpPr txBox="1"/>
          <p:nvPr/>
        </p:nvSpPr>
        <p:spPr>
          <a:xfrm>
            <a:off x="733849" y="479037"/>
            <a:ext cx="5169052" cy="684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  <a:sym typeface="Arial"/>
              </a:rPr>
              <a:t>Help &amp; Support Icons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Cambria" panose="02040503050406030204" pitchFamily="18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06" name="Google Shape;6758;p59">
            <a:extLst>
              <a:ext uri="{FF2B5EF4-FFF2-40B4-BE49-F238E27FC236}">
                <a16:creationId xmlns:a16="http://schemas.microsoft.com/office/drawing/2014/main" id="{6B9C657F-4EB9-C284-2AE1-B975B104A273}"/>
              </a:ext>
            </a:extLst>
          </p:cNvPr>
          <p:cNvSpPr txBox="1"/>
          <p:nvPr/>
        </p:nvSpPr>
        <p:spPr>
          <a:xfrm>
            <a:off x="6422453" y="479037"/>
            <a:ext cx="5169052" cy="684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  <a:sym typeface="Arial"/>
              </a:rPr>
              <a:t>Teamwork Icons</a:t>
            </a:r>
          </a:p>
        </p:txBody>
      </p:sp>
      <p:sp>
        <p:nvSpPr>
          <p:cNvPr id="620" name="Google Shape;5837;p58">
            <a:extLst>
              <a:ext uri="{FF2B5EF4-FFF2-40B4-BE49-F238E27FC236}">
                <a16:creationId xmlns:a16="http://schemas.microsoft.com/office/drawing/2014/main" id="{8F5F6757-09AD-BCB4-B747-15ECE3ACFFFC}"/>
              </a:ext>
            </a:extLst>
          </p:cNvPr>
          <p:cNvSpPr/>
          <p:nvPr/>
        </p:nvSpPr>
        <p:spPr>
          <a:xfrm>
            <a:off x="6597306" y="1866978"/>
            <a:ext cx="149902" cy="145904"/>
          </a:xfrm>
          <a:custGeom>
            <a:avLst/>
            <a:gdLst/>
            <a:ahLst/>
            <a:cxnLst/>
            <a:rect l="l" t="t" r="r" b="b"/>
            <a:pathLst>
              <a:path w="3561" h="3466" extrusionOk="0">
                <a:moveTo>
                  <a:pt x="1797" y="0"/>
                </a:moveTo>
                <a:cubicBezTo>
                  <a:pt x="789" y="0"/>
                  <a:pt x="1" y="788"/>
                  <a:pt x="1" y="1733"/>
                </a:cubicBezTo>
                <a:cubicBezTo>
                  <a:pt x="1" y="2710"/>
                  <a:pt x="789" y="3466"/>
                  <a:pt x="1797" y="3466"/>
                </a:cubicBezTo>
                <a:cubicBezTo>
                  <a:pt x="2773" y="3466"/>
                  <a:pt x="3561" y="2710"/>
                  <a:pt x="3561" y="1733"/>
                </a:cubicBezTo>
                <a:cubicBezTo>
                  <a:pt x="3561" y="788"/>
                  <a:pt x="2773" y="0"/>
                  <a:pt x="179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21" name="Google Shape;5838;p58">
            <a:extLst>
              <a:ext uri="{FF2B5EF4-FFF2-40B4-BE49-F238E27FC236}">
                <a16:creationId xmlns:a16="http://schemas.microsoft.com/office/drawing/2014/main" id="{08DA4CD7-F07F-0B1D-3BB1-90321F3E0C68}"/>
              </a:ext>
            </a:extLst>
          </p:cNvPr>
          <p:cNvSpPr/>
          <p:nvPr/>
        </p:nvSpPr>
        <p:spPr>
          <a:xfrm>
            <a:off x="6773730" y="1693250"/>
            <a:ext cx="265286" cy="262635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1355"/>
                </a:moveTo>
                <a:cubicBezTo>
                  <a:pt x="3749" y="1355"/>
                  <a:pt x="4159" y="1827"/>
                  <a:pt x="4159" y="2363"/>
                </a:cubicBezTo>
                <a:cubicBezTo>
                  <a:pt x="4159" y="2773"/>
                  <a:pt x="3970" y="3119"/>
                  <a:pt x="3623" y="3277"/>
                </a:cubicBezTo>
                <a:cubicBezTo>
                  <a:pt x="3529" y="3308"/>
                  <a:pt x="3497" y="3434"/>
                  <a:pt x="3497" y="3560"/>
                </a:cubicBezTo>
                <a:cubicBezTo>
                  <a:pt x="3497" y="3749"/>
                  <a:pt x="3340" y="3907"/>
                  <a:pt x="3151" y="3907"/>
                </a:cubicBezTo>
                <a:cubicBezTo>
                  <a:pt x="2962" y="3907"/>
                  <a:pt x="2804" y="3749"/>
                  <a:pt x="2804" y="3560"/>
                </a:cubicBezTo>
                <a:cubicBezTo>
                  <a:pt x="2804" y="3151"/>
                  <a:pt x="2993" y="2836"/>
                  <a:pt x="3308" y="2647"/>
                </a:cubicBezTo>
                <a:cubicBezTo>
                  <a:pt x="3434" y="2552"/>
                  <a:pt x="3497" y="2458"/>
                  <a:pt x="3497" y="2332"/>
                </a:cubicBezTo>
                <a:cubicBezTo>
                  <a:pt x="3497" y="2143"/>
                  <a:pt x="3340" y="1953"/>
                  <a:pt x="3151" y="1953"/>
                </a:cubicBezTo>
                <a:cubicBezTo>
                  <a:pt x="2962" y="1953"/>
                  <a:pt x="2804" y="2143"/>
                  <a:pt x="2804" y="2332"/>
                </a:cubicBezTo>
                <a:cubicBezTo>
                  <a:pt x="2804" y="2521"/>
                  <a:pt x="2646" y="2678"/>
                  <a:pt x="2426" y="2678"/>
                </a:cubicBezTo>
                <a:cubicBezTo>
                  <a:pt x="2237" y="2678"/>
                  <a:pt x="2079" y="2521"/>
                  <a:pt x="2079" y="2332"/>
                </a:cubicBezTo>
                <a:cubicBezTo>
                  <a:pt x="2079" y="1827"/>
                  <a:pt x="2552" y="1355"/>
                  <a:pt x="3151" y="1355"/>
                </a:cubicBezTo>
                <a:close/>
                <a:moveTo>
                  <a:pt x="3151" y="4096"/>
                </a:moveTo>
                <a:cubicBezTo>
                  <a:pt x="3340" y="4096"/>
                  <a:pt x="3497" y="4253"/>
                  <a:pt x="3497" y="4442"/>
                </a:cubicBezTo>
                <a:cubicBezTo>
                  <a:pt x="3497" y="4663"/>
                  <a:pt x="3340" y="4820"/>
                  <a:pt x="3151" y="4820"/>
                </a:cubicBezTo>
                <a:cubicBezTo>
                  <a:pt x="2962" y="4820"/>
                  <a:pt x="2804" y="4663"/>
                  <a:pt x="2804" y="4442"/>
                </a:cubicBezTo>
                <a:cubicBezTo>
                  <a:pt x="2804" y="4253"/>
                  <a:pt x="2962" y="4096"/>
                  <a:pt x="3151" y="4096"/>
                </a:cubicBezTo>
                <a:close/>
                <a:moveTo>
                  <a:pt x="3182" y="0"/>
                </a:moveTo>
                <a:cubicBezTo>
                  <a:pt x="1481" y="0"/>
                  <a:pt x="63" y="1418"/>
                  <a:pt x="63" y="3119"/>
                </a:cubicBezTo>
                <a:cubicBezTo>
                  <a:pt x="63" y="3655"/>
                  <a:pt x="189" y="4159"/>
                  <a:pt x="473" y="4663"/>
                </a:cubicBezTo>
                <a:lnTo>
                  <a:pt x="32" y="5766"/>
                </a:lnTo>
                <a:cubicBezTo>
                  <a:pt x="0" y="5860"/>
                  <a:pt x="32" y="5986"/>
                  <a:pt x="126" y="6112"/>
                </a:cubicBezTo>
                <a:cubicBezTo>
                  <a:pt x="189" y="6175"/>
                  <a:pt x="347" y="6238"/>
                  <a:pt x="473" y="6238"/>
                </a:cubicBezTo>
                <a:lnTo>
                  <a:pt x="1764" y="5892"/>
                </a:lnTo>
                <a:cubicBezTo>
                  <a:pt x="2205" y="6144"/>
                  <a:pt x="2678" y="6238"/>
                  <a:pt x="3182" y="6238"/>
                </a:cubicBezTo>
                <a:cubicBezTo>
                  <a:pt x="4915" y="6238"/>
                  <a:pt x="6301" y="4789"/>
                  <a:pt x="6301" y="3119"/>
                </a:cubicBezTo>
                <a:cubicBezTo>
                  <a:pt x="6301" y="1386"/>
                  <a:pt x="4883" y="0"/>
                  <a:pt x="318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22" name="Google Shape;5839;p58">
            <a:extLst>
              <a:ext uri="{FF2B5EF4-FFF2-40B4-BE49-F238E27FC236}">
                <a16:creationId xmlns:a16="http://schemas.microsoft.com/office/drawing/2014/main" id="{6D72F2CE-1D76-2096-51E8-6B0E2CEAA6C5}"/>
              </a:ext>
            </a:extLst>
          </p:cNvPr>
          <p:cNvSpPr/>
          <p:nvPr/>
        </p:nvSpPr>
        <p:spPr>
          <a:xfrm>
            <a:off x="6537658" y="2006230"/>
            <a:ext cx="265286" cy="183032"/>
          </a:xfrm>
          <a:custGeom>
            <a:avLst/>
            <a:gdLst/>
            <a:ahLst/>
            <a:cxnLst/>
            <a:rect l="l" t="t" r="r" b="b"/>
            <a:pathLst>
              <a:path w="6302" h="4348" extrusionOk="0">
                <a:moveTo>
                  <a:pt x="1355" y="0"/>
                </a:moveTo>
                <a:cubicBezTo>
                  <a:pt x="567" y="567"/>
                  <a:pt x="0" y="1513"/>
                  <a:pt x="0" y="2584"/>
                </a:cubicBezTo>
                <a:lnTo>
                  <a:pt x="0" y="4001"/>
                </a:lnTo>
                <a:cubicBezTo>
                  <a:pt x="63" y="4190"/>
                  <a:pt x="221" y="4348"/>
                  <a:pt x="410" y="4348"/>
                </a:cubicBezTo>
                <a:lnTo>
                  <a:pt x="5955" y="4348"/>
                </a:lnTo>
                <a:cubicBezTo>
                  <a:pt x="6144" y="4348"/>
                  <a:pt x="6301" y="4190"/>
                  <a:pt x="6301" y="4001"/>
                </a:cubicBezTo>
                <a:lnTo>
                  <a:pt x="6301" y="2584"/>
                </a:lnTo>
                <a:cubicBezTo>
                  <a:pt x="6301" y="1513"/>
                  <a:pt x="5797" y="599"/>
                  <a:pt x="4978" y="0"/>
                </a:cubicBezTo>
                <a:cubicBezTo>
                  <a:pt x="4537" y="536"/>
                  <a:pt x="3875" y="851"/>
                  <a:pt x="3151" y="851"/>
                </a:cubicBezTo>
                <a:cubicBezTo>
                  <a:pt x="2458" y="851"/>
                  <a:pt x="1796" y="536"/>
                  <a:pt x="13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24" name="Google Shape;5841;p58">
            <a:extLst>
              <a:ext uri="{FF2B5EF4-FFF2-40B4-BE49-F238E27FC236}">
                <a16:creationId xmlns:a16="http://schemas.microsoft.com/office/drawing/2014/main" id="{905F7783-DAC1-FD88-B1B2-BA46F59DFFE4}"/>
              </a:ext>
            </a:extLst>
          </p:cNvPr>
          <p:cNvSpPr/>
          <p:nvPr/>
        </p:nvSpPr>
        <p:spPr>
          <a:xfrm>
            <a:off x="6584068" y="2392837"/>
            <a:ext cx="86254" cy="86212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41" y="0"/>
                </a:moveTo>
                <a:cubicBezTo>
                  <a:pt x="473" y="0"/>
                  <a:pt x="1" y="473"/>
                  <a:pt x="1" y="1040"/>
                </a:cubicBezTo>
                <a:cubicBezTo>
                  <a:pt x="1" y="1607"/>
                  <a:pt x="473" y="2048"/>
                  <a:pt x="1041" y="2048"/>
                </a:cubicBezTo>
                <a:cubicBezTo>
                  <a:pt x="1608" y="2048"/>
                  <a:pt x="2049" y="1607"/>
                  <a:pt x="2049" y="1040"/>
                </a:cubicBezTo>
                <a:cubicBezTo>
                  <a:pt x="2049" y="473"/>
                  <a:pt x="1608" y="0"/>
                  <a:pt x="10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25" name="Google Shape;5842;p58">
            <a:extLst>
              <a:ext uri="{FF2B5EF4-FFF2-40B4-BE49-F238E27FC236}">
                <a16:creationId xmlns:a16="http://schemas.microsoft.com/office/drawing/2014/main" id="{4FB6198C-92BA-F352-56DE-03B187276469}"/>
              </a:ext>
            </a:extLst>
          </p:cNvPr>
          <p:cNvSpPr/>
          <p:nvPr/>
        </p:nvSpPr>
        <p:spPr>
          <a:xfrm>
            <a:off x="6684886" y="2318539"/>
            <a:ext cx="206900" cy="175917"/>
          </a:xfrm>
          <a:custGeom>
            <a:avLst/>
            <a:gdLst/>
            <a:ahLst/>
            <a:cxnLst/>
            <a:rect l="l" t="t" r="r" b="b"/>
            <a:pathLst>
              <a:path w="4915" h="4179" extrusionOk="0">
                <a:moveTo>
                  <a:pt x="1040" y="1"/>
                </a:moveTo>
                <a:cubicBezTo>
                  <a:pt x="441" y="1"/>
                  <a:pt x="0" y="473"/>
                  <a:pt x="0" y="1072"/>
                </a:cubicBezTo>
                <a:lnTo>
                  <a:pt x="0" y="1797"/>
                </a:lnTo>
                <a:cubicBezTo>
                  <a:pt x="0" y="2364"/>
                  <a:pt x="473" y="2805"/>
                  <a:pt x="1040" y="2805"/>
                </a:cubicBezTo>
                <a:lnTo>
                  <a:pt x="2300" y="2805"/>
                </a:lnTo>
                <a:lnTo>
                  <a:pt x="3592" y="4097"/>
                </a:lnTo>
                <a:cubicBezTo>
                  <a:pt x="3672" y="4156"/>
                  <a:pt x="3764" y="4178"/>
                  <a:pt x="3853" y="4178"/>
                </a:cubicBezTo>
                <a:cubicBezTo>
                  <a:pt x="3905" y="4178"/>
                  <a:pt x="3955" y="4171"/>
                  <a:pt x="4001" y="4160"/>
                </a:cubicBezTo>
                <a:cubicBezTo>
                  <a:pt x="4127" y="4097"/>
                  <a:pt x="4190" y="3939"/>
                  <a:pt x="4190" y="3844"/>
                </a:cubicBezTo>
                <a:lnTo>
                  <a:pt x="4190" y="2742"/>
                </a:lnTo>
                <a:cubicBezTo>
                  <a:pt x="4600" y="2584"/>
                  <a:pt x="4915" y="2206"/>
                  <a:pt x="4915" y="1734"/>
                </a:cubicBezTo>
                <a:lnTo>
                  <a:pt x="4915" y="1072"/>
                </a:lnTo>
                <a:cubicBezTo>
                  <a:pt x="4915" y="473"/>
                  <a:pt x="4411" y="1"/>
                  <a:pt x="387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26" name="Google Shape;5843;p58">
            <a:extLst>
              <a:ext uri="{FF2B5EF4-FFF2-40B4-BE49-F238E27FC236}">
                <a16:creationId xmlns:a16="http://schemas.microsoft.com/office/drawing/2014/main" id="{6B80FF10-8ED9-99A3-7481-27662C470398}"/>
              </a:ext>
            </a:extLst>
          </p:cNvPr>
          <p:cNvSpPr/>
          <p:nvPr/>
        </p:nvSpPr>
        <p:spPr>
          <a:xfrm>
            <a:off x="6536332" y="2493614"/>
            <a:ext cx="238766" cy="323336"/>
          </a:xfrm>
          <a:custGeom>
            <a:avLst/>
            <a:gdLst/>
            <a:ahLst/>
            <a:cxnLst/>
            <a:rect l="l" t="t" r="r" b="b"/>
            <a:pathLst>
              <a:path w="5672" h="7681" extrusionOk="0">
                <a:moveTo>
                  <a:pt x="3340" y="4506"/>
                </a:moveTo>
                <a:lnTo>
                  <a:pt x="3718" y="5577"/>
                </a:lnTo>
                <a:lnTo>
                  <a:pt x="1229" y="5577"/>
                </a:lnTo>
                <a:lnTo>
                  <a:pt x="1450" y="4600"/>
                </a:lnTo>
                <a:lnTo>
                  <a:pt x="1450" y="4506"/>
                </a:lnTo>
                <a:close/>
                <a:moveTo>
                  <a:pt x="1450" y="1"/>
                </a:moveTo>
                <a:cubicBezTo>
                  <a:pt x="1135" y="1"/>
                  <a:pt x="883" y="221"/>
                  <a:pt x="788" y="505"/>
                </a:cubicBezTo>
                <a:lnTo>
                  <a:pt x="95" y="3624"/>
                </a:lnTo>
                <a:cubicBezTo>
                  <a:pt x="1" y="4096"/>
                  <a:pt x="316" y="4506"/>
                  <a:pt x="757" y="4506"/>
                </a:cubicBezTo>
                <a:lnTo>
                  <a:pt x="95" y="7247"/>
                </a:lnTo>
                <a:cubicBezTo>
                  <a:pt x="32" y="7436"/>
                  <a:pt x="158" y="7593"/>
                  <a:pt x="316" y="7656"/>
                </a:cubicBezTo>
                <a:cubicBezTo>
                  <a:pt x="350" y="7668"/>
                  <a:pt x="383" y="7673"/>
                  <a:pt x="415" y="7673"/>
                </a:cubicBezTo>
                <a:cubicBezTo>
                  <a:pt x="559" y="7673"/>
                  <a:pt x="679" y="7565"/>
                  <a:pt x="757" y="7436"/>
                </a:cubicBezTo>
                <a:lnTo>
                  <a:pt x="1040" y="6301"/>
                </a:lnTo>
                <a:lnTo>
                  <a:pt x="3939" y="6301"/>
                </a:lnTo>
                <a:lnTo>
                  <a:pt x="4254" y="7152"/>
                </a:lnTo>
                <a:cubicBezTo>
                  <a:pt x="4358" y="7492"/>
                  <a:pt x="4637" y="7680"/>
                  <a:pt x="4908" y="7680"/>
                </a:cubicBezTo>
                <a:cubicBezTo>
                  <a:pt x="4964" y="7680"/>
                  <a:pt x="5019" y="7672"/>
                  <a:pt x="5073" y="7656"/>
                </a:cubicBezTo>
                <a:cubicBezTo>
                  <a:pt x="5451" y="7593"/>
                  <a:pt x="5672" y="7184"/>
                  <a:pt x="5609" y="6837"/>
                </a:cubicBezTo>
                <a:lnTo>
                  <a:pt x="4569" y="3687"/>
                </a:lnTo>
                <a:cubicBezTo>
                  <a:pt x="4506" y="3372"/>
                  <a:pt x="4222" y="3183"/>
                  <a:pt x="3907" y="3183"/>
                </a:cubicBezTo>
                <a:lnTo>
                  <a:pt x="3183" y="3183"/>
                </a:lnTo>
                <a:cubicBezTo>
                  <a:pt x="2994" y="3183"/>
                  <a:pt x="2836" y="3025"/>
                  <a:pt x="2836" y="2836"/>
                </a:cubicBezTo>
                <a:cubicBezTo>
                  <a:pt x="2836" y="2615"/>
                  <a:pt x="2994" y="2458"/>
                  <a:pt x="3183" y="2458"/>
                </a:cubicBezTo>
                <a:lnTo>
                  <a:pt x="4222" y="2458"/>
                </a:lnTo>
                <a:cubicBezTo>
                  <a:pt x="4600" y="2458"/>
                  <a:pt x="4915" y="2143"/>
                  <a:pt x="4915" y="1765"/>
                </a:cubicBezTo>
                <a:cubicBezTo>
                  <a:pt x="4915" y="1355"/>
                  <a:pt x="4600" y="1040"/>
                  <a:pt x="4222" y="1040"/>
                </a:cubicBezTo>
                <a:lnTo>
                  <a:pt x="2332" y="1040"/>
                </a:lnTo>
                <a:lnTo>
                  <a:pt x="2080" y="379"/>
                </a:lnTo>
                <a:cubicBezTo>
                  <a:pt x="1985" y="158"/>
                  <a:pt x="1733" y="1"/>
                  <a:pt x="145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27" name="Google Shape;5844;p58">
            <a:extLst>
              <a:ext uri="{FF2B5EF4-FFF2-40B4-BE49-F238E27FC236}">
                <a16:creationId xmlns:a16="http://schemas.microsoft.com/office/drawing/2014/main" id="{894CE4AA-7800-9959-4B6D-A69EF22AC004}"/>
              </a:ext>
            </a:extLst>
          </p:cNvPr>
          <p:cNvSpPr/>
          <p:nvPr/>
        </p:nvSpPr>
        <p:spPr>
          <a:xfrm>
            <a:off x="6906352" y="2392837"/>
            <a:ext cx="86254" cy="86212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09" y="0"/>
                </a:moveTo>
                <a:cubicBezTo>
                  <a:pt x="442" y="0"/>
                  <a:pt x="1" y="473"/>
                  <a:pt x="1" y="1040"/>
                </a:cubicBezTo>
                <a:cubicBezTo>
                  <a:pt x="1" y="1607"/>
                  <a:pt x="442" y="2048"/>
                  <a:pt x="1009" y="2048"/>
                </a:cubicBezTo>
                <a:cubicBezTo>
                  <a:pt x="1576" y="2048"/>
                  <a:pt x="2048" y="1607"/>
                  <a:pt x="2048" y="1040"/>
                </a:cubicBezTo>
                <a:cubicBezTo>
                  <a:pt x="2048" y="473"/>
                  <a:pt x="1576" y="0"/>
                  <a:pt x="10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28" name="Google Shape;5845;p58">
            <a:extLst>
              <a:ext uri="{FF2B5EF4-FFF2-40B4-BE49-F238E27FC236}">
                <a16:creationId xmlns:a16="http://schemas.microsoft.com/office/drawing/2014/main" id="{9D040445-2D3B-F546-6354-B0C14A05F218}"/>
              </a:ext>
            </a:extLst>
          </p:cNvPr>
          <p:cNvSpPr/>
          <p:nvPr/>
        </p:nvSpPr>
        <p:spPr>
          <a:xfrm>
            <a:off x="6801576" y="2494961"/>
            <a:ext cx="238766" cy="324304"/>
          </a:xfrm>
          <a:custGeom>
            <a:avLst/>
            <a:gdLst/>
            <a:ahLst/>
            <a:cxnLst/>
            <a:rect l="l" t="t" r="r" b="b"/>
            <a:pathLst>
              <a:path w="5672" h="7704" extrusionOk="0">
                <a:moveTo>
                  <a:pt x="4222" y="4474"/>
                </a:moveTo>
                <a:lnTo>
                  <a:pt x="4222" y="4568"/>
                </a:lnTo>
                <a:lnTo>
                  <a:pt x="4443" y="5545"/>
                </a:lnTo>
                <a:lnTo>
                  <a:pt x="1985" y="5545"/>
                </a:lnTo>
                <a:lnTo>
                  <a:pt x="2332" y="4474"/>
                </a:lnTo>
                <a:close/>
                <a:moveTo>
                  <a:pt x="4222" y="0"/>
                </a:moveTo>
                <a:cubicBezTo>
                  <a:pt x="3939" y="0"/>
                  <a:pt x="3718" y="158"/>
                  <a:pt x="3592" y="378"/>
                </a:cubicBezTo>
                <a:lnTo>
                  <a:pt x="3340" y="1071"/>
                </a:lnTo>
                <a:lnTo>
                  <a:pt x="1450" y="1071"/>
                </a:lnTo>
                <a:cubicBezTo>
                  <a:pt x="1072" y="1071"/>
                  <a:pt x="757" y="1386"/>
                  <a:pt x="757" y="1764"/>
                </a:cubicBezTo>
                <a:cubicBezTo>
                  <a:pt x="757" y="2174"/>
                  <a:pt x="1072" y="2489"/>
                  <a:pt x="1450" y="2489"/>
                </a:cubicBezTo>
                <a:lnTo>
                  <a:pt x="2490" y="2489"/>
                </a:lnTo>
                <a:cubicBezTo>
                  <a:pt x="2679" y="2489"/>
                  <a:pt x="2836" y="2646"/>
                  <a:pt x="2836" y="2835"/>
                </a:cubicBezTo>
                <a:cubicBezTo>
                  <a:pt x="2836" y="3024"/>
                  <a:pt x="2679" y="3182"/>
                  <a:pt x="2490" y="3182"/>
                </a:cubicBezTo>
                <a:lnTo>
                  <a:pt x="1765" y="3182"/>
                </a:lnTo>
                <a:cubicBezTo>
                  <a:pt x="1450" y="3182"/>
                  <a:pt x="1198" y="3371"/>
                  <a:pt x="1103" y="3686"/>
                </a:cubicBezTo>
                <a:lnTo>
                  <a:pt x="95" y="6837"/>
                </a:lnTo>
                <a:cubicBezTo>
                  <a:pt x="1" y="7215"/>
                  <a:pt x="190" y="7593"/>
                  <a:pt x="599" y="7687"/>
                </a:cubicBezTo>
                <a:cubicBezTo>
                  <a:pt x="643" y="7696"/>
                  <a:pt x="690" y="7701"/>
                  <a:pt x="738" y="7701"/>
                </a:cubicBezTo>
                <a:cubicBezTo>
                  <a:pt x="1030" y="7701"/>
                  <a:pt x="1364" y="7531"/>
                  <a:pt x="1418" y="7152"/>
                </a:cubicBezTo>
                <a:lnTo>
                  <a:pt x="1733" y="6301"/>
                </a:lnTo>
                <a:lnTo>
                  <a:pt x="4632" y="6301"/>
                </a:lnTo>
                <a:lnTo>
                  <a:pt x="4915" y="7435"/>
                </a:lnTo>
                <a:cubicBezTo>
                  <a:pt x="4967" y="7591"/>
                  <a:pt x="5104" y="7704"/>
                  <a:pt x="5257" y="7704"/>
                </a:cubicBezTo>
                <a:cubicBezTo>
                  <a:pt x="5290" y="7704"/>
                  <a:pt x="5323" y="7698"/>
                  <a:pt x="5356" y="7687"/>
                </a:cubicBezTo>
                <a:cubicBezTo>
                  <a:pt x="5546" y="7624"/>
                  <a:pt x="5672" y="7435"/>
                  <a:pt x="5577" y="7246"/>
                </a:cubicBezTo>
                <a:lnTo>
                  <a:pt x="4915" y="4537"/>
                </a:lnTo>
                <a:cubicBezTo>
                  <a:pt x="5356" y="4474"/>
                  <a:pt x="5672" y="4064"/>
                  <a:pt x="5609" y="3623"/>
                </a:cubicBezTo>
                <a:lnTo>
                  <a:pt x="4884" y="504"/>
                </a:lnTo>
                <a:cubicBezTo>
                  <a:pt x="4821" y="189"/>
                  <a:pt x="4537" y="0"/>
                  <a:pt x="42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0" name="Google Shape;5847;p58">
            <a:extLst>
              <a:ext uri="{FF2B5EF4-FFF2-40B4-BE49-F238E27FC236}">
                <a16:creationId xmlns:a16="http://schemas.microsoft.com/office/drawing/2014/main" id="{2039C86B-5907-BFE0-FE24-BC24BB2CA8A6}"/>
              </a:ext>
            </a:extLst>
          </p:cNvPr>
          <p:cNvSpPr/>
          <p:nvPr/>
        </p:nvSpPr>
        <p:spPr>
          <a:xfrm>
            <a:off x="6727279" y="2955584"/>
            <a:ext cx="119425" cy="115426"/>
          </a:xfrm>
          <a:custGeom>
            <a:avLst/>
            <a:gdLst/>
            <a:ahLst/>
            <a:cxnLst/>
            <a:rect l="l" t="t" r="r" b="b"/>
            <a:pathLst>
              <a:path w="2837" h="2742" extrusionOk="0">
                <a:moveTo>
                  <a:pt x="1419" y="1"/>
                </a:moveTo>
                <a:cubicBezTo>
                  <a:pt x="631" y="1"/>
                  <a:pt x="1" y="599"/>
                  <a:pt x="1" y="1355"/>
                </a:cubicBezTo>
                <a:cubicBezTo>
                  <a:pt x="1" y="2143"/>
                  <a:pt x="631" y="2742"/>
                  <a:pt x="1419" y="2742"/>
                </a:cubicBezTo>
                <a:cubicBezTo>
                  <a:pt x="2206" y="2742"/>
                  <a:pt x="2836" y="2143"/>
                  <a:pt x="2836" y="1355"/>
                </a:cubicBezTo>
                <a:cubicBezTo>
                  <a:pt x="2836" y="599"/>
                  <a:pt x="2206" y="1"/>
                  <a:pt x="14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1" name="Google Shape;5848;p58">
            <a:extLst>
              <a:ext uri="{FF2B5EF4-FFF2-40B4-BE49-F238E27FC236}">
                <a16:creationId xmlns:a16="http://schemas.microsoft.com/office/drawing/2014/main" id="{946FC32D-02AF-C6FE-954D-B45E75C65927}"/>
              </a:ext>
            </a:extLst>
          </p:cNvPr>
          <p:cNvSpPr/>
          <p:nvPr/>
        </p:nvSpPr>
        <p:spPr>
          <a:xfrm>
            <a:off x="6582722" y="3219524"/>
            <a:ext cx="116773" cy="115384"/>
          </a:xfrm>
          <a:custGeom>
            <a:avLst/>
            <a:gdLst/>
            <a:ahLst/>
            <a:cxnLst/>
            <a:rect l="l" t="t" r="r" b="b"/>
            <a:pathLst>
              <a:path w="2774" h="2741" extrusionOk="0">
                <a:moveTo>
                  <a:pt x="1387" y="0"/>
                </a:moveTo>
                <a:cubicBezTo>
                  <a:pt x="631" y="0"/>
                  <a:pt x="1" y="630"/>
                  <a:pt x="1" y="1355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11"/>
                  <a:pt x="2773" y="1355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2" name="Google Shape;5849;p58">
            <a:extLst>
              <a:ext uri="{FF2B5EF4-FFF2-40B4-BE49-F238E27FC236}">
                <a16:creationId xmlns:a16="http://schemas.microsoft.com/office/drawing/2014/main" id="{1D18646E-C556-1163-E400-011931B352BF}"/>
              </a:ext>
            </a:extLst>
          </p:cNvPr>
          <p:cNvSpPr/>
          <p:nvPr/>
        </p:nvSpPr>
        <p:spPr>
          <a:xfrm>
            <a:off x="6877138" y="3220830"/>
            <a:ext cx="115426" cy="115426"/>
          </a:xfrm>
          <a:custGeom>
            <a:avLst/>
            <a:gdLst/>
            <a:ahLst/>
            <a:cxnLst/>
            <a:rect l="l" t="t" r="r" b="b"/>
            <a:pathLst>
              <a:path w="2742" h="2742" extrusionOk="0">
                <a:moveTo>
                  <a:pt x="1356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11"/>
                  <a:pt x="631" y="2741"/>
                  <a:pt x="1356" y="2741"/>
                </a:cubicBezTo>
                <a:cubicBezTo>
                  <a:pt x="2112" y="2741"/>
                  <a:pt x="2742" y="2111"/>
                  <a:pt x="2742" y="1387"/>
                </a:cubicBezTo>
                <a:cubicBezTo>
                  <a:pt x="2742" y="631"/>
                  <a:pt x="2112" y="1"/>
                  <a:pt x="135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3" name="Google Shape;5850;p58">
            <a:extLst>
              <a:ext uri="{FF2B5EF4-FFF2-40B4-BE49-F238E27FC236}">
                <a16:creationId xmlns:a16="http://schemas.microsoft.com/office/drawing/2014/main" id="{453A518F-EFF5-1D91-D1EF-5C835F7530BF}"/>
              </a:ext>
            </a:extLst>
          </p:cNvPr>
          <p:cNvSpPr/>
          <p:nvPr/>
        </p:nvSpPr>
        <p:spPr>
          <a:xfrm>
            <a:off x="6538985" y="3333562"/>
            <a:ext cx="205595" cy="120730"/>
          </a:xfrm>
          <a:custGeom>
            <a:avLst/>
            <a:gdLst/>
            <a:ahLst/>
            <a:cxnLst/>
            <a:rect l="l" t="t" r="r" b="b"/>
            <a:pathLst>
              <a:path w="4884" h="2868" extrusionOk="0">
                <a:moveTo>
                  <a:pt x="819" y="0"/>
                </a:moveTo>
                <a:cubicBezTo>
                  <a:pt x="347" y="442"/>
                  <a:pt x="0" y="1072"/>
                  <a:pt x="0" y="1796"/>
                </a:cubicBezTo>
                <a:lnTo>
                  <a:pt x="0" y="2521"/>
                </a:lnTo>
                <a:cubicBezTo>
                  <a:pt x="0" y="2710"/>
                  <a:pt x="158" y="2867"/>
                  <a:pt x="347" y="2867"/>
                </a:cubicBezTo>
                <a:lnTo>
                  <a:pt x="4505" y="2867"/>
                </a:lnTo>
                <a:cubicBezTo>
                  <a:pt x="4726" y="2867"/>
                  <a:pt x="4883" y="2710"/>
                  <a:pt x="4883" y="2521"/>
                </a:cubicBezTo>
                <a:lnTo>
                  <a:pt x="4883" y="1796"/>
                </a:lnTo>
                <a:cubicBezTo>
                  <a:pt x="4883" y="1103"/>
                  <a:pt x="4568" y="442"/>
                  <a:pt x="4033" y="0"/>
                </a:cubicBezTo>
                <a:cubicBezTo>
                  <a:pt x="3655" y="473"/>
                  <a:pt x="3088" y="788"/>
                  <a:pt x="2426" y="788"/>
                </a:cubicBezTo>
                <a:cubicBezTo>
                  <a:pt x="1796" y="788"/>
                  <a:pt x="1197" y="473"/>
                  <a:pt x="8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4" name="Google Shape;5851;p58">
            <a:extLst>
              <a:ext uri="{FF2B5EF4-FFF2-40B4-BE49-F238E27FC236}">
                <a16:creationId xmlns:a16="http://schemas.microsoft.com/office/drawing/2014/main" id="{6F358D71-3BBD-DA0C-38BC-4A8E672B76DD}"/>
              </a:ext>
            </a:extLst>
          </p:cNvPr>
          <p:cNvSpPr/>
          <p:nvPr/>
        </p:nvSpPr>
        <p:spPr>
          <a:xfrm>
            <a:off x="6684846" y="3068317"/>
            <a:ext cx="206942" cy="122035"/>
          </a:xfrm>
          <a:custGeom>
            <a:avLst/>
            <a:gdLst/>
            <a:ahLst/>
            <a:cxnLst/>
            <a:rect l="l" t="t" r="r" b="b"/>
            <a:pathLst>
              <a:path w="4916" h="2899" extrusionOk="0">
                <a:moveTo>
                  <a:pt x="851" y="1"/>
                </a:moveTo>
                <a:cubicBezTo>
                  <a:pt x="347" y="442"/>
                  <a:pt x="1" y="1103"/>
                  <a:pt x="1" y="1796"/>
                </a:cubicBezTo>
                <a:lnTo>
                  <a:pt x="1" y="2552"/>
                </a:lnTo>
                <a:cubicBezTo>
                  <a:pt x="1" y="2741"/>
                  <a:pt x="158" y="2899"/>
                  <a:pt x="347" y="2899"/>
                </a:cubicBezTo>
                <a:lnTo>
                  <a:pt x="4537" y="2899"/>
                </a:lnTo>
                <a:cubicBezTo>
                  <a:pt x="4758" y="2899"/>
                  <a:pt x="4915" y="2741"/>
                  <a:pt x="4915" y="2552"/>
                </a:cubicBezTo>
                <a:lnTo>
                  <a:pt x="4915" y="1796"/>
                </a:lnTo>
                <a:cubicBezTo>
                  <a:pt x="4915" y="1103"/>
                  <a:pt x="4600" y="442"/>
                  <a:pt x="4065" y="1"/>
                </a:cubicBezTo>
                <a:cubicBezTo>
                  <a:pt x="3687" y="473"/>
                  <a:pt x="3088" y="788"/>
                  <a:pt x="2458" y="788"/>
                </a:cubicBezTo>
                <a:cubicBezTo>
                  <a:pt x="1828" y="788"/>
                  <a:pt x="1198" y="473"/>
                  <a:pt x="85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5" name="Google Shape;5852;p58">
            <a:extLst>
              <a:ext uri="{FF2B5EF4-FFF2-40B4-BE49-F238E27FC236}">
                <a16:creationId xmlns:a16="http://schemas.microsoft.com/office/drawing/2014/main" id="{46672E63-630F-5778-E9E4-0E47EBB21002}"/>
              </a:ext>
            </a:extLst>
          </p:cNvPr>
          <p:cNvSpPr/>
          <p:nvPr/>
        </p:nvSpPr>
        <p:spPr>
          <a:xfrm>
            <a:off x="6832055" y="3333562"/>
            <a:ext cx="205637" cy="120730"/>
          </a:xfrm>
          <a:custGeom>
            <a:avLst/>
            <a:gdLst/>
            <a:ahLst/>
            <a:cxnLst/>
            <a:rect l="l" t="t" r="r" b="b"/>
            <a:pathLst>
              <a:path w="4885" h="2868" extrusionOk="0">
                <a:moveTo>
                  <a:pt x="820" y="0"/>
                </a:moveTo>
                <a:cubicBezTo>
                  <a:pt x="316" y="442"/>
                  <a:pt x="1" y="1103"/>
                  <a:pt x="1" y="1796"/>
                </a:cubicBezTo>
                <a:lnTo>
                  <a:pt x="1" y="2521"/>
                </a:lnTo>
                <a:cubicBezTo>
                  <a:pt x="1" y="2710"/>
                  <a:pt x="158" y="2867"/>
                  <a:pt x="347" y="2867"/>
                </a:cubicBezTo>
                <a:lnTo>
                  <a:pt x="4506" y="2867"/>
                </a:lnTo>
                <a:cubicBezTo>
                  <a:pt x="4727" y="2867"/>
                  <a:pt x="4884" y="2710"/>
                  <a:pt x="4884" y="2521"/>
                </a:cubicBezTo>
                <a:lnTo>
                  <a:pt x="4884" y="1796"/>
                </a:lnTo>
                <a:cubicBezTo>
                  <a:pt x="4884" y="1103"/>
                  <a:pt x="4569" y="442"/>
                  <a:pt x="4033" y="0"/>
                </a:cubicBezTo>
                <a:cubicBezTo>
                  <a:pt x="3655" y="473"/>
                  <a:pt x="3088" y="788"/>
                  <a:pt x="2427" y="788"/>
                </a:cubicBezTo>
                <a:cubicBezTo>
                  <a:pt x="1797" y="788"/>
                  <a:pt x="1198" y="473"/>
                  <a:pt x="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6" name="Google Shape;5853;p58">
            <a:extLst>
              <a:ext uri="{FF2B5EF4-FFF2-40B4-BE49-F238E27FC236}">
                <a16:creationId xmlns:a16="http://schemas.microsoft.com/office/drawing/2014/main" id="{1CF5BA7D-A2A8-FDCD-A47B-86A17FF7EC4F}"/>
              </a:ext>
            </a:extLst>
          </p:cNvPr>
          <p:cNvSpPr/>
          <p:nvPr/>
        </p:nvSpPr>
        <p:spPr>
          <a:xfrm>
            <a:off x="6721975" y="3219525"/>
            <a:ext cx="130033" cy="108775"/>
          </a:xfrm>
          <a:custGeom>
            <a:avLst/>
            <a:gdLst/>
            <a:ahLst/>
            <a:cxnLst/>
            <a:rect l="l" t="t" r="r" b="b"/>
            <a:pathLst>
              <a:path w="3089" h="2584" extrusionOk="0">
                <a:moveTo>
                  <a:pt x="1198" y="0"/>
                </a:moveTo>
                <a:lnTo>
                  <a:pt x="1198" y="882"/>
                </a:lnTo>
                <a:lnTo>
                  <a:pt x="1" y="2079"/>
                </a:lnTo>
                <a:cubicBezTo>
                  <a:pt x="221" y="2237"/>
                  <a:pt x="284" y="2300"/>
                  <a:pt x="473" y="2583"/>
                </a:cubicBezTo>
                <a:lnTo>
                  <a:pt x="1545" y="1575"/>
                </a:lnTo>
                <a:lnTo>
                  <a:pt x="2616" y="2583"/>
                </a:lnTo>
                <a:cubicBezTo>
                  <a:pt x="2773" y="2394"/>
                  <a:pt x="2931" y="2237"/>
                  <a:pt x="3088" y="2111"/>
                </a:cubicBezTo>
                <a:lnTo>
                  <a:pt x="1891" y="882"/>
                </a:lnTo>
                <a:lnTo>
                  <a:pt x="189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8" name="Google Shape;5855;p58">
            <a:extLst>
              <a:ext uri="{FF2B5EF4-FFF2-40B4-BE49-F238E27FC236}">
                <a16:creationId xmlns:a16="http://schemas.microsoft.com/office/drawing/2014/main" id="{E25D0AE7-68BA-8163-9BAF-B7EF44B806B7}"/>
              </a:ext>
            </a:extLst>
          </p:cNvPr>
          <p:cNvSpPr/>
          <p:nvPr/>
        </p:nvSpPr>
        <p:spPr>
          <a:xfrm>
            <a:off x="9864021" y="1926988"/>
            <a:ext cx="145903" cy="87559"/>
          </a:xfrm>
          <a:custGeom>
            <a:avLst/>
            <a:gdLst/>
            <a:ahLst/>
            <a:cxnLst/>
            <a:rect l="l" t="t" r="r" b="b"/>
            <a:pathLst>
              <a:path w="3466" h="2080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2080"/>
                </a:lnTo>
                <a:lnTo>
                  <a:pt x="3466" y="2080"/>
                </a:lnTo>
                <a:lnTo>
                  <a:pt x="3466" y="1733"/>
                </a:ln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39" name="Google Shape;5856;p58">
            <a:extLst>
              <a:ext uri="{FF2B5EF4-FFF2-40B4-BE49-F238E27FC236}">
                <a16:creationId xmlns:a16="http://schemas.microsoft.com/office/drawing/2014/main" id="{D85BF1B3-AFCC-DB3F-A7ED-1ECCD6D39FDE}"/>
              </a:ext>
            </a:extLst>
          </p:cNvPr>
          <p:cNvSpPr/>
          <p:nvPr/>
        </p:nvSpPr>
        <p:spPr>
          <a:xfrm>
            <a:off x="9906452" y="1839470"/>
            <a:ext cx="59734" cy="59692"/>
          </a:xfrm>
          <a:custGeom>
            <a:avLst/>
            <a:gdLst/>
            <a:ahLst/>
            <a:cxnLst/>
            <a:rect l="l" t="t" r="r" b="b"/>
            <a:pathLst>
              <a:path w="1419" h="1418" extrusionOk="0">
                <a:moveTo>
                  <a:pt x="725" y="0"/>
                </a:moveTo>
                <a:cubicBezTo>
                  <a:pt x="316" y="0"/>
                  <a:pt x="0" y="315"/>
                  <a:pt x="0" y="725"/>
                </a:cubicBezTo>
                <a:cubicBezTo>
                  <a:pt x="0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40" name="Google Shape;5857;p58">
            <a:extLst>
              <a:ext uri="{FF2B5EF4-FFF2-40B4-BE49-F238E27FC236}">
                <a16:creationId xmlns:a16="http://schemas.microsoft.com/office/drawing/2014/main" id="{48E7243D-2B94-61A4-65FA-EACFA9C9A83E}"/>
              </a:ext>
            </a:extLst>
          </p:cNvPr>
          <p:cNvSpPr/>
          <p:nvPr/>
        </p:nvSpPr>
        <p:spPr>
          <a:xfrm>
            <a:off x="9719465" y="1692893"/>
            <a:ext cx="437667" cy="496728"/>
          </a:xfrm>
          <a:custGeom>
            <a:avLst/>
            <a:gdLst/>
            <a:ahLst/>
            <a:cxnLst/>
            <a:rect l="l" t="t" r="r" b="b"/>
            <a:pathLst>
              <a:path w="10397" h="11800" extrusionOk="0">
                <a:moveTo>
                  <a:pt x="5167" y="2757"/>
                </a:moveTo>
                <a:cubicBezTo>
                  <a:pt x="5923" y="2757"/>
                  <a:pt x="6553" y="3388"/>
                  <a:pt x="6553" y="4144"/>
                </a:cubicBezTo>
                <a:cubicBezTo>
                  <a:pt x="6553" y="4490"/>
                  <a:pt x="6396" y="4805"/>
                  <a:pt x="6175" y="5089"/>
                </a:cubicBezTo>
                <a:cubicBezTo>
                  <a:pt x="7026" y="5498"/>
                  <a:pt x="7593" y="6317"/>
                  <a:pt x="7593" y="7294"/>
                </a:cubicBezTo>
                <a:lnTo>
                  <a:pt x="7593" y="8019"/>
                </a:lnTo>
                <a:cubicBezTo>
                  <a:pt x="7593" y="8208"/>
                  <a:pt x="7435" y="8365"/>
                  <a:pt x="7246" y="8365"/>
                </a:cubicBezTo>
                <a:lnTo>
                  <a:pt x="3088" y="8365"/>
                </a:lnTo>
                <a:cubicBezTo>
                  <a:pt x="2867" y="8365"/>
                  <a:pt x="2710" y="8208"/>
                  <a:pt x="2710" y="8019"/>
                </a:cubicBezTo>
                <a:lnTo>
                  <a:pt x="2710" y="7294"/>
                </a:lnTo>
                <a:cubicBezTo>
                  <a:pt x="2710" y="6317"/>
                  <a:pt x="3308" y="5498"/>
                  <a:pt x="4127" y="5089"/>
                </a:cubicBezTo>
                <a:cubicBezTo>
                  <a:pt x="3907" y="4868"/>
                  <a:pt x="3781" y="4553"/>
                  <a:pt x="3781" y="4144"/>
                </a:cubicBezTo>
                <a:cubicBezTo>
                  <a:pt x="3781" y="3388"/>
                  <a:pt x="4411" y="2757"/>
                  <a:pt x="5167" y="2757"/>
                </a:cubicBezTo>
                <a:close/>
                <a:moveTo>
                  <a:pt x="5183" y="1"/>
                </a:moveTo>
                <a:cubicBezTo>
                  <a:pt x="5128" y="1"/>
                  <a:pt x="5073" y="17"/>
                  <a:pt x="5010" y="48"/>
                </a:cubicBezTo>
                <a:cubicBezTo>
                  <a:pt x="3964" y="646"/>
                  <a:pt x="2946" y="940"/>
                  <a:pt x="1919" y="940"/>
                </a:cubicBezTo>
                <a:cubicBezTo>
                  <a:pt x="1430" y="940"/>
                  <a:pt x="939" y="873"/>
                  <a:pt x="441" y="741"/>
                </a:cubicBezTo>
                <a:cubicBezTo>
                  <a:pt x="402" y="722"/>
                  <a:pt x="363" y="714"/>
                  <a:pt x="326" y="714"/>
                </a:cubicBezTo>
                <a:cubicBezTo>
                  <a:pt x="243" y="714"/>
                  <a:pt x="170" y="751"/>
                  <a:pt x="126" y="773"/>
                </a:cubicBezTo>
                <a:cubicBezTo>
                  <a:pt x="32" y="836"/>
                  <a:pt x="0" y="930"/>
                  <a:pt x="0" y="1056"/>
                </a:cubicBezTo>
                <a:lnTo>
                  <a:pt x="0" y="5026"/>
                </a:lnTo>
                <a:cubicBezTo>
                  <a:pt x="0" y="8145"/>
                  <a:pt x="2080" y="10949"/>
                  <a:pt x="5104" y="11799"/>
                </a:cubicBezTo>
                <a:lnTo>
                  <a:pt x="5262" y="11799"/>
                </a:lnTo>
                <a:cubicBezTo>
                  <a:pt x="8255" y="10917"/>
                  <a:pt x="10397" y="8145"/>
                  <a:pt x="10397" y="5026"/>
                </a:cubicBezTo>
                <a:lnTo>
                  <a:pt x="10397" y="1056"/>
                </a:lnTo>
                <a:cubicBezTo>
                  <a:pt x="10397" y="930"/>
                  <a:pt x="10365" y="836"/>
                  <a:pt x="10271" y="773"/>
                </a:cubicBezTo>
                <a:cubicBezTo>
                  <a:pt x="10162" y="751"/>
                  <a:pt x="10084" y="714"/>
                  <a:pt x="10014" y="714"/>
                </a:cubicBezTo>
                <a:cubicBezTo>
                  <a:pt x="9983" y="714"/>
                  <a:pt x="9954" y="722"/>
                  <a:pt x="9924" y="741"/>
                </a:cubicBezTo>
                <a:cubicBezTo>
                  <a:pt x="9414" y="877"/>
                  <a:pt x="8910" y="946"/>
                  <a:pt x="8409" y="946"/>
                </a:cubicBezTo>
                <a:cubicBezTo>
                  <a:pt x="7395" y="946"/>
                  <a:pt x="6389" y="660"/>
                  <a:pt x="5356" y="48"/>
                </a:cubicBezTo>
                <a:cubicBezTo>
                  <a:pt x="5293" y="17"/>
                  <a:pt x="5238" y="1"/>
                  <a:pt x="518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42" name="Google Shape;5859;p58">
            <a:extLst>
              <a:ext uri="{FF2B5EF4-FFF2-40B4-BE49-F238E27FC236}">
                <a16:creationId xmlns:a16="http://schemas.microsoft.com/office/drawing/2014/main" id="{20F932EB-A38A-8C10-7105-E21408E2EA6C}"/>
              </a:ext>
            </a:extLst>
          </p:cNvPr>
          <p:cNvSpPr/>
          <p:nvPr/>
        </p:nvSpPr>
        <p:spPr>
          <a:xfrm>
            <a:off x="9686967" y="2582816"/>
            <a:ext cx="88864" cy="233462"/>
          </a:xfrm>
          <a:custGeom>
            <a:avLst/>
            <a:gdLst/>
            <a:ahLst/>
            <a:cxnLst/>
            <a:rect l="l" t="t" r="r" b="b"/>
            <a:pathLst>
              <a:path w="2111" h="5546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lnTo>
                  <a:pt x="0" y="5198"/>
                </a:lnTo>
                <a:cubicBezTo>
                  <a:pt x="0" y="5419"/>
                  <a:pt x="158" y="5545"/>
                  <a:pt x="378" y="5545"/>
                </a:cubicBezTo>
                <a:lnTo>
                  <a:pt x="1071" y="5545"/>
                </a:lnTo>
                <a:cubicBezTo>
                  <a:pt x="1670" y="5545"/>
                  <a:pt x="2111" y="5072"/>
                  <a:pt x="2111" y="4537"/>
                </a:cubicBezTo>
                <a:lnTo>
                  <a:pt x="2111" y="1040"/>
                </a:lnTo>
                <a:cubicBezTo>
                  <a:pt x="2111" y="441"/>
                  <a:pt x="1638" y="0"/>
                  <a:pt x="10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43" name="Google Shape;5860;p58">
            <a:extLst>
              <a:ext uri="{FF2B5EF4-FFF2-40B4-BE49-F238E27FC236}">
                <a16:creationId xmlns:a16="http://schemas.microsoft.com/office/drawing/2014/main" id="{564C12F6-36EE-437B-E438-887338963F89}"/>
              </a:ext>
            </a:extLst>
          </p:cNvPr>
          <p:cNvSpPr/>
          <p:nvPr/>
        </p:nvSpPr>
        <p:spPr>
          <a:xfrm>
            <a:off x="9777137" y="2321528"/>
            <a:ext cx="320979" cy="270590"/>
          </a:xfrm>
          <a:custGeom>
            <a:avLst/>
            <a:gdLst/>
            <a:ahLst/>
            <a:cxnLst/>
            <a:rect l="l" t="t" r="r" b="b"/>
            <a:pathLst>
              <a:path w="7625" h="6428" extrusionOk="0">
                <a:moveTo>
                  <a:pt x="3781" y="631"/>
                </a:moveTo>
                <a:cubicBezTo>
                  <a:pt x="3970" y="631"/>
                  <a:pt x="4128" y="788"/>
                  <a:pt x="4128" y="977"/>
                </a:cubicBezTo>
                <a:lnTo>
                  <a:pt x="4128" y="1418"/>
                </a:lnTo>
                <a:cubicBezTo>
                  <a:pt x="4380" y="1481"/>
                  <a:pt x="4569" y="1639"/>
                  <a:pt x="4758" y="1860"/>
                </a:cubicBezTo>
                <a:cubicBezTo>
                  <a:pt x="4884" y="2017"/>
                  <a:pt x="4884" y="2206"/>
                  <a:pt x="4726" y="2332"/>
                </a:cubicBezTo>
                <a:cubicBezTo>
                  <a:pt x="4657" y="2373"/>
                  <a:pt x="4583" y="2397"/>
                  <a:pt x="4510" y="2397"/>
                </a:cubicBezTo>
                <a:cubicBezTo>
                  <a:pt x="4416" y="2397"/>
                  <a:pt x="4325" y="2358"/>
                  <a:pt x="4254" y="2269"/>
                </a:cubicBezTo>
                <a:cubicBezTo>
                  <a:pt x="4114" y="2106"/>
                  <a:pt x="3957" y="2012"/>
                  <a:pt x="3821" y="2012"/>
                </a:cubicBezTo>
                <a:cubicBezTo>
                  <a:pt x="3773" y="2012"/>
                  <a:pt x="3728" y="2024"/>
                  <a:pt x="3687" y="2049"/>
                </a:cubicBezTo>
                <a:cubicBezTo>
                  <a:pt x="3592" y="2080"/>
                  <a:pt x="3466" y="2238"/>
                  <a:pt x="3466" y="2364"/>
                </a:cubicBezTo>
                <a:cubicBezTo>
                  <a:pt x="3466" y="2553"/>
                  <a:pt x="3624" y="2710"/>
                  <a:pt x="3813" y="2710"/>
                </a:cubicBezTo>
                <a:cubicBezTo>
                  <a:pt x="4411" y="2710"/>
                  <a:pt x="4852" y="3183"/>
                  <a:pt x="4852" y="3750"/>
                </a:cubicBezTo>
                <a:cubicBezTo>
                  <a:pt x="4852" y="4159"/>
                  <a:pt x="4600" y="4537"/>
                  <a:pt x="4222" y="4663"/>
                </a:cubicBezTo>
                <a:lnTo>
                  <a:pt x="4159" y="4663"/>
                </a:lnTo>
                <a:lnTo>
                  <a:pt x="4159" y="5073"/>
                </a:lnTo>
                <a:cubicBezTo>
                  <a:pt x="4159" y="5262"/>
                  <a:pt x="4002" y="5420"/>
                  <a:pt x="3813" y="5420"/>
                </a:cubicBezTo>
                <a:cubicBezTo>
                  <a:pt x="3624" y="5420"/>
                  <a:pt x="3466" y="5262"/>
                  <a:pt x="3466" y="5073"/>
                </a:cubicBezTo>
                <a:lnTo>
                  <a:pt x="3466" y="4663"/>
                </a:lnTo>
                <a:cubicBezTo>
                  <a:pt x="3277" y="4600"/>
                  <a:pt x="3119" y="4537"/>
                  <a:pt x="2962" y="4348"/>
                </a:cubicBezTo>
                <a:cubicBezTo>
                  <a:pt x="2836" y="4254"/>
                  <a:pt x="2804" y="4002"/>
                  <a:pt x="2962" y="3876"/>
                </a:cubicBezTo>
                <a:cubicBezTo>
                  <a:pt x="3013" y="3825"/>
                  <a:pt x="3108" y="3793"/>
                  <a:pt x="3206" y="3793"/>
                </a:cubicBezTo>
                <a:cubicBezTo>
                  <a:pt x="3290" y="3793"/>
                  <a:pt x="3376" y="3817"/>
                  <a:pt x="3435" y="3876"/>
                </a:cubicBezTo>
                <a:cubicBezTo>
                  <a:pt x="3549" y="3990"/>
                  <a:pt x="3679" y="4071"/>
                  <a:pt x="3803" y="4071"/>
                </a:cubicBezTo>
                <a:cubicBezTo>
                  <a:pt x="3850" y="4071"/>
                  <a:pt x="3895" y="4059"/>
                  <a:pt x="3939" y="4033"/>
                </a:cubicBezTo>
                <a:cubicBezTo>
                  <a:pt x="4065" y="4002"/>
                  <a:pt x="4128" y="3844"/>
                  <a:pt x="4128" y="3718"/>
                </a:cubicBezTo>
                <a:cubicBezTo>
                  <a:pt x="4128" y="3529"/>
                  <a:pt x="3970" y="3372"/>
                  <a:pt x="3781" y="3372"/>
                </a:cubicBezTo>
                <a:cubicBezTo>
                  <a:pt x="3182" y="3372"/>
                  <a:pt x="2741" y="2899"/>
                  <a:pt x="2741" y="2364"/>
                </a:cubicBezTo>
                <a:cubicBezTo>
                  <a:pt x="2741" y="1954"/>
                  <a:pt x="3025" y="1576"/>
                  <a:pt x="3435" y="1418"/>
                </a:cubicBezTo>
                <a:lnTo>
                  <a:pt x="3435" y="977"/>
                </a:lnTo>
                <a:cubicBezTo>
                  <a:pt x="3435" y="788"/>
                  <a:pt x="3592" y="631"/>
                  <a:pt x="3781" y="631"/>
                </a:cubicBezTo>
                <a:close/>
                <a:moveTo>
                  <a:pt x="3813" y="1"/>
                </a:moveTo>
                <a:cubicBezTo>
                  <a:pt x="1733" y="1"/>
                  <a:pt x="0" y="1734"/>
                  <a:pt x="0" y="3813"/>
                </a:cubicBezTo>
                <a:cubicBezTo>
                  <a:pt x="0" y="4537"/>
                  <a:pt x="190" y="5231"/>
                  <a:pt x="536" y="5829"/>
                </a:cubicBezTo>
                <a:cubicBezTo>
                  <a:pt x="1009" y="5546"/>
                  <a:pt x="1544" y="5420"/>
                  <a:pt x="2080" y="5420"/>
                </a:cubicBezTo>
                <a:cubicBezTo>
                  <a:pt x="2146" y="5414"/>
                  <a:pt x="2213" y="5411"/>
                  <a:pt x="2279" y="5411"/>
                </a:cubicBezTo>
                <a:cubicBezTo>
                  <a:pt x="2936" y="5411"/>
                  <a:pt x="3587" y="5692"/>
                  <a:pt x="4159" y="6207"/>
                </a:cubicBezTo>
                <a:lnTo>
                  <a:pt x="5892" y="6207"/>
                </a:lnTo>
                <a:cubicBezTo>
                  <a:pt x="6144" y="6207"/>
                  <a:pt x="6364" y="6302"/>
                  <a:pt x="6585" y="6428"/>
                </a:cubicBezTo>
                <a:cubicBezTo>
                  <a:pt x="7215" y="5735"/>
                  <a:pt x="7625" y="4789"/>
                  <a:pt x="7625" y="3813"/>
                </a:cubicBezTo>
                <a:cubicBezTo>
                  <a:pt x="7625" y="1734"/>
                  <a:pt x="5892" y="1"/>
                  <a:pt x="381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44" name="Google Shape;5861;p58">
            <a:extLst>
              <a:ext uri="{FF2B5EF4-FFF2-40B4-BE49-F238E27FC236}">
                <a16:creationId xmlns:a16="http://schemas.microsoft.com/office/drawing/2014/main" id="{8B6B5573-DA51-43A4-1F28-D2AA3F361FF0}"/>
              </a:ext>
            </a:extLst>
          </p:cNvPr>
          <p:cNvSpPr/>
          <p:nvPr/>
        </p:nvSpPr>
        <p:spPr>
          <a:xfrm>
            <a:off x="9805003" y="2574185"/>
            <a:ext cx="384628" cy="211572"/>
          </a:xfrm>
          <a:custGeom>
            <a:avLst/>
            <a:gdLst/>
            <a:ahLst/>
            <a:cxnLst/>
            <a:rect l="l" t="t" r="r" b="b"/>
            <a:pathLst>
              <a:path w="9137" h="5026" extrusionOk="0">
                <a:moveTo>
                  <a:pt x="1422" y="0"/>
                </a:moveTo>
                <a:cubicBezTo>
                  <a:pt x="918" y="0"/>
                  <a:pt x="416" y="160"/>
                  <a:pt x="0" y="457"/>
                </a:cubicBezTo>
                <a:lnTo>
                  <a:pt x="0" y="5025"/>
                </a:lnTo>
                <a:lnTo>
                  <a:pt x="5230" y="5025"/>
                </a:lnTo>
                <a:cubicBezTo>
                  <a:pt x="5923" y="5025"/>
                  <a:pt x="6490" y="4679"/>
                  <a:pt x="6900" y="4143"/>
                </a:cubicBezTo>
                <a:lnTo>
                  <a:pt x="8916" y="1245"/>
                </a:lnTo>
                <a:cubicBezTo>
                  <a:pt x="9137" y="930"/>
                  <a:pt x="9074" y="489"/>
                  <a:pt x="8727" y="268"/>
                </a:cubicBezTo>
                <a:cubicBezTo>
                  <a:pt x="8633" y="221"/>
                  <a:pt x="8517" y="196"/>
                  <a:pt x="8398" y="196"/>
                </a:cubicBezTo>
                <a:cubicBezTo>
                  <a:pt x="8196" y="196"/>
                  <a:pt x="7983" y="268"/>
                  <a:pt x="7845" y="426"/>
                </a:cubicBezTo>
                <a:lnTo>
                  <a:pt x="5955" y="2726"/>
                </a:lnTo>
                <a:cubicBezTo>
                  <a:pt x="5829" y="2883"/>
                  <a:pt x="5545" y="2978"/>
                  <a:pt x="5419" y="2978"/>
                </a:cubicBezTo>
                <a:lnTo>
                  <a:pt x="3119" y="2978"/>
                </a:lnTo>
                <a:cubicBezTo>
                  <a:pt x="2899" y="2978"/>
                  <a:pt x="2741" y="2820"/>
                  <a:pt x="2741" y="2631"/>
                </a:cubicBezTo>
                <a:cubicBezTo>
                  <a:pt x="2741" y="2411"/>
                  <a:pt x="2899" y="2253"/>
                  <a:pt x="3119" y="2253"/>
                </a:cubicBezTo>
                <a:lnTo>
                  <a:pt x="5198" y="2253"/>
                </a:lnTo>
                <a:cubicBezTo>
                  <a:pt x="5576" y="2253"/>
                  <a:pt x="5923" y="1938"/>
                  <a:pt x="5923" y="1560"/>
                </a:cubicBezTo>
                <a:cubicBezTo>
                  <a:pt x="5923" y="1150"/>
                  <a:pt x="5576" y="835"/>
                  <a:pt x="5198" y="835"/>
                </a:cubicBezTo>
                <a:lnTo>
                  <a:pt x="3340" y="835"/>
                </a:lnTo>
                <a:cubicBezTo>
                  <a:pt x="3182" y="835"/>
                  <a:pt x="3088" y="741"/>
                  <a:pt x="2962" y="615"/>
                </a:cubicBezTo>
                <a:cubicBezTo>
                  <a:pt x="2773" y="426"/>
                  <a:pt x="2520" y="300"/>
                  <a:pt x="2300" y="174"/>
                </a:cubicBezTo>
                <a:cubicBezTo>
                  <a:pt x="2019" y="56"/>
                  <a:pt x="1720" y="0"/>
                  <a:pt x="14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46" name="Google Shape;5863;p58">
            <a:extLst>
              <a:ext uri="{FF2B5EF4-FFF2-40B4-BE49-F238E27FC236}">
                <a16:creationId xmlns:a16="http://schemas.microsoft.com/office/drawing/2014/main" id="{C7EFF8CB-0853-607E-9B0E-F332C674A89A}"/>
              </a:ext>
            </a:extLst>
          </p:cNvPr>
          <p:cNvSpPr/>
          <p:nvPr/>
        </p:nvSpPr>
        <p:spPr>
          <a:xfrm>
            <a:off x="9688293" y="2956260"/>
            <a:ext cx="370063" cy="378018"/>
          </a:xfrm>
          <a:custGeom>
            <a:avLst/>
            <a:gdLst/>
            <a:ahLst/>
            <a:cxnLst/>
            <a:rect l="l" t="t" r="r" b="b"/>
            <a:pathLst>
              <a:path w="8791" h="8980" extrusionOk="0">
                <a:moveTo>
                  <a:pt x="4537" y="0"/>
                </a:moveTo>
                <a:cubicBezTo>
                  <a:pt x="2048" y="0"/>
                  <a:pt x="0" y="2017"/>
                  <a:pt x="0" y="4506"/>
                </a:cubicBezTo>
                <a:cubicBezTo>
                  <a:pt x="0" y="6963"/>
                  <a:pt x="2048" y="8979"/>
                  <a:pt x="4537" y="8979"/>
                </a:cubicBezTo>
                <a:cubicBezTo>
                  <a:pt x="6459" y="8979"/>
                  <a:pt x="8160" y="7719"/>
                  <a:pt x="8790" y="5986"/>
                </a:cubicBezTo>
                <a:cubicBezTo>
                  <a:pt x="8633" y="5860"/>
                  <a:pt x="8443" y="5640"/>
                  <a:pt x="8286" y="5514"/>
                </a:cubicBezTo>
                <a:lnTo>
                  <a:pt x="7498" y="5514"/>
                </a:lnTo>
                <a:cubicBezTo>
                  <a:pt x="7057" y="6742"/>
                  <a:pt x="5923" y="7593"/>
                  <a:pt x="4568" y="7593"/>
                </a:cubicBezTo>
                <a:cubicBezTo>
                  <a:pt x="2836" y="7593"/>
                  <a:pt x="1481" y="6175"/>
                  <a:pt x="1481" y="4506"/>
                </a:cubicBezTo>
                <a:cubicBezTo>
                  <a:pt x="1481" y="2804"/>
                  <a:pt x="2867" y="1387"/>
                  <a:pt x="4568" y="1387"/>
                </a:cubicBezTo>
                <a:cubicBezTo>
                  <a:pt x="5923" y="1387"/>
                  <a:pt x="7057" y="2237"/>
                  <a:pt x="7498" y="3466"/>
                </a:cubicBezTo>
                <a:lnTo>
                  <a:pt x="8286" y="3466"/>
                </a:lnTo>
                <a:cubicBezTo>
                  <a:pt x="8443" y="3308"/>
                  <a:pt x="8633" y="3088"/>
                  <a:pt x="8790" y="2993"/>
                </a:cubicBezTo>
                <a:cubicBezTo>
                  <a:pt x="8160" y="1261"/>
                  <a:pt x="6522" y="0"/>
                  <a:pt x="453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47" name="Google Shape;5864;p58">
            <a:extLst>
              <a:ext uri="{FF2B5EF4-FFF2-40B4-BE49-F238E27FC236}">
                <a16:creationId xmlns:a16="http://schemas.microsoft.com/office/drawing/2014/main" id="{405CCF6F-CD88-AF74-185C-AE97C2BE23AC}"/>
              </a:ext>
            </a:extLst>
          </p:cNvPr>
          <p:cNvSpPr/>
          <p:nvPr/>
        </p:nvSpPr>
        <p:spPr>
          <a:xfrm>
            <a:off x="9865978" y="3071181"/>
            <a:ext cx="322326" cy="147461"/>
          </a:xfrm>
          <a:custGeom>
            <a:avLst/>
            <a:gdLst/>
            <a:ahLst/>
            <a:cxnLst/>
            <a:rect l="l" t="t" r="r" b="b"/>
            <a:pathLst>
              <a:path w="7657" h="3503" extrusionOk="0">
                <a:moveTo>
                  <a:pt x="7260" y="0"/>
                </a:moveTo>
                <a:cubicBezTo>
                  <a:pt x="7232" y="0"/>
                  <a:pt x="7206" y="4"/>
                  <a:pt x="7184" y="11"/>
                </a:cubicBezTo>
                <a:lnTo>
                  <a:pt x="5073" y="736"/>
                </a:lnTo>
                <a:cubicBezTo>
                  <a:pt x="5042" y="736"/>
                  <a:pt x="5010" y="767"/>
                  <a:pt x="4947" y="799"/>
                </a:cubicBezTo>
                <a:lnTo>
                  <a:pt x="4380" y="1398"/>
                </a:lnTo>
                <a:lnTo>
                  <a:pt x="347" y="1398"/>
                </a:lnTo>
                <a:cubicBezTo>
                  <a:pt x="158" y="1398"/>
                  <a:pt x="1" y="1555"/>
                  <a:pt x="1" y="1744"/>
                </a:cubicBezTo>
                <a:cubicBezTo>
                  <a:pt x="1" y="1965"/>
                  <a:pt x="158" y="2122"/>
                  <a:pt x="347" y="2122"/>
                </a:cubicBezTo>
                <a:lnTo>
                  <a:pt x="4380" y="2122"/>
                </a:lnTo>
                <a:lnTo>
                  <a:pt x="4947" y="2689"/>
                </a:lnTo>
                <a:cubicBezTo>
                  <a:pt x="5010" y="2752"/>
                  <a:pt x="5042" y="2784"/>
                  <a:pt x="5073" y="2784"/>
                </a:cubicBezTo>
                <a:lnTo>
                  <a:pt x="7184" y="3477"/>
                </a:lnTo>
                <a:cubicBezTo>
                  <a:pt x="7210" y="3494"/>
                  <a:pt x="7242" y="3502"/>
                  <a:pt x="7275" y="3502"/>
                </a:cubicBezTo>
                <a:cubicBezTo>
                  <a:pt x="7362" y="3502"/>
                  <a:pt x="7462" y="3451"/>
                  <a:pt x="7531" y="3382"/>
                </a:cubicBezTo>
                <a:cubicBezTo>
                  <a:pt x="7594" y="3256"/>
                  <a:pt x="7657" y="3099"/>
                  <a:pt x="7562" y="2973"/>
                </a:cubicBezTo>
                <a:lnTo>
                  <a:pt x="6932" y="1744"/>
                </a:lnTo>
                <a:lnTo>
                  <a:pt x="7562" y="547"/>
                </a:lnTo>
                <a:cubicBezTo>
                  <a:pt x="7657" y="389"/>
                  <a:pt x="7594" y="232"/>
                  <a:pt x="7531" y="137"/>
                </a:cubicBezTo>
                <a:cubicBezTo>
                  <a:pt x="7458" y="41"/>
                  <a:pt x="7349" y="0"/>
                  <a:pt x="726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48" name="Google Shape;5865;p58">
            <a:extLst>
              <a:ext uri="{FF2B5EF4-FFF2-40B4-BE49-F238E27FC236}">
                <a16:creationId xmlns:a16="http://schemas.microsoft.com/office/drawing/2014/main" id="{822B0AD4-E341-4BA1-E18B-89455845FAB1}"/>
              </a:ext>
            </a:extLst>
          </p:cNvPr>
          <p:cNvSpPr/>
          <p:nvPr/>
        </p:nvSpPr>
        <p:spPr>
          <a:xfrm>
            <a:off x="9721422" y="3347496"/>
            <a:ext cx="318327" cy="106123"/>
          </a:xfrm>
          <a:custGeom>
            <a:avLst/>
            <a:gdLst/>
            <a:ahLst/>
            <a:cxnLst/>
            <a:rect l="l" t="t" r="r" b="b"/>
            <a:pathLst>
              <a:path w="7562" h="2521" extrusionOk="0">
                <a:moveTo>
                  <a:pt x="1828" y="0"/>
                </a:moveTo>
                <a:lnTo>
                  <a:pt x="1482" y="1135"/>
                </a:lnTo>
                <a:lnTo>
                  <a:pt x="1040" y="1135"/>
                </a:lnTo>
                <a:cubicBezTo>
                  <a:pt x="442" y="1135"/>
                  <a:pt x="1" y="1607"/>
                  <a:pt x="1" y="2174"/>
                </a:cubicBezTo>
                <a:cubicBezTo>
                  <a:pt x="1" y="2363"/>
                  <a:pt x="158" y="2521"/>
                  <a:pt x="379" y="2521"/>
                </a:cubicBezTo>
                <a:lnTo>
                  <a:pt x="7310" y="2521"/>
                </a:lnTo>
                <a:cubicBezTo>
                  <a:pt x="7404" y="2489"/>
                  <a:pt x="7562" y="2363"/>
                  <a:pt x="7562" y="2174"/>
                </a:cubicBezTo>
                <a:cubicBezTo>
                  <a:pt x="7562" y="1576"/>
                  <a:pt x="7089" y="1135"/>
                  <a:pt x="6554" y="1135"/>
                </a:cubicBezTo>
                <a:lnTo>
                  <a:pt x="6113" y="1135"/>
                </a:lnTo>
                <a:lnTo>
                  <a:pt x="5766" y="0"/>
                </a:lnTo>
                <a:cubicBezTo>
                  <a:pt x="5168" y="252"/>
                  <a:pt x="4506" y="410"/>
                  <a:pt x="3781" y="410"/>
                </a:cubicBezTo>
                <a:cubicBezTo>
                  <a:pt x="3088" y="410"/>
                  <a:pt x="2427" y="252"/>
                  <a:pt x="18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49" name="Google Shape;5866;p58">
            <a:extLst>
              <a:ext uri="{FF2B5EF4-FFF2-40B4-BE49-F238E27FC236}">
                <a16:creationId xmlns:a16="http://schemas.microsoft.com/office/drawing/2014/main" id="{5B051CF9-1CBF-67C9-9A0B-C32057299BA5}"/>
              </a:ext>
            </a:extLst>
          </p:cNvPr>
          <p:cNvSpPr/>
          <p:nvPr/>
        </p:nvSpPr>
        <p:spPr>
          <a:xfrm>
            <a:off x="9777114" y="3042472"/>
            <a:ext cx="193682" cy="205595"/>
          </a:xfrm>
          <a:custGeom>
            <a:avLst/>
            <a:gdLst/>
            <a:ahLst/>
            <a:cxnLst/>
            <a:rect l="l" t="t" r="r" b="b"/>
            <a:pathLst>
              <a:path w="4601" h="4884" extrusionOk="0">
                <a:moveTo>
                  <a:pt x="2427" y="0"/>
                </a:moveTo>
                <a:cubicBezTo>
                  <a:pt x="1104" y="0"/>
                  <a:pt x="1" y="1103"/>
                  <a:pt x="1" y="2458"/>
                </a:cubicBezTo>
                <a:cubicBezTo>
                  <a:pt x="1" y="3781"/>
                  <a:pt x="1104" y="4884"/>
                  <a:pt x="2427" y="4884"/>
                </a:cubicBezTo>
                <a:cubicBezTo>
                  <a:pt x="3404" y="4884"/>
                  <a:pt x="4254" y="4348"/>
                  <a:pt x="4601" y="3497"/>
                </a:cubicBezTo>
                <a:lnTo>
                  <a:pt x="2427" y="3497"/>
                </a:lnTo>
                <a:cubicBezTo>
                  <a:pt x="1828" y="3497"/>
                  <a:pt x="1419" y="3025"/>
                  <a:pt x="1419" y="2489"/>
                </a:cubicBezTo>
                <a:cubicBezTo>
                  <a:pt x="1356" y="1859"/>
                  <a:pt x="1828" y="1386"/>
                  <a:pt x="2427" y="1386"/>
                </a:cubicBezTo>
                <a:lnTo>
                  <a:pt x="4601" y="1386"/>
                </a:lnTo>
                <a:cubicBezTo>
                  <a:pt x="4191" y="567"/>
                  <a:pt x="3372" y="0"/>
                  <a:pt x="24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51" name="Google Shape;5868;p58">
            <a:extLst>
              <a:ext uri="{FF2B5EF4-FFF2-40B4-BE49-F238E27FC236}">
                <a16:creationId xmlns:a16="http://schemas.microsoft.com/office/drawing/2014/main" id="{FB376888-1B97-2786-AF1A-EBE508EA0BA4}"/>
              </a:ext>
            </a:extLst>
          </p:cNvPr>
          <p:cNvSpPr/>
          <p:nvPr/>
        </p:nvSpPr>
        <p:spPr>
          <a:xfrm>
            <a:off x="8046650" y="3880122"/>
            <a:ext cx="59692" cy="59734"/>
          </a:xfrm>
          <a:custGeom>
            <a:avLst/>
            <a:gdLst/>
            <a:ahLst/>
            <a:cxnLst/>
            <a:rect l="l" t="t" r="r" b="b"/>
            <a:pathLst>
              <a:path w="1418" h="1419" extrusionOk="0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cubicBezTo>
                  <a:pt x="63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52" name="Google Shape;5869;p58">
            <a:extLst>
              <a:ext uri="{FF2B5EF4-FFF2-40B4-BE49-F238E27FC236}">
                <a16:creationId xmlns:a16="http://schemas.microsoft.com/office/drawing/2014/main" id="{7518ED03-B8C6-9C45-087E-7A8273335F23}"/>
              </a:ext>
            </a:extLst>
          </p:cNvPr>
          <p:cNvSpPr/>
          <p:nvPr/>
        </p:nvSpPr>
        <p:spPr>
          <a:xfrm>
            <a:off x="8018784" y="3968986"/>
            <a:ext cx="118078" cy="58387"/>
          </a:xfrm>
          <a:custGeom>
            <a:avLst/>
            <a:gdLst/>
            <a:ahLst/>
            <a:cxnLst/>
            <a:rect l="l" t="t" r="r" b="b"/>
            <a:pathLst>
              <a:path w="2805" h="1387" extrusionOk="0">
                <a:moveTo>
                  <a:pt x="1387" y="0"/>
                </a:moveTo>
                <a:cubicBezTo>
                  <a:pt x="631" y="0"/>
                  <a:pt x="1" y="630"/>
                  <a:pt x="1" y="1387"/>
                </a:cubicBezTo>
                <a:lnTo>
                  <a:pt x="2805" y="1387"/>
                </a:lnTo>
                <a:cubicBezTo>
                  <a:pt x="2805" y="630"/>
                  <a:pt x="2174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53" name="Google Shape;5870;p58">
            <a:extLst>
              <a:ext uri="{FF2B5EF4-FFF2-40B4-BE49-F238E27FC236}">
                <a16:creationId xmlns:a16="http://schemas.microsoft.com/office/drawing/2014/main" id="{0042FBC4-8013-84FD-5568-F3DE8EE9E51D}"/>
              </a:ext>
            </a:extLst>
          </p:cNvPr>
          <p:cNvSpPr/>
          <p:nvPr/>
        </p:nvSpPr>
        <p:spPr>
          <a:xfrm>
            <a:off x="7945832" y="3823082"/>
            <a:ext cx="263982" cy="293154"/>
          </a:xfrm>
          <a:custGeom>
            <a:avLst/>
            <a:gdLst/>
            <a:ahLst/>
            <a:cxnLst/>
            <a:rect l="l" t="t" r="r" b="b"/>
            <a:pathLst>
              <a:path w="6271" h="6964" extrusionOk="0">
                <a:moveTo>
                  <a:pt x="3088" y="725"/>
                </a:moveTo>
                <a:cubicBezTo>
                  <a:pt x="3813" y="725"/>
                  <a:pt x="4506" y="1356"/>
                  <a:pt x="4506" y="2080"/>
                </a:cubicBezTo>
                <a:cubicBezTo>
                  <a:pt x="4506" y="2458"/>
                  <a:pt x="4348" y="2805"/>
                  <a:pt x="4096" y="3025"/>
                </a:cubicBezTo>
                <a:cubicBezTo>
                  <a:pt x="4727" y="3372"/>
                  <a:pt x="5168" y="4065"/>
                  <a:pt x="5168" y="4853"/>
                </a:cubicBezTo>
                <a:lnTo>
                  <a:pt x="5168" y="5199"/>
                </a:lnTo>
                <a:cubicBezTo>
                  <a:pt x="5168" y="5388"/>
                  <a:pt x="5010" y="5546"/>
                  <a:pt x="4821" y="5546"/>
                </a:cubicBezTo>
                <a:lnTo>
                  <a:pt x="1293" y="5546"/>
                </a:lnTo>
                <a:cubicBezTo>
                  <a:pt x="1103" y="5546"/>
                  <a:pt x="946" y="5388"/>
                  <a:pt x="946" y="5199"/>
                </a:cubicBezTo>
                <a:lnTo>
                  <a:pt x="946" y="4853"/>
                </a:lnTo>
                <a:lnTo>
                  <a:pt x="1040" y="4853"/>
                </a:lnTo>
                <a:cubicBezTo>
                  <a:pt x="1040" y="4065"/>
                  <a:pt x="1450" y="3403"/>
                  <a:pt x="2080" y="3025"/>
                </a:cubicBezTo>
                <a:cubicBezTo>
                  <a:pt x="1860" y="2805"/>
                  <a:pt x="1702" y="2458"/>
                  <a:pt x="1702" y="2080"/>
                </a:cubicBezTo>
                <a:cubicBezTo>
                  <a:pt x="1702" y="1356"/>
                  <a:pt x="2332" y="725"/>
                  <a:pt x="3088" y="725"/>
                </a:cubicBezTo>
                <a:close/>
                <a:moveTo>
                  <a:pt x="1" y="1"/>
                </a:moveTo>
                <a:lnTo>
                  <a:pt x="1" y="6617"/>
                </a:lnTo>
                <a:cubicBezTo>
                  <a:pt x="1" y="6806"/>
                  <a:pt x="158" y="6963"/>
                  <a:pt x="347" y="6963"/>
                </a:cubicBezTo>
                <a:lnTo>
                  <a:pt x="5924" y="6963"/>
                </a:lnTo>
                <a:cubicBezTo>
                  <a:pt x="6113" y="6963"/>
                  <a:pt x="6270" y="6806"/>
                  <a:pt x="6270" y="6617"/>
                </a:cubicBezTo>
                <a:lnTo>
                  <a:pt x="627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54" name="Google Shape;5871;p58">
            <a:extLst>
              <a:ext uri="{FF2B5EF4-FFF2-40B4-BE49-F238E27FC236}">
                <a16:creationId xmlns:a16="http://schemas.microsoft.com/office/drawing/2014/main" id="{474D2AC0-33C4-C014-217C-47E0AD981FA9}"/>
              </a:ext>
            </a:extLst>
          </p:cNvPr>
          <p:cNvSpPr/>
          <p:nvPr/>
        </p:nvSpPr>
        <p:spPr>
          <a:xfrm>
            <a:off x="7916660" y="3617530"/>
            <a:ext cx="322326" cy="59734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1418"/>
                </a:lnTo>
                <a:lnTo>
                  <a:pt x="7625" y="1418"/>
                </a:lnTo>
                <a:lnTo>
                  <a:pt x="7625" y="347"/>
                </a:lnTo>
                <a:lnTo>
                  <a:pt x="7656" y="347"/>
                </a:lnTo>
                <a:cubicBezTo>
                  <a:pt x="7656" y="158"/>
                  <a:pt x="7499" y="1"/>
                  <a:pt x="731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55" name="Google Shape;5872;p58">
            <a:extLst>
              <a:ext uri="{FF2B5EF4-FFF2-40B4-BE49-F238E27FC236}">
                <a16:creationId xmlns:a16="http://schemas.microsoft.com/office/drawing/2014/main" id="{F21D3644-8CAB-9F11-4094-2775C39F7C32}"/>
              </a:ext>
            </a:extLst>
          </p:cNvPr>
          <p:cNvSpPr/>
          <p:nvPr/>
        </p:nvSpPr>
        <p:spPr>
          <a:xfrm>
            <a:off x="7827796" y="3707699"/>
            <a:ext cx="497402" cy="232157"/>
          </a:xfrm>
          <a:custGeom>
            <a:avLst/>
            <a:gdLst/>
            <a:ahLst/>
            <a:cxnLst/>
            <a:rect l="l" t="t" r="r" b="b"/>
            <a:pathLst>
              <a:path w="11816" h="5515" extrusionOk="0">
                <a:moveTo>
                  <a:pt x="10082" y="662"/>
                </a:moveTo>
                <a:cubicBezTo>
                  <a:pt x="10303" y="662"/>
                  <a:pt x="10461" y="820"/>
                  <a:pt x="10461" y="1009"/>
                </a:cubicBezTo>
                <a:cubicBezTo>
                  <a:pt x="10461" y="1198"/>
                  <a:pt x="10303" y="1356"/>
                  <a:pt x="10082" y="1356"/>
                </a:cubicBezTo>
                <a:cubicBezTo>
                  <a:pt x="9893" y="1356"/>
                  <a:pt x="9736" y="1198"/>
                  <a:pt x="9736" y="1009"/>
                </a:cubicBezTo>
                <a:cubicBezTo>
                  <a:pt x="9767" y="820"/>
                  <a:pt x="9893" y="662"/>
                  <a:pt x="10082" y="662"/>
                </a:cubicBezTo>
                <a:close/>
                <a:moveTo>
                  <a:pt x="1041" y="1"/>
                </a:moveTo>
                <a:cubicBezTo>
                  <a:pt x="442" y="1"/>
                  <a:pt x="1" y="442"/>
                  <a:pt x="1" y="1009"/>
                </a:cubicBezTo>
                <a:lnTo>
                  <a:pt x="1" y="4475"/>
                </a:lnTo>
                <a:cubicBezTo>
                  <a:pt x="1" y="5073"/>
                  <a:pt x="473" y="5514"/>
                  <a:pt x="1041" y="5514"/>
                </a:cubicBezTo>
                <a:lnTo>
                  <a:pt x="2112" y="5514"/>
                </a:lnTo>
                <a:lnTo>
                  <a:pt x="2112" y="2395"/>
                </a:lnTo>
                <a:cubicBezTo>
                  <a:pt x="2112" y="2206"/>
                  <a:pt x="2269" y="2049"/>
                  <a:pt x="2458" y="2049"/>
                </a:cubicBezTo>
                <a:lnTo>
                  <a:pt x="9421" y="2049"/>
                </a:lnTo>
                <a:cubicBezTo>
                  <a:pt x="9610" y="2049"/>
                  <a:pt x="9767" y="2206"/>
                  <a:pt x="9767" y="2395"/>
                </a:cubicBezTo>
                <a:lnTo>
                  <a:pt x="9767" y="5514"/>
                </a:lnTo>
                <a:lnTo>
                  <a:pt x="10807" y="5514"/>
                </a:lnTo>
                <a:cubicBezTo>
                  <a:pt x="11406" y="5514"/>
                  <a:pt x="11815" y="5042"/>
                  <a:pt x="11815" y="4475"/>
                </a:cubicBezTo>
                <a:lnTo>
                  <a:pt x="11815" y="1009"/>
                </a:lnTo>
                <a:cubicBezTo>
                  <a:pt x="11815" y="410"/>
                  <a:pt x="11343" y="1"/>
                  <a:pt x="1080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57" name="Google Shape;5874;p58">
            <a:extLst>
              <a:ext uri="{FF2B5EF4-FFF2-40B4-BE49-F238E27FC236}">
                <a16:creationId xmlns:a16="http://schemas.microsoft.com/office/drawing/2014/main" id="{9C0CDE5C-D6A9-9616-4F09-A7A9E643E917}"/>
              </a:ext>
            </a:extLst>
          </p:cNvPr>
          <p:cNvSpPr/>
          <p:nvPr/>
        </p:nvSpPr>
        <p:spPr>
          <a:xfrm>
            <a:off x="7824490" y="4271630"/>
            <a:ext cx="504010" cy="378018"/>
          </a:xfrm>
          <a:custGeom>
            <a:avLst/>
            <a:gdLst/>
            <a:ahLst/>
            <a:cxnLst/>
            <a:rect l="l" t="t" r="r" b="b"/>
            <a:pathLst>
              <a:path w="11973" h="8980" extrusionOk="0">
                <a:moveTo>
                  <a:pt x="2017" y="3749"/>
                </a:moveTo>
                <a:lnTo>
                  <a:pt x="3119" y="5514"/>
                </a:lnTo>
                <a:lnTo>
                  <a:pt x="914" y="5514"/>
                </a:lnTo>
                <a:lnTo>
                  <a:pt x="2017" y="3749"/>
                </a:lnTo>
                <a:close/>
                <a:moveTo>
                  <a:pt x="9641" y="3749"/>
                </a:moveTo>
                <a:lnTo>
                  <a:pt x="10744" y="5514"/>
                </a:lnTo>
                <a:lnTo>
                  <a:pt x="8538" y="5514"/>
                </a:lnTo>
                <a:lnTo>
                  <a:pt x="9641" y="3749"/>
                </a:lnTo>
                <a:close/>
                <a:moveTo>
                  <a:pt x="5892" y="0"/>
                </a:moveTo>
                <a:cubicBezTo>
                  <a:pt x="5325" y="0"/>
                  <a:pt x="4852" y="473"/>
                  <a:pt x="4852" y="1040"/>
                </a:cubicBezTo>
                <a:lnTo>
                  <a:pt x="4852" y="1166"/>
                </a:lnTo>
                <a:lnTo>
                  <a:pt x="4537" y="1324"/>
                </a:lnTo>
                <a:cubicBezTo>
                  <a:pt x="3812" y="1733"/>
                  <a:pt x="3529" y="1891"/>
                  <a:pt x="3025" y="1954"/>
                </a:cubicBezTo>
                <a:cubicBezTo>
                  <a:pt x="2867" y="1607"/>
                  <a:pt x="2521" y="1324"/>
                  <a:pt x="2080" y="1324"/>
                </a:cubicBezTo>
                <a:cubicBezTo>
                  <a:pt x="1702" y="1324"/>
                  <a:pt x="1324" y="1576"/>
                  <a:pt x="1166" y="1922"/>
                </a:cubicBezTo>
                <a:cubicBezTo>
                  <a:pt x="946" y="1891"/>
                  <a:pt x="693" y="1796"/>
                  <a:pt x="504" y="1733"/>
                </a:cubicBezTo>
                <a:cubicBezTo>
                  <a:pt x="454" y="1708"/>
                  <a:pt x="403" y="1696"/>
                  <a:pt x="355" y="1696"/>
                </a:cubicBezTo>
                <a:cubicBezTo>
                  <a:pt x="223" y="1696"/>
                  <a:pt x="110" y="1784"/>
                  <a:pt x="63" y="1922"/>
                </a:cubicBezTo>
                <a:cubicBezTo>
                  <a:pt x="0" y="2111"/>
                  <a:pt x="63" y="2332"/>
                  <a:pt x="252" y="2363"/>
                </a:cubicBezTo>
                <a:cubicBezTo>
                  <a:pt x="536" y="2489"/>
                  <a:pt x="820" y="2552"/>
                  <a:pt x="1135" y="2615"/>
                </a:cubicBezTo>
                <a:cubicBezTo>
                  <a:pt x="1198" y="2867"/>
                  <a:pt x="1387" y="3119"/>
                  <a:pt x="1607" y="3277"/>
                </a:cubicBezTo>
                <a:lnTo>
                  <a:pt x="95" y="5671"/>
                </a:lnTo>
                <a:cubicBezTo>
                  <a:pt x="95" y="5703"/>
                  <a:pt x="63" y="5829"/>
                  <a:pt x="63" y="5860"/>
                </a:cubicBezTo>
                <a:lnTo>
                  <a:pt x="63" y="6238"/>
                </a:lnTo>
                <a:cubicBezTo>
                  <a:pt x="63" y="7372"/>
                  <a:pt x="1009" y="8318"/>
                  <a:pt x="2143" y="8318"/>
                </a:cubicBezTo>
                <a:cubicBezTo>
                  <a:pt x="3308" y="8318"/>
                  <a:pt x="4254" y="7372"/>
                  <a:pt x="4254" y="6238"/>
                </a:cubicBezTo>
                <a:lnTo>
                  <a:pt x="4254" y="5860"/>
                </a:lnTo>
                <a:cubicBezTo>
                  <a:pt x="4254" y="5829"/>
                  <a:pt x="4191" y="5703"/>
                  <a:pt x="4191" y="5671"/>
                </a:cubicBezTo>
                <a:lnTo>
                  <a:pt x="2710" y="3277"/>
                </a:lnTo>
                <a:cubicBezTo>
                  <a:pt x="2930" y="3151"/>
                  <a:pt x="3088" y="2930"/>
                  <a:pt x="3182" y="2647"/>
                </a:cubicBezTo>
                <a:cubicBezTo>
                  <a:pt x="3844" y="2521"/>
                  <a:pt x="4191" y="2363"/>
                  <a:pt x="4947" y="1922"/>
                </a:cubicBezTo>
                <a:lnTo>
                  <a:pt x="4947" y="8979"/>
                </a:lnTo>
                <a:lnTo>
                  <a:pt x="7089" y="8979"/>
                </a:lnTo>
                <a:lnTo>
                  <a:pt x="7089" y="1922"/>
                </a:lnTo>
                <a:cubicBezTo>
                  <a:pt x="7814" y="2332"/>
                  <a:pt x="8192" y="2521"/>
                  <a:pt x="8853" y="2647"/>
                </a:cubicBezTo>
                <a:cubicBezTo>
                  <a:pt x="8916" y="2899"/>
                  <a:pt x="9074" y="3119"/>
                  <a:pt x="9326" y="3277"/>
                </a:cubicBezTo>
                <a:lnTo>
                  <a:pt x="7814" y="5671"/>
                </a:lnTo>
                <a:cubicBezTo>
                  <a:pt x="7814" y="5703"/>
                  <a:pt x="7782" y="5829"/>
                  <a:pt x="7782" y="5860"/>
                </a:cubicBezTo>
                <a:lnTo>
                  <a:pt x="7782" y="6238"/>
                </a:lnTo>
                <a:cubicBezTo>
                  <a:pt x="7782" y="7372"/>
                  <a:pt x="8727" y="8318"/>
                  <a:pt x="9861" y="8318"/>
                </a:cubicBezTo>
                <a:cubicBezTo>
                  <a:pt x="11027" y="8318"/>
                  <a:pt x="11972" y="7372"/>
                  <a:pt x="11972" y="6238"/>
                </a:cubicBezTo>
                <a:lnTo>
                  <a:pt x="11972" y="5860"/>
                </a:lnTo>
                <a:cubicBezTo>
                  <a:pt x="11972" y="5829"/>
                  <a:pt x="11909" y="5703"/>
                  <a:pt x="11909" y="5671"/>
                </a:cubicBezTo>
                <a:lnTo>
                  <a:pt x="10429" y="3277"/>
                </a:lnTo>
                <a:cubicBezTo>
                  <a:pt x="10429" y="3151"/>
                  <a:pt x="10618" y="2930"/>
                  <a:pt x="10681" y="2615"/>
                </a:cubicBezTo>
                <a:cubicBezTo>
                  <a:pt x="10933" y="2521"/>
                  <a:pt x="11248" y="2458"/>
                  <a:pt x="11531" y="2363"/>
                </a:cubicBezTo>
                <a:cubicBezTo>
                  <a:pt x="11720" y="2300"/>
                  <a:pt x="11815" y="2080"/>
                  <a:pt x="11720" y="1922"/>
                </a:cubicBezTo>
                <a:cubicBezTo>
                  <a:pt x="11674" y="1784"/>
                  <a:pt x="11560" y="1696"/>
                  <a:pt x="11429" y="1696"/>
                </a:cubicBezTo>
                <a:cubicBezTo>
                  <a:pt x="11380" y="1696"/>
                  <a:pt x="11330" y="1708"/>
                  <a:pt x="11279" y="1733"/>
                </a:cubicBezTo>
                <a:cubicBezTo>
                  <a:pt x="11059" y="1796"/>
                  <a:pt x="10870" y="1891"/>
                  <a:pt x="10618" y="1922"/>
                </a:cubicBezTo>
                <a:cubicBezTo>
                  <a:pt x="10460" y="1576"/>
                  <a:pt x="10113" y="1324"/>
                  <a:pt x="9704" y="1324"/>
                </a:cubicBezTo>
                <a:cubicBezTo>
                  <a:pt x="9294" y="1324"/>
                  <a:pt x="8916" y="1576"/>
                  <a:pt x="8790" y="1954"/>
                </a:cubicBezTo>
                <a:cubicBezTo>
                  <a:pt x="8255" y="1891"/>
                  <a:pt x="8003" y="1733"/>
                  <a:pt x="7278" y="1324"/>
                </a:cubicBezTo>
                <a:lnTo>
                  <a:pt x="6963" y="1166"/>
                </a:lnTo>
                <a:lnTo>
                  <a:pt x="6963" y="1040"/>
                </a:lnTo>
                <a:cubicBezTo>
                  <a:pt x="6963" y="441"/>
                  <a:pt x="6490" y="0"/>
                  <a:pt x="5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58" name="Google Shape;5875;p58">
            <a:extLst>
              <a:ext uri="{FF2B5EF4-FFF2-40B4-BE49-F238E27FC236}">
                <a16:creationId xmlns:a16="http://schemas.microsoft.com/office/drawing/2014/main" id="{741A7CC8-CF44-FB11-CB22-091357FEFC35}"/>
              </a:ext>
            </a:extLst>
          </p:cNvPr>
          <p:cNvSpPr/>
          <p:nvPr/>
        </p:nvSpPr>
        <p:spPr>
          <a:xfrm>
            <a:off x="7937222" y="4680083"/>
            <a:ext cx="265286" cy="58429"/>
          </a:xfrm>
          <a:custGeom>
            <a:avLst/>
            <a:gdLst/>
            <a:ahLst/>
            <a:cxnLst/>
            <a:rect l="l" t="t" r="r" b="b"/>
            <a:pathLst>
              <a:path w="6302" h="1388" extrusionOk="0">
                <a:moveTo>
                  <a:pt x="693" y="1"/>
                </a:moveTo>
                <a:cubicBezTo>
                  <a:pt x="315" y="1"/>
                  <a:pt x="0" y="316"/>
                  <a:pt x="0" y="694"/>
                </a:cubicBezTo>
                <a:lnTo>
                  <a:pt x="0" y="1040"/>
                </a:lnTo>
                <a:cubicBezTo>
                  <a:pt x="0" y="1261"/>
                  <a:pt x="158" y="1387"/>
                  <a:pt x="347" y="1387"/>
                </a:cubicBezTo>
                <a:lnTo>
                  <a:pt x="5955" y="1387"/>
                </a:lnTo>
                <a:cubicBezTo>
                  <a:pt x="6144" y="1356"/>
                  <a:pt x="6301" y="1198"/>
                  <a:pt x="6301" y="1040"/>
                </a:cubicBezTo>
                <a:lnTo>
                  <a:pt x="6301" y="694"/>
                </a:lnTo>
                <a:cubicBezTo>
                  <a:pt x="6301" y="316"/>
                  <a:pt x="5986" y="1"/>
                  <a:pt x="557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0" name="Google Shape;5877;p58">
            <a:extLst>
              <a:ext uri="{FF2B5EF4-FFF2-40B4-BE49-F238E27FC236}">
                <a16:creationId xmlns:a16="http://schemas.microsoft.com/office/drawing/2014/main" id="{1E67E52A-7744-E824-1B5F-F395130CDEEC}"/>
              </a:ext>
            </a:extLst>
          </p:cNvPr>
          <p:cNvSpPr/>
          <p:nvPr/>
        </p:nvSpPr>
        <p:spPr>
          <a:xfrm>
            <a:off x="8029392" y="4934598"/>
            <a:ext cx="90211" cy="86254"/>
          </a:xfrm>
          <a:custGeom>
            <a:avLst/>
            <a:gdLst/>
            <a:ahLst/>
            <a:cxnLst/>
            <a:rect l="l" t="t" r="r" b="b"/>
            <a:pathLst>
              <a:path w="2143" h="2049" extrusionOk="0">
                <a:moveTo>
                  <a:pt x="1072" y="1"/>
                </a:moveTo>
                <a:cubicBezTo>
                  <a:pt x="473" y="1"/>
                  <a:pt x="1" y="473"/>
                  <a:pt x="1" y="1040"/>
                </a:cubicBezTo>
                <a:cubicBezTo>
                  <a:pt x="1" y="1607"/>
                  <a:pt x="473" y="2048"/>
                  <a:pt x="1072" y="2048"/>
                </a:cubicBezTo>
                <a:cubicBezTo>
                  <a:pt x="1670" y="2048"/>
                  <a:pt x="2143" y="1576"/>
                  <a:pt x="2143" y="1040"/>
                </a:cubicBezTo>
                <a:cubicBezTo>
                  <a:pt x="2143" y="442"/>
                  <a:pt x="1670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1" name="Google Shape;5878;p58">
            <a:extLst>
              <a:ext uri="{FF2B5EF4-FFF2-40B4-BE49-F238E27FC236}">
                <a16:creationId xmlns:a16="http://schemas.microsoft.com/office/drawing/2014/main" id="{4FD8D407-E350-84B0-1A1D-414B120238DE}"/>
              </a:ext>
            </a:extLst>
          </p:cNvPr>
          <p:cNvSpPr/>
          <p:nvPr/>
        </p:nvSpPr>
        <p:spPr>
          <a:xfrm>
            <a:off x="7912702" y="5226362"/>
            <a:ext cx="86212" cy="86254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607" y="2048"/>
                  <a:pt x="2048" y="1576"/>
                  <a:pt x="2048" y="1040"/>
                </a:cubicBezTo>
                <a:cubicBezTo>
                  <a:pt x="2048" y="473"/>
                  <a:pt x="1607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2" name="Google Shape;5879;p58">
            <a:extLst>
              <a:ext uri="{FF2B5EF4-FFF2-40B4-BE49-F238E27FC236}">
                <a16:creationId xmlns:a16="http://schemas.microsoft.com/office/drawing/2014/main" id="{30F412A1-CAF6-C884-520F-732A3114943B}"/>
              </a:ext>
            </a:extLst>
          </p:cNvPr>
          <p:cNvSpPr/>
          <p:nvPr/>
        </p:nvSpPr>
        <p:spPr>
          <a:xfrm>
            <a:off x="8148774" y="5226362"/>
            <a:ext cx="86212" cy="86254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575" y="2048"/>
                  <a:pt x="2048" y="1576"/>
                  <a:pt x="2048" y="1040"/>
                </a:cubicBezTo>
                <a:cubicBezTo>
                  <a:pt x="2048" y="473"/>
                  <a:pt x="1575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3" name="Google Shape;5880;p58">
            <a:extLst>
              <a:ext uri="{FF2B5EF4-FFF2-40B4-BE49-F238E27FC236}">
                <a16:creationId xmlns:a16="http://schemas.microsoft.com/office/drawing/2014/main" id="{7D7079F9-7E0B-94AA-3F4E-EC28DC23C10D}"/>
              </a:ext>
            </a:extLst>
          </p:cNvPr>
          <p:cNvSpPr/>
          <p:nvPr/>
        </p:nvSpPr>
        <p:spPr>
          <a:xfrm>
            <a:off x="7825144" y="5138847"/>
            <a:ext cx="502705" cy="205595"/>
          </a:xfrm>
          <a:custGeom>
            <a:avLst/>
            <a:gdLst/>
            <a:ahLst/>
            <a:cxnLst/>
            <a:rect l="l" t="t" r="r" b="b"/>
            <a:pathLst>
              <a:path w="11942" h="4884" extrusionOk="0">
                <a:moveTo>
                  <a:pt x="1545" y="0"/>
                </a:moveTo>
                <a:cubicBezTo>
                  <a:pt x="1041" y="0"/>
                  <a:pt x="599" y="347"/>
                  <a:pt x="505" y="851"/>
                </a:cubicBezTo>
                <a:lnTo>
                  <a:pt x="64" y="3655"/>
                </a:lnTo>
                <a:cubicBezTo>
                  <a:pt x="1" y="3970"/>
                  <a:pt x="95" y="4253"/>
                  <a:pt x="284" y="4474"/>
                </a:cubicBezTo>
                <a:cubicBezTo>
                  <a:pt x="410" y="4631"/>
                  <a:pt x="599" y="4757"/>
                  <a:pt x="788" y="4789"/>
                </a:cubicBezTo>
                <a:cubicBezTo>
                  <a:pt x="1009" y="4442"/>
                  <a:pt x="1324" y="4127"/>
                  <a:pt x="1639" y="3938"/>
                </a:cubicBezTo>
                <a:cubicBezTo>
                  <a:pt x="1513" y="3686"/>
                  <a:pt x="1419" y="3434"/>
                  <a:pt x="1419" y="3151"/>
                </a:cubicBezTo>
                <a:cubicBezTo>
                  <a:pt x="1419" y="2206"/>
                  <a:pt x="2206" y="1418"/>
                  <a:pt x="3151" y="1418"/>
                </a:cubicBezTo>
                <a:cubicBezTo>
                  <a:pt x="4097" y="1418"/>
                  <a:pt x="4884" y="2206"/>
                  <a:pt x="4884" y="3151"/>
                </a:cubicBezTo>
                <a:cubicBezTo>
                  <a:pt x="4884" y="3434"/>
                  <a:pt x="4821" y="3686"/>
                  <a:pt x="4695" y="3938"/>
                </a:cubicBezTo>
                <a:cubicBezTo>
                  <a:pt x="5042" y="4159"/>
                  <a:pt x="5325" y="4474"/>
                  <a:pt x="5577" y="4883"/>
                </a:cubicBezTo>
                <a:lnTo>
                  <a:pt x="6396" y="4883"/>
                </a:lnTo>
                <a:cubicBezTo>
                  <a:pt x="6585" y="4537"/>
                  <a:pt x="6900" y="4159"/>
                  <a:pt x="7247" y="3938"/>
                </a:cubicBezTo>
                <a:cubicBezTo>
                  <a:pt x="7152" y="3686"/>
                  <a:pt x="7058" y="3434"/>
                  <a:pt x="7058" y="3151"/>
                </a:cubicBezTo>
                <a:cubicBezTo>
                  <a:pt x="7058" y="2206"/>
                  <a:pt x="7846" y="1418"/>
                  <a:pt x="8791" y="1418"/>
                </a:cubicBezTo>
                <a:cubicBezTo>
                  <a:pt x="9736" y="1418"/>
                  <a:pt x="10524" y="2206"/>
                  <a:pt x="10524" y="3151"/>
                </a:cubicBezTo>
                <a:cubicBezTo>
                  <a:pt x="10524" y="3434"/>
                  <a:pt x="10461" y="3686"/>
                  <a:pt x="10334" y="3938"/>
                </a:cubicBezTo>
                <a:cubicBezTo>
                  <a:pt x="10681" y="4159"/>
                  <a:pt x="10965" y="4442"/>
                  <a:pt x="11154" y="4789"/>
                </a:cubicBezTo>
                <a:cubicBezTo>
                  <a:pt x="11343" y="4757"/>
                  <a:pt x="11563" y="4631"/>
                  <a:pt x="11658" y="4474"/>
                </a:cubicBezTo>
                <a:cubicBezTo>
                  <a:pt x="11878" y="4253"/>
                  <a:pt x="11941" y="3938"/>
                  <a:pt x="11910" y="3655"/>
                </a:cubicBezTo>
                <a:lnTo>
                  <a:pt x="11343" y="851"/>
                </a:lnTo>
                <a:cubicBezTo>
                  <a:pt x="11280" y="347"/>
                  <a:pt x="10839" y="0"/>
                  <a:pt x="103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4" name="Google Shape;5881;p58">
            <a:extLst>
              <a:ext uri="{FF2B5EF4-FFF2-40B4-BE49-F238E27FC236}">
                <a16:creationId xmlns:a16="http://schemas.microsoft.com/office/drawing/2014/main" id="{DA75F400-CC79-A7B1-D365-5D1D77A4ADFB}"/>
              </a:ext>
            </a:extLst>
          </p:cNvPr>
          <p:cNvSpPr/>
          <p:nvPr/>
        </p:nvSpPr>
        <p:spPr>
          <a:xfrm>
            <a:off x="8107647" y="5327140"/>
            <a:ext cx="175117" cy="104818"/>
          </a:xfrm>
          <a:custGeom>
            <a:avLst/>
            <a:gdLst/>
            <a:ahLst/>
            <a:cxnLst/>
            <a:rect l="l" t="t" r="r" b="b"/>
            <a:pathLst>
              <a:path w="4160" h="2490" extrusionOk="0">
                <a:moveTo>
                  <a:pt x="977" y="1"/>
                </a:moveTo>
                <a:cubicBezTo>
                  <a:pt x="536" y="284"/>
                  <a:pt x="189" y="694"/>
                  <a:pt x="63" y="1198"/>
                </a:cubicBezTo>
                <a:cubicBezTo>
                  <a:pt x="32" y="1387"/>
                  <a:pt x="0" y="1576"/>
                  <a:pt x="0" y="1797"/>
                </a:cubicBezTo>
                <a:lnTo>
                  <a:pt x="0" y="2143"/>
                </a:lnTo>
                <a:cubicBezTo>
                  <a:pt x="0" y="2332"/>
                  <a:pt x="158" y="2490"/>
                  <a:pt x="347" y="2490"/>
                </a:cubicBezTo>
                <a:lnTo>
                  <a:pt x="3813" y="2490"/>
                </a:lnTo>
                <a:cubicBezTo>
                  <a:pt x="4002" y="2490"/>
                  <a:pt x="4159" y="2332"/>
                  <a:pt x="4159" y="2143"/>
                </a:cubicBezTo>
                <a:lnTo>
                  <a:pt x="4159" y="1797"/>
                </a:lnTo>
                <a:cubicBezTo>
                  <a:pt x="4096" y="1576"/>
                  <a:pt x="4065" y="1356"/>
                  <a:pt x="4002" y="1198"/>
                </a:cubicBezTo>
                <a:cubicBezTo>
                  <a:pt x="3844" y="694"/>
                  <a:pt x="3529" y="284"/>
                  <a:pt x="3119" y="1"/>
                </a:cubicBezTo>
                <a:cubicBezTo>
                  <a:pt x="2804" y="253"/>
                  <a:pt x="2426" y="410"/>
                  <a:pt x="2048" y="410"/>
                </a:cubicBezTo>
                <a:cubicBezTo>
                  <a:pt x="1639" y="410"/>
                  <a:pt x="1261" y="253"/>
                  <a:pt x="97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5" name="Google Shape;5882;p58">
            <a:extLst>
              <a:ext uri="{FF2B5EF4-FFF2-40B4-BE49-F238E27FC236}">
                <a16:creationId xmlns:a16="http://schemas.microsoft.com/office/drawing/2014/main" id="{3F802013-4490-835F-249C-69682A3638AA}"/>
              </a:ext>
            </a:extLst>
          </p:cNvPr>
          <p:cNvSpPr/>
          <p:nvPr/>
        </p:nvSpPr>
        <p:spPr>
          <a:xfrm>
            <a:off x="7986958" y="5034071"/>
            <a:ext cx="176422" cy="74299"/>
          </a:xfrm>
          <a:custGeom>
            <a:avLst/>
            <a:gdLst/>
            <a:ahLst/>
            <a:cxnLst/>
            <a:rect l="l" t="t" r="r" b="b"/>
            <a:pathLst>
              <a:path w="4191" h="1765" extrusionOk="0">
                <a:moveTo>
                  <a:pt x="1009" y="0"/>
                </a:moveTo>
                <a:cubicBezTo>
                  <a:pt x="379" y="347"/>
                  <a:pt x="0" y="1040"/>
                  <a:pt x="0" y="1765"/>
                </a:cubicBezTo>
                <a:lnTo>
                  <a:pt x="4191" y="1765"/>
                </a:lnTo>
                <a:cubicBezTo>
                  <a:pt x="4191" y="1040"/>
                  <a:pt x="3813" y="347"/>
                  <a:pt x="3214" y="0"/>
                </a:cubicBezTo>
                <a:cubicBezTo>
                  <a:pt x="2899" y="252"/>
                  <a:pt x="2521" y="378"/>
                  <a:pt x="2111" y="378"/>
                </a:cubicBezTo>
                <a:cubicBezTo>
                  <a:pt x="1733" y="378"/>
                  <a:pt x="1324" y="252"/>
                  <a:pt x="10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6" name="Google Shape;5883;p58">
            <a:extLst>
              <a:ext uri="{FF2B5EF4-FFF2-40B4-BE49-F238E27FC236}">
                <a16:creationId xmlns:a16="http://schemas.microsoft.com/office/drawing/2014/main" id="{DF663824-C6CF-1DE1-F92A-0E262B5498E1}"/>
              </a:ext>
            </a:extLst>
          </p:cNvPr>
          <p:cNvSpPr/>
          <p:nvPr/>
        </p:nvSpPr>
        <p:spPr>
          <a:xfrm>
            <a:off x="7871575" y="5327140"/>
            <a:ext cx="172465" cy="104818"/>
          </a:xfrm>
          <a:custGeom>
            <a:avLst/>
            <a:gdLst/>
            <a:ahLst/>
            <a:cxnLst/>
            <a:rect l="l" t="t" r="r" b="b"/>
            <a:pathLst>
              <a:path w="4097" h="2490" extrusionOk="0">
                <a:moveTo>
                  <a:pt x="1009" y="1"/>
                </a:moveTo>
                <a:cubicBezTo>
                  <a:pt x="568" y="284"/>
                  <a:pt x="221" y="694"/>
                  <a:pt x="95" y="1198"/>
                </a:cubicBezTo>
                <a:cubicBezTo>
                  <a:pt x="64" y="1387"/>
                  <a:pt x="1" y="1576"/>
                  <a:pt x="1" y="1797"/>
                </a:cubicBezTo>
                <a:lnTo>
                  <a:pt x="1" y="2143"/>
                </a:lnTo>
                <a:cubicBezTo>
                  <a:pt x="1" y="2332"/>
                  <a:pt x="158" y="2490"/>
                  <a:pt x="379" y="2490"/>
                </a:cubicBezTo>
                <a:lnTo>
                  <a:pt x="3844" y="2490"/>
                </a:lnTo>
                <a:cubicBezTo>
                  <a:pt x="3939" y="2490"/>
                  <a:pt x="4096" y="2332"/>
                  <a:pt x="4096" y="2143"/>
                </a:cubicBezTo>
                <a:lnTo>
                  <a:pt x="4096" y="1797"/>
                </a:lnTo>
                <a:cubicBezTo>
                  <a:pt x="4096" y="1576"/>
                  <a:pt x="4065" y="1356"/>
                  <a:pt x="4033" y="1198"/>
                </a:cubicBezTo>
                <a:cubicBezTo>
                  <a:pt x="3876" y="694"/>
                  <a:pt x="3561" y="284"/>
                  <a:pt x="3120" y="1"/>
                </a:cubicBezTo>
                <a:cubicBezTo>
                  <a:pt x="2804" y="253"/>
                  <a:pt x="2458" y="410"/>
                  <a:pt x="2048" y="410"/>
                </a:cubicBezTo>
                <a:cubicBezTo>
                  <a:pt x="1670" y="410"/>
                  <a:pt x="1261" y="253"/>
                  <a:pt x="10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8" name="Google Shape;5885;p58">
            <a:extLst>
              <a:ext uri="{FF2B5EF4-FFF2-40B4-BE49-F238E27FC236}">
                <a16:creationId xmlns:a16="http://schemas.microsoft.com/office/drawing/2014/main" id="{3B92FFE2-CC4D-B950-F9B7-B936D161702A}"/>
              </a:ext>
            </a:extLst>
          </p:cNvPr>
          <p:cNvSpPr/>
          <p:nvPr/>
        </p:nvSpPr>
        <p:spPr>
          <a:xfrm>
            <a:off x="11247180" y="3886734"/>
            <a:ext cx="115384" cy="141946"/>
          </a:xfrm>
          <a:custGeom>
            <a:avLst/>
            <a:gdLst/>
            <a:ahLst/>
            <a:cxnLst/>
            <a:rect l="l" t="t" r="r" b="b"/>
            <a:pathLst>
              <a:path w="2741" h="3372" extrusionOk="0">
                <a:moveTo>
                  <a:pt x="1670" y="1"/>
                </a:moveTo>
                <a:cubicBezTo>
                  <a:pt x="1166" y="316"/>
                  <a:pt x="599" y="505"/>
                  <a:pt x="0" y="568"/>
                </a:cubicBezTo>
                <a:lnTo>
                  <a:pt x="0" y="1482"/>
                </a:lnTo>
                <a:lnTo>
                  <a:pt x="1890" y="3372"/>
                </a:lnTo>
                <a:lnTo>
                  <a:pt x="2741" y="3372"/>
                </a:lnTo>
                <a:lnTo>
                  <a:pt x="2741" y="3340"/>
                </a:lnTo>
                <a:lnTo>
                  <a:pt x="2741" y="2301"/>
                </a:lnTo>
                <a:cubicBezTo>
                  <a:pt x="2741" y="1356"/>
                  <a:pt x="2300" y="536"/>
                  <a:pt x="167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69" name="Google Shape;5886;p58">
            <a:extLst>
              <a:ext uri="{FF2B5EF4-FFF2-40B4-BE49-F238E27FC236}">
                <a16:creationId xmlns:a16="http://schemas.microsoft.com/office/drawing/2014/main" id="{9B9B1DBE-66BB-EE6C-2559-0FFC4E72738C}"/>
              </a:ext>
            </a:extLst>
          </p:cNvPr>
          <p:cNvSpPr/>
          <p:nvPr/>
        </p:nvSpPr>
        <p:spPr>
          <a:xfrm>
            <a:off x="11178186" y="3975596"/>
            <a:ext cx="104818" cy="51778"/>
          </a:xfrm>
          <a:custGeom>
            <a:avLst/>
            <a:gdLst/>
            <a:ahLst/>
            <a:cxnLst/>
            <a:rect l="l" t="t" r="r" b="b"/>
            <a:pathLst>
              <a:path w="2490" h="1230" extrusionOk="0">
                <a:moveTo>
                  <a:pt x="1229" y="1"/>
                </a:moveTo>
                <a:lnTo>
                  <a:pt x="1" y="1229"/>
                </a:lnTo>
                <a:lnTo>
                  <a:pt x="2490" y="1229"/>
                </a:lnTo>
                <a:lnTo>
                  <a:pt x="122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0" name="Google Shape;5887;p58">
            <a:extLst>
              <a:ext uri="{FF2B5EF4-FFF2-40B4-BE49-F238E27FC236}">
                <a16:creationId xmlns:a16="http://schemas.microsoft.com/office/drawing/2014/main" id="{722FCD98-3EA3-66FE-8ED9-B32C3F94BEB3}"/>
              </a:ext>
            </a:extLst>
          </p:cNvPr>
          <p:cNvSpPr/>
          <p:nvPr/>
        </p:nvSpPr>
        <p:spPr>
          <a:xfrm>
            <a:off x="11099931" y="3884082"/>
            <a:ext cx="116773" cy="143294"/>
          </a:xfrm>
          <a:custGeom>
            <a:avLst/>
            <a:gdLst/>
            <a:ahLst/>
            <a:cxnLst/>
            <a:rect l="l" t="t" r="r" b="b"/>
            <a:pathLst>
              <a:path w="2774" h="3404" extrusionOk="0">
                <a:moveTo>
                  <a:pt x="1072" y="1"/>
                </a:moveTo>
                <a:cubicBezTo>
                  <a:pt x="411" y="599"/>
                  <a:pt x="1" y="1419"/>
                  <a:pt x="1" y="2332"/>
                </a:cubicBezTo>
                <a:lnTo>
                  <a:pt x="1" y="3403"/>
                </a:lnTo>
                <a:lnTo>
                  <a:pt x="883" y="3403"/>
                </a:lnTo>
                <a:lnTo>
                  <a:pt x="2773" y="1513"/>
                </a:lnTo>
                <a:lnTo>
                  <a:pt x="2773" y="599"/>
                </a:lnTo>
                <a:cubicBezTo>
                  <a:pt x="2143" y="568"/>
                  <a:pt x="1576" y="316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1" name="Google Shape;5888;p58">
            <a:extLst>
              <a:ext uri="{FF2B5EF4-FFF2-40B4-BE49-F238E27FC236}">
                <a16:creationId xmlns:a16="http://schemas.microsoft.com/office/drawing/2014/main" id="{0E1234B6-3EF2-165E-A00F-A5D0E4719CDF}"/>
              </a:ext>
            </a:extLst>
          </p:cNvPr>
          <p:cNvSpPr/>
          <p:nvPr/>
        </p:nvSpPr>
        <p:spPr>
          <a:xfrm>
            <a:off x="11070759" y="4056504"/>
            <a:ext cx="322325" cy="59734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725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lnTo>
                  <a:pt x="6932" y="1418"/>
                </a:lnTo>
                <a:cubicBezTo>
                  <a:pt x="7341" y="1418"/>
                  <a:pt x="7657" y="1103"/>
                  <a:pt x="7657" y="725"/>
                </a:cubicBezTo>
                <a:cubicBezTo>
                  <a:pt x="7594" y="316"/>
                  <a:pt x="7278" y="1"/>
                  <a:pt x="693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2" name="Google Shape;5889;p58">
            <a:extLst>
              <a:ext uri="{FF2B5EF4-FFF2-40B4-BE49-F238E27FC236}">
                <a16:creationId xmlns:a16="http://schemas.microsoft.com/office/drawing/2014/main" id="{8E70A56F-07A6-A97A-5F63-44381F52BF46}"/>
              </a:ext>
            </a:extLst>
          </p:cNvPr>
          <p:cNvSpPr/>
          <p:nvPr/>
        </p:nvSpPr>
        <p:spPr>
          <a:xfrm>
            <a:off x="11070759" y="3617532"/>
            <a:ext cx="322325" cy="59734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725" y="0"/>
                </a:moveTo>
                <a:cubicBezTo>
                  <a:pt x="316" y="0"/>
                  <a:pt x="1" y="315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lnTo>
                  <a:pt x="6932" y="1418"/>
                </a:lnTo>
                <a:cubicBezTo>
                  <a:pt x="7341" y="1418"/>
                  <a:pt x="7657" y="1103"/>
                  <a:pt x="7657" y="725"/>
                </a:cubicBezTo>
                <a:cubicBezTo>
                  <a:pt x="7594" y="284"/>
                  <a:pt x="7278" y="0"/>
                  <a:pt x="693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3" name="Google Shape;5890;p58">
            <a:extLst>
              <a:ext uri="{FF2B5EF4-FFF2-40B4-BE49-F238E27FC236}">
                <a16:creationId xmlns:a16="http://schemas.microsoft.com/office/drawing/2014/main" id="{7923EE23-C4D1-89A0-884D-2C4C1462D6A1}"/>
              </a:ext>
            </a:extLst>
          </p:cNvPr>
          <p:cNvSpPr/>
          <p:nvPr/>
        </p:nvSpPr>
        <p:spPr>
          <a:xfrm>
            <a:off x="11101278" y="3703743"/>
            <a:ext cx="261287" cy="60028"/>
          </a:xfrm>
          <a:custGeom>
            <a:avLst/>
            <a:gdLst/>
            <a:ahLst/>
            <a:cxnLst/>
            <a:rect l="l" t="t" r="r" b="b"/>
            <a:pathLst>
              <a:path w="6207" h="1426" extrusionOk="0">
                <a:moveTo>
                  <a:pt x="0" y="0"/>
                </a:moveTo>
                <a:lnTo>
                  <a:pt x="0" y="441"/>
                </a:lnTo>
                <a:lnTo>
                  <a:pt x="568" y="788"/>
                </a:lnTo>
                <a:cubicBezTo>
                  <a:pt x="1355" y="1213"/>
                  <a:pt x="2237" y="1426"/>
                  <a:pt x="3112" y="1426"/>
                </a:cubicBezTo>
                <a:cubicBezTo>
                  <a:pt x="3986" y="1426"/>
                  <a:pt x="4852" y="1213"/>
                  <a:pt x="5608" y="788"/>
                </a:cubicBezTo>
                <a:lnTo>
                  <a:pt x="6207" y="441"/>
                </a:lnTo>
                <a:lnTo>
                  <a:pt x="620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4" name="Google Shape;5891;p58">
            <a:extLst>
              <a:ext uri="{FF2B5EF4-FFF2-40B4-BE49-F238E27FC236}">
                <a16:creationId xmlns:a16="http://schemas.microsoft.com/office/drawing/2014/main" id="{5C47F70F-949C-A8A6-D580-D2DF63824510}"/>
              </a:ext>
            </a:extLst>
          </p:cNvPr>
          <p:cNvSpPr/>
          <p:nvPr/>
        </p:nvSpPr>
        <p:spPr>
          <a:xfrm>
            <a:off x="11098626" y="3756784"/>
            <a:ext cx="262634" cy="124687"/>
          </a:xfrm>
          <a:custGeom>
            <a:avLst/>
            <a:gdLst/>
            <a:ahLst/>
            <a:cxnLst/>
            <a:rect l="l" t="t" r="r" b="b"/>
            <a:pathLst>
              <a:path w="6239" h="2962" extrusionOk="0">
                <a:moveTo>
                  <a:pt x="0" y="0"/>
                </a:moveTo>
                <a:cubicBezTo>
                  <a:pt x="126" y="1607"/>
                  <a:pt x="1481" y="2962"/>
                  <a:pt x="3119" y="2962"/>
                </a:cubicBezTo>
                <a:cubicBezTo>
                  <a:pt x="4758" y="2962"/>
                  <a:pt x="6112" y="1607"/>
                  <a:pt x="6238" y="0"/>
                </a:cubicBezTo>
                <a:lnTo>
                  <a:pt x="6238" y="0"/>
                </a:lnTo>
                <a:lnTo>
                  <a:pt x="5986" y="126"/>
                </a:lnTo>
                <a:cubicBezTo>
                  <a:pt x="5136" y="631"/>
                  <a:pt x="4096" y="883"/>
                  <a:pt x="3119" y="883"/>
                </a:cubicBezTo>
                <a:cubicBezTo>
                  <a:pt x="2143" y="883"/>
                  <a:pt x="1166" y="631"/>
                  <a:pt x="252" y="12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6" name="Google Shape;5893;p58">
            <a:extLst>
              <a:ext uri="{FF2B5EF4-FFF2-40B4-BE49-F238E27FC236}">
                <a16:creationId xmlns:a16="http://schemas.microsoft.com/office/drawing/2014/main" id="{740BC122-FDA7-9C5C-A538-1A2A0134C439}"/>
              </a:ext>
            </a:extLst>
          </p:cNvPr>
          <p:cNvSpPr/>
          <p:nvPr/>
        </p:nvSpPr>
        <p:spPr>
          <a:xfrm>
            <a:off x="7170381" y="1691924"/>
            <a:ext cx="352845" cy="440320"/>
          </a:xfrm>
          <a:custGeom>
            <a:avLst/>
            <a:gdLst/>
            <a:ahLst/>
            <a:cxnLst/>
            <a:rect l="l" t="t" r="r" b="b"/>
            <a:pathLst>
              <a:path w="8382" h="10460" extrusionOk="0">
                <a:moveTo>
                  <a:pt x="348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0113"/>
                </a:lnTo>
                <a:cubicBezTo>
                  <a:pt x="1" y="10302"/>
                  <a:pt x="158" y="10460"/>
                  <a:pt x="348" y="10460"/>
                </a:cubicBezTo>
                <a:lnTo>
                  <a:pt x="694" y="10460"/>
                </a:lnTo>
                <a:lnTo>
                  <a:pt x="694" y="3875"/>
                </a:lnTo>
                <a:cubicBezTo>
                  <a:pt x="694" y="3623"/>
                  <a:pt x="820" y="3340"/>
                  <a:pt x="1009" y="3151"/>
                </a:cubicBezTo>
                <a:lnTo>
                  <a:pt x="3151" y="1008"/>
                </a:lnTo>
                <a:cubicBezTo>
                  <a:pt x="3340" y="819"/>
                  <a:pt x="3624" y="693"/>
                  <a:pt x="3908" y="693"/>
                </a:cubicBezTo>
                <a:lnTo>
                  <a:pt x="8381" y="693"/>
                </a:lnTo>
                <a:lnTo>
                  <a:pt x="8381" y="347"/>
                </a:lnTo>
                <a:cubicBezTo>
                  <a:pt x="8381" y="158"/>
                  <a:pt x="8224" y="0"/>
                  <a:pt x="80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7" name="Google Shape;5894;p58">
            <a:extLst>
              <a:ext uri="{FF2B5EF4-FFF2-40B4-BE49-F238E27FC236}">
                <a16:creationId xmlns:a16="http://schemas.microsoft.com/office/drawing/2014/main" id="{DC82312D-DAF2-EABD-471E-87C20E835C96}"/>
              </a:ext>
            </a:extLst>
          </p:cNvPr>
          <p:cNvSpPr/>
          <p:nvPr/>
        </p:nvSpPr>
        <p:spPr>
          <a:xfrm>
            <a:off x="7238029" y="1759530"/>
            <a:ext cx="79645" cy="80950"/>
          </a:xfrm>
          <a:custGeom>
            <a:avLst/>
            <a:gdLst/>
            <a:ahLst/>
            <a:cxnLst/>
            <a:rect l="l" t="t" r="r" b="b"/>
            <a:pathLst>
              <a:path w="1892" h="1923" extrusionOk="0">
                <a:moveTo>
                  <a:pt x="1891" y="1"/>
                </a:moveTo>
                <a:lnTo>
                  <a:pt x="1" y="1923"/>
                </a:lnTo>
                <a:lnTo>
                  <a:pt x="1891" y="1923"/>
                </a:lnTo>
                <a:lnTo>
                  <a:pt x="189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8" name="Google Shape;5895;p58">
            <a:extLst>
              <a:ext uri="{FF2B5EF4-FFF2-40B4-BE49-F238E27FC236}">
                <a16:creationId xmlns:a16="http://schemas.microsoft.com/office/drawing/2014/main" id="{820F4451-F970-1058-5407-0351DF94EDC4}"/>
              </a:ext>
            </a:extLst>
          </p:cNvPr>
          <p:cNvSpPr/>
          <p:nvPr/>
        </p:nvSpPr>
        <p:spPr>
          <a:xfrm>
            <a:off x="7348108" y="1870956"/>
            <a:ext cx="205595" cy="204290"/>
          </a:xfrm>
          <a:custGeom>
            <a:avLst/>
            <a:gdLst/>
            <a:ahLst/>
            <a:cxnLst/>
            <a:rect l="l" t="t" r="r" b="b"/>
            <a:pathLst>
              <a:path w="4884" h="4853" extrusionOk="0">
                <a:moveTo>
                  <a:pt x="2427" y="0"/>
                </a:moveTo>
                <a:cubicBezTo>
                  <a:pt x="1103" y="0"/>
                  <a:pt x="1" y="1103"/>
                  <a:pt x="1" y="2426"/>
                </a:cubicBezTo>
                <a:cubicBezTo>
                  <a:pt x="1" y="3749"/>
                  <a:pt x="1103" y="4852"/>
                  <a:pt x="2427" y="4852"/>
                </a:cubicBezTo>
                <a:cubicBezTo>
                  <a:pt x="3781" y="4852"/>
                  <a:pt x="4884" y="3749"/>
                  <a:pt x="4884" y="2426"/>
                </a:cubicBezTo>
                <a:cubicBezTo>
                  <a:pt x="4884" y="1103"/>
                  <a:pt x="3781" y="0"/>
                  <a:pt x="24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79" name="Google Shape;5896;p58">
            <a:extLst>
              <a:ext uri="{FF2B5EF4-FFF2-40B4-BE49-F238E27FC236}">
                <a16:creationId xmlns:a16="http://schemas.microsoft.com/office/drawing/2014/main" id="{1D0A6EFE-89C9-434C-8BFF-40E9257981F8}"/>
              </a:ext>
            </a:extLst>
          </p:cNvPr>
          <p:cNvSpPr/>
          <p:nvPr/>
        </p:nvSpPr>
        <p:spPr>
          <a:xfrm>
            <a:off x="7227420" y="1752921"/>
            <a:ext cx="323631" cy="408495"/>
          </a:xfrm>
          <a:custGeom>
            <a:avLst/>
            <a:gdLst/>
            <a:ahLst/>
            <a:cxnLst/>
            <a:rect l="l" t="t" r="r" b="b"/>
            <a:pathLst>
              <a:path w="7688" h="9704" extrusionOk="0">
                <a:moveTo>
                  <a:pt x="2868" y="0"/>
                </a:moveTo>
                <a:lnTo>
                  <a:pt x="2868" y="2426"/>
                </a:lnTo>
                <a:cubicBezTo>
                  <a:pt x="2868" y="2647"/>
                  <a:pt x="2679" y="2804"/>
                  <a:pt x="2490" y="2804"/>
                </a:cubicBezTo>
                <a:lnTo>
                  <a:pt x="1" y="2804"/>
                </a:lnTo>
                <a:lnTo>
                  <a:pt x="1" y="9357"/>
                </a:lnTo>
                <a:cubicBezTo>
                  <a:pt x="1" y="9578"/>
                  <a:pt x="190" y="9704"/>
                  <a:pt x="379" y="9704"/>
                </a:cubicBezTo>
                <a:lnTo>
                  <a:pt x="7341" y="9704"/>
                </a:lnTo>
                <a:cubicBezTo>
                  <a:pt x="7467" y="9704"/>
                  <a:pt x="7593" y="9641"/>
                  <a:pt x="7625" y="9578"/>
                </a:cubicBezTo>
                <a:lnTo>
                  <a:pt x="6239" y="8192"/>
                </a:lnTo>
                <a:cubicBezTo>
                  <a:pt x="5924" y="8318"/>
                  <a:pt x="5609" y="8349"/>
                  <a:pt x="5262" y="8349"/>
                </a:cubicBezTo>
                <a:cubicBezTo>
                  <a:pt x="3529" y="8349"/>
                  <a:pt x="2143" y="6931"/>
                  <a:pt x="2143" y="5230"/>
                </a:cubicBezTo>
                <a:cubicBezTo>
                  <a:pt x="2143" y="3529"/>
                  <a:pt x="3561" y="2111"/>
                  <a:pt x="5262" y="2111"/>
                </a:cubicBezTo>
                <a:cubicBezTo>
                  <a:pt x="6239" y="2111"/>
                  <a:pt x="7121" y="2584"/>
                  <a:pt x="7688" y="3308"/>
                </a:cubicBezTo>
                <a:lnTo>
                  <a:pt x="7688" y="347"/>
                </a:lnTo>
                <a:cubicBezTo>
                  <a:pt x="7688" y="158"/>
                  <a:pt x="7530" y="0"/>
                  <a:pt x="73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80" name="Google Shape;5897;p58">
            <a:extLst>
              <a:ext uri="{FF2B5EF4-FFF2-40B4-BE49-F238E27FC236}">
                <a16:creationId xmlns:a16="http://schemas.microsoft.com/office/drawing/2014/main" id="{DB211292-3035-3C0A-7178-B3E5A8FFA919}"/>
              </a:ext>
            </a:extLst>
          </p:cNvPr>
          <p:cNvSpPr/>
          <p:nvPr/>
        </p:nvSpPr>
        <p:spPr>
          <a:xfrm>
            <a:off x="7520532" y="2040686"/>
            <a:ext cx="152554" cy="149902"/>
          </a:xfrm>
          <a:custGeom>
            <a:avLst/>
            <a:gdLst/>
            <a:ahLst/>
            <a:cxnLst/>
            <a:rect l="l" t="t" r="r" b="b"/>
            <a:pathLst>
              <a:path w="3624" h="3561" extrusionOk="0">
                <a:moveTo>
                  <a:pt x="977" y="1"/>
                </a:moveTo>
                <a:cubicBezTo>
                  <a:pt x="693" y="410"/>
                  <a:pt x="378" y="757"/>
                  <a:pt x="0" y="1009"/>
                </a:cubicBezTo>
                <a:lnTo>
                  <a:pt x="2363" y="3372"/>
                </a:lnTo>
                <a:cubicBezTo>
                  <a:pt x="2489" y="3498"/>
                  <a:pt x="2662" y="3561"/>
                  <a:pt x="2840" y="3561"/>
                </a:cubicBezTo>
                <a:cubicBezTo>
                  <a:pt x="3017" y="3561"/>
                  <a:pt x="3198" y="3498"/>
                  <a:pt x="3340" y="3372"/>
                </a:cubicBezTo>
                <a:cubicBezTo>
                  <a:pt x="3623" y="3088"/>
                  <a:pt x="3623" y="2647"/>
                  <a:pt x="3340" y="2364"/>
                </a:cubicBezTo>
                <a:lnTo>
                  <a:pt x="97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82" name="Google Shape;5899;p58">
            <a:extLst>
              <a:ext uri="{FF2B5EF4-FFF2-40B4-BE49-F238E27FC236}">
                <a16:creationId xmlns:a16="http://schemas.microsoft.com/office/drawing/2014/main" id="{AD02DA67-D6AF-8449-7985-D7A8921FC823}"/>
              </a:ext>
            </a:extLst>
          </p:cNvPr>
          <p:cNvSpPr/>
          <p:nvPr/>
        </p:nvSpPr>
        <p:spPr>
          <a:xfrm>
            <a:off x="7200922" y="2321527"/>
            <a:ext cx="350151" cy="494749"/>
          </a:xfrm>
          <a:custGeom>
            <a:avLst/>
            <a:gdLst/>
            <a:ahLst/>
            <a:cxnLst/>
            <a:rect l="l" t="t" r="r" b="b"/>
            <a:pathLst>
              <a:path w="8318" h="11753" extrusionOk="0">
                <a:moveTo>
                  <a:pt x="3828" y="2742"/>
                </a:moveTo>
                <a:cubicBezTo>
                  <a:pt x="3915" y="2742"/>
                  <a:pt x="4001" y="2773"/>
                  <a:pt x="4064" y="2836"/>
                </a:cubicBezTo>
                <a:cubicBezTo>
                  <a:pt x="4253" y="2994"/>
                  <a:pt x="4253" y="3183"/>
                  <a:pt x="4096" y="3340"/>
                </a:cubicBezTo>
                <a:lnTo>
                  <a:pt x="2678" y="4695"/>
                </a:lnTo>
                <a:cubicBezTo>
                  <a:pt x="2615" y="4790"/>
                  <a:pt x="2520" y="4821"/>
                  <a:pt x="2457" y="4821"/>
                </a:cubicBezTo>
                <a:cubicBezTo>
                  <a:pt x="2363" y="4821"/>
                  <a:pt x="2268" y="4790"/>
                  <a:pt x="2205" y="4695"/>
                </a:cubicBezTo>
                <a:lnTo>
                  <a:pt x="1512" y="4002"/>
                </a:lnTo>
                <a:cubicBezTo>
                  <a:pt x="1386" y="3876"/>
                  <a:pt x="1386" y="3655"/>
                  <a:pt x="1512" y="3529"/>
                </a:cubicBezTo>
                <a:cubicBezTo>
                  <a:pt x="1575" y="3466"/>
                  <a:pt x="1662" y="3435"/>
                  <a:pt x="1749" y="3435"/>
                </a:cubicBezTo>
                <a:cubicBezTo>
                  <a:pt x="1835" y="3435"/>
                  <a:pt x="1922" y="3466"/>
                  <a:pt x="1985" y="3529"/>
                </a:cubicBezTo>
                <a:lnTo>
                  <a:pt x="2426" y="3971"/>
                </a:lnTo>
                <a:lnTo>
                  <a:pt x="3592" y="2836"/>
                </a:lnTo>
                <a:cubicBezTo>
                  <a:pt x="3655" y="2773"/>
                  <a:pt x="3741" y="2742"/>
                  <a:pt x="3828" y="2742"/>
                </a:cubicBezTo>
                <a:close/>
                <a:moveTo>
                  <a:pt x="3828" y="4790"/>
                </a:moveTo>
                <a:cubicBezTo>
                  <a:pt x="3915" y="4790"/>
                  <a:pt x="4001" y="4821"/>
                  <a:pt x="4064" y="4884"/>
                </a:cubicBezTo>
                <a:cubicBezTo>
                  <a:pt x="4253" y="5042"/>
                  <a:pt x="4253" y="5262"/>
                  <a:pt x="4096" y="5388"/>
                </a:cubicBezTo>
                <a:lnTo>
                  <a:pt x="2678" y="6774"/>
                </a:lnTo>
                <a:cubicBezTo>
                  <a:pt x="2615" y="6837"/>
                  <a:pt x="2520" y="6869"/>
                  <a:pt x="2457" y="6869"/>
                </a:cubicBezTo>
                <a:cubicBezTo>
                  <a:pt x="2363" y="6869"/>
                  <a:pt x="2268" y="6837"/>
                  <a:pt x="2205" y="6774"/>
                </a:cubicBezTo>
                <a:lnTo>
                  <a:pt x="1512" y="6050"/>
                </a:lnTo>
                <a:cubicBezTo>
                  <a:pt x="1386" y="5924"/>
                  <a:pt x="1386" y="5703"/>
                  <a:pt x="1512" y="5577"/>
                </a:cubicBezTo>
                <a:cubicBezTo>
                  <a:pt x="1575" y="5514"/>
                  <a:pt x="1662" y="5483"/>
                  <a:pt x="1749" y="5483"/>
                </a:cubicBezTo>
                <a:cubicBezTo>
                  <a:pt x="1835" y="5483"/>
                  <a:pt x="1922" y="5514"/>
                  <a:pt x="1985" y="5577"/>
                </a:cubicBezTo>
                <a:lnTo>
                  <a:pt x="2426" y="6018"/>
                </a:lnTo>
                <a:lnTo>
                  <a:pt x="3592" y="4884"/>
                </a:lnTo>
                <a:cubicBezTo>
                  <a:pt x="3655" y="4821"/>
                  <a:pt x="3741" y="4790"/>
                  <a:pt x="3828" y="4790"/>
                </a:cubicBezTo>
                <a:close/>
                <a:moveTo>
                  <a:pt x="3828" y="6869"/>
                </a:moveTo>
                <a:cubicBezTo>
                  <a:pt x="3915" y="6869"/>
                  <a:pt x="4001" y="6900"/>
                  <a:pt x="4064" y="6963"/>
                </a:cubicBezTo>
                <a:cubicBezTo>
                  <a:pt x="4253" y="7121"/>
                  <a:pt x="4253" y="7342"/>
                  <a:pt x="4096" y="7468"/>
                </a:cubicBezTo>
                <a:lnTo>
                  <a:pt x="2678" y="8854"/>
                </a:lnTo>
                <a:cubicBezTo>
                  <a:pt x="2615" y="8917"/>
                  <a:pt x="2520" y="8980"/>
                  <a:pt x="2457" y="8980"/>
                </a:cubicBezTo>
                <a:cubicBezTo>
                  <a:pt x="2363" y="8980"/>
                  <a:pt x="2268" y="8917"/>
                  <a:pt x="2205" y="8854"/>
                </a:cubicBezTo>
                <a:lnTo>
                  <a:pt x="1512" y="8129"/>
                </a:lnTo>
                <a:cubicBezTo>
                  <a:pt x="1386" y="8003"/>
                  <a:pt x="1386" y="7783"/>
                  <a:pt x="1512" y="7657"/>
                </a:cubicBezTo>
                <a:cubicBezTo>
                  <a:pt x="1575" y="7594"/>
                  <a:pt x="1662" y="7562"/>
                  <a:pt x="1749" y="7562"/>
                </a:cubicBezTo>
                <a:cubicBezTo>
                  <a:pt x="1835" y="7562"/>
                  <a:pt x="1922" y="7594"/>
                  <a:pt x="1985" y="7657"/>
                </a:cubicBezTo>
                <a:lnTo>
                  <a:pt x="2426" y="8098"/>
                </a:lnTo>
                <a:lnTo>
                  <a:pt x="3592" y="6963"/>
                </a:lnTo>
                <a:cubicBezTo>
                  <a:pt x="3655" y="6900"/>
                  <a:pt x="3741" y="6869"/>
                  <a:pt x="3828" y="6869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9673"/>
                </a:lnTo>
                <a:lnTo>
                  <a:pt x="6301" y="9673"/>
                </a:lnTo>
                <a:lnTo>
                  <a:pt x="6301" y="10397"/>
                </a:lnTo>
                <a:lnTo>
                  <a:pt x="6301" y="10744"/>
                </a:lnTo>
                <a:lnTo>
                  <a:pt x="6270" y="10744"/>
                </a:lnTo>
                <a:cubicBezTo>
                  <a:pt x="6270" y="11343"/>
                  <a:pt x="6742" y="11752"/>
                  <a:pt x="7278" y="11752"/>
                </a:cubicBezTo>
                <a:cubicBezTo>
                  <a:pt x="7876" y="11752"/>
                  <a:pt x="8317" y="11280"/>
                  <a:pt x="8317" y="10744"/>
                </a:cubicBezTo>
                <a:lnTo>
                  <a:pt x="8317" y="7972"/>
                </a:lnTo>
                <a:lnTo>
                  <a:pt x="7498" y="8822"/>
                </a:lnTo>
                <a:lnTo>
                  <a:pt x="5608" y="9547"/>
                </a:lnTo>
                <a:cubicBezTo>
                  <a:pt x="5497" y="9576"/>
                  <a:pt x="5390" y="9590"/>
                  <a:pt x="5288" y="9590"/>
                </a:cubicBezTo>
                <a:cubicBezTo>
                  <a:pt x="4954" y="9590"/>
                  <a:pt x="4674" y="9441"/>
                  <a:pt x="4505" y="9200"/>
                </a:cubicBezTo>
                <a:cubicBezTo>
                  <a:pt x="4316" y="8980"/>
                  <a:pt x="4222" y="8665"/>
                  <a:pt x="4316" y="8255"/>
                </a:cubicBezTo>
                <a:lnTo>
                  <a:pt x="5041" y="6365"/>
                </a:lnTo>
                <a:lnTo>
                  <a:pt x="8317" y="3088"/>
                </a:lnTo>
                <a:lnTo>
                  <a:pt x="8317" y="2773"/>
                </a:lnTo>
                <a:lnTo>
                  <a:pt x="5891" y="2773"/>
                </a:lnTo>
                <a:cubicBezTo>
                  <a:pt x="5671" y="2773"/>
                  <a:pt x="5513" y="2616"/>
                  <a:pt x="5513" y="2427"/>
                </a:cubicBezTo>
                <a:lnTo>
                  <a:pt x="551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83" name="Google Shape;5900;p58">
            <a:extLst>
              <a:ext uri="{FF2B5EF4-FFF2-40B4-BE49-F238E27FC236}">
                <a16:creationId xmlns:a16="http://schemas.microsoft.com/office/drawing/2014/main" id="{2DC25FEE-D4ED-ADC5-A8FC-1FC3EC7B0F5E}"/>
              </a:ext>
            </a:extLst>
          </p:cNvPr>
          <p:cNvSpPr/>
          <p:nvPr/>
        </p:nvSpPr>
        <p:spPr>
          <a:xfrm>
            <a:off x="7574898" y="2436910"/>
            <a:ext cx="96862" cy="94210"/>
          </a:xfrm>
          <a:custGeom>
            <a:avLst/>
            <a:gdLst/>
            <a:ahLst/>
            <a:cxnLst/>
            <a:rect l="l" t="t" r="r" b="b"/>
            <a:pathLst>
              <a:path w="2301" h="2238" extrusionOk="0">
                <a:moveTo>
                  <a:pt x="1072" y="1"/>
                </a:moveTo>
                <a:cubicBezTo>
                  <a:pt x="890" y="1"/>
                  <a:pt x="709" y="64"/>
                  <a:pt x="568" y="190"/>
                </a:cubicBezTo>
                <a:lnTo>
                  <a:pt x="0" y="788"/>
                </a:lnTo>
                <a:lnTo>
                  <a:pt x="1450" y="2238"/>
                </a:lnTo>
                <a:lnTo>
                  <a:pt x="2048" y="1639"/>
                </a:lnTo>
                <a:cubicBezTo>
                  <a:pt x="2300" y="1387"/>
                  <a:pt x="2300" y="946"/>
                  <a:pt x="2048" y="662"/>
                </a:cubicBezTo>
                <a:lnTo>
                  <a:pt x="1576" y="190"/>
                </a:lnTo>
                <a:cubicBezTo>
                  <a:pt x="1434" y="64"/>
                  <a:pt x="1253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84" name="Google Shape;5901;p58">
            <a:extLst>
              <a:ext uri="{FF2B5EF4-FFF2-40B4-BE49-F238E27FC236}">
                <a16:creationId xmlns:a16="http://schemas.microsoft.com/office/drawing/2014/main" id="{C67C9166-AEAC-1775-3091-2AAB3240F418}"/>
              </a:ext>
            </a:extLst>
          </p:cNvPr>
          <p:cNvSpPr/>
          <p:nvPr/>
        </p:nvSpPr>
        <p:spPr>
          <a:xfrm>
            <a:off x="7410642" y="2618594"/>
            <a:ext cx="78087" cy="75814"/>
          </a:xfrm>
          <a:custGeom>
            <a:avLst/>
            <a:gdLst/>
            <a:ahLst/>
            <a:cxnLst/>
            <a:rect l="l" t="t" r="r" b="b"/>
            <a:pathLst>
              <a:path w="1855" h="1801" extrusionOk="0">
                <a:moveTo>
                  <a:pt x="594" y="1"/>
                </a:moveTo>
                <a:lnTo>
                  <a:pt x="59" y="1387"/>
                </a:lnTo>
                <a:cubicBezTo>
                  <a:pt x="0" y="1621"/>
                  <a:pt x="186" y="1800"/>
                  <a:pt x="414" y="1800"/>
                </a:cubicBezTo>
                <a:cubicBezTo>
                  <a:pt x="432" y="1800"/>
                  <a:pt x="450" y="1799"/>
                  <a:pt x="468" y="1797"/>
                </a:cubicBezTo>
                <a:lnTo>
                  <a:pt x="1855" y="1261"/>
                </a:lnTo>
                <a:lnTo>
                  <a:pt x="59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85" name="Google Shape;5902;p58">
            <a:extLst>
              <a:ext uri="{FF2B5EF4-FFF2-40B4-BE49-F238E27FC236}">
                <a16:creationId xmlns:a16="http://schemas.microsoft.com/office/drawing/2014/main" id="{19FB3343-E0ED-9F4E-DA74-09A4D1493692}"/>
              </a:ext>
            </a:extLst>
          </p:cNvPr>
          <p:cNvSpPr/>
          <p:nvPr/>
        </p:nvSpPr>
        <p:spPr>
          <a:xfrm>
            <a:off x="7451559" y="2491298"/>
            <a:ext cx="164509" cy="164509"/>
          </a:xfrm>
          <a:custGeom>
            <a:avLst/>
            <a:gdLst/>
            <a:ahLst/>
            <a:cxnLst/>
            <a:rect l="l" t="t" r="r" b="b"/>
            <a:pathLst>
              <a:path w="3908" h="3908" extrusionOk="0">
                <a:moveTo>
                  <a:pt x="2426" y="1"/>
                </a:moveTo>
                <a:lnTo>
                  <a:pt x="1" y="2458"/>
                </a:lnTo>
                <a:lnTo>
                  <a:pt x="1450" y="3907"/>
                </a:lnTo>
                <a:lnTo>
                  <a:pt x="3907" y="1481"/>
                </a:lnTo>
                <a:lnTo>
                  <a:pt x="242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86" name="Google Shape;5903;p58">
            <a:extLst>
              <a:ext uri="{FF2B5EF4-FFF2-40B4-BE49-F238E27FC236}">
                <a16:creationId xmlns:a16="http://schemas.microsoft.com/office/drawing/2014/main" id="{EC8DF2B0-983A-BF6A-CBCD-111B7E92CA51}"/>
              </a:ext>
            </a:extLst>
          </p:cNvPr>
          <p:cNvSpPr/>
          <p:nvPr/>
        </p:nvSpPr>
        <p:spPr>
          <a:xfrm>
            <a:off x="7464819" y="2328178"/>
            <a:ext cx="79603" cy="79603"/>
          </a:xfrm>
          <a:custGeom>
            <a:avLst/>
            <a:gdLst/>
            <a:ahLst/>
            <a:cxnLst/>
            <a:rect l="l" t="t" r="r" b="b"/>
            <a:pathLst>
              <a:path w="1891" h="1891" extrusionOk="0">
                <a:moveTo>
                  <a:pt x="1" y="0"/>
                </a:moveTo>
                <a:lnTo>
                  <a:pt x="1" y="1891"/>
                </a:lnTo>
                <a:lnTo>
                  <a:pt x="1891" y="1891"/>
                </a:lnTo>
                <a:lnTo>
                  <a:pt x="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87" name="Google Shape;5904;p58">
            <a:extLst>
              <a:ext uri="{FF2B5EF4-FFF2-40B4-BE49-F238E27FC236}">
                <a16:creationId xmlns:a16="http://schemas.microsoft.com/office/drawing/2014/main" id="{3BFE7817-A1D9-3D8A-8EB7-FFBCAFFC61BF}"/>
              </a:ext>
            </a:extLst>
          </p:cNvPr>
          <p:cNvSpPr/>
          <p:nvPr/>
        </p:nvSpPr>
        <p:spPr>
          <a:xfrm>
            <a:off x="7171708" y="2759194"/>
            <a:ext cx="279893" cy="57082"/>
          </a:xfrm>
          <a:custGeom>
            <a:avLst/>
            <a:gdLst/>
            <a:ahLst/>
            <a:cxnLst/>
            <a:rect l="l" t="t" r="r" b="b"/>
            <a:pathLst>
              <a:path w="6649" h="1356" extrusionOk="0">
                <a:moveTo>
                  <a:pt x="348" y="0"/>
                </a:moveTo>
                <a:cubicBezTo>
                  <a:pt x="158" y="0"/>
                  <a:pt x="1" y="190"/>
                  <a:pt x="1" y="347"/>
                </a:cubicBezTo>
                <a:lnTo>
                  <a:pt x="1" y="694"/>
                </a:lnTo>
                <a:cubicBezTo>
                  <a:pt x="1" y="1040"/>
                  <a:pt x="316" y="1355"/>
                  <a:pt x="694" y="1355"/>
                </a:cubicBezTo>
                <a:lnTo>
                  <a:pt x="6649" y="1355"/>
                </a:lnTo>
                <a:cubicBezTo>
                  <a:pt x="6428" y="1103"/>
                  <a:pt x="6302" y="725"/>
                  <a:pt x="6302" y="347"/>
                </a:cubicBezTo>
                <a:lnTo>
                  <a:pt x="630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89" name="Google Shape;5906;p58">
            <a:extLst>
              <a:ext uri="{FF2B5EF4-FFF2-40B4-BE49-F238E27FC236}">
                <a16:creationId xmlns:a16="http://schemas.microsoft.com/office/drawing/2014/main" id="{603ED448-9D34-A057-D658-EDFC8F6B1839}"/>
              </a:ext>
            </a:extLst>
          </p:cNvPr>
          <p:cNvSpPr/>
          <p:nvPr/>
        </p:nvSpPr>
        <p:spPr>
          <a:xfrm>
            <a:off x="7171054" y="2954932"/>
            <a:ext cx="501358" cy="500012"/>
          </a:xfrm>
          <a:custGeom>
            <a:avLst/>
            <a:gdLst/>
            <a:ahLst/>
            <a:cxnLst/>
            <a:rect l="l" t="t" r="r" b="b"/>
            <a:pathLst>
              <a:path w="11910" h="11878" extrusionOk="0">
                <a:moveTo>
                  <a:pt x="6333" y="1418"/>
                </a:moveTo>
                <a:cubicBezTo>
                  <a:pt x="8539" y="1575"/>
                  <a:pt x="10303" y="3340"/>
                  <a:pt x="10461" y="5545"/>
                </a:cubicBezTo>
                <a:lnTo>
                  <a:pt x="10146" y="5545"/>
                </a:lnTo>
                <a:cubicBezTo>
                  <a:pt x="9957" y="5545"/>
                  <a:pt x="9799" y="5702"/>
                  <a:pt x="9799" y="5892"/>
                </a:cubicBezTo>
                <a:cubicBezTo>
                  <a:pt x="9799" y="6081"/>
                  <a:pt x="9957" y="6238"/>
                  <a:pt x="10146" y="6238"/>
                </a:cubicBezTo>
                <a:lnTo>
                  <a:pt x="10461" y="6238"/>
                </a:lnTo>
                <a:cubicBezTo>
                  <a:pt x="10303" y="8443"/>
                  <a:pt x="8539" y="10239"/>
                  <a:pt x="6333" y="10397"/>
                </a:cubicBezTo>
                <a:lnTo>
                  <a:pt x="6333" y="10082"/>
                </a:lnTo>
                <a:cubicBezTo>
                  <a:pt x="6333" y="9861"/>
                  <a:pt x="6176" y="9704"/>
                  <a:pt x="5955" y="9704"/>
                </a:cubicBezTo>
                <a:cubicBezTo>
                  <a:pt x="5766" y="9704"/>
                  <a:pt x="5609" y="9861"/>
                  <a:pt x="5609" y="10082"/>
                </a:cubicBezTo>
                <a:lnTo>
                  <a:pt x="5609" y="10397"/>
                </a:lnTo>
                <a:cubicBezTo>
                  <a:pt x="3403" y="10239"/>
                  <a:pt x="1639" y="8443"/>
                  <a:pt x="1482" y="6238"/>
                </a:cubicBezTo>
                <a:lnTo>
                  <a:pt x="1797" y="6238"/>
                </a:lnTo>
                <a:cubicBezTo>
                  <a:pt x="1986" y="6238"/>
                  <a:pt x="2143" y="6081"/>
                  <a:pt x="2143" y="5892"/>
                </a:cubicBezTo>
                <a:cubicBezTo>
                  <a:pt x="2143" y="5702"/>
                  <a:pt x="1986" y="5545"/>
                  <a:pt x="1797" y="5545"/>
                </a:cubicBezTo>
                <a:lnTo>
                  <a:pt x="1482" y="5545"/>
                </a:lnTo>
                <a:cubicBezTo>
                  <a:pt x="1639" y="3340"/>
                  <a:pt x="3403" y="1575"/>
                  <a:pt x="5609" y="1418"/>
                </a:cubicBezTo>
                <a:lnTo>
                  <a:pt x="5609" y="1733"/>
                </a:lnTo>
                <a:cubicBezTo>
                  <a:pt x="5609" y="1922"/>
                  <a:pt x="5766" y="2079"/>
                  <a:pt x="5955" y="2079"/>
                </a:cubicBezTo>
                <a:cubicBezTo>
                  <a:pt x="6176" y="2079"/>
                  <a:pt x="6333" y="1922"/>
                  <a:pt x="6333" y="1733"/>
                </a:cubicBezTo>
                <a:lnTo>
                  <a:pt x="6333" y="1418"/>
                </a:lnTo>
                <a:close/>
                <a:moveTo>
                  <a:pt x="5955" y="0"/>
                </a:moveTo>
                <a:cubicBezTo>
                  <a:pt x="5766" y="0"/>
                  <a:pt x="5609" y="126"/>
                  <a:pt x="5609" y="347"/>
                </a:cubicBezTo>
                <a:lnTo>
                  <a:pt x="5609" y="725"/>
                </a:lnTo>
                <a:cubicBezTo>
                  <a:pt x="2994" y="882"/>
                  <a:pt x="946" y="2962"/>
                  <a:pt x="757" y="5576"/>
                </a:cubicBezTo>
                <a:lnTo>
                  <a:pt x="379" y="5576"/>
                </a:lnTo>
                <a:cubicBezTo>
                  <a:pt x="158" y="5576"/>
                  <a:pt x="1" y="5734"/>
                  <a:pt x="1" y="5923"/>
                </a:cubicBezTo>
                <a:cubicBezTo>
                  <a:pt x="1" y="6112"/>
                  <a:pt x="158" y="6270"/>
                  <a:pt x="379" y="6270"/>
                </a:cubicBezTo>
                <a:lnTo>
                  <a:pt x="757" y="6270"/>
                </a:lnTo>
                <a:cubicBezTo>
                  <a:pt x="915" y="8884"/>
                  <a:pt x="2994" y="10932"/>
                  <a:pt x="5609" y="11121"/>
                </a:cubicBezTo>
                <a:lnTo>
                  <a:pt x="5609" y="11531"/>
                </a:lnTo>
                <a:cubicBezTo>
                  <a:pt x="5609" y="11720"/>
                  <a:pt x="5766" y="11877"/>
                  <a:pt x="5955" y="11877"/>
                </a:cubicBezTo>
                <a:cubicBezTo>
                  <a:pt x="6176" y="11877"/>
                  <a:pt x="6333" y="11720"/>
                  <a:pt x="6333" y="11531"/>
                </a:cubicBezTo>
                <a:lnTo>
                  <a:pt x="6333" y="11121"/>
                </a:lnTo>
                <a:cubicBezTo>
                  <a:pt x="8917" y="10964"/>
                  <a:pt x="10965" y="8884"/>
                  <a:pt x="11154" y="6270"/>
                </a:cubicBezTo>
                <a:lnTo>
                  <a:pt x="11563" y="6270"/>
                </a:lnTo>
                <a:cubicBezTo>
                  <a:pt x="11752" y="6270"/>
                  <a:pt x="11910" y="6112"/>
                  <a:pt x="11910" y="5923"/>
                </a:cubicBezTo>
                <a:cubicBezTo>
                  <a:pt x="11910" y="5734"/>
                  <a:pt x="11752" y="5576"/>
                  <a:pt x="11563" y="5576"/>
                </a:cubicBezTo>
                <a:lnTo>
                  <a:pt x="11154" y="5576"/>
                </a:lnTo>
                <a:cubicBezTo>
                  <a:pt x="10996" y="2962"/>
                  <a:pt x="8917" y="914"/>
                  <a:pt x="6333" y="725"/>
                </a:cubicBezTo>
                <a:lnTo>
                  <a:pt x="6333" y="347"/>
                </a:lnTo>
                <a:cubicBezTo>
                  <a:pt x="6333" y="126"/>
                  <a:pt x="6176" y="0"/>
                  <a:pt x="59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90" name="Google Shape;5907;p58">
            <a:extLst>
              <a:ext uri="{FF2B5EF4-FFF2-40B4-BE49-F238E27FC236}">
                <a16:creationId xmlns:a16="http://schemas.microsoft.com/office/drawing/2014/main" id="{4E46EB88-01CA-8314-3C4F-9451CEFF893A}"/>
              </a:ext>
            </a:extLst>
          </p:cNvPr>
          <p:cNvSpPr/>
          <p:nvPr/>
        </p:nvSpPr>
        <p:spPr>
          <a:xfrm>
            <a:off x="7362043" y="3248003"/>
            <a:ext cx="122077" cy="87559"/>
          </a:xfrm>
          <a:custGeom>
            <a:avLst/>
            <a:gdLst/>
            <a:ahLst/>
            <a:cxnLst/>
            <a:rect l="l" t="t" r="r" b="b"/>
            <a:pathLst>
              <a:path w="2900" h="2080" extrusionOk="0">
                <a:moveTo>
                  <a:pt x="1418" y="1"/>
                </a:moveTo>
                <a:cubicBezTo>
                  <a:pt x="851" y="1"/>
                  <a:pt x="316" y="347"/>
                  <a:pt x="127" y="914"/>
                </a:cubicBezTo>
                <a:cubicBezTo>
                  <a:pt x="1" y="1166"/>
                  <a:pt x="1" y="1450"/>
                  <a:pt x="95" y="1765"/>
                </a:cubicBezTo>
                <a:cubicBezTo>
                  <a:pt x="473" y="1954"/>
                  <a:pt x="946" y="2080"/>
                  <a:pt x="1418" y="2080"/>
                </a:cubicBezTo>
                <a:cubicBezTo>
                  <a:pt x="1891" y="2080"/>
                  <a:pt x="2332" y="1954"/>
                  <a:pt x="2773" y="1765"/>
                </a:cubicBezTo>
                <a:cubicBezTo>
                  <a:pt x="2899" y="1387"/>
                  <a:pt x="2805" y="946"/>
                  <a:pt x="2616" y="599"/>
                </a:cubicBezTo>
                <a:cubicBezTo>
                  <a:pt x="2332" y="221"/>
                  <a:pt x="1891" y="1"/>
                  <a:pt x="141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91" name="Google Shape;5908;p58">
            <a:extLst>
              <a:ext uri="{FF2B5EF4-FFF2-40B4-BE49-F238E27FC236}">
                <a16:creationId xmlns:a16="http://schemas.microsoft.com/office/drawing/2014/main" id="{9979A0C5-218A-4A95-1CDD-B68B413EBFFF}"/>
              </a:ext>
            </a:extLst>
          </p:cNvPr>
          <p:cNvSpPr/>
          <p:nvPr/>
        </p:nvSpPr>
        <p:spPr>
          <a:xfrm>
            <a:off x="7392562" y="3160486"/>
            <a:ext cx="59734" cy="59734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693" y="0"/>
                </a:moveTo>
                <a:cubicBezTo>
                  <a:pt x="315" y="0"/>
                  <a:pt x="0" y="315"/>
                  <a:pt x="0" y="693"/>
                </a:cubicBezTo>
                <a:cubicBezTo>
                  <a:pt x="0" y="1103"/>
                  <a:pt x="315" y="1418"/>
                  <a:pt x="693" y="1418"/>
                </a:cubicBezTo>
                <a:cubicBezTo>
                  <a:pt x="1103" y="1355"/>
                  <a:pt x="1418" y="1040"/>
                  <a:pt x="1418" y="693"/>
                </a:cubicBezTo>
                <a:cubicBezTo>
                  <a:pt x="1418" y="315"/>
                  <a:pt x="1103" y="0"/>
                  <a:pt x="69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92" name="Google Shape;5909;p58">
            <a:extLst>
              <a:ext uri="{FF2B5EF4-FFF2-40B4-BE49-F238E27FC236}">
                <a16:creationId xmlns:a16="http://schemas.microsoft.com/office/drawing/2014/main" id="{EC782354-6862-7664-6C8E-D33C184C3C83}"/>
              </a:ext>
            </a:extLst>
          </p:cNvPr>
          <p:cNvSpPr/>
          <p:nvPr/>
        </p:nvSpPr>
        <p:spPr>
          <a:xfrm>
            <a:off x="7291742" y="3071622"/>
            <a:ext cx="262634" cy="230810"/>
          </a:xfrm>
          <a:custGeom>
            <a:avLst/>
            <a:gdLst/>
            <a:ahLst/>
            <a:cxnLst/>
            <a:rect l="l" t="t" r="r" b="b"/>
            <a:pathLst>
              <a:path w="6239" h="5483" extrusionOk="0">
                <a:moveTo>
                  <a:pt x="3088" y="1"/>
                </a:moveTo>
                <a:cubicBezTo>
                  <a:pt x="1356" y="1"/>
                  <a:pt x="1" y="1387"/>
                  <a:pt x="1" y="3120"/>
                </a:cubicBezTo>
                <a:cubicBezTo>
                  <a:pt x="1" y="4033"/>
                  <a:pt x="379" y="4852"/>
                  <a:pt x="1041" y="5451"/>
                </a:cubicBezTo>
                <a:cubicBezTo>
                  <a:pt x="1041" y="5262"/>
                  <a:pt x="1104" y="5041"/>
                  <a:pt x="1167" y="4852"/>
                </a:cubicBezTo>
                <a:cubicBezTo>
                  <a:pt x="1324" y="4380"/>
                  <a:pt x="1671" y="4002"/>
                  <a:pt x="2112" y="3750"/>
                </a:cubicBezTo>
                <a:cubicBezTo>
                  <a:pt x="1891" y="3498"/>
                  <a:pt x="1734" y="3151"/>
                  <a:pt x="1734" y="2804"/>
                </a:cubicBezTo>
                <a:cubicBezTo>
                  <a:pt x="1734" y="2048"/>
                  <a:pt x="2364" y="1418"/>
                  <a:pt x="3088" y="1418"/>
                </a:cubicBezTo>
                <a:cubicBezTo>
                  <a:pt x="3845" y="1418"/>
                  <a:pt x="4475" y="2048"/>
                  <a:pt x="4475" y="2804"/>
                </a:cubicBezTo>
                <a:cubicBezTo>
                  <a:pt x="4475" y="3151"/>
                  <a:pt x="4317" y="3529"/>
                  <a:pt x="4097" y="3750"/>
                </a:cubicBezTo>
                <a:cubicBezTo>
                  <a:pt x="4349" y="3907"/>
                  <a:pt x="4632" y="4128"/>
                  <a:pt x="4790" y="4411"/>
                </a:cubicBezTo>
                <a:cubicBezTo>
                  <a:pt x="4979" y="4726"/>
                  <a:pt x="5105" y="5073"/>
                  <a:pt x="5136" y="5482"/>
                </a:cubicBezTo>
                <a:cubicBezTo>
                  <a:pt x="5766" y="4884"/>
                  <a:pt x="6207" y="4096"/>
                  <a:pt x="6207" y="3151"/>
                </a:cubicBezTo>
                <a:cubicBezTo>
                  <a:pt x="6239" y="1418"/>
                  <a:pt x="4821" y="1"/>
                  <a:pt x="308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94" name="Google Shape;5911;p58">
            <a:extLst>
              <a:ext uri="{FF2B5EF4-FFF2-40B4-BE49-F238E27FC236}">
                <a16:creationId xmlns:a16="http://schemas.microsoft.com/office/drawing/2014/main" id="{34F16615-2C0C-0696-B207-400405EF74C8}"/>
              </a:ext>
            </a:extLst>
          </p:cNvPr>
          <p:cNvSpPr/>
          <p:nvPr/>
        </p:nvSpPr>
        <p:spPr>
          <a:xfrm>
            <a:off x="10521494" y="1692578"/>
            <a:ext cx="115426" cy="116731"/>
          </a:xfrm>
          <a:custGeom>
            <a:avLst/>
            <a:gdLst/>
            <a:ahLst/>
            <a:cxnLst/>
            <a:rect l="l" t="t" r="r" b="b"/>
            <a:pathLst>
              <a:path w="2742" h="2773" extrusionOk="0">
                <a:moveTo>
                  <a:pt x="1355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43"/>
                  <a:pt x="631" y="2773"/>
                  <a:pt x="1355" y="2773"/>
                </a:cubicBezTo>
                <a:cubicBezTo>
                  <a:pt x="2111" y="2773"/>
                  <a:pt x="2742" y="2174"/>
                  <a:pt x="2742" y="1387"/>
                </a:cubicBezTo>
                <a:cubicBezTo>
                  <a:pt x="2742" y="631"/>
                  <a:pt x="2111" y="1"/>
                  <a:pt x="13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95" name="Google Shape;5912;p58">
            <a:extLst>
              <a:ext uri="{FF2B5EF4-FFF2-40B4-BE49-F238E27FC236}">
                <a16:creationId xmlns:a16="http://schemas.microsoft.com/office/drawing/2014/main" id="{665FE53E-E95A-CC89-EDAB-739A2D9D91FF}"/>
              </a:ext>
            </a:extLst>
          </p:cNvPr>
          <p:cNvSpPr/>
          <p:nvPr/>
        </p:nvSpPr>
        <p:spPr>
          <a:xfrm>
            <a:off x="10476408" y="2044034"/>
            <a:ext cx="29214" cy="58387"/>
          </a:xfrm>
          <a:custGeom>
            <a:avLst/>
            <a:gdLst/>
            <a:ahLst/>
            <a:cxnLst/>
            <a:rect l="l" t="t" r="r" b="b"/>
            <a:pathLst>
              <a:path w="694" h="1387" extrusionOk="0">
                <a:moveTo>
                  <a:pt x="0" y="0"/>
                </a:moveTo>
                <a:lnTo>
                  <a:pt x="0" y="1386"/>
                </a:lnTo>
                <a:lnTo>
                  <a:pt x="694" y="1386"/>
                </a:lnTo>
                <a:lnTo>
                  <a:pt x="6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96" name="Google Shape;5913;p58">
            <a:extLst>
              <a:ext uri="{FF2B5EF4-FFF2-40B4-BE49-F238E27FC236}">
                <a16:creationId xmlns:a16="http://schemas.microsoft.com/office/drawing/2014/main" id="{20FF0016-8203-BC45-37A5-200643A4C4D9}"/>
              </a:ext>
            </a:extLst>
          </p:cNvPr>
          <p:cNvSpPr/>
          <p:nvPr/>
        </p:nvSpPr>
        <p:spPr>
          <a:xfrm>
            <a:off x="10533449" y="2044034"/>
            <a:ext cx="30519" cy="58387"/>
          </a:xfrm>
          <a:custGeom>
            <a:avLst/>
            <a:gdLst/>
            <a:ahLst/>
            <a:cxnLst/>
            <a:rect l="l" t="t" r="r" b="b"/>
            <a:pathLst>
              <a:path w="725" h="1387" extrusionOk="0">
                <a:moveTo>
                  <a:pt x="0" y="0"/>
                </a:moveTo>
                <a:lnTo>
                  <a:pt x="0" y="1386"/>
                </a:lnTo>
                <a:lnTo>
                  <a:pt x="725" y="1386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97" name="Google Shape;5914;p58">
            <a:extLst>
              <a:ext uri="{FF2B5EF4-FFF2-40B4-BE49-F238E27FC236}">
                <a16:creationId xmlns:a16="http://schemas.microsoft.com/office/drawing/2014/main" id="{0A6A38D6-C3A9-A057-F65F-7EE8BE186A19}"/>
              </a:ext>
            </a:extLst>
          </p:cNvPr>
          <p:cNvSpPr/>
          <p:nvPr/>
        </p:nvSpPr>
        <p:spPr>
          <a:xfrm>
            <a:off x="10418064" y="2044034"/>
            <a:ext cx="29214" cy="58387"/>
          </a:xfrm>
          <a:custGeom>
            <a:avLst/>
            <a:gdLst/>
            <a:ahLst/>
            <a:cxnLst/>
            <a:rect l="l" t="t" r="r" b="b"/>
            <a:pathLst>
              <a:path w="694" h="1387" extrusionOk="0">
                <a:moveTo>
                  <a:pt x="0" y="0"/>
                </a:moveTo>
                <a:lnTo>
                  <a:pt x="0" y="1386"/>
                </a:lnTo>
                <a:lnTo>
                  <a:pt x="693" y="1386"/>
                </a:lnTo>
                <a:lnTo>
                  <a:pt x="69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98" name="Google Shape;5915;p58">
            <a:extLst>
              <a:ext uri="{FF2B5EF4-FFF2-40B4-BE49-F238E27FC236}">
                <a16:creationId xmlns:a16="http://schemas.microsoft.com/office/drawing/2014/main" id="{A6F4A71C-FE72-E026-2B8C-A7214AF15FC3}"/>
              </a:ext>
            </a:extLst>
          </p:cNvPr>
          <p:cNvSpPr/>
          <p:nvPr/>
        </p:nvSpPr>
        <p:spPr>
          <a:xfrm>
            <a:off x="10591794" y="2044034"/>
            <a:ext cx="58387" cy="58387"/>
          </a:xfrm>
          <a:custGeom>
            <a:avLst/>
            <a:gdLst/>
            <a:ahLst/>
            <a:cxnLst/>
            <a:rect l="l" t="t" r="r" b="b"/>
            <a:pathLst>
              <a:path w="1387" h="1387" extrusionOk="0">
                <a:moveTo>
                  <a:pt x="0" y="0"/>
                </a:moveTo>
                <a:lnTo>
                  <a:pt x="0" y="1386"/>
                </a:lnTo>
                <a:lnTo>
                  <a:pt x="1387" y="1386"/>
                </a:lnTo>
                <a:lnTo>
                  <a:pt x="138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699" name="Google Shape;5916;p58">
            <a:extLst>
              <a:ext uri="{FF2B5EF4-FFF2-40B4-BE49-F238E27FC236}">
                <a16:creationId xmlns:a16="http://schemas.microsoft.com/office/drawing/2014/main" id="{91F790E3-5C4C-031E-CB2E-03B84EDEBFA9}"/>
              </a:ext>
            </a:extLst>
          </p:cNvPr>
          <p:cNvSpPr/>
          <p:nvPr/>
        </p:nvSpPr>
        <p:spPr>
          <a:xfrm>
            <a:off x="10329200" y="1957822"/>
            <a:ext cx="411148" cy="232115"/>
          </a:xfrm>
          <a:custGeom>
            <a:avLst/>
            <a:gdLst/>
            <a:ahLst/>
            <a:cxnLst/>
            <a:rect l="l" t="t" r="r" b="b"/>
            <a:pathLst>
              <a:path w="9767" h="5514" extrusionOk="0">
                <a:moveTo>
                  <a:pt x="7971" y="1387"/>
                </a:moveTo>
                <a:cubicBezTo>
                  <a:pt x="8192" y="1387"/>
                  <a:pt x="8349" y="1544"/>
                  <a:pt x="8349" y="1733"/>
                </a:cubicBezTo>
                <a:lnTo>
                  <a:pt x="8349" y="3813"/>
                </a:lnTo>
                <a:cubicBezTo>
                  <a:pt x="8349" y="4033"/>
                  <a:pt x="8192" y="4191"/>
                  <a:pt x="7971" y="4191"/>
                </a:cubicBezTo>
                <a:lnTo>
                  <a:pt x="1765" y="4191"/>
                </a:lnTo>
                <a:cubicBezTo>
                  <a:pt x="1576" y="4191"/>
                  <a:pt x="1418" y="4033"/>
                  <a:pt x="1418" y="3813"/>
                </a:cubicBezTo>
                <a:lnTo>
                  <a:pt x="1418" y="1733"/>
                </a:lnTo>
                <a:cubicBezTo>
                  <a:pt x="1418" y="1544"/>
                  <a:pt x="1576" y="1387"/>
                  <a:pt x="1765" y="1387"/>
                </a:cubicBezTo>
                <a:close/>
                <a:moveTo>
                  <a:pt x="1040" y="0"/>
                </a:moveTo>
                <a:cubicBezTo>
                  <a:pt x="473" y="0"/>
                  <a:pt x="32" y="473"/>
                  <a:pt x="32" y="1040"/>
                </a:cubicBezTo>
                <a:lnTo>
                  <a:pt x="32" y="4506"/>
                </a:lnTo>
                <a:cubicBezTo>
                  <a:pt x="0" y="5073"/>
                  <a:pt x="473" y="5514"/>
                  <a:pt x="1040" y="5514"/>
                </a:cubicBezTo>
                <a:lnTo>
                  <a:pt x="8727" y="5514"/>
                </a:lnTo>
                <a:cubicBezTo>
                  <a:pt x="9326" y="5514"/>
                  <a:pt x="9767" y="5041"/>
                  <a:pt x="9767" y="4506"/>
                </a:cubicBezTo>
                <a:lnTo>
                  <a:pt x="9767" y="1040"/>
                </a:lnTo>
                <a:cubicBezTo>
                  <a:pt x="9767" y="442"/>
                  <a:pt x="9294" y="0"/>
                  <a:pt x="87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00" name="Google Shape;5917;p58">
            <a:extLst>
              <a:ext uri="{FF2B5EF4-FFF2-40B4-BE49-F238E27FC236}">
                <a16:creationId xmlns:a16="http://schemas.microsoft.com/office/drawing/2014/main" id="{8B7FD8EF-7AFF-4FBB-0ACE-DE5DA6A44176}"/>
              </a:ext>
            </a:extLst>
          </p:cNvPr>
          <p:cNvSpPr/>
          <p:nvPr/>
        </p:nvSpPr>
        <p:spPr>
          <a:xfrm>
            <a:off x="10769521" y="2016166"/>
            <a:ext cx="58387" cy="115426"/>
          </a:xfrm>
          <a:custGeom>
            <a:avLst/>
            <a:gdLst/>
            <a:ahLst/>
            <a:cxnLst/>
            <a:rect l="l" t="t" r="r" b="b"/>
            <a:pathLst>
              <a:path w="1387" h="2742" extrusionOk="0">
                <a:moveTo>
                  <a:pt x="0" y="1"/>
                </a:moveTo>
                <a:lnTo>
                  <a:pt x="0" y="2742"/>
                </a:lnTo>
                <a:lnTo>
                  <a:pt x="1040" y="2742"/>
                </a:lnTo>
                <a:cubicBezTo>
                  <a:pt x="1229" y="2742"/>
                  <a:pt x="1386" y="2584"/>
                  <a:pt x="1386" y="2395"/>
                </a:cubicBezTo>
                <a:lnTo>
                  <a:pt x="1386" y="347"/>
                </a:lnTo>
                <a:cubicBezTo>
                  <a:pt x="1386" y="158"/>
                  <a:pt x="1229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01" name="Google Shape;5918;p58">
            <a:extLst>
              <a:ext uri="{FF2B5EF4-FFF2-40B4-BE49-F238E27FC236}">
                <a16:creationId xmlns:a16="http://schemas.microsoft.com/office/drawing/2014/main" id="{7450B2FE-D02B-8DEC-17C8-D4AC92BC84EC}"/>
              </a:ext>
            </a:extLst>
          </p:cNvPr>
          <p:cNvSpPr/>
          <p:nvPr/>
        </p:nvSpPr>
        <p:spPr>
          <a:xfrm>
            <a:off x="10476409" y="1805310"/>
            <a:ext cx="205595" cy="123382"/>
          </a:xfrm>
          <a:custGeom>
            <a:avLst/>
            <a:gdLst/>
            <a:ahLst/>
            <a:cxnLst/>
            <a:rect l="l" t="t" r="r" b="b"/>
            <a:pathLst>
              <a:path w="4884" h="2931" extrusionOk="0">
                <a:moveTo>
                  <a:pt x="820" y="0"/>
                </a:moveTo>
                <a:cubicBezTo>
                  <a:pt x="316" y="473"/>
                  <a:pt x="0" y="1103"/>
                  <a:pt x="0" y="1828"/>
                </a:cubicBezTo>
                <a:lnTo>
                  <a:pt x="0" y="2552"/>
                </a:lnTo>
                <a:cubicBezTo>
                  <a:pt x="0" y="2773"/>
                  <a:pt x="158" y="2930"/>
                  <a:pt x="347" y="2930"/>
                </a:cubicBezTo>
                <a:lnTo>
                  <a:pt x="4506" y="2930"/>
                </a:lnTo>
                <a:cubicBezTo>
                  <a:pt x="4726" y="2930"/>
                  <a:pt x="4884" y="2773"/>
                  <a:pt x="4884" y="2552"/>
                </a:cubicBezTo>
                <a:lnTo>
                  <a:pt x="4884" y="1828"/>
                </a:lnTo>
                <a:cubicBezTo>
                  <a:pt x="4884" y="1103"/>
                  <a:pt x="4569" y="441"/>
                  <a:pt x="4033" y="0"/>
                </a:cubicBezTo>
                <a:cubicBezTo>
                  <a:pt x="3655" y="473"/>
                  <a:pt x="3088" y="788"/>
                  <a:pt x="2426" y="788"/>
                </a:cubicBezTo>
                <a:cubicBezTo>
                  <a:pt x="1765" y="788"/>
                  <a:pt x="1198" y="473"/>
                  <a:pt x="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03" name="Google Shape;5920;p58">
            <a:extLst>
              <a:ext uri="{FF2B5EF4-FFF2-40B4-BE49-F238E27FC236}">
                <a16:creationId xmlns:a16="http://schemas.microsoft.com/office/drawing/2014/main" id="{19BC94AC-F79B-568D-4A31-61D741E96946}"/>
              </a:ext>
            </a:extLst>
          </p:cNvPr>
          <p:cNvSpPr/>
          <p:nvPr/>
        </p:nvSpPr>
        <p:spPr>
          <a:xfrm>
            <a:off x="10548688" y="2464086"/>
            <a:ext cx="59734" cy="59734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694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1103"/>
                  <a:pt x="316" y="1418"/>
                  <a:pt x="694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6"/>
                  <a:pt x="1103" y="1"/>
                  <a:pt x="69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04" name="Google Shape;5921;p58">
            <a:extLst>
              <a:ext uri="{FF2B5EF4-FFF2-40B4-BE49-F238E27FC236}">
                <a16:creationId xmlns:a16="http://schemas.microsoft.com/office/drawing/2014/main" id="{D2EA9C5A-419B-1565-72EF-35C2AB6631D5}"/>
              </a:ext>
            </a:extLst>
          </p:cNvPr>
          <p:cNvSpPr/>
          <p:nvPr/>
        </p:nvSpPr>
        <p:spPr>
          <a:xfrm>
            <a:off x="10523514" y="2552950"/>
            <a:ext cx="112774" cy="57082"/>
          </a:xfrm>
          <a:custGeom>
            <a:avLst/>
            <a:gdLst/>
            <a:ahLst/>
            <a:cxnLst/>
            <a:rect l="l" t="t" r="r" b="b"/>
            <a:pathLst>
              <a:path w="2679" h="1356" extrusionOk="0">
                <a:moveTo>
                  <a:pt x="1323" y="1"/>
                </a:moveTo>
                <a:cubicBezTo>
                  <a:pt x="693" y="1"/>
                  <a:pt x="189" y="379"/>
                  <a:pt x="0" y="977"/>
                </a:cubicBezTo>
                <a:cubicBezTo>
                  <a:pt x="378" y="1198"/>
                  <a:pt x="819" y="1355"/>
                  <a:pt x="1323" y="1355"/>
                </a:cubicBezTo>
                <a:cubicBezTo>
                  <a:pt x="1796" y="1355"/>
                  <a:pt x="2269" y="1198"/>
                  <a:pt x="2678" y="977"/>
                </a:cubicBezTo>
                <a:cubicBezTo>
                  <a:pt x="2489" y="410"/>
                  <a:pt x="1922" y="1"/>
                  <a:pt x="132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05" name="Google Shape;5922;p58">
            <a:extLst>
              <a:ext uri="{FF2B5EF4-FFF2-40B4-BE49-F238E27FC236}">
                <a16:creationId xmlns:a16="http://schemas.microsoft.com/office/drawing/2014/main" id="{D38A3E18-DD9B-FB91-1D17-265E49507C06}"/>
              </a:ext>
            </a:extLst>
          </p:cNvPr>
          <p:cNvSpPr/>
          <p:nvPr/>
        </p:nvSpPr>
        <p:spPr>
          <a:xfrm>
            <a:off x="10475736" y="2407088"/>
            <a:ext cx="205637" cy="165815"/>
          </a:xfrm>
          <a:custGeom>
            <a:avLst/>
            <a:gdLst/>
            <a:ahLst/>
            <a:cxnLst/>
            <a:rect l="l" t="t" r="r" b="b"/>
            <a:pathLst>
              <a:path w="4885" h="3939" extrusionOk="0">
                <a:moveTo>
                  <a:pt x="2458" y="0"/>
                </a:moveTo>
                <a:cubicBezTo>
                  <a:pt x="1198" y="0"/>
                  <a:pt x="222" y="977"/>
                  <a:pt x="64" y="2079"/>
                </a:cubicBezTo>
                <a:cubicBezTo>
                  <a:pt x="1" y="2741"/>
                  <a:pt x="159" y="3371"/>
                  <a:pt x="600" y="3938"/>
                </a:cubicBezTo>
                <a:cubicBezTo>
                  <a:pt x="820" y="3529"/>
                  <a:pt x="1135" y="3214"/>
                  <a:pt x="1482" y="3025"/>
                </a:cubicBezTo>
                <a:cubicBezTo>
                  <a:pt x="1230" y="2772"/>
                  <a:pt x="1072" y="2426"/>
                  <a:pt x="1072" y="2079"/>
                </a:cubicBezTo>
                <a:cubicBezTo>
                  <a:pt x="1072" y="1323"/>
                  <a:pt x="1734" y="693"/>
                  <a:pt x="2458" y="693"/>
                </a:cubicBezTo>
                <a:cubicBezTo>
                  <a:pt x="3214" y="693"/>
                  <a:pt x="3845" y="1323"/>
                  <a:pt x="3845" y="2079"/>
                </a:cubicBezTo>
                <a:cubicBezTo>
                  <a:pt x="3845" y="2426"/>
                  <a:pt x="3687" y="2772"/>
                  <a:pt x="3435" y="3025"/>
                </a:cubicBezTo>
                <a:cubicBezTo>
                  <a:pt x="3845" y="3214"/>
                  <a:pt x="4128" y="3529"/>
                  <a:pt x="4317" y="3938"/>
                </a:cubicBezTo>
                <a:cubicBezTo>
                  <a:pt x="4695" y="3466"/>
                  <a:pt x="4853" y="2930"/>
                  <a:pt x="4853" y="2394"/>
                </a:cubicBezTo>
                <a:cubicBezTo>
                  <a:pt x="4884" y="1103"/>
                  <a:pt x="3813" y="0"/>
                  <a:pt x="24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06" name="Google Shape;5923;p58">
            <a:extLst>
              <a:ext uri="{FF2B5EF4-FFF2-40B4-BE49-F238E27FC236}">
                <a16:creationId xmlns:a16="http://schemas.microsoft.com/office/drawing/2014/main" id="{72DB5537-1F60-CD1C-2332-9D218F683EC8}"/>
              </a:ext>
            </a:extLst>
          </p:cNvPr>
          <p:cNvSpPr/>
          <p:nvPr/>
        </p:nvSpPr>
        <p:spPr>
          <a:xfrm>
            <a:off x="10384262" y="2320624"/>
            <a:ext cx="385975" cy="435269"/>
          </a:xfrm>
          <a:custGeom>
            <a:avLst/>
            <a:gdLst/>
            <a:ahLst/>
            <a:cxnLst/>
            <a:rect l="l" t="t" r="r" b="b"/>
            <a:pathLst>
              <a:path w="9169" h="10340" extrusionOk="0">
                <a:moveTo>
                  <a:pt x="4679" y="1327"/>
                </a:moveTo>
                <a:cubicBezTo>
                  <a:pt x="6369" y="1327"/>
                  <a:pt x="7750" y="2741"/>
                  <a:pt x="7750" y="4448"/>
                </a:cubicBezTo>
                <a:cubicBezTo>
                  <a:pt x="7750" y="6244"/>
                  <a:pt x="6301" y="7599"/>
                  <a:pt x="4631" y="7599"/>
                </a:cubicBezTo>
                <a:cubicBezTo>
                  <a:pt x="2836" y="7599"/>
                  <a:pt x="1292" y="5961"/>
                  <a:pt x="1575" y="4039"/>
                </a:cubicBezTo>
                <a:cubicBezTo>
                  <a:pt x="1764" y="2716"/>
                  <a:pt x="2867" y="1550"/>
                  <a:pt x="4222" y="1361"/>
                </a:cubicBezTo>
                <a:cubicBezTo>
                  <a:pt x="4376" y="1338"/>
                  <a:pt x="4529" y="1327"/>
                  <a:pt x="4679" y="1327"/>
                </a:cubicBezTo>
                <a:close/>
                <a:moveTo>
                  <a:pt x="4597" y="0"/>
                </a:moveTo>
                <a:cubicBezTo>
                  <a:pt x="4401" y="0"/>
                  <a:pt x="4202" y="13"/>
                  <a:pt x="4001" y="38"/>
                </a:cubicBezTo>
                <a:cubicBezTo>
                  <a:pt x="1985" y="290"/>
                  <a:pt x="378" y="1928"/>
                  <a:pt x="158" y="3913"/>
                </a:cubicBezTo>
                <a:cubicBezTo>
                  <a:pt x="0" y="5110"/>
                  <a:pt x="315" y="6244"/>
                  <a:pt x="1008" y="7189"/>
                </a:cubicBezTo>
                <a:cubicBezTo>
                  <a:pt x="1197" y="7473"/>
                  <a:pt x="1449" y="7756"/>
                  <a:pt x="1670" y="7945"/>
                </a:cubicBezTo>
                <a:lnTo>
                  <a:pt x="4411" y="10277"/>
                </a:lnTo>
                <a:cubicBezTo>
                  <a:pt x="4474" y="10308"/>
                  <a:pt x="4568" y="10340"/>
                  <a:pt x="4631" y="10340"/>
                </a:cubicBezTo>
                <a:cubicBezTo>
                  <a:pt x="4726" y="10340"/>
                  <a:pt x="4789" y="10308"/>
                  <a:pt x="4883" y="10277"/>
                </a:cubicBezTo>
                <a:lnTo>
                  <a:pt x="7593" y="7945"/>
                </a:lnTo>
                <a:cubicBezTo>
                  <a:pt x="7845" y="7756"/>
                  <a:pt x="8065" y="7473"/>
                  <a:pt x="8254" y="7189"/>
                </a:cubicBezTo>
                <a:cubicBezTo>
                  <a:pt x="8853" y="6402"/>
                  <a:pt x="9168" y="5457"/>
                  <a:pt x="9168" y="4480"/>
                </a:cubicBezTo>
                <a:cubicBezTo>
                  <a:pt x="9139" y="1996"/>
                  <a:pt x="7104" y="0"/>
                  <a:pt x="459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07" name="Google Shape;5924;p58">
            <a:extLst>
              <a:ext uri="{FF2B5EF4-FFF2-40B4-BE49-F238E27FC236}">
                <a16:creationId xmlns:a16="http://schemas.microsoft.com/office/drawing/2014/main" id="{849BF3C0-8C27-6D0B-5E37-A150351CA0FD}"/>
              </a:ext>
            </a:extLst>
          </p:cNvPr>
          <p:cNvSpPr/>
          <p:nvPr/>
        </p:nvSpPr>
        <p:spPr>
          <a:xfrm>
            <a:off x="10359047" y="2672333"/>
            <a:ext cx="439015" cy="144851"/>
          </a:xfrm>
          <a:custGeom>
            <a:avLst/>
            <a:gdLst/>
            <a:ahLst/>
            <a:cxnLst/>
            <a:rect l="l" t="t" r="r" b="b"/>
            <a:pathLst>
              <a:path w="10429" h="3441" extrusionOk="0">
                <a:moveTo>
                  <a:pt x="1702" y="0"/>
                </a:moveTo>
                <a:cubicBezTo>
                  <a:pt x="1576" y="0"/>
                  <a:pt x="1513" y="63"/>
                  <a:pt x="1418" y="189"/>
                </a:cubicBezTo>
                <a:lnTo>
                  <a:pt x="32" y="2930"/>
                </a:lnTo>
                <a:cubicBezTo>
                  <a:pt x="1" y="3056"/>
                  <a:pt x="1" y="3213"/>
                  <a:pt x="32" y="3308"/>
                </a:cubicBezTo>
                <a:cubicBezTo>
                  <a:pt x="95" y="3371"/>
                  <a:pt x="190" y="3434"/>
                  <a:pt x="316" y="3434"/>
                </a:cubicBezTo>
                <a:lnTo>
                  <a:pt x="10019" y="3434"/>
                </a:lnTo>
                <a:cubicBezTo>
                  <a:pt x="10045" y="3438"/>
                  <a:pt x="10070" y="3440"/>
                  <a:pt x="10093" y="3440"/>
                </a:cubicBezTo>
                <a:cubicBezTo>
                  <a:pt x="10241" y="3440"/>
                  <a:pt x="10338" y="3362"/>
                  <a:pt x="10366" y="3308"/>
                </a:cubicBezTo>
                <a:cubicBezTo>
                  <a:pt x="10429" y="3182"/>
                  <a:pt x="10429" y="3056"/>
                  <a:pt x="10366" y="2930"/>
                </a:cubicBezTo>
                <a:lnTo>
                  <a:pt x="8979" y="189"/>
                </a:lnTo>
                <a:cubicBezTo>
                  <a:pt x="8948" y="63"/>
                  <a:pt x="8822" y="32"/>
                  <a:pt x="8696" y="0"/>
                </a:cubicBezTo>
                <a:lnTo>
                  <a:pt x="8601" y="95"/>
                </a:lnTo>
                <a:lnTo>
                  <a:pt x="5860" y="2426"/>
                </a:lnTo>
                <a:cubicBezTo>
                  <a:pt x="5671" y="2583"/>
                  <a:pt x="5451" y="2678"/>
                  <a:pt x="5199" y="2678"/>
                </a:cubicBezTo>
                <a:cubicBezTo>
                  <a:pt x="4978" y="2678"/>
                  <a:pt x="4726" y="2583"/>
                  <a:pt x="4537" y="2426"/>
                </a:cubicBezTo>
                <a:lnTo>
                  <a:pt x="1828" y="95"/>
                </a:lnTo>
                <a:lnTo>
                  <a:pt x="170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09" name="Google Shape;5926;p58">
            <a:extLst>
              <a:ext uri="{FF2B5EF4-FFF2-40B4-BE49-F238E27FC236}">
                <a16:creationId xmlns:a16="http://schemas.microsoft.com/office/drawing/2014/main" id="{6EDC464C-1241-0001-6005-0E8038F73C0A}"/>
              </a:ext>
            </a:extLst>
          </p:cNvPr>
          <p:cNvSpPr/>
          <p:nvPr/>
        </p:nvSpPr>
        <p:spPr>
          <a:xfrm>
            <a:off x="10479082" y="3043146"/>
            <a:ext cx="205594" cy="118078"/>
          </a:xfrm>
          <a:custGeom>
            <a:avLst/>
            <a:gdLst/>
            <a:ahLst/>
            <a:cxnLst/>
            <a:rect l="l" t="t" r="r" b="b"/>
            <a:pathLst>
              <a:path w="4884" h="2805" extrusionOk="0">
                <a:moveTo>
                  <a:pt x="1324" y="0"/>
                </a:moveTo>
                <a:cubicBezTo>
                  <a:pt x="631" y="0"/>
                  <a:pt x="127" y="725"/>
                  <a:pt x="347" y="1386"/>
                </a:cubicBezTo>
                <a:lnTo>
                  <a:pt x="599" y="2080"/>
                </a:lnTo>
                <a:lnTo>
                  <a:pt x="379" y="2080"/>
                </a:lnTo>
                <a:cubicBezTo>
                  <a:pt x="158" y="2080"/>
                  <a:pt x="0" y="2237"/>
                  <a:pt x="0" y="2458"/>
                </a:cubicBezTo>
                <a:cubicBezTo>
                  <a:pt x="0" y="2647"/>
                  <a:pt x="158" y="2804"/>
                  <a:pt x="347" y="2804"/>
                </a:cubicBezTo>
                <a:lnTo>
                  <a:pt x="4506" y="2804"/>
                </a:lnTo>
                <a:cubicBezTo>
                  <a:pt x="4726" y="2804"/>
                  <a:pt x="4884" y="2647"/>
                  <a:pt x="4884" y="2458"/>
                </a:cubicBezTo>
                <a:cubicBezTo>
                  <a:pt x="4884" y="2237"/>
                  <a:pt x="4726" y="2080"/>
                  <a:pt x="4506" y="2080"/>
                </a:cubicBezTo>
                <a:lnTo>
                  <a:pt x="4317" y="2080"/>
                </a:lnTo>
                <a:lnTo>
                  <a:pt x="4569" y="1386"/>
                </a:lnTo>
                <a:cubicBezTo>
                  <a:pt x="4789" y="725"/>
                  <a:pt x="4285" y="0"/>
                  <a:pt x="35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10" name="Google Shape;5927;p58">
            <a:extLst>
              <a:ext uri="{FF2B5EF4-FFF2-40B4-BE49-F238E27FC236}">
                <a16:creationId xmlns:a16="http://schemas.microsoft.com/office/drawing/2014/main" id="{C4380EA2-0DB4-64E0-2F9D-A66A30225F70}"/>
              </a:ext>
            </a:extLst>
          </p:cNvPr>
          <p:cNvSpPr/>
          <p:nvPr/>
        </p:nvSpPr>
        <p:spPr>
          <a:xfrm>
            <a:off x="10416740" y="3334911"/>
            <a:ext cx="323630" cy="119383"/>
          </a:xfrm>
          <a:custGeom>
            <a:avLst/>
            <a:gdLst/>
            <a:ahLst/>
            <a:cxnLst/>
            <a:rect l="l" t="t" r="r" b="b"/>
            <a:pathLst>
              <a:path w="7688" h="2836" extrusionOk="0">
                <a:moveTo>
                  <a:pt x="1418" y="0"/>
                </a:moveTo>
                <a:cubicBezTo>
                  <a:pt x="1040" y="0"/>
                  <a:pt x="725" y="315"/>
                  <a:pt x="725" y="725"/>
                </a:cubicBezTo>
                <a:lnTo>
                  <a:pt x="725" y="1418"/>
                </a:lnTo>
                <a:cubicBezTo>
                  <a:pt x="316" y="1418"/>
                  <a:pt x="1" y="1733"/>
                  <a:pt x="1" y="2143"/>
                </a:cubicBezTo>
                <a:lnTo>
                  <a:pt x="1" y="2489"/>
                </a:lnTo>
                <a:cubicBezTo>
                  <a:pt x="1" y="2678"/>
                  <a:pt x="158" y="2836"/>
                  <a:pt x="379" y="2836"/>
                </a:cubicBezTo>
                <a:lnTo>
                  <a:pt x="7310" y="2836"/>
                </a:lnTo>
                <a:cubicBezTo>
                  <a:pt x="7530" y="2804"/>
                  <a:pt x="7688" y="2678"/>
                  <a:pt x="7688" y="2489"/>
                </a:cubicBezTo>
                <a:lnTo>
                  <a:pt x="7688" y="2143"/>
                </a:lnTo>
                <a:cubicBezTo>
                  <a:pt x="7688" y="1733"/>
                  <a:pt x="7373" y="1418"/>
                  <a:pt x="6995" y="1418"/>
                </a:cubicBezTo>
                <a:lnTo>
                  <a:pt x="6995" y="725"/>
                </a:lnTo>
                <a:cubicBezTo>
                  <a:pt x="6995" y="315"/>
                  <a:pt x="6680" y="0"/>
                  <a:pt x="62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11" name="Google Shape;5928;p58">
            <a:extLst>
              <a:ext uri="{FF2B5EF4-FFF2-40B4-BE49-F238E27FC236}">
                <a16:creationId xmlns:a16="http://schemas.microsoft.com/office/drawing/2014/main" id="{CD1A55AA-D081-AF19-EF0D-895DABA19654}"/>
              </a:ext>
            </a:extLst>
          </p:cNvPr>
          <p:cNvSpPr/>
          <p:nvPr/>
        </p:nvSpPr>
        <p:spPr>
          <a:xfrm>
            <a:off x="10524168" y="2955586"/>
            <a:ext cx="115426" cy="59734"/>
          </a:xfrm>
          <a:custGeom>
            <a:avLst/>
            <a:gdLst/>
            <a:ahLst/>
            <a:cxnLst/>
            <a:rect l="l" t="t" r="r" b="b"/>
            <a:pathLst>
              <a:path w="2742" h="1419" extrusionOk="0">
                <a:moveTo>
                  <a:pt x="1355" y="1"/>
                </a:moveTo>
                <a:cubicBezTo>
                  <a:pt x="1166" y="1"/>
                  <a:pt x="1009" y="158"/>
                  <a:pt x="1009" y="348"/>
                </a:cubicBezTo>
                <a:lnTo>
                  <a:pt x="1009" y="726"/>
                </a:lnTo>
                <a:cubicBezTo>
                  <a:pt x="568" y="820"/>
                  <a:pt x="221" y="1072"/>
                  <a:pt x="1" y="1419"/>
                </a:cubicBezTo>
                <a:lnTo>
                  <a:pt x="2742" y="1419"/>
                </a:lnTo>
                <a:cubicBezTo>
                  <a:pt x="2521" y="1104"/>
                  <a:pt x="2111" y="852"/>
                  <a:pt x="1733" y="726"/>
                </a:cubicBezTo>
                <a:lnTo>
                  <a:pt x="1733" y="348"/>
                </a:lnTo>
                <a:cubicBezTo>
                  <a:pt x="1670" y="158"/>
                  <a:pt x="1513" y="1"/>
                  <a:pt x="13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12" name="Google Shape;5929;p58">
            <a:extLst>
              <a:ext uri="{FF2B5EF4-FFF2-40B4-BE49-F238E27FC236}">
                <a16:creationId xmlns:a16="http://schemas.microsoft.com/office/drawing/2014/main" id="{00A384D8-98E6-4525-6BE4-2A4BA2CE9BBE}"/>
              </a:ext>
            </a:extLst>
          </p:cNvPr>
          <p:cNvSpPr/>
          <p:nvPr/>
        </p:nvSpPr>
        <p:spPr>
          <a:xfrm>
            <a:off x="10480430" y="3189006"/>
            <a:ext cx="200290" cy="118078"/>
          </a:xfrm>
          <a:custGeom>
            <a:avLst/>
            <a:gdLst/>
            <a:ahLst/>
            <a:cxnLst/>
            <a:rect l="l" t="t" r="r" b="b"/>
            <a:pathLst>
              <a:path w="4758" h="2805" extrusionOk="0">
                <a:moveTo>
                  <a:pt x="473" y="1"/>
                </a:moveTo>
                <a:lnTo>
                  <a:pt x="0" y="2805"/>
                </a:lnTo>
                <a:lnTo>
                  <a:pt x="4757" y="2805"/>
                </a:lnTo>
                <a:lnTo>
                  <a:pt x="428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14" name="Google Shape;5931;p58">
            <a:extLst>
              <a:ext uri="{FF2B5EF4-FFF2-40B4-BE49-F238E27FC236}">
                <a16:creationId xmlns:a16="http://schemas.microsoft.com/office/drawing/2014/main" id="{E6127F1D-5566-562C-5B97-C9D7512660FA}"/>
              </a:ext>
            </a:extLst>
          </p:cNvPr>
          <p:cNvSpPr/>
          <p:nvPr/>
        </p:nvSpPr>
        <p:spPr>
          <a:xfrm>
            <a:off x="8570266" y="3881448"/>
            <a:ext cx="59734" cy="59734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6" y="1"/>
                  <a:pt x="1" y="316"/>
                  <a:pt x="1" y="694"/>
                </a:cubicBezTo>
                <a:cubicBezTo>
                  <a:pt x="64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15" name="Google Shape;5932;p58">
            <a:extLst>
              <a:ext uri="{FF2B5EF4-FFF2-40B4-BE49-F238E27FC236}">
                <a16:creationId xmlns:a16="http://schemas.microsoft.com/office/drawing/2014/main" id="{1BC68003-7A26-3C23-DFAA-27294CA6CAB0}"/>
              </a:ext>
            </a:extLst>
          </p:cNvPr>
          <p:cNvSpPr/>
          <p:nvPr/>
        </p:nvSpPr>
        <p:spPr>
          <a:xfrm>
            <a:off x="8542400" y="3970312"/>
            <a:ext cx="116773" cy="58387"/>
          </a:xfrm>
          <a:custGeom>
            <a:avLst/>
            <a:gdLst/>
            <a:ahLst/>
            <a:cxnLst/>
            <a:rect l="l" t="t" r="r" b="b"/>
            <a:pathLst>
              <a:path w="2774" h="1387" extrusionOk="0">
                <a:moveTo>
                  <a:pt x="1387" y="0"/>
                </a:moveTo>
                <a:cubicBezTo>
                  <a:pt x="631" y="0"/>
                  <a:pt x="1" y="630"/>
                  <a:pt x="1" y="1387"/>
                </a:cubicBezTo>
                <a:lnTo>
                  <a:pt x="2773" y="1387"/>
                </a:lnTo>
                <a:cubicBezTo>
                  <a:pt x="2773" y="630"/>
                  <a:pt x="2175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16" name="Google Shape;5933;p58">
            <a:extLst>
              <a:ext uri="{FF2B5EF4-FFF2-40B4-BE49-F238E27FC236}">
                <a16:creationId xmlns:a16="http://schemas.microsoft.com/office/drawing/2014/main" id="{DE803C56-9DC6-867B-7C70-9857CC1BE3A5}"/>
              </a:ext>
            </a:extLst>
          </p:cNvPr>
          <p:cNvSpPr/>
          <p:nvPr/>
        </p:nvSpPr>
        <p:spPr>
          <a:xfrm>
            <a:off x="8456230" y="3795236"/>
            <a:ext cx="497359" cy="319674"/>
          </a:xfrm>
          <a:custGeom>
            <a:avLst/>
            <a:gdLst/>
            <a:ahLst/>
            <a:cxnLst/>
            <a:rect l="l" t="t" r="r" b="b"/>
            <a:pathLst>
              <a:path w="11815" h="7594" extrusionOk="0">
                <a:moveTo>
                  <a:pt x="10050" y="2080"/>
                </a:moveTo>
                <a:cubicBezTo>
                  <a:pt x="10239" y="2080"/>
                  <a:pt x="10397" y="2238"/>
                  <a:pt x="10397" y="2427"/>
                </a:cubicBezTo>
                <a:cubicBezTo>
                  <a:pt x="10397" y="2616"/>
                  <a:pt x="10239" y="2773"/>
                  <a:pt x="10050" y="2773"/>
                </a:cubicBezTo>
                <a:lnTo>
                  <a:pt x="6553" y="2773"/>
                </a:lnTo>
                <a:cubicBezTo>
                  <a:pt x="6333" y="2773"/>
                  <a:pt x="6175" y="2616"/>
                  <a:pt x="6175" y="2427"/>
                </a:cubicBezTo>
                <a:cubicBezTo>
                  <a:pt x="6175" y="2238"/>
                  <a:pt x="6333" y="2080"/>
                  <a:pt x="6553" y="2080"/>
                </a:cubicBezTo>
                <a:close/>
                <a:moveTo>
                  <a:pt x="10050" y="3466"/>
                </a:moveTo>
                <a:cubicBezTo>
                  <a:pt x="10239" y="3466"/>
                  <a:pt x="10397" y="3624"/>
                  <a:pt x="10397" y="3813"/>
                </a:cubicBezTo>
                <a:cubicBezTo>
                  <a:pt x="10397" y="4002"/>
                  <a:pt x="10239" y="4159"/>
                  <a:pt x="10050" y="4159"/>
                </a:cubicBezTo>
                <a:lnTo>
                  <a:pt x="6553" y="4159"/>
                </a:lnTo>
                <a:cubicBezTo>
                  <a:pt x="6333" y="4159"/>
                  <a:pt x="6175" y="4002"/>
                  <a:pt x="6175" y="3813"/>
                </a:cubicBezTo>
                <a:cubicBezTo>
                  <a:pt x="6175" y="3624"/>
                  <a:pt x="6333" y="3466"/>
                  <a:pt x="6553" y="3466"/>
                </a:cubicBezTo>
                <a:close/>
                <a:moveTo>
                  <a:pt x="10050" y="4821"/>
                </a:moveTo>
                <a:cubicBezTo>
                  <a:pt x="10239" y="4821"/>
                  <a:pt x="10397" y="4978"/>
                  <a:pt x="10397" y="5199"/>
                </a:cubicBezTo>
                <a:cubicBezTo>
                  <a:pt x="10397" y="5388"/>
                  <a:pt x="10239" y="5546"/>
                  <a:pt x="10050" y="5546"/>
                </a:cubicBezTo>
                <a:lnTo>
                  <a:pt x="6553" y="5546"/>
                </a:lnTo>
                <a:cubicBezTo>
                  <a:pt x="6333" y="5546"/>
                  <a:pt x="6175" y="5388"/>
                  <a:pt x="6175" y="5199"/>
                </a:cubicBezTo>
                <a:cubicBezTo>
                  <a:pt x="6175" y="4978"/>
                  <a:pt x="6333" y="4821"/>
                  <a:pt x="6553" y="4821"/>
                </a:cubicBezTo>
                <a:close/>
                <a:moveTo>
                  <a:pt x="3403" y="1418"/>
                </a:moveTo>
                <a:cubicBezTo>
                  <a:pt x="4127" y="1418"/>
                  <a:pt x="4757" y="2049"/>
                  <a:pt x="4757" y="2773"/>
                </a:cubicBezTo>
                <a:cubicBezTo>
                  <a:pt x="4757" y="3151"/>
                  <a:pt x="4600" y="3498"/>
                  <a:pt x="4379" y="3718"/>
                </a:cubicBezTo>
                <a:cubicBezTo>
                  <a:pt x="5009" y="4065"/>
                  <a:pt x="5451" y="4758"/>
                  <a:pt x="5451" y="5546"/>
                </a:cubicBezTo>
                <a:lnTo>
                  <a:pt x="5451" y="5892"/>
                </a:lnTo>
                <a:lnTo>
                  <a:pt x="5514" y="5892"/>
                </a:lnTo>
                <a:cubicBezTo>
                  <a:pt x="5514" y="6081"/>
                  <a:pt x="5356" y="6239"/>
                  <a:pt x="5167" y="6239"/>
                </a:cubicBezTo>
                <a:lnTo>
                  <a:pt x="1701" y="6239"/>
                </a:lnTo>
                <a:cubicBezTo>
                  <a:pt x="1512" y="6239"/>
                  <a:pt x="1355" y="6081"/>
                  <a:pt x="1355" y="5892"/>
                </a:cubicBezTo>
                <a:lnTo>
                  <a:pt x="1355" y="5546"/>
                </a:lnTo>
                <a:cubicBezTo>
                  <a:pt x="1355" y="4758"/>
                  <a:pt x="1764" y="4096"/>
                  <a:pt x="2395" y="3718"/>
                </a:cubicBezTo>
                <a:cubicBezTo>
                  <a:pt x="2174" y="3498"/>
                  <a:pt x="2016" y="3151"/>
                  <a:pt x="2016" y="2773"/>
                </a:cubicBezTo>
                <a:cubicBezTo>
                  <a:pt x="2016" y="2049"/>
                  <a:pt x="2647" y="1418"/>
                  <a:pt x="3403" y="1418"/>
                </a:cubicBezTo>
                <a:close/>
                <a:moveTo>
                  <a:pt x="1040" y="1"/>
                </a:moveTo>
                <a:cubicBezTo>
                  <a:pt x="441" y="1"/>
                  <a:pt x="0" y="473"/>
                  <a:pt x="0" y="1009"/>
                </a:cubicBezTo>
                <a:lnTo>
                  <a:pt x="0" y="6554"/>
                </a:lnTo>
                <a:cubicBezTo>
                  <a:pt x="0" y="7152"/>
                  <a:pt x="473" y="7593"/>
                  <a:pt x="1040" y="7593"/>
                </a:cubicBezTo>
                <a:lnTo>
                  <a:pt x="10806" y="7593"/>
                </a:lnTo>
                <a:cubicBezTo>
                  <a:pt x="11373" y="7593"/>
                  <a:pt x="11815" y="7121"/>
                  <a:pt x="11815" y="6554"/>
                </a:cubicBezTo>
                <a:lnTo>
                  <a:pt x="11815" y="1009"/>
                </a:lnTo>
                <a:cubicBezTo>
                  <a:pt x="11783" y="473"/>
                  <a:pt x="11310" y="1"/>
                  <a:pt x="10743" y="1"/>
                </a:cubicBezTo>
                <a:lnTo>
                  <a:pt x="7593" y="1"/>
                </a:lnTo>
                <a:lnTo>
                  <a:pt x="7593" y="347"/>
                </a:lnTo>
                <a:cubicBezTo>
                  <a:pt x="7593" y="946"/>
                  <a:pt x="7120" y="1355"/>
                  <a:pt x="6585" y="1355"/>
                </a:cubicBezTo>
                <a:lnTo>
                  <a:pt x="5198" y="1355"/>
                </a:lnTo>
                <a:cubicBezTo>
                  <a:pt x="4600" y="1355"/>
                  <a:pt x="4190" y="883"/>
                  <a:pt x="4190" y="347"/>
                </a:cubicBezTo>
                <a:lnTo>
                  <a:pt x="419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17" name="Google Shape;5934;p58">
            <a:extLst>
              <a:ext uri="{FF2B5EF4-FFF2-40B4-BE49-F238E27FC236}">
                <a16:creationId xmlns:a16="http://schemas.microsoft.com/office/drawing/2014/main" id="{A907A0ED-5272-AA46-F232-D18D6E1F639B}"/>
              </a:ext>
            </a:extLst>
          </p:cNvPr>
          <p:cNvSpPr/>
          <p:nvPr/>
        </p:nvSpPr>
        <p:spPr>
          <a:xfrm>
            <a:off x="8600786" y="3706372"/>
            <a:ext cx="205595" cy="118078"/>
          </a:xfrm>
          <a:custGeom>
            <a:avLst/>
            <a:gdLst/>
            <a:ahLst/>
            <a:cxnLst/>
            <a:rect l="l" t="t" r="r" b="b"/>
            <a:pathLst>
              <a:path w="4884" h="2805" extrusionOk="0">
                <a:moveTo>
                  <a:pt x="693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1104"/>
                  <a:pt x="315" y="1419"/>
                  <a:pt x="693" y="1419"/>
                </a:cubicBezTo>
                <a:lnTo>
                  <a:pt x="1418" y="1419"/>
                </a:lnTo>
                <a:lnTo>
                  <a:pt x="1418" y="2458"/>
                </a:lnTo>
                <a:cubicBezTo>
                  <a:pt x="1386" y="2647"/>
                  <a:pt x="1544" y="2805"/>
                  <a:pt x="1733" y="2805"/>
                </a:cubicBezTo>
                <a:lnTo>
                  <a:pt x="3119" y="2805"/>
                </a:lnTo>
                <a:cubicBezTo>
                  <a:pt x="3308" y="2805"/>
                  <a:pt x="3466" y="2647"/>
                  <a:pt x="3466" y="2458"/>
                </a:cubicBezTo>
                <a:lnTo>
                  <a:pt x="3466" y="1419"/>
                </a:lnTo>
                <a:lnTo>
                  <a:pt x="4159" y="1419"/>
                </a:lnTo>
                <a:cubicBezTo>
                  <a:pt x="4568" y="1419"/>
                  <a:pt x="4883" y="1104"/>
                  <a:pt x="4883" y="725"/>
                </a:cubicBezTo>
                <a:cubicBezTo>
                  <a:pt x="4883" y="316"/>
                  <a:pt x="4568" y="1"/>
                  <a:pt x="415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18" name="Google Shape;5935;p58">
            <a:extLst>
              <a:ext uri="{FF2B5EF4-FFF2-40B4-BE49-F238E27FC236}">
                <a16:creationId xmlns:a16="http://schemas.microsoft.com/office/drawing/2014/main" id="{C77E59B4-5742-2360-D4E6-0A1F3F058842}"/>
              </a:ext>
            </a:extLst>
          </p:cNvPr>
          <p:cNvSpPr/>
          <p:nvPr/>
        </p:nvSpPr>
        <p:spPr>
          <a:xfrm>
            <a:off x="8629958" y="3618856"/>
            <a:ext cx="145903" cy="59734"/>
          </a:xfrm>
          <a:custGeom>
            <a:avLst/>
            <a:gdLst/>
            <a:ahLst/>
            <a:cxnLst/>
            <a:rect l="l" t="t" r="r" b="b"/>
            <a:pathLst>
              <a:path w="3466" h="1419" extrusionOk="0">
                <a:moveTo>
                  <a:pt x="378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418"/>
                </a:lnTo>
                <a:lnTo>
                  <a:pt x="3466" y="1418"/>
                </a:lnTo>
                <a:lnTo>
                  <a:pt x="3466" y="347"/>
                </a:lnTo>
                <a:cubicBezTo>
                  <a:pt x="3466" y="158"/>
                  <a:pt x="3308" y="1"/>
                  <a:pt x="31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0" name="Google Shape;5937;p58">
            <a:extLst>
              <a:ext uri="{FF2B5EF4-FFF2-40B4-BE49-F238E27FC236}">
                <a16:creationId xmlns:a16="http://schemas.microsoft.com/office/drawing/2014/main" id="{35F39FF6-3C58-6135-A593-CA36A7589DA3}"/>
              </a:ext>
            </a:extLst>
          </p:cNvPr>
          <p:cNvSpPr/>
          <p:nvPr/>
        </p:nvSpPr>
        <p:spPr>
          <a:xfrm>
            <a:off x="8542420" y="4402253"/>
            <a:ext cx="29214" cy="145945"/>
          </a:xfrm>
          <a:custGeom>
            <a:avLst/>
            <a:gdLst/>
            <a:ahLst/>
            <a:cxnLst/>
            <a:rect l="l" t="t" r="r" b="b"/>
            <a:pathLst>
              <a:path w="694" h="3467" extrusionOk="0">
                <a:moveTo>
                  <a:pt x="0" y="1"/>
                </a:moveTo>
                <a:lnTo>
                  <a:pt x="0" y="3466"/>
                </a:lnTo>
                <a:lnTo>
                  <a:pt x="694" y="3466"/>
                </a:lnTo>
                <a:lnTo>
                  <a:pt x="69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1" name="Google Shape;5938;p58">
            <a:extLst>
              <a:ext uri="{FF2B5EF4-FFF2-40B4-BE49-F238E27FC236}">
                <a16:creationId xmlns:a16="http://schemas.microsoft.com/office/drawing/2014/main" id="{981B0BB0-8883-7D9C-6EBF-299B6FF10CED}"/>
              </a:ext>
            </a:extLst>
          </p:cNvPr>
          <p:cNvSpPr/>
          <p:nvPr/>
        </p:nvSpPr>
        <p:spPr>
          <a:xfrm>
            <a:off x="8836837" y="4402253"/>
            <a:ext cx="30561" cy="145945"/>
          </a:xfrm>
          <a:custGeom>
            <a:avLst/>
            <a:gdLst/>
            <a:ahLst/>
            <a:cxnLst/>
            <a:rect l="l" t="t" r="r" b="b"/>
            <a:pathLst>
              <a:path w="726" h="3467" extrusionOk="0">
                <a:moveTo>
                  <a:pt x="1" y="1"/>
                </a:moveTo>
                <a:lnTo>
                  <a:pt x="1" y="3466"/>
                </a:lnTo>
                <a:lnTo>
                  <a:pt x="725" y="3466"/>
                </a:lnTo>
                <a:lnTo>
                  <a:pt x="725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2" name="Google Shape;5939;p58">
            <a:extLst>
              <a:ext uri="{FF2B5EF4-FFF2-40B4-BE49-F238E27FC236}">
                <a16:creationId xmlns:a16="http://schemas.microsoft.com/office/drawing/2014/main" id="{895EBE7A-005F-CD2C-7246-237F12733948}"/>
              </a:ext>
            </a:extLst>
          </p:cNvPr>
          <p:cNvSpPr/>
          <p:nvPr/>
        </p:nvSpPr>
        <p:spPr>
          <a:xfrm>
            <a:off x="8542420" y="4577328"/>
            <a:ext cx="29214" cy="175118"/>
          </a:xfrm>
          <a:custGeom>
            <a:avLst/>
            <a:gdLst/>
            <a:ahLst/>
            <a:cxnLst/>
            <a:rect l="l" t="t" r="r" b="b"/>
            <a:pathLst>
              <a:path w="694" h="4160" extrusionOk="0">
                <a:moveTo>
                  <a:pt x="0" y="0"/>
                </a:moveTo>
                <a:lnTo>
                  <a:pt x="0" y="4159"/>
                </a:lnTo>
                <a:lnTo>
                  <a:pt x="694" y="4159"/>
                </a:lnTo>
                <a:lnTo>
                  <a:pt x="6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3" name="Google Shape;5940;p58">
            <a:extLst>
              <a:ext uri="{FF2B5EF4-FFF2-40B4-BE49-F238E27FC236}">
                <a16:creationId xmlns:a16="http://schemas.microsoft.com/office/drawing/2014/main" id="{5E0D653B-3C57-EA05-EFC6-4D9BECFF4DDB}"/>
              </a:ext>
            </a:extLst>
          </p:cNvPr>
          <p:cNvSpPr/>
          <p:nvPr/>
        </p:nvSpPr>
        <p:spPr>
          <a:xfrm>
            <a:off x="8836837" y="4577328"/>
            <a:ext cx="30561" cy="175118"/>
          </a:xfrm>
          <a:custGeom>
            <a:avLst/>
            <a:gdLst/>
            <a:ahLst/>
            <a:cxnLst/>
            <a:rect l="l" t="t" r="r" b="b"/>
            <a:pathLst>
              <a:path w="726" h="4160" extrusionOk="0">
                <a:moveTo>
                  <a:pt x="1" y="0"/>
                </a:moveTo>
                <a:lnTo>
                  <a:pt x="1" y="4159"/>
                </a:lnTo>
                <a:lnTo>
                  <a:pt x="725" y="4159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4" name="Google Shape;5941;p58">
            <a:extLst>
              <a:ext uri="{FF2B5EF4-FFF2-40B4-BE49-F238E27FC236}">
                <a16:creationId xmlns:a16="http://schemas.microsoft.com/office/drawing/2014/main" id="{9959FBEC-777B-51C7-D526-25BF5F295760}"/>
              </a:ext>
            </a:extLst>
          </p:cNvPr>
          <p:cNvSpPr/>
          <p:nvPr/>
        </p:nvSpPr>
        <p:spPr>
          <a:xfrm>
            <a:off x="8456208" y="4402253"/>
            <a:ext cx="58387" cy="145945"/>
          </a:xfrm>
          <a:custGeom>
            <a:avLst/>
            <a:gdLst/>
            <a:ahLst/>
            <a:cxnLst/>
            <a:rect l="l" t="t" r="r" b="b"/>
            <a:pathLst>
              <a:path w="1387" h="3467" extrusionOk="0">
                <a:moveTo>
                  <a:pt x="1009" y="1"/>
                </a:moveTo>
                <a:cubicBezTo>
                  <a:pt x="442" y="1"/>
                  <a:pt x="1" y="442"/>
                  <a:pt x="1" y="1009"/>
                </a:cubicBezTo>
                <a:lnTo>
                  <a:pt x="1" y="2049"/>
                </a:lnTo>
                <a:cubicBezTo>
                  <a:pt x="1" y="2427"/>
                  <a:pt x="158" y="2773"/>
                  <a:pt x="442" y="3025"/>
                </a:cubicBezTo>
                <a:cubicBezTo>
                  <a:pt x="662" y="3340"/>
                  <a:pt x="1009" y="3466"/>
                  <a:pt x="1387" y="3466"/>
                </a:cubicBezTo>
                <a:lnTo>
                  <a:pt x="138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5" name="Google Shape;5942;p58">
            <a:extLst>
              <a:ext uri="{FF2B5EF4-FFF2-40B4-BE49-F238E27FC236}">
                <a16:creationId xmlns:a16="http://schemas.microsoft.com/office/drawing/2014/main" id="{37A5C593-B8E1-C205-58A0-140D7B134BA5}"/>
              </a:ext>
            </a:extLst>
          </p:cNvPr>
          <p:cNvSpPr/>
          <p:nvPr/>
        </p:nvSpPr>
        <p:spPr>
          <a:xfrm>
            <a:off x="8602111" y="4402253"/>
            <a:ext cx="205595" cy="145945"/>
          </a:xfrm>
          <a:custGeom>
            <a:avLst/>
            <a:gdLst/>
            <a:ahLst/>
            <a:cxnLst/>
            <a:rect l="l" t="t" r="r" b="b"/>
            <a:pathLst>
              <a:path w="4884" h="3467" extrusionOk="0">
                <a:moveTo>
                  <a:pt x="0" y="1"/>
                </a:moveTo>
                <a:lnTo>
                  <a:pt x="0" y="3466"/>
                </a:lnTo>
                <a:lnTo>
                  <a:pt x="4883" y="3466"/>
                </a:lnTo>
                <a:lnTo>
                  <a:pt x="488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6" name="Google Shape;5943;p58">
            <a:extLst>
              <a:ext uri="{FF2B5EF4-FFF2-40B4-BE49-F238E27FC236}">
                <a16:creationId xmlns:a16="http://schemas.microsoft.com/office/drawing/2014/main" id="{273B5D8C-E25D-DB8C-7D78-E77AC93C89F3}"/>
              </a:ext>
            </a:extLst>
          </p:cNvPr>
          <p:cNvSpPr/>
          <p:nvPr/>
        </p:nvSpPr>
        <p:spPr>
          <a:xfrm>
            <a:off x="8895181" y="4556112"/>
            <a:ext cx="58429" cy="197639"/>
          </a:xfrm>
          <a:custGeom>
            <a:avLst/>
            <a:gdLst/>
            <a:ahLst/>
            <a:cxnLst/>
            <a:rect l="l" t="t" r="r" b="b"/>
            <a:pathLst>
              <a:path w="1388" h="4695" extrusionOk="0">
                <a:moveTo>
                  <a:pt x="1387" y="0"/>
                </a:moveTo>
                <a:cubicBezTo>
                  <a:pt x="977" y="315"/>
                  <a:pt x="505" y="504"/>
                  <a:pt x="1" y="504"/>
                </a:cubicBezTo>
                <a:lnTo>
                  <a:pt x="1" y="4695"/>
                </a:lnTo>
                <a:lnTo>
                  <a:pt x="347" y="4695"/>
                </a:lnTo>
                <a:cubicBezTo>
                  <a:pt x="946" y="4695"/>
                  <a:pt x="1387" y="4222"/>
                  <a:pt x="1387" y="3655"/>
                </a:cubicBezTo>
                <a:lnTo>
                  <a:pt x="138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7" name="Google Shape;5944;p58">
            <a:extLst>
              <a:ext uri="{FF2B5EF4-FFF2-40B4-BE49-F238E27FC236}">
                <a16:creationId xmlns:a16="http://schemas.microsoft.com/office/drawing/2014/main" id="{A6AFE19C-6C12-CB86-427D-0AA192E6A54A}"/>
              </a:ext>
            </a:extLst>
          </p:cNvPr>
          <p:cNvSpPr/>
          <p:nvPr/>
        </p:nvSpPr>
        <p:spPr>
          <a:xfrm>
            <a:off x="8456208" y="4556112"/>
            <a:ext cx="58387" cy="196334"/>
          </a:xfrm>
          <a:custGeom>
            <a:avLst/>
            <a:gdLst/>
            <a:ahLst/>
            <a:cxnLst/>
            <a:rect l="l" t="t" r="r" b="b"/>
            <a:pathLst>
              <a:path w="1387" h="4664" extrusionOk="0">
                <a:moveTo>
                  <a:pt x="1" y="0"/>
                </a:moveTo>
                <a:lnTo>
                  <a:pt x="1" y="3655"/>
                </a:lnTo>
                <a:cubicBezTo>
                  <a:pt x="1" y="4222"/>
                  <a:pt x="442" y="4663"/>
                  <a:pt x="1009" y="4663"/>
                </a:cubicBezTo>
                <a:lnTo>
                  <a:pt x="1387" y="4663"/>
                </a:lnTo>
                <a:lnTo>
                  <a:pt x="1387" y="504"/>
                </a:lnTo>
                <a:cubicBezTo>
                  <a:pt x="851" y="504"/>
                  <a:pt x="379" y="315"/>
                  <a:pt x="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8" name="Google Shape;5945;p58">
            <a:extLst>
              <a:ext uri="{FF2B5EF4-FFF2-40B4-BE49-F238E27FC236}">
                <a16:creationId xmlns:a16="http://schemas.microsoft.com/office/drawing/2014/main" id="{FBB3D05B-59F6-2449-15D1-723961F13C47}"/>
              </a:ext>
            </a:extLst>
          </p:cNvPr>
          <p:cNvSpPr/>
          <p:nvPr/>
        </p:nvSpPr>
        <p:spPr>
          <a:xfrm>
            <a:off x="8689628" y="4577329"/>
            <a:ext cx="29214" cy="30561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1" y="0"/>
                </a:moveTo>
                <a:lnTo>
                  <a:pt x="1" y="347"/>
                </a:lnTo>
                <a:cubicBezTo>
                  <a:pt x="1" y="568"/>
                  <a:pt x="158" y="725"/>
                  <a:pt x="347" y="725"/>
                </a:cubicBezTo>
                <a:cubicBezTo>
                  <a:pt x="568" y="725"/>
                  <a:pt x="694" y="568"/>
                  <a:pt x="694" y="347"/>
                </a:cubicBezTo>
                <a:lnTo>
                  <a:pt x="6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29" name="Google Shape;5946;p58">
            <a:extLst>
              <a:ext uri="{FF2B5EF4-FFF2-40B4-BE49-F238E27FC236}">
                <a16:creationId xmlns:a16="http://schemas.microsoft.com/office/drawing/2014/main" id="{AE324C7E-EF2B-1182-EB07-F6A46410EB7D}"/>
              </a:ext>
            </a:extLst>
          </p:cNvPr>
          <p:cNvSpPr/>
          <p:nvPr/>
        </p:nvSpPr>
        <p:spPr>
          <a:xfrm>
            <a:off x="8895181" y="4402253"/>
            <a:ext cx="58429" cy="145945"/>
          </a:xfrm>
          <a:custGeom>
            <a:avLst/>
            <a:gdLst/>
            <a:ahLst/>
            <a:cxnLst/>
            <a:rect l="l" t="t" r="r" b="b"/>
            <a:pathLst>
              <a:path w="1388" h="3467" extrusionOk="0">
                <a:moveTo>
                  <a:pt x="1" y="1"/>
                </a:moveTo>
                <a:lnTo>
                  <a:pt x="1" y="3466"/>
                </a:lnTo>
                <a:cubicBezTo>
                  <a:pt x="347" y="3466"/>
                  <a:pt x="662" y="3340"/>
                  <a:pt x="946" y="3088"/>
                </a:cubicBezTo>
                <a:cubicBezTo>
                  <a:pt x="1229" y="2836"/>
                  <a:pt x="1387" y="2458"/>
                  <a:pt x="1387" y="2080"/>
                </a:cubicBezTo>
                <a:lnTo>
                  <a:pt x="1387" y="1040"/>
                </a:lnTo>
                <a:cubicBezTo>
                  <a:pt x="1387" y="442"/>
                  <a:pt x="914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30" name="Google Shape;5947;p58">
            <a:extLst>
              <a:ext uri="{FF2B5EF4-FFF2-40B4-BE49-F238E27FC236}">
                <a16:creationId xmlns:a16="http://schemas.microsoft.com/office/drawing/2014/main" id="{C540A0CD-5358-D4B4-BCA8-8B5BA909E01A}"/>
              </a:ext>
            </a:extLst>
          </p:cNvPr>
          <p:cNvSpPr/>
          <p:nvPr/>
        </p:nvSpPr>
        <p:spPr>
          <a:xfrm>
            <a:off x="8602111" y="4577328"/>
            <a:ext cx="205595" cy="175118"/>
          </a:xfrm>
          <a:custGeom>
            <a:avLst/>
            <a:gdLst/>
            <a:ahLst/>
            <a:cxnLst/>
            <a:rect l="l" t="t" r="r" b="b"/>
            <a:pathLst>
              <a:path w="4884" h="4160" extrusionOk="0">
                <a:moveTo>
                  <a:pt x="0" y="0"/>
                </a:moveTo>
                <a:lnTo>
                  <a:pt x="0" y="4159"/>
                </a:lnTo>
                <a:lnTo>
                  <a:pt x="4883" y="4159"/>
                </a:lnTo>
                <a:lnTo>
                  <a:pt x="4883" y="0"/>
                </a:lnTo>
                <a:lnTo>
                  <a:pt x="3466" y="0"/>
                </a:lnTo>
                <a:lnTo>
                  <a:pt x="3466" y="347"/>
                </a:lnTo>
                <a:cubicBezTo>
                  <a:pt x="3466" y="946"/>
                  <a:pt x="2993" y="1387"/>
                  <a:pt x="2426" y="1387"/>
                </a:cubicBezTo>
                <a:cubicBezTo>
                  <a:pt x="1827" y="1387"/>
                  <a:pt x="1418" y="914"/>
                  <a:pt x="1418" y="347"/>
                </a:cubicBezTo>
                <a:lnTo>
                  <a:pt x="141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31" name="Google Shape;5948;p58">
            <a:extLst>
              <a:ext uri="{FF2B5EF4-FFF2-40B4-BE49-F238E27FC236}">
                <a16:creationId xmlns:a16="http://schemas.microsoft.com/office/drawing/2014/main" id="{BA3314C7-DE35-0DE3-ADFC-F16399B23984}"/>
              </a:ext>
            </a:extLst>
          </p:cNvPr>
          <p:cNvSpPr/>
          <p:nvPr/>
        </p:nvSpPr>
        <p:spPr>
          <a:xfrm>
            <a:off x="8600764" y="4256392"/>
            <a:ext cx="205595" cy="116731"/>
          </a:xfrm>
          <a:custGeom>
            <a:avLst/>
            <a:gdLst/>
            <a:ahLst/>
            <a:cxnLst/>
            <a:rect l="l" t="t" r="r" b="b"/>
            <a:pathLst>
              <a:path w="4884" h="2773" extrusionOk="0">
                <a:moveTo>
                  <a:pt x="2427" y="0"/>
                </a:moveTo>
                <a:cubicBezTo>
                  <a:pt x="1103" y="0"/>
                  <a:pt x="1" y="1103"/>
                  <a:pt x="1" y="2426"/>
                </a:cubicBezTo>
                <a:lnTo>
                  <a:pt x="1" y="2773"/>
                </a:lnTo>
                <a:lnTo>
                  <a:pt x="1355" y="2773"/>
                </a:lnTo>
                <a:lnTo>
                  <a:pt x="1355" y="2426"/>
                </a:lnTo>
                <a:cubicBezTo>
                  <a:pt x="1355" y="1828"/>
                  <a:pt x="1828" y="1418"/>
                  <a:pt x="2395" y="1418"/>
                </a:cubicBezTo>
                <a:cubicBezTo>
                  <a:pt x="2994" y="1418"/>
                  <a:pt x="3403" y="1891"/>
                  <a:pt x="3403" y="2426"/>
                </a:cubicBezTo>
                <a:lnTo>
                  <a:pt x="3403" y="2773"/>
                </a:lnTo>
                <a:lnTo>
                  <a:pt x="4884" y="2773"/>
                </a:lnTo>
                <a:lnTo>
                  <a:pt x="4884" y="2426"/>
                </a:lnTo>
                <a:cubicBezTo>
                  <a:pt x="4884" y="1103"/>
                  <a:pt x="3781" y="0"/>
                  <a:pt x="24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33" name="Google Shape;5950;p58">
            <a:extLst>
              <a:ext uri="{FF2B5EF4-FFF2-40B4-BE49-F238E27FC236}">
                <a16:creationId xmlns:a16="http://schemas.microsoft.com/office/drawing/2014/main" id="{61C130F0-EF11-E4C5-BB2C-C2DF024642D0}"/>
              </a:ext>
            </a:extLst>
          </p:cNvPr>
          <p:cNvSpPr/>
          <p:nvPr/>
        </p:nvSpPr>
        <p:spPr>
          <a:xfrm>
            <a:off x="8836205" y="5257556"/>
            <a:ext cx="87559" cy="175076"/>
          </a:xfrm>
          <a:custGeom>
            <a:avLst/>
            <a:gdLst/>
            <a:ahLst/>
            <a:cxnLst/>
            <a:rect l="l" t="t" r="r" b="b"/>
            <a:pathLst>
              <a:path w="2080" h="4159" extrusionOk="0">
                <a:moveTo>
                  <a:pt x="0" y="0"/>
                </a:moveTo>
                <a:lnTo>
                  <a:pt x="0" y="4159"/>
                </a:lnTo>
                <a:lnTo>
                  <a:pt x="1733" y="4159"/>
                </a:lnTo>
                <a:cubicBezTo>
                  <a:pt x="1922" y="4159"/>
                  <a:pt x="2079" y="4001"/>
                  <a:pt x="2079" y="3812"/>
                </a:cubicBezTo>
                <a:lnTo>
                  <a:pt x="2079" y="1733"/>
                </a:lnTo>
                <a:cubicBezTo>
                  <a:pt x="2079" y="788"/>
                  <a:pt x="1292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34" name="Google Shape;5951;p58">
            <a:extLst>
              <a:ext uri="{FF2B5EF4-FFF2-40B4-BE49-F238E27FC236}">
                <a16:creationId xmlns:a16="http://schemas.microsoft.com/office/drawing/2014/main" id="{BB0DEE89-66A1-242E-0FC1-703C60F18D98}"/>
              </a:ext>
            </a:extLst>
          </p:cNvPr>
          <p:cNvSpPr/>
          <p:nvPr/>
        </p:nvSpPr>
        <p:spPr>
          <a:xfrm>
            <a:off x="8602784" y="5257556"/>
            <a:ext cx="204248" cy="85244"/>
          </a:xfrm>
          <a:custGeom>
            <a:avLst/>
            <a:gdLst/>
            <a:ahLst/>
            <a:cxnLst/>
            <a:rect l="l" t="t" r="r" b="b"/>
            <a:pathLst>
              <a:path w="4852" h="2025" extrusionOk="0">
                <a:moveTo>
                  <a:pt x="0" y="0"/>
                </a:moveTo>
                <a:lnTo>
                  <a:pt x="0" y="1481"/>
                </a:lnTo>
                <a:cubicBezTo>
                  <a:pt x="772" y="1843"/>
                  <a:pt x="1599" y="2024"/>
                  <a:pt x="2426" y="2024"/>
                </a:cubicBezTo>
                <a:cubicBezTo>
                  <a:pt x="3253" y="2024"/>
                  <a:pt x="4080" y="1843"/>
                  <a:pt x="4852" y="1481"/>
                </a:cubicBezTo>
                <a:lnTo>
                  <a:pt x="4852" y="0"/>
                </a:lnTo>
                <a:lnTo>
                  <a:pt x="4789" y="0"/>
                </a:lnTo>
                <a:cubicBezTo>
                  <a:pt x="4348" y="410"/>
                  <a:pt x="3781" y="693"/>
                  <a:pt x="3119" y="693"/>
                </a:cubicBezTo>
                <a:lnTo>
                  <a:pt x="1733" y="693"/>
                </a:lnTo>
                <a:cubicBezTo>
                  <a:pt x="1071" y="693"/>
                  <a:pt x="473" y="410"/>
                  <a:pt x="3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35" name="Google Shape;5952;p58">
            <a:extLst>
              <a:ext uri="{FF2B5EF4-FFF2-40B4-BE49-F238E27FC236}">
                <a16:creationId xmlns:a16="http://schemas.microsoft.com/office/drawing/2014/main" id="{82226363-F5F3-0674-9CCF-3C68050933BB}"/>
              </a:ext>
            </a:extLst>
          </p:cNvPr>
          <p:cNvSpPr/>
          <p:nvPr/>
        </p:nvSpPr>
        <p:spPr>
          <a:xfrm>
            <a:off x="8602784" y="5351724"/>
            <a:ext cx="204248" cy="80908"/>
          </a:xfrm>
          <a:custGeom>
            <a:avLst/>
            <a:gdLst/>
            <a:ahLst/>
            <a:cxnLst/>
            <a:rect l="l" t="t" r="r" b="b"/>
            <a:pathLst>
              <a:path w="4852" h="1922" extrusionOk="0">
                <a:moveTo>
                  <a:pt x="0" y="0"/>
                </a:moveTo>
                <a:lnTo>
                  <a:pt x="0" y="1922"/>
                </a:lnTo>
                <a:lnTo>
                  <a:pt x="4852" y="1922"/>
                </a:lnTo>
                <a:lnTo>
                  <a:pt x="4852" y="0"/>
                </a:lnTo>
                <a:cubicBezTo>
                  <a:pt x="4080" y="315"/>
                  <a:pt x="3253" y="473"/>
                  <a:pt x="2426" y="473"/>
                </a:cubicBezTo>
                <a:cubicBezTo>
                  <a:pt x="1599" y="473"/>
                  <a:pt x="772" y="315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36" name="Google Shape;5953;p58">
            <a:extLst>
              <a:ext uri="{FF2B5EF4-FFF2-40B4-BE49-F238E27FC236}">
                <a16:creationId xmlns:a16="http://schemas.microsoft.com/office/drawing/2014/main" id="{3126CECA-AC48-D63E-7936-156A8E7A7C05}"/>
              </a:ext>
            </a:extLst>
          </p:cNvPr>
          <p:cNvSpPr/>
          <p:nvPr/>
        </p:nvSpPr>
        <p:spPr>
          <a:xfrm>
            <a:off x="8486054" y="5256210"/>
            <a:ext cx="87601" cy="176423"/>
          </a:xfrm>
          <a:custGeom>
            <a:avLst/>
            <a:gdLst/>
            <a:ahLst/>
            <a:cxnLst/>
            <a:rect l="l" t="t" r="r" b="b"/>
            <a:pathLst>
              <a:path w="2081" h="4191" extrusionOk="0">
                <a:moveTo>
                  <a:pt x="1734" y="1"/>
                </a:moveTo>
                <a:cubicBezTo>
                  <a:pt x="757" y="32"/>
                  <a:pt x="1" y="757"/>
                  <a:pt x="1" y="1765"/>
                </a:cubicBezTo>
                <a:lnTo>
                  <a:pt x="1" y="3844"/>
                </a:lnTo>
                <a:cubicBezTo>
                  <a:pt x="1" y="4033"/>
                  <a:pt x="158" y="4191"/>
                  <a:pt x="379" y="4191"/>
                </a:cubicBezTo>
                <a:lnTo>
                  <a:pt x="2080" y="4191"/>
                </a:lnTo>
                <a:lnTo>
                  <a:pt x="20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37" name="Google Shape;5954;p58">
            <a:extLst>
              <a:ext uri="{FF2B5EF4-FFF2-40B4-BE49-F238E27FC236}">
                <a16:creationId xmlns:a16="http://schemas.microsoft.com/office/drawing/2014/main" id="{B00D896C-2A6F-0C30-C0A3-BA3A709035DB}"/>
              </a:ext>
            </a:extLst>
          </p:cNvPr>
          <p:cNvSpPr/>
          <p:nvPr/>
        </p:nvSpPr>
        <p:spPr>
          <a:xfrm>
            <a:off x="8616044" y="5079828"/>
            <a:ext cx="175076" cy="177770"/>
          </a:xfrm>
          <a:custGeom>
            <a:avLst/>
            <a:gdLst/>
            <a:ahLst/>
            <a:cxnLst/>
            <a:rect l="l" t="t" r="r" b="b"/>
            <a:pathLst>
              <a:path w="4159" h="4223" extrusionOk="0">
                <a:moveTo>
                  <a:pt x="2080" y="1"/>
                </a:moveTo>
                <a:cubicBezTo>
                  <a:pt x="1765" y="442"/>
                  <a:pt x="1260" y="694"/>
                  <a:pt x="693" y="694"/>
                </a:cubicBezTo>
                <a:lnTo>
                  <a:pt x="0" y="694"/>
                </a:lnTo>
                <a:lnTo>
                  <a:pt x="0" y="3498"/>
                </a:lnTo>
                <a:cubicBezTo>
                  <a:pt x="347" y="3939"/>
                  <a:pt x="851" y="4222"/>
                  <a:pt x="1418" y="4222"/>
                </a:cubicBezTo>
                <a:lnTo>
                  <a:pt x="2804" y="4222"/>
                </a:lnTo>
                <a:cubicBezTo>
                  <a:pt x="3340" y="4222"/>
                  <a:pt x="3844" y="3939"/>
                  <a:pt x="4159" y="3498"/>
                </a:cubicBezTo>
                <a:lnTo>
                  <a:pt x="4159" y="694"/>
                </a:lnTo>
                <a:lnTo>
                  <a:pt x="3466" y="694"/>
                </a:lnTo>
                <a:cubicBezTo>
                  <a:pt x="2899" y="694"/>
                  <a:pt x="2395" y="442"/>
                  <a:pt x="208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38" name="Google Shape;5955;p58">
            <a:extLst>
              <a:ext uri="{FF2B5EF4-FFF2-40B4-BE49-F238E27FC236}">
                <a16:creationId xmlns:a16="http://schemas.microsoft.com/office/drawing/2014/main" id="{3AA5FD31-D48D-970C-B3D3-3AA6B2B16148}"/>
              </a:ext>
            </a:extLst>
          </p:cNvPr>
          <p:cNvSpPr/>
          <p:nvPr/>
        </p:nvSpPr>
        <p:spPr>
          <a:xfrm>
            <a:off x="8541746" y="4933926"/>
            <a:ext cx="321021" cy="293154"/>
          </a:xfrm>
          <a:custGeom>
            <a:avLst/>
            <a:gdLst/>
            <a:ahLst/>
            <a:cxnLst/>
            <a:rect l="l" t="t" r="r" b="b"/>
            <a:pathLst>
              <a:path w="7626" h="6964" extrusionOk="0">
                <a:moveTo>
                  <a:pt x="3813" y="1"/>
                </a:moveTo>
                <a:cubicBezTo>
                  <a:pt x="1734" y="1"/>
                  <a:pt x="1" y="1702"/>
                  <a:pt x="1" y="3813"/>
                </a:cubicBezTo>
                <a:lnTo>
                  <a:pt x="1" y="5955"/>
                </a:lnTo>
                <a:lnTo>
                  <a:pt x="64" y="5955"/>
                </a:lnTo>
                <a:cubicBezTo>
                  <a:pt x="64" y="6522"/>
                  <a:pt x="537" y="6964"/>
                  <a:pt x="1104" y="6964"/>
                </a:cubicBezTo>
                <a:lnTo>
                  <a:pt x="1104" y="3813"/>
                </a:lnTo>
                <a:cubicBezTo>
                  <a:pt x="1104" y="3624"/>
                  <a:pt x="1261" y="3467"/>
                  <a:pt x="1450" y="3467"/>
                </a:cubicBezTo>
                <a:lnTo>
                  <a:pt x="2458" y="3467"/>
                </a:lnTo>
                <a:cubicBezTo>
                  <a:pt x="3057" y="3467"/>
                  <a:pt x="3498" y="2994"/>
                  <a:pt x="3498" y="2427"/>
                </a:cubicBezTo>
                <a:lnTo>
                  <a:pt x="3498" y="1734"/>
                </a:lnTo>
                <a:cubicBezTo>
                  <a:pt x="3498" y="1545"/>
                  <a:pt x="3656" y="1387"/>
                  <a:pt x="3845" y="1387"/>
                </a:cubicBezTo>
                <a:cubicBezTo>
                  <a:pt x="4034" y="1387"/>
                  <a:pt x="4191" y="1545"/>
                  <a:pt x="4191" y="1734"/>
                </a:cubicBezTo>
                <a:lnTo>
                  <a:pt x="4191" y="2427"/>
                </a:lnTo>
                <a:cubicBezTo>
                  <a:pt x="4191" y="3025"/>
                  <a:pt x="4664" y="3467"/>
                  <a:pt x="5231" y="3467"/>
                </a:cubicBezTo>
                <a:lnTo>
                  <a:pt x="6239" y="3467"/>
                </a:lnTo>
                <a:cubicBezTo>
                  <a:pt x="6459" y="3467"/>
                  <a:pt x="6617" y="3624"/>
                  <a:pt x="6617" y="3813"/>
                </a:cubicBezTo>
                <a:lnTo>
                  <a:pt x="6617" y="6964"/>
                </a:lnTo>
                <a:cubicBezTo>
                  <a:pt x="7184" y="6964"/>
                  <a:pt x="7625" y="6491"/>
                  <a:pt x="7625" y="5955"/>
                </a:cubicBezTo>
                <a:lnTo>
                  <a:pt x="7625" y="3813"/>
                </a:lnTo>
                <a:cubicBezTo>
                  <a:pt x="7625" y="1734"/>
                  <a:pt x="5924" y="1"/>
                  <a:pt x="381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40" name="Google Shape;5957;p58">
            <a:extLst>
              <a:ext uri="{FF2B5EF4-FFF2-40B4-BE49-F238E27FC236}">
                <a16:creationId xmlns:a16="http://schemas.microsoft.com/office/drawing/2014/main" id="{B24B27FE-9D3C-190D-5E46-EB33853E06B8}"/>
              </a:ext>
            </a:extLst>
          </p:cNvPr>
          <p:cNvSpPr/>
          <p:nvPr/>
        </p:nvSpPr>
        <p:spPr>
          <a:xfrm>
            <a:off x="10983242" y="4489138"/>
            <a:ext cx="497359" cy="263940"/>
          </a:xfrm>
          <a:custGeom>
            <a:avLst/>
            <a:gdLst/>
            <a:ahLst/>
            <a:cxnLst/>
            <a:rect l="l" t="t" r="r" b="b"/>
            <a:pathLst>
              <a:path w="11815" h="6270" extrusionOk="0">
                <a:moveTo>
                  <a:pt x="7309" y="1418"/>
                </a:moveTo>
                <a:cubicBezTo>
                  <a:pt x="7908" y="1418"/>
                  <a:pt x="8349" y="1891"/>
                  <a:pt x="8349" y="2458"/>
                </a:cubicBezTo>
                <a:cubicBezTo>
                  <a:pt x="8349" y="2993"/>
                  <a:pt x="7845" y="3466"/>
                  <a:pt x="7309" y="3466"/>
                </a:cubicBezTo>
                <a:lnTo>
                  <a:pt x="4474" y="3466"/>
                </a:lnTo>
                <a:cubicBezTo>
                  <a:pt x="3875" y="3466"/>
                  <a:pt x="3434" y="2993"/>
                  <a:pt x="3434" y="2458"/>
                </a:cubicBezTo>
                <a:cubicBezTo>
                  <a:pt x="3434" y="1859"/>
                  <a:pt x="3907" y="1418"/>
                  <a:pt x="4474" y="1418"/>
                </a:cubicBezTo>
                <a:close/>
                <a:moveTo>
                  <a:pt x="1008" y="1"/>
                </a:moveTo>
                <a:cubicBezTo>
                  <a:pt x="410" y="1"/>
                  <a:pt x="0" y="473"/>
                  <a:pt x="0" y="1040"/>
                </a:cubicBezTo>
                <a:lnTo>
                  <a:pt x="0" y="5262"/>
                </a:lnTo>
                <a:cubicBezTo>
                  <a:pt x="0" y="5829"/>
                  <a:pt x="473" y="6270"/>
                  <a:pt x="1008" y="6270"/>
                </a:cubicBezTo>
                <a:lnTo>
                  <a:pt x="10775" y="6270"/>
                </a:lnTo>
                <a:cubicBezTo>
                  <a:pt x="11373" y="6270"/>
                  <a:pt x="11815" y="5797"/>
                  <a:pt x="11815" y="5262"/>
                </a:cubicBezTo>
                <a:lnTo>
                  <a:pt x="11815" y="1040"/>
                </a:lnTo>
                <a:cubicBezTo>
                  <a:pt x="11783" y="473"/>
                  <a:pt x="11342" y="1"/>
                  <a:pt x="1077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41" name="Google Shape;5958;p58">
            <a:extLst>
              <a:ext uri="{FF2B5EF4-FFF2-40B4-BE49-F238E27FC236}">
                <a16:creationId xmlns:a16="http://schemas.microsoft.com/office/drawing/2014/main" id="{C60FA1B2-07BD-DCC7-9DBA-60AFB4FED8B6}"/>
              </a:ext>
            </a:extLst>
          </p:cNvPr>
          <p:cNvSpPr/>
          <p:nvPr/>
        </p:nvSpPr>
        <p:spPr>
          <a:xfrm>
            <a:off x="11156970" y="4578002"/>
            <a:ext cx="148555" cy="29214"/>
          </a:xfrm>
          <a:custGeom>
            <a:avLst/>
            <a:gdLst/>
            <a:ahLst/>
            <a:cxnLst/>
            <a:rect l="l" t="t" r="r" b="b"/>
            <a:pathLst>
              <a:path w="3529" h="694" extrusionOk="0">
                <a:moveTo>
                  <a:pt x="347" y="0"/>
                </a:moveTo>
                <a:cubicBezTo>
                  <a:pt x="158" y="0"/>
                  <a:pt x="0" y="126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182" y="693"/>
                </a:lnTo>
                <a:cubicBezTo>
                  <a:pt x="3371" y="693"/>
                  <a:pt x="3529" y="536"/>
                  <a:pt x="3529" y="347"/>
                </a:cubicBezTo>
                <a:cubicBezTo>
                  <a:pt x="3529" y="126"/>
                  <a:pt x="3371" y="0"/>
                  <a:pt x="318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42" name="Google Shape;5959;p58">
            <a:extLst>
              <a:ext uri="{FF2B5EF4-FFF2-40B4-BE49-F238E27FC236}">
                <a16:creationId xmlns:a16="http://schemas.microsoft.com/office/drawing/2014/main" id="{CC8CFA23-15E9-F492-3F75-8AD6862F7909}"/>
              </a:ext>
            </a:extLst>
          </p:cNvPr>
          <p:cNvSpPr/>
          <p:nvPr/>
        </p:nvSpPr>
        <p:spPr>
          <a:xfrm>
            <a:off x="11012414" y="4257066"/>
            <a:ext cx="145903" cy="58387"/>
          </a:xfrm>
          <a:custGeom>
            <a:avLst/>
            <a:gdLst/>
            <a:ahLst/>
            <a:cxnLst/>
            <a:rect l="l" t="t" r="r" b="b"/>
            <a:pathLst>
              <a:path w="3466" h="1387" extrusionOk="0">
                <a:moveTo>
                  <a:pt x="1008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386"/>
                </a:lnTo>
                <a:lnTo>
                  <a:pt x="3466" y="1386"/>
                </a:lnTo>
                <a:lnTo>
                  <a:pt x="3466" y="1040"/>
                </a:lnTo>
                <a:lnTo>
                  <a:pt x="3434" y="1040"/>
                </a:lnTo>
                <a:cubicBezTo>
                  <a:pt x="3434" y="441"/>
                  <a:pt x="2962" y="0"/>
                  <a:pt x="23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43" name="Google Shape;5960;p58">
            <a:extLst>
              <a:ext uri="{FF2B5EF4-FFF2-40B4-BE49-F238E27FC236}">
                <a16:creationId xmlns:a16="http://schemas.microsoft.com/office/drawing/2014/main" id="{D62CB460-6A99-A929-DB49-49473988CD9A}"/>
              </a:ext>
            </a:extLst>
          </p:cNvPr>
          <p:cNvSpPr/>
          <p:nvPr/>
        </p:nvSpPr>
        <p:spPr>
          <a:xfrm>
            <a:off x="11011067" y="4343236"/>
            <a:ext cx="145945" cy="116773"/>
          </a:xfrm>
          <a:custGeom>
            <a:avLst/>
            <a:gdLst/>
            <a:ahLst/>
            <a:cxnLst/>
            <a:rect l="l" t="t" r="r" b="b"/>
            <a:pathLst>
              <a:path w="3467" h="2774" extrusionOk="0">
                <a:moveTo>
                  <a:pt x="2112" y="726"/>
                </a:moveTo>
                <a:cubicBezTo>
                  <a:pt x="2332" y="726"/>
                  <a:pt x="2458" y="883"/>
                  <a:pt x="2458" y="1072"/>
                </a:cubicBezTo>
                <a:cubicBezTo>
                  <a:pt x="2458" y="1261"/>
                  <a:pt x="2332" y="1419"/>
                  <a:pt x="2112" y="1419"/>
                </a:cubicBezTo>
                <a:lnTo>
                  <a:pt x="1419" y="1419"/>
                </a:lnTo>
                <a:cubicBezTo>
                  <a:pt x="1230" y="1419"/>
                  <a:pt x="1072" y="1261"/>
                  <a:pt x="1072" y="1072"/>
                </a:cubicBezTo>
                <a:cubicBezTo>
                  <a:pt x="1072" y="883"/>
                  <a:pt x="1230" y="726"/>
                  <a:pt x="1419" y="726"/>
                </a:cubicBezTo>
                <a:close/>
                <a:moveTo>
                  <a:pt x="1" y="1"/>
                </a:moveTo>
                <a:lnTo>
                  <a:pt x="1" y="2773"/>
                </a:lnTo>
                <a:lnTo>
                  <a:pt x="3466" y="2773"/>
                </a:lnTo>
                <a:lnTo>
                  <a:pt x="346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44" name="Google Shape;5961;p58">
            <a:extLst>
              <a:ext uri="{FF2B5EF4-FFF2-40B4-BE49-F238E27FC236}">
                <a16:creationId xmlns:a16="http://schemas.microsoft.com/office/drawing/2014/main" id="{70014F8F-9428-0DFB-855C-A884E0BFB8C8}"/>
              </a:ext>
            </a:extLst>
          </p:cNvPr>
          <p:cNvSpPr/>
          <p:nvPr/>
        </p:nvSpPr>
        <p:spPr>
          <a:xfrm>
            <a:off x="11308136" y="4284891"/>
            <a:ext cx="144598" cy="116773"/>
          </a:xfrm>
          <a:custGeom>
            <a:avLst/>
            <a:gdLst/>
            <a:ahLst/>
            <a:cxnLst/>
            <a:rect l="l" t="t" r="r" b="b"/>
            <a:pathLst>
              <a:path w="3435" h="2774" extrusionOk="0">
                <a:moveTo>
                  <a:pt x="1986" y="1387"/>
                </a:moveTo>
                <a:cubicBezTo>
                  <a:pt x="2206" y="1387"/>
                  <a:pt x="2364" y="1545"/>
                  <a:pt x="2364" y="1765"/>
                </a:cubicBezTo>
                <a:cubicBezTo>
                  <a:pt x="2364" y="1954"/>
                  <a:pt x="2206" y="2112"/>
                  <a:pt x="1986" y="2112"/>
                </a:cubicBezTo>
                <a:lnTo>
                  <a:pt x="1293" y="2112"/>
                </a:lnTo>
                <a:cubicBezTo>
                  <a:pt x="1104" y="2112"/>
                  <a:pt x="946" y="1954"/>
                  <a:pt x="946" y="1765"/>
                </a:cubicBezTo>
                <a:cubicBezTo>
                  <a:pt x="946" y="1545"/>
                  <a:pt x="1104" y="1387"/>
                  <a:pt x="1293" y="1387"/>
                </a:cubicBezTo>
                <a:close/>
                <a:moveTo>
                  <a:pt x="1009" y="1"/>
                </a:moveTo>
                <a:cubicBezTo>
                  <a:pt x="410" y="1"/>
                  <a:pt x="1" y="473"/>
                  <a:pt x="1" y="1040"/>
                </a:cubicBezTo>
                <a:lnTo>
                  <a:pt x="1" y="2773"/>
                </a:lnTo>
                <a:lnTo>
                  <a:pt x="3435" y="2773"/>
                </a:lnTo>
                <a:lnTo>
                  <a:pt x="3435" y="1040"/>
                </a:lnTo>
                <a:lnTo>
                  <a:pt x="3403" y="1040"/>
                </a:lnTo>
                <a:cubicBezTo>
                  <a:pt x="3403" y="442"/>
                  <a:pt x="2931" y="1"/>
                  <a:pt x="239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45" name="Google Shape;5962;p58">
            <a:extLst>
              <a:ext uri="{FF2B5EF4-FFF2-40B4-BE49-F238E27FC236}">
                <a16:creationId xmlns:a16="http://schemas.microsoft.com/office/drawing/2014/main" id="{70BAC7C6-9554-A8AC-9CEA-0FEDC378F31A}"/>
              </a:ext>
            </a:extLst>
          </p:cNvPr>
          <p:cNvSpPr/>
          <p:nvPr/>
        </p:nvSpPr>
        <p:spPr>
          <a:xfrm>
            <a:off x="11305483" y="4432100"/>
            <a:ext cx="145945" cy="29214"/>
          </a:xfrm>
          <a:custGeom>
            <a:avLst/>
            <a:gdLst/>
            <a:ahLst/>
            <a:cxnLst/>
            <a:rect l="l" t="t" r="r" b="b"/>
            <a:pathLst>
              <a:path w="3467" h="694" extrusionOk="0">
                <a:moveTo>
                  <a:pt x="1" y="1"/>
                </a:moveTo>
                <a:lnTo>
                  <a:pt x="1" y="694"/>
                </a:lnTo>
                <a:lnTo>
                  <a:pt x="3466" y="694"/>
                </a:lnTo>
                <a:lnTo>
                  <a:pt x="3466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46" name="Google Shape;5963;p58">
            <a:extLst>
              <a:ext uri="{FF2B5EF4-FFF2-40B4-BE49-F238E27FC236}">
                <a16:creationId xmlns:a16="http://schemas.microsoft.com/office/drawing/2014/main" id="{E3D9DE3F-4214-BF4F-6CB5-B74D33CA683A}"/>
              </a:ext>
            </a:extLst>
          </p:cNvPr>
          <p:cNvSpPr/>
          <p:nvPr/>
        </p:nvSpPr>
        <p:spPr>
          <a:xfrm>
            <a:off x="11186143" y="4315410"/>
            <a:ext cx="90211" cy="145904"/>
          </a:xfrm>
          <a:custGeom>
            <a:avLst/>
            <a:gdLst/>
            <a:ahLst/>
            <a:cxnLst/>
            <a:rect l="l" t="t" r="r" b="b"/>
            <a:pathLst>
              <a:path w="2143" h="3466" extrusionOk="0">
                <a:moveTo>
                  <a:pt x="1072" y="0"/>
                </a:moveTo>
                <a:cubicBezTo>
                  <a:pt x="473" y="0"/>
                  <a:pt x="0" y="441"/>
                  <a:pt x="0" y="1040"/>
                </a:cubicBezTo>
                <a:lnTo>
                  <a:pt x="0" y="3466"/>
                </a:lnTo>
                <a:lnTo>
                  <a:pt x="2143" y="3466"/>
                </a:lnTo>
                <a:lnTo>
                  <a:pt x="2143" y="1040"/>
                </a:lnTo>
                <a:cubicBezTo>
                  <a:pt x="2143" y="441"/>
                  <a:pt x="1670" y="0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48" name="Google Shape;5965;p58">
            <a:extLst>
              <a:ext uri="{FF2B5EF4-FFF2-40B4-BE49-F238E27FC236}">
                <a16:creationId xmlns:a16="http://schemas.microsoft.com/office/drawing/2014/main" id="{BB60A1DC-943A-22AB-A16B-0F16DF00D8B7}"/>
              </a:ext>
            </a:extLst>
          </p:cNvPr>
          <p:cNvSpPr/>
          <p:nvPr/>
        </p:nvSpPr>
        <p:spPr>
          <a:xfrm>
            <a:off x="7995760" y="1870956"/>
            <a:ext cx="116773" cy="115426"/>
          </a:xfrm>
          <a:custGeom>
            <a:avLst/>
            <a:gdLst/>
            <a:ahLst/>
            <a:cxnLst/>
            <a:rect l="l" t="t" r="r" b="b"/>
            <a:pathLst>
              <a:path w="2774" h="2742" extrusionOk="0">
                <a:moveTo>
                  <a:pt x="1387" y="0"/>
                </a:moveTo>
                <a:cubicBezTo>
                  <a:pt x="631" y="0"/>
                  <a:pt x="1" y="630"/>
                  <a:pt x="1" y="1355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11"/>
                  <a:pt x="2773" y="1355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49" name="Google Shape;5966;p58">
            <a:extLst>
              <a:ext uri="{FF2B5EF4-FFF2-40B4-BE49-F238E27FC236}">
                <a16:creationId xmlns:a16="http://schemas.microsoft.com/office/drawing/2014/main" id="{E2341E36-1751-A60A-9DD2-782304FC9F37}"/>
              </a:ext>
            </a:extLst>
          </p:cNvPr>
          <p:cNvSpPr/>
          <p:nvPr/>
        </p:nvSpPr>
        <p:spPr>
          <a:xfrm>
            <a:off x="7804813" y="1691924"/>
            <a:ext cx="500012" cy="498664"/>
          </a:xfrm>
          <a:custGeom>
            <a:avLst/>
            <a:gdLst/>
            <a:ahLst/>
            <a:cxnLst/>
            <a:rect l="l" t="t" r="r" b="b"/>
            <a:pathLst>
              <a:path w="11878" h="11846" extrusionOk="0">
                <a:moveTo>
                  <a:pt x="5923" y="2111"/>
                </a:moveTo>
                <a:cubicBezTo>
                  <a:pt x="8003" y="2111"/>
                  <a:pt x="9735" y="3812"/>
                  <a:pt x="9735" y="5923"/>
                </a:cubicBezTo>
                <a:cubicBezTo>
                  <a:pt x="9735" y="8034"/>
                  <a:pt x="8034" y="9767"/>
                  <a:pt x="5923" y="9767"/>
                </a:cubicBezTo>
                <a:cubicBezTo>
                  <a:pt x="3844" y="9767"/>
                  <a:pt x="2080" y="8065"/>
                  <a:pt x="2080" y="5923"/>
                </a:cubicBezTo>
                <a:cubicBezTo>
                  <a:pt x="2111" y="3844"/>
                  <a:pt x="3844" y="2111"/>
                  <a:pt x="5923" y="2111"/>
                </a:cubicBezTo>
                <a:close/>
                <a:moveTo>
                  <a:pt x="5262" y="0"/>
                </a:moveTo>
                <a:cubicBezTo>
                  <a:pt x="5104" y="0"/>
                  <a:pt x="4947" y="95"/>
                  <a:pt x="4884" y="252"/>
                </a:cubicBezTo>
                <a:lnTo>
                  <a:pt x="4726" y="1166"/>
                </a:lnTo>
                <a:cubicBezTo>
                  <a:pt x="4253" y="1292"/>
                  <a:pt x="3844" y="1481"/>
                  <a:pt x="3434" y="1733"/>
                </a:cubicBezTo>
                <a:lnTo>
                  <a:pt x="2678" y="1197"/>
                </a:lnTo>
                <a:cubicBezTo>
                  <a:pt x="2641" y="1160"/>
                  <a:pt x="2584" y="1142"/>
                  <a:pt x="2523" y="1142"/>
                </a:cubicBezTo>
                <a:cubicBezTo>
                  <a:pt x="2429" y="1142"/>
                  <a:pt x="2326" y="1184"/>
                  <a:pt x="2269" y="1260"/>
                </a:cubicBezTo>
                <a:lnTo>
                  <a:pt x="1260" y="2237"/>
                </a:lnTo>
                <a:cubicBezTo>
                  <a:pt x="1166" y="2363"/>
                  <a:pt x="1166" y="2552"/>
                  <a:pt x="1229" y="2678"/>
                </a:cubicBezTo>
                <a:lnTo>
                  <a:pt x="1733" y="3403"/>
                </a:lnTo>
                <a:cubicBezTo>
                  <a:pt x="1512" y="3812"/>
                  <a:pt x="1323" y="4253"/>
                  <a:pt x="1197" y="4726"/>
                </a:cubicBezTo>
                <a:lnTo>
                  <a:pt x="284" y="4883"/>
                </a:lnTo>
                <a:cubicBezTo>
                  <a:pt x="126" y="4915"/>
                  <a:pt x="0" y="5041"/>
                  <a:pt x="0" y="5230"/>
                </a:cubicBezTo>
                <a:lnTo>
                  <a:pt x="0" y="6616"/>
                </a:lnTo>
                <a:cubicBezTo>
                  <a:pt x="0" y="6805"/>
                  <a:pt x="126" y="6963"/>
                  <a:pt x="284" y="6963"/>
                </a:cubicBezTo>
                <a:lnTo>
                  <a:pt x="1197" y="7120"/>
                </a:lnTo>
                <a:cubicBezTo>
                  <a:pt x="1292" y="7593"/>
                  <a:pt x="1512" y="8002"/>
                  <a:pt x="1733" y="8412"/>
                </a:cubicBezTo>
                <a:lnTo>
                  <a:pt x="1229" y="9168"/>
                </a:lnTo>
                <a:cubicBezTo>
                  <a:pt x="1103" y="9263"/>
                  <a:pt x="1166" y="9483"/>
                  <a:pt x="1260" y="9578"/>
                </a:cubicBezTo>
                <a:lnTo>
                  <a:pt x="2269" y="10586"/>
                </a:lnTo>
                <a:cubicBezTo>
                  <a:pt x="2321" y="10638"/>
                  <a:pt x="2411" y="10661"/>
                  <a:pt x="2497" y="10661"/>
                </a:cubicBezTo>
                <a:cubicBezTo>
                  <a:pt x="2568" y="10661"/>
                  <a:pt x="2636" y="10646"/>
                  <a:pt x="2678" y="10617"/>
                </a:cubicBezTo>
                <a:lnTo>
                  <a:pt x="3434" y="10113"/>
                </a:lnTo>
                <a:cubicBezTo>
                  <a:pt x="3844" y="10334"/>
                  <a:pt x="4253" y="10554"/>
                  <a:pt x="4726" y="10649"/>
                </a:cubicBezTo>
                <a:lnTo>
                  <a:pt x="4884" y="11562"/>
                </a:lnTo>
                <a:cubicBezTo>
                  <a:pt x="4947" y="11720"/>
                  <a:pt x="5041" y="11846"/>
                  <a:pt x="5262" y="11846"/>
                </a:cubicBezTo>
                <a:lnTo>
                  <a:pt x="6616" y="11846"/>
                </a:lnTo>
                <a:cubicBezTo>
                  <a:pt x="6774" y="11846"/>
                  <a:pt x="6931" y="11720"/>
                  <a:pt x="6994" y="11562"/>
                </a:cubicBezTo>
                <a:lnTo>
                  <a:pt x="7152" y="10649"/>
                </a:lnTo>
                <a:cubicBezTo>
                  <a:pt x="7624" y="10523"/>
                  <a:pt x="8034" y="10334"/>
                  <a:pt x="8444" y="10113"/>
                </a:cubicBezTo>
                <a:lnTo>
                  <a:pt x="9200" y="10617"/>
                </a:lnTo>
                <a:cubicBezTo>
                  <a:pt x="9242" y="10646"/>
                  <a:pt x="9310" y="10661"/>
                  <a:pt x="9381" y="10661"/>
                </a:cubicBezTo>
                <a:cubicBezTo>
                  <a:pt x="9467" y="10661"/>
                  <a:pt x="9557" y="10638"/>
                  <a:pt x="9609" y="10586"/>
                </a:cubicBezTo>
                <a:lnTo>
                  <a:pt x="10617" y="9578"/>
                </a:lnTo>
                <a:cubicBezTo>
                  <a:pt x="10712" y="9483"/>
                  <a:pt x="10712" y="9263"/>
                  <a:pt x="10649" y="9168"/>
                </a:cubicBezTo>
                <a:lnTo>
                  <a:pt x="10145" y="8412"/>
                </a:lnTo>
                <a:cubicBezTo>
                  <a:pt x="10365" y="8002"/>
                  <a:pt x="10554" y="7593"/>
                  <a:pt x="10680" y="7120"/>
                </a:cubicBezTo>
                <a:lnTo>
                  <a:pt x="11594" y="6963"/>
                </a:lnTo>
                <a:cubicBezTo>
                  <a:pt x="11752" y="6900"/>
                  <a:pt x="11878" y="6805"/>
                  <a:pt x="11878" y="6616"/>
                </a:cubicBezTo>
                <a:lnTo>
                  <a:pt x="11878" y="5230"/>
                </a:lnTo>
                <a:cubicBezTo>
                  <a:pt x="11878" y="5072"/>
                  <a:pt x="11752" y="4915"/>
                  <a:pt x="11594" y="4883"/>
                </a:cubicBezTo>
                <a:lnTo>
                  <a:pt x="10680" y="4726"/>
                </a:lnTo>
                <a:cubicBezTo>
                  <a:pt x="10554" y="4253"/>
                  <a:pt x="10365" y="3812"/>
                  <a:pt x="10145" y="3403"/>
                </a:cubicBezTo>
                <a:lnTo>
                  <a:pt x="10649" y="2678"/>
                </a:lnTo>
                <a:cubicBezTo>
                  <a:pt x="10775" y="2552"/>
                  <a:pt x="10712" y="2363"/>
                  <a:pt x="10617" y="2237"/>
                </a:cubicBezTo>
                <a:lnTo>
                  <a:pt x="9609" y="1260"/>
                </a:lnTo>
                <a:cubicBezTo>
                  <a:pt x="9554" y="1187"/>
                  <a:pt x="9455" y="1156"/>
                  <a:pt x="9364" y="1156"/>
                </a:cubicBezTo>
                <a:cubicBezTo>
                  <a:pt x="9300" y="1156"/>
                  <a:pt x="9239" y="1171"/>
                  <a:pt x="9200" y="1197"/>
                </a:cubicBezTo>
                <a:lnTo>
                  <a:pt x="8444" y="1733"/>
                </a:lnTo>
                <a:cubicBezTo>
                  <a:pt x="8034" y="1481"/>
                  <a:pt x="7624" y="1292"/>
                  <a:pt x="7152" y="1166"/>
                </a:cubicBezTo>
                <a:lnTo>
                  <a:pt x="6994" y="252"/>
                </a:lnTo>
                <a:cubicBezTo>
                  <a:pt x="6931" y="95"/>
                  <a:pt x="6837" y="0"/>
                  <a:pt x="661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50" name="Google Shape;5967;p58">
            <a:extLst>
              <a:ext uri="{FF2B5EF4-FFF2-40B4-BE49-F238E27FC236}">
                <a16:creationId xmlns:a16="http://schemas.microsoft.com/office/drawing/2014/main" id="{47D3A576-C559-6193-FD7A-51ABD6C87FCA}"/>
              </a:ext>
            </a:extLst>
          </p:cNvPr>
          <p:cNvSpPr/>
          <p:nvPr/>
        </p:nvSpPr>
        <p:spPr>
          <a:xfrm>
            <a:off x="7955978" y="1983688"/>
            <a:ext cx="196334" cy="88906"/>
          </a:xfrm>
          <a:custGeom>
            <a:avLst/>
            <a:gdLst/>
            <a:ahLst/>
            <a:cxnLst/>
            <a:rect l="l" t="t" r="r" b="b"/>
            <a:pathLst>
              <a:path w="4664" h="2112" extrusionOk="0">
                <a:moveTo>
                  <a:pt x="725" y="0"/>
                </a:moveTo>
                <a:cubicBezTo>
                  <a:pt x="410" y="252"/>
                  <a:pt x="127" y="662"/>
                  <a:pt x="1" y="1103"/>
                </a:cubicBezTo>
                <a:cubicBezTo>
                  <a:pt x="599" y="1733"/>
                  <a:pt x="1387" y="2111"/>
                  <a:pt x="2332" y="2111"/>
                </a:cubicBezTo>
                <a:cubicBezTo>
                  <a:pt x="3246" y="2111"/>
                  <a:pt x="4065" y="1733"/>
                  <a:pt x="4664" y="1103"/>
                </a:cubicBezTo>
                <a:cubicBezTo>
                  <a:pt x="4538" y="662"/>
                  <a:pt x="4254" y="252"/>
                  <a:pt x="3939" y="0"/>
                </a:cubicBezTo>
                <a:cubicBezTo>
                  <a:pt x="3561" y="473"/>
                  <a:pt x="2994" y="788"/>
                  <a:pt x="2332" y="788"/>
                </a:cubicBezTo>
                <a:cubicBezTo>
                  <a:pt x="1702" y="788"/>
                  <a:pt x="1103" y="473"/>
                  <a:pt x="7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51" name="Google Shape;5968;p58">
            <a:extLst>
              <a:ext uri="{FF2B5EF4-FFF2-40B4-BE49-F238E27FC236}">
                <a16:creationId xmlns:a16="http://schemas.microsoft.com/office/drawing/2014/main" id="{CAA341AA-886A-492C-4624-43C7F9F1ED01}"/>
              </a:ext>
            </a:extLst>
          </p:cNvPr>
          <p:cNvSpPr/>
          <p:nvPr/>
        </p:nvSpPr>
        <p:spPr>
          <a:xfrm>
            <a:off x="7806836" y="2321703"/>
            <a:ext cx="496054" cy="494708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53" name="Google Shape;5970;p58">
            <a:extLst>
              <a:ext uri="{FF2B5EF4-FFF2-40B4-BE49-F238E27FC236}">
                <a16:creationId xmlns:a16="http://schemas.microsoft.com/office/drawing/2014/main" id="{9A09A90C-327A-4964-BC0D-E9CEFA77BB43}"/>
              </a:ext>
            </a:extLst>
          </p:cNvPr>
          <p:cNvSpPr/>
          <p:nvPr/>
        </p:nvSpPr>
        <p:spPr>
          <a:xfrm>
            <a:off x="7804140" y="2954449"/>
            <a:ext cx="501359" cy="500980"/>
          </a:xfrm>
          <a:custGeom>
            <a:avLst/>
            <a:gdLst/>
            <a:ahLst/>
            <a:cxnLst/>
            <a:rect l="l" t="t" r="r" b="b"/>
            <a:pathLst>
              <a:path w="11910" h="11901" extrusionOk="0">
                <a:moveTo>
                  <a:pt x="3844" y="4946"/>
                </a:moveTo>
                <a:cubicBezTo>
                  <a:pt x="4033" y="4946"/>
                  <a:pt x="4190" y="5104"/>
                  <a:pt x="4190" y="5293"/>
                </a:cubicBezTo>
                <a:lnTo>
                  <a:pt x="4190" y="6679"/>
                </a:lnTo>
                <a:cubicBezTo>
                  <a:pt x="4190" y="6868"/>
                  <a:pt x="4033" y="7026"/>
                  <a:pt x="3844" y="7026"/>
                </a:cubicBezTo>
                <a:lnTo>
                  <a:pt x="2458" y="7026"/>
                </a:lnTo>
                <a:cubicBezTo>
                  <a:pt x="2269" y="7026"/>
                  <a:pt x="2111" y="6868"/>
                  <a:pt x="2111" y="6679"/>
                </a:cubicBezTo>
                <a:lnTo>
                  <a:pt x="2111" y="5293"/>
                </a:lnTo>
                <a:cubicBezTo>
                  <a:pt x="2111" y="5104"/>
                  <a:pt x="2269" y="4946"/>
                  <a:pt x="2458" y="4946"/>
                </a:cubicBezTo>
                <a:close/>
                <a:moveTo>
                  <a:pt x="6616" y="3560"/>
                </a:moveTo>
                <a:cubicBezTo>
                  <a:pt x="6837" y="3560"/>
                  <a:pt x="6994" y="3718"/>
                  <a:pt x="6994" y="3907"/>
                </a:cubicBezTo>
                <a:lnTo>
                  <a:pt x="6994" y="6679"/>
                </a:lnTo>
                <a:cubicBezTo>
                  <a:pt x="6994" y="6868"/>
                  <a:pt x="6837" y="7026"/>
                  <a:pt x="6616" y="7026"/>
                </a:cubicBezTo>
                <a:lnTo>
                  <a:pt x="5262" y="7026"/>
                </a:lnTo>
                <a:cubicBezTo>
                  <a:pt x="5041" y="7026"/>
                  <a:pt x="4884" y="6868"/>
                  <a:pt x="4884" y="6679"/>
                </a:cubicBezTo>
                <a:lnTo>
                  <a:pt x="4884" y="3907"/>
                </a:lnTo>
                <a:cubicBezTo>
                  <a:pt x="4884" y="3718"/>
                  <a:pt x="5041" y="3560"/>
                  <a:pt x="5262" y="3560"/>
                </a:cubicBezTo>
                <a:close/>
                <a:moveTo>
                  <a:pt x="9389" y="2174"/>
                </a:moveTo>
                <a:cubicBezTo>
                  <a:pt x="9578" y="2174"/>
                  <a:pt x="9735" y="2331"/>
                  <a:pt x="9735" y="2520"/>
                </a:cubicBezTo>
                <a:lnTo>
                  <a:pt x="9735" y="6679"/>
                </a:lnTo>
                <a:cubicBezTo>
                  <a:pt x="9735" y="6868"/>
                  <a:pt x="9578" y="7026"/>
                  <a:pt x="9389" y="7026"/>
                </a:cubicBezTo>
                <a:lnTo>
                  <a:pt x="8003" y="7026"/>
                </a:lnTo>
                <a:cubicBezTo>
                  <a:pt x="7813" y="7026"/>
                  <a:pt x="7656" y="6868"/>
                  <a:pt x="7656" y="6679"/>
                </a:cubicBezTo>
                <a:lnTo>
                  <a:pt x="7656" y="2520"/>
                </a:lnTo>
                <a:cubicBezTo>
                  <a:pt x="7656" y="2331"/>
                  <a:pt x="7813" y="2174"/>
                  <a:pt x="8003" y="2174"/>
                </a:cubicBezTo>
                <a:close/>
                <a:moveTo>
                  <a:pt x="5577" y="8412"/>
                </a:moveTo>
                <a:lnTo>
                  <a:pt x="5577" y="9105"/>
                </a:lnTo>
                <a:lnTo>
                  <a:pt x="5167" y="9105"/>
                </a:lnTo>
                <a:lnTo>
                  <a:pt x="5451" y="8412"/>
                </a:lnTo>
                <a:close/>
                <a:moveTo>
                  <a:pt x="6396" y="8412"/>
                </a:moveTo>
                <a:lnTo>
                  <a:pt x="6679" y="9105"/>
                </a:lnTo>
                <a:lnTo>
                  <a:pt x="6270" y="9105"/>
                </a:lnTo>
                <a:lnTo>
                  <a:pt x="6270" y="8412"/>
                </a:lnTo>
                <a:close/>
                <a:moveTo>
                  <a:pt x="5955" y="0"/>
                </a:moveTo>
                <a:cubicBezTo>
                  <a:pt x="5766" y="0"/>
                  <a:pt x="5608" y="158"/>
                  <a:pt x="5608" y="378"/>
                </a:cubicBezTo>
                <a:lnTo>
                  <a:pt x="5608" y="725"/>
                </a:lnTo>
                <a:lnTo>
                  <a:pt x="347" y="725"/>
                </a:lnTo>
                <a:cubicBezTo>
                  <a:pt x="158" y="725"/>
                  <a:pt x="0" y="882"/>
                  <a:pt x="0" y="1071"/>
                </a:cubicBezTo>
                <a:cubicBezTo>
                  <a:pt x="0" y="1260"/>
                  <a:pt x="158" y="1418"/>
                  <a:pt x="347" y="1418"/>
                </a:cubicBezTo>
                <a:lnTo>
                  <a:pt x="725" y="1418"/>
                </a:lnTo>
                <a:lnTo>
                  <a:pt x="725" y="7719"/>
                </a:lnTo>
                <a:lnTo>
                  <a:pt x="378" y="7719"/>
                </a:lnTo>
                <a:cubicBezTo>
                  <a:pt x="158" y="7719"/>
                  <a:pt x="0" y="7876"/>
                  <a:pt x="0" y="8097"/>
                </a:cubicBezTo>
                <a:cubicBezTo>
                  <a:pt x="0" y="8286"/>
                  <a:pt x="158" y="8443"/>
                  <a:pt x="378" y="8443"/>
                </a:cubicBezTo>
                <a:lnTo>
                  <a:pt x="4726" y="8443"/>
                </a:lnTo>
                <a:lnTo>
                  <a:pt x="3560" y="11436"/>
                </a:lnTo>
                <a:cubicBezTo>
                  <a:pt x="3466" y="11625"/>
                  <a:pt x="3560" y="11814"/>
                  <a:pt x="3749" y="11877"/>
                </a:cubicBezTo>
                <a:cubicBezTo>
                  <a:pt x="3788" y="11893"/>
                  <a:pt x="3831" y="11901"/>
                  <a:pt x="3876" y="11901"/>
                </a:cubicBezTo>
                <a:cubicBezTo>
                  <a:pt x="4016" y="11901"/>
                  <a:pt x="4167" y="11824"/>
                  <a:pt x="4190" y="11657"/>
                </a:cubicBezTo>
                <a:lnTo>
                  <a:pt x="4947" y="9830"/>
                </a:lnTo>
                <a:lnTo>
                  <a:pt x="5608" y="9830"/>
                </a:lnTo>
                <a:lnTo>
                  <a:pt x="5608" y="10838"/>
                </a:lnTo>
                <a:cubicBezTo>
                  <a:pt x="5608" y="11027"/>
                  <a:pt x="5766" y="11184"/>
                  <a:pt x="5955" y="11184"/>
                </a:cubicBezTo>
                <a:cubicBezTo>
                  <a:pt x="6144" y="11184"/>
                  <a:pt x="6301" y="11027"/>
                  <a:pt x="6301" y="10838"/>
                </a:cubicBezTo>
                <a:lnTo>
                  <a:pt x="6301" y="9830"/>
                </a:lnTo>
                <a:lnTo>
                  <a:pt x="6994" y="9830"/>
                </a:lnTo>
                <a:lnTo>
                  <a:pt x="7719" y="11657"/>
                </a:lnTo>
                <a:cubicBezTo>
                  <a:pt x="7791" y="11824"/>
                  <a:pt x="7916" y="11901"/>
                  <a:pt x="8042" y="11901"/>
                </a:cubicBezTo>
                <a:cubicBezTo>
                  <a:pt x="8082" y="11901"/>
                  <a:pt x="8122" y="11893"/>
                  <a:pt x="8160" y="11877"/>
                </a:cubicBezTo>
                <a:cubicBezTo>
                  <a:pt x="8349" y="11783"/>
                  <a:pt x="8444" y="11594"/>
                  <a:pt x="8349" y="11436"/>
                </a:cubicBezTo>
                <a:lnTo>
                  <a:pt x="7183" y="8443"/>
                </a:lnTo>
                <a:lnTo>
                  <a:pt x="11531" y="8443"/>
                </a:lnTo>
                <a:cubicBezTo>
                  <a:pt x="11752" y="8443"/>
                  <a:pt x="11909" y="8286"/>
                  <a:pt x="11909" y="8097"/>
                </a:cubicBezTo>
                <a:cubicBezTo>
                  <a:pt x="11909" y="7876"/>
                  <a:pt x="11752" y="7719"/>
                  <a:pt x="11531" y="7719"/>
                </a:cubicBezTo>
                <a:lnTo>
                  <a:pt x="11185" y="7719"/>
                </a:lnTo>
                <a:lnTo>
                  <a:pt x="11185" y="1418"/>
                </a:lnTo>
                <a:lnTo>
                  <a:pt x="11531" y="1418"/>
                </a:lnTo>
                <a:cubicBezTo>
                  <a:pt x="11752" y="1418"/>
                  <a:pt x="11909" y="1260"/>
                  <a:pt x="11909" y="1071"/>
                </a:cubicBezTo>
                <a:cubicBezTo>
                  <a:pt x="11909" y="882"/>
                  <a:pt x="11752" y="725"/>
                  <a:pt x="11531" y="725"/>
                </a:cubicBezTo>
                <a:lnTo>
                  <a:pt x="6301" y="725"/>
                </a:lnTo>
                <a:lnTo>
                  <a:pt x="6301" y="378"/>
                </a:lnTo>
                <a:cubicBezTo>
                  <a:pt x="6301" y="158"/>
                  <a:pt x="6144" y="0"/>
                  <a:pt x="59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54" name="Google Shape;5971;p58">
            <a:extLst>
              <a:ext uri="{FF2B5EF4-FFF2-40B4-BE49-F238E27FC236}">
                <a16:creationId xmlns:a16="http://schemas.microsoft.com/office/drawing/2014/main" id="{9FB9FEBA-2F72-0D67-3844-180D9C76B619}"/>
              </a:ext>
            </a:extLst>
          </p:cNvPr>
          <p:cNvSpPr/>
          <p:nvPr/>
        </p:nvSpPr>
        <p:spPr>
          <a:xfrm>
            <a:off x="8038864" y="3133483"/>
            <a:ext cx="29214" cy="87559"/>
          </a:xfrm>
          <a:custGeom>
            <a:avLst/>
            <a:gdLst/>
            <a:ahLst/>
            <a:cxnLst/>
            <a:rect l="l" t="t" r="r" b="b"/>
            <a:pathLst>
              <a:path w="694" h="2080" extrusionOk="0">
                <a:moveTo>
                  <a:pt x="1" y="0"/>
                </a:moveTo>
                <a:lnTo>
                  <a:pt x="1" y="2080"/>
                </a:lnTo>
                <a:lnTo>
                  <a:pt x="694" y="2080"/>
                </a:lnTo>
                <a:lnTo>
                  <a:pt x="6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55" name="Google Shape;5972;p58">
            <a:extLst>
              <a:ext uri="{FF2B5EF4-FFF2-40B4-BE49-F238E27FC236}">
                <a16:creationId xmlns:a16="http://schemas.microsoft.com/office/drawing/2014/main" id="{86681F65-9A24-8BF3-7DBA-DE71C4B63348}"/>
              </a:ext>
            </a:extLst>
          </p:cNvPr>
          <p:cNvSpPr/>
          <p:nvPr/>
        </p:nvSpPr>
        <p:spPr>
          <a:xfrm>
            <a:off x="7922176" y="3191826"/>
            <a:ext cx="29214" cy="29214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0" y="0"/>
                </a:moveTo>
                <a:lnTo>
                  <a:pt x="0" y="694"/>
                </a:lnTo>
                <a:lnTo>
                  <a:pt x="693" y="694"/>
                </a:lnTo>
                <a:lnTo>
                  <a:pt x="69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56" name="Google Shape;5973;p58">
            <a:extLst>
              <a:ext uri="{FF2B5EF4-FFF2-40B4-BE49-F238E27FC236}">
                <a16:creationId xmlns:a16="http://schemas.microsoft.com/office/drawing/2014/main" id="{FEBE8426-146D-13F4-3F77-64A05979C07C}"/>
              </a:ext>
            </a:extLst>
          </p:cNvPr>
          <p:cNvSpPr/>
          <p:nvPr/>
        </p:nvSpPr>
        <p:spPr>
          <a:xfrm>
            <a:off x="8155596" y="3075138"/>
            <a:ext cx="30519" cy="145903"/>
          </a:xfrm>
          <a:custGeom>
            <a:avLst/>
            <a:gdLst/>
            <a:ahLst/>
            <a:cxnLst/>
            <a:rect l="l" t="t" r="r" b="b"/>
            <a:pathLst>
              <a:path w="725" h="3466" extrusionOk="0">
                <a:moveTo>
                  <a:pt x="0" y="0"/>
                </a:moveTo>
                <a:lnTo>
                  <a:pt x="0" y="3466"/>
                </a:lnTo>
                <a:lnTo>
                  <a:pt x="725" y="3466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58" name="Google Shape;5975;p58">
            <a:extLst>
              <a:ext uri="{FF2B5EF4-FFF2-40B4-BE49-F238E27FC236}">
                <a16:creationId xmlns:a16="http://schemas.microsoft.com/office/drawing/2014/main" id="{33FEE0B9-4551-5D66-290D-09E216F202AB}"/>
              </a:ext>
            </a:extLst>
          </p:cNvPr>
          <p:cNvSpPr/>
          <p:nvPr/>
        </p:nvSpPr>
        <p:spPr>
          <a:xfrm>
            <a:off x="11030454" y="1692578"/>
            <a:ext cx="379366" cy="350151"/>
          </a:xfrm>
          <a:custGeom>
            <a:avLst/>
            <a:gdLst/>
            <a:ahLst/>
            <a:cxnLst/>
            <a:rect l="l" t="t" r="r" b="b"/>
            <a:pathLst>
              <a:path w="9012" h="8318" extrusionOk="0">
                <a:moveTo>
                  <a:pt x="4538" y="1"/>
                </a:moveTo>
                <a:cubicBezTo>
                  <a:pt x="2112" y="1"/>
                  <a:pt x="1" y="1985"/>
                  <a:pt x="32" y="4537"/>
                </a:cubicBezTo>
                <a:cubicBezTo>
                  <a:pt x="32" y="5860"/>
                  <a:pt x="631" y="7184"/>
                  <a:pt x="1797" y="8066"/>
                </a:cubicBezTo>
                <a:cubicBezTo>
                  <a:pt x="1923" y="8192"/>
                  <a:pt x="2017" y="8223"/>
                  <a:pt x="2049" y="8318"/>
                </a:cubicBezTo>
                <a:lnTo>
                  <a:pt x="4160" y="8318"/>
                </a:lnTo>
                <a:lnTo>
                  <a:pt x="4160" y="6900"/>
                </a:lnTo>
                <a:lnTo>
                  <a:pt x="2427" y="6900"/>
                </a:lnTo>
                <a:cubicBezTo>
                  <a:pt x="2238" y="6900"/>
                  <a:pt x="2080" y="6743"/>
                  <a:pt x="2080" y="6554"/>
                </a:cubicBezTo>
                <a:lnTo>
                  <a:pt x="2080" y="5829"/>
                </a:lnTo>
                <a:cubicBezTo>
                  <a:pt x="2080" y="4852"/>
                  <a:pt x="2679" y="4033"/>
                  <a:pt x="3498" y="3624"/>
                </a:cubicBezTo>
                <a:cubicBezTo>
                  <a:pt x="3277" y="3403"/>
                  <a:pt x="3151" y="3088"/>
                  <a:pt x="3151" y="2678"/>
                </a:cubicBezTo>
                <a:cubicBezTo>
                  <a:pt x="3151" y="1922"/>
                  <a:pt x="3782" y="1292"/>
                  <a:pt x="4538" y="1292"/>
                </a:cubicBezTo>
                <a:cubicBezTo>
                  <a:pt x="5262" y="1292"/>
                  <a:pt x="5892" y="1922"/>
                  <a:pt x="5892" y="2678"/>
                </a:cubicBezTo>
                <a:cubicBezTo>
                  <a:pt x="5892" y="3025"/>
                  <a:pt x="5735" y="3340"/>
                  <a:pt x="5546" y="3624"/>
                </a:cubicBezTo>
                <a:cubicBezTo>
                  <a:pt x="6365" y="4033"/>
                  <a:pt x="6964" y="4852"/>
                  <a:pt x="6964" y="5829"/>
                </a:cubicBezTo>
                <a:lnTo>
                  <a:pt x="6964" y="6554"/>
                </a:lnTo>
                <a:cubicBezTo>
                  <a:pt x="6964" y="6743"/>
                  <a:pt x="6806" y="6900"/>
                  <a:pt x="6617" y="6900"/>
                </a:cubicBezTo>
                <a:lnTo>
                  <a:pt x="4884" y="6900"/>
                </a:lnTo>
                <a:lnTo>
                  <a:pt x="4884" y="8318"/>
                </a:lnTo>
                <a:lnTo>
                  <a:pt x="6995" y="8318"/>
                </a:lnTo>
                <a:cubicBezTo>
                  <a:pt x="7027" y="8286"/>
                  <a:pt x="7121" y="8192"/>
                  <a:pt x="7247" y="8129"/>
                </a:cubicBezTo>
                <a:cubicBezTo>
                  <a:pt x="8413" y="7184"/>
                  <a:pt x="9011" y="5829"/>
                  <a:pt x="9011" y="4506"/>
                </a:cubicBezTo>
                <a:cubicBezTo>
                  <a:pt x="9011" y="2017"/>
                  <a:pt x="6995" y="1"/>
                  <a:pt x="453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59" name="Google Shape;5976;p58">
            <a:extLst>
              <a:ext uri="{FF2B5EF4-FFF2-40B4-BE49-F238E27FC236}">
                <a16:creationId xmlns:a16="http://schemas.microsoft.com/office/drawing/2014/main" id="{2A088068-924F-9854-5B7D-F6E155189E6D}"/>
              </a:ext>
            </a:extLst>
          </p:cNvPr>
          <p:cNvSpPr/>
          <p:nvPr/>
        </p:nvSpPr>
        <p:spPr>
          <a:xfrm>
            <a:off x="11190964" y="1778790"/>
            <a:ext cx="59692" cy="59734"/>
          </a:xfrm>
          <a:custGeom>
            <a:avLst/>
            <a:gdLst/>
            <a:ahLst/>
            <a:cxnLst/>
            <a:rect l="l" t="t" r="r" b="b"/>
            <a:pathLst>
              <a:path w="1418" h="1419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60" name="Google Shape;5977;p58">
            <a:extLst>
              <a:ext uri="{FF2B5EF4-FFF2-40B4-BE49-F238E27FC236}">
                <a16:creationId xmlns:a16="http://schemas.microsoft.com/office/drawing/2014/main" id="{91695052-5C78-6DF9-CFCC-A2A243567A94}"/>
              </a:ext>
            </a:extLst>
          </p:cNvPr>
          <p:cNvSpPr/>
          <p:nvPr/>
        </p:nvSpPr>
        <p:spPr>
          <a:xfrm>
            <a:off x="11119318" y="2071858"/>
            <a:ext cx="204290" cy="59734"/>
          </a:xfrm>
          <a:custGeom>
            <a:avLst/>
            <a:gdLst/>
            <a:ahLst/>
            <a:cxnLst/>
            <a:rect l="l" t="t" r="r" b="b"/>
            <a:pathLst>
              <a:path w="4853" h="1419" extrusionOk="0">
                <a:moveTo>
                  <a:pt x="1" y="1"/>
                </a:moveTo>
                <a:lnTo>
                  <a:pt x="1" y="347"/>
                </a:lnTo>
                <a:cubicBezTo>
                  <a:pt x="1" y="946"/>
                  <a:pt x="473" y="1419"/>
                  <a:pt x="1040" y="1419"/>
                </a:cubicBezTo>
                <a:lnTo>
                  <a:pt x="3781" y="1419"/>
                </a:lnTo>
                <a:cubicBezTo>
                  <a:pt x="4380" y="1419"/>
                  <a:pt x="4853" y="946"/>
                  <a:pt x="4853" y="347"/>
                </a:cubicBezTo>
                <a:lnTo>
                  <a:pt x="485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61" name="Google Shape;5978;p58">
            <a:extLst>
              <a:ext uri="{FF2B5EF4-FFF2-40B4-BE49-F238E27FC236}">
                <a16:creationId xmlns:a16="http://schemas.microsoft.com/office/drawing/2014/main" id="{FAB62B61-5E3D-0AD1-3979-9A59FD024ABF}"/>
              </a:ext>
            </a:extLst>
          </p:cNvPr>
          <p:cNvSpPr/>
          <p:nvPr/>
        </p:nvSpPr>
        <p:spPr>
          <a:xfrm>
            <a:off x="11148490" y="1868958"/>
            <a:ext cx="145946" cy="87559"/>
          </a:xfrm>
          <a:custGeom>
            <a:avLst/>
            <a:gdLst/>
            <a:ahLst/>
            <a:cxnLst/>
            <a:rect l="l" t="t" r="r" b="b"/>
            <a:pathLst>
              <a:path w="3467" h="2080" extrusionOk="0">
                <a:moveTo>
                  <a:pt x="1734" y="1"/>
                </a:moveTo>
                <a:cubicBezTo>
                  <a:pt x="789" y="1"/>
                  <a:pt x="1" y="725"/>
                  <a:pt x="1" y="1733"/>
                </a:cubicBezTo>
                <a:lnTo>
                  <a:pt x="1" y="2080"/>
                </a:lnTo>
                <a:lnTo>
                  <a:pt x="3466" y="2080"/>
                </a:lnTo>
                <a:lnTo>
                  <a:pt x="3466" y="1733"/>
                </a:lnTo>
                <a:cubicBezTo>
                  <a:pt x="3466" y="788"/>
                  <a:pt x="2679" y="1"/>
                  <a:pt x="173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62" name="Google Shape;5979;p58">
            <a:extLst>
              <a:ext uri="{FF2B5EF4-FFF2-40B4-BE49-F238E27FC236}">
                <a16:creationId xmlns:a16="http://schemas.microsoft.com/office/drawing/2014/main" id="{1C387901-A1E1-01FB-C7A1-A4FC4EA3F305}"/>
              </a:ext>
            </a:extLst>
          </p:cNvPr>
          <p:cNvSpPr/>
          <p:nvPr/>
        </p:nvSpPr>
        <p:spPr>
          <a:xfrm>
            <a:off x="11148490" y="2160722"/>
            <a:ext cx="147251" cy="29214"/>
          </a:xfrm>
          <a:custGeom>
            <a:avLst/>
            <a:gdLst/>
            <a:ahLst/>
            <a:cxnLst/>
            <a:rect l="l" t="t" r="r" b="b"/>
            <a:pathLst>
              <a:path w="3498" h="694" extrusionOk="0">
                <a:moveTo>
                  <a:pt x="32" y="1"/>
                </a:moveTo>
                <a:cubicBezTo>
                  <a:pt x="1" y="379"/>
                  <a:pt x="284" y="694"/>
                  <a:pt x="694" y="694"/>
                </a:cubicBezTo>
                <a:lnTo>
                  <a:pt x="2773" y="694"/>
                </a:lnTo>
                <a:cubicBezTo>
                  <a:pt x="3183" y="694"/>
                  <a:pt x="3498" y="379"/>
                  <a:pt x="349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63" name="Google Shape;5980;p58">
            <a:extLst>
              <a:ext uri="{FF2B5EF4-FFF2-40B4-BE49-F238E27FC236}">
                <a16:creationId xmlns:a16="http://schemas.microsoft.com/office/drawing/2014/main" id="{060E3F27-CFCD-AA05-77AC-EC2F1E898A41}"/>
              </a:ext>
            </a:extLst>
          </p:cNvPr>
          <p:cNvSpPr/>
          <p:nvPr/>
        </p:nvSpPr>
        <p:spPr>
          <a:xfrm>
            <a:off x="10958285" y="2319220"/>
            <a:ext cx="523921" cy="499674"/>
          </a:xfrm>
          <a:custGeom>
            <a:avLst/>
            <a:gdLst/>
            <a:ahLst/>
            <a:cxnLst/>
            <a:rect l="l" t="t" r="r" b="b"/>
            <a:pathLst>
              <a:path w="12446" h="11870" extrusionOk="0">
                <a:moveTo>
                  <a:pt x="9421" y="1410"/>
                </a:moveTo>
                <a:cubicBezTo>
                  <a:pt x="9775" y="1410"/>
                  <a:pt x="10130" y="1544"/>
                  <a:pt x="10397" y="1812"/>
                </a:cubicBezTo>
                <a:cubicBezTo>
                  <a:pt x="10901" y="2316"/>
                  <a:pt x="10901" y="3198"/>
                  <a:pt x="10366" y="3734"/>
                </a:cubicBezTo>
                <a:lnTo>
                  <a:pt x="9169" y="4931"/>
                </a:lnTo>
                <a:cubicBezTo>
                  <a:pt x="8948" y="5152"/>
                  <a:pt x="8633" y="5278"/>
                  <a:pt x="8318" y="5309"/>
                </a:cubicBezTo>
                <a:lnTo>
                  <a:pt x="8476" y="5152"/>
                </a:lnTo>
                <a:cubicBezTo>
                  <a:pt x="8854" y="4773"/>
                  <a:pt x="8854" y="4112"/>
                  <a:pt x="8476" y="3702"/>
                </a:cubicBezTo>
                <a:cubicBezTo>
                  <a:pt x="8271" y="3513"/>
                  <a:pt x="8003" y="3419"/>
                  <a:pt x="7739" y="3419"/>
                </a:cubicBezTo>
                <a:cubicBezTo>
                  <a:pt x="7475" y="3419"/>
                  <a:pt x="7215" y="3513"/>
                  <a:pt x="7026" y="3702"/>
                </a:cubicBezTo>
                <a:lnTo>
                  <a:pt x="6869" y="3860"/>
                </a:lnTo>
                <a:cubicBezTo>
                  <a:pt x="6900" y="3545"/>
                  <a:pt x="7026" y="3230"/>
                  <a:pt x="7247" y="3009"/>
                </a:cubicBezTo>
                <a:lnTo>
                  <a:pt x="8444" y="1812"/>
                </a:lnTo>
                <a:cubicBezTo>
                  <a:pt x="8712" y="1544"/>
                  <a:pt x="9066" y="1410"/>
                  <a:pt x="9421" y="1410"/>
                </a:cubicBezTo>
                <a:close/>
                <a:moveTo>
                  <a:pt x="4128" y="6475"/>
                </a:moveTo>
                <a:lnTo>
                  <a:pt x="3970" y="6601"/>
                </a:lnTo>
                <a:cubicBezTo>
                  <a:pt x="3592" y="7010"/>
                  <a:pt x="3592" y="7672"/>
                  <a:pt x="3970" y="8081"/>
                </a:cubicBezTo>
                <a:cubicBezTo>
                  <a:pt x="4175" y="8270"/>
                  <a:pt x="4443" y="8365"/>
                  <a:pt x="4711" y="8365"/>
                </a:cubicBezTo>
                <a:cubicBezTo>
                  <a:pt x="4978" y="8365"/>
                  <a:pt x="5246" y="8270"/>
                  <a:pt x="5451" y="8081"/>
                </a:cubicBezTo>
                <a:lnTo>
                  <a:pt x="5577" y="7924"/>
                </a:lnTo>
                <a:lnTo>
                  <a:pt x="5577" y="7924"/>
                </a:lnTo>
                <a:cubicBezTo>
                  <a:pt x="5640" y="8270"/>
                  <a:pt x="5483" y="8586"/>
                  <a:pt x="5231" y="8838"/>
                </a:cubicBezTo>
                <a:lnTo>
                  <a:pt x="4065" y="10003"/>
                </a:lnTo>
                <a:cubicBezTo>
                  <a:pt x="3781" y="10271"/>
                  <a:pt x="3427" y="10405"/>
                  <a:pt x="3072" y="10405"/>
                </a:cubicBezTo>
                <a:cubicBezTo>
                  <a:pt x="2718" y="10405"/>
                  <a:pt x="2364" y="10271"/>
                  <a:pt x="2080" y="10003"/>
                </a:cubicBezTo>
                <a:cubicBezTo>
                  <a:pt x="1544" y="9468"/>
                  <a:pt x="1544" y="8586"/>
                  <a:pt x="2080" y="8050"/>
                </a:cubicBezTo>
                <a:lnTo>
                  <a:pt x="3277" y="6853"/>
                </a:lnTo>
                <a:cubicBezTo>
                  <a:pt x="3498" y="6601"/>
                  <a:pt x="3813" y="6506"/>
                  <a:pt x="4128" y="6475"/>
                </a:cubicBezTo>
                <a:close/>
                <a:moveTo>
                  <a:pt x="9373" y="0"/>
                </a:moveTo>
                <a:cubicBezTo>
                  <a:pt x="8665" y="0"/>
                  <a:pt x="7956" y="268"/>
                  <a:pt x="7404" y="804"/>
                </a:cubicBezTo>
                <a:lnTo>
                  <a:pt x="6239" y="1970"/>
                </a:lnTo>
                <a:cubicBezTo>
                  <a:pt x="5451" y="2757"/>
                  <a:pt x="5199" y="3986"/>
                  <a:pt x="5640" y="4994"/>
                </a:cubicBezTo>
                <a:lnTo>
                  <a:pt x="5325" y="5309"/>
                </a:lnTo>
                <a:cubicBezTo>
                  <a:pt x="4994" y="5170"/>
                  <a:pt x="4634" y="5100"/>
                  <a:pt x="4270" y="5100"/>
                </a:cubicBezTo>
                <a:cubicBezTo>
                  <a:pt x="3562" y="5100"/>
                  <a:pt x="2842" y="5366"/>
                  <a:pt x="2301" y="5908"/>
                </a:cubicBezTo>
                <a:lnTo>
                  <a:pt x="1103" y="7105"/>
                </a:lnTo>
                <a:cubicBezTo>
                  <a:pt x="1" y="8144"/>
                  <a:pt x="1" y="9940"/>
                  <a:pt x="1103" y="11043"/>
                </a:cubicBezTo>
                <a:cubicBezTo>
                  <a:pt x="1655" y="11594"/>
                  <a:pt x="2364" y="11870"/>
                  <a:pt x="3072" y="11870"/>
                </a:cubicBezTo>
                <a:cubicBezTo>
                  <a:pt x="3781" y="11870"/>
                  <a:pt x="4490" y="11594"/>
                  <a:pt x="5041" y="11043"/>
                </a:cubicBezTo>
                <a:lnTo>
                  <a:pt x="6239" y="9846"/>
                </a:lnTo>
                <a:cubicBezTo>
                  <a:pt x="7026" y="9058"/>
                  <a:pt x="7247" y="7829"/>
                  <a:pt x="6806" y="6821"/>
                </a:cubicBezTo>
                <a:lnTo>
                  <a:pt x="7121" y="6506"/>
                </a:lnTo>
                <a:cubicBezTo>
                  <a:pt x="7473" y="6656"/>
                  <a:pt x="7840" y="6729"/>
                  <a:pt x="8204" y="6729"/>
                </a:cubicBezTo>
                <a:cubicBezTo>
                  <a:pt x="8914" y="6729"/>
                  <a:pt x="9614" y="6449"/>
                  <a:pt x="10177" y="5908"/>
                </a:cubicBezTo>
                <a:lnTo>
                  <a:pt x="11342" y="4742"/>
                </a:lnTo>
                <a:cubicBezTo>
                  <a:pt x="12445" y="3639"/>
                  <a:pt x="12445" y="1907"/>
                  <a:pt x="11342" y="804"/>
                </a:cubicBezTo>
                <a:cubicBezTo>
                  <a:pt x="10791" y="268"/>
                  <a:pt x="10082" y="0"/>
                  <a:pt x="937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65" name="Google Shape;5982;p58">
            <a:extLst>
              <a:ext uri="{FF2B5EF4-FFF2-40B4-BE49-F238E27FC236}">
                <a16:creationId xmlns:a16="http://schemas.microsoft.com/office/drawing/2014/main" id="{D6B6A68C-A9FA-4943-077D-87259EEE6073}"/>
              </a:ext>
            </a:extLst>
          </p:cNvPr>
          <p:cNvSpPr/>
          <p:nvPr/>
        </p:nvSpPr>
        <p:spPr>
          <a:xfrm>
            <a:off x="10969458" y="3130010"/>
            <a:ext cx="501358" cy="323631"/>
          </a:xfrm>
          <a:custGeom>
            <a:avLst/>
            <a:gdLst/>
            <a:ahLst/>
            <a:cxnLst/>
            <a:rect l="l" t="t" r="r" b="b"/>
            <a:pathLst>
              <a:path w="11910" h="7688" extrusionOk="0">
                <a:moveTo>
                  <a:pt x="5923" y="0"/>
                </a:moveTo>
                <a:cubicBezTo>
                  <a:pt x="5325" y="0"/>
                  <a:pt x="4821" y="347"/>
                  <a:pt x="4631" y="914"/>
                </a:cubicBezTo>
                <a:cubicBezTo>
                  <a:pt x="4505" y="1166"/>
                  <a:pt x="4505" y="1449"/>
                  <a:pt x="4568" y="1764"/>
                </a:cubicBezTo>
                <a:cubicBezTo>
                  <a:pt x="4884" y="1922"/>
                  <a:pt x="5199" y="2016"/>
                  <a:pt x="5577" y="2048"/>
                </a:cubicBezTo>
                <a:lnTo>
                  <a:pt x="5577" y="2741"/>
                </a:lnTo>
                <a:lnTo>
                  <a:pt x="2458" y="2741"/>
                </a:lnTo>
                <a:cubicBezTo>
                  <a:pt x="1859" y="2741"/>
                  <a:pt x="1418" y="3214"/>
                  <a:pt x="1418" y="3781"/>
                </a:cubicBezTo>
                <a:lnTo>
                  <a:pt x="1418" y="4190"/>
                </a:lnTo>
                <a:cubicBezTo>
                  <a:pt x="630" y="4316"/>
                  <a:pt x="0" y="5041"/>
                  <a:pt x="0" y="5891"/>
                </a:cubicBezTo>
                <a:cubicBezTo>
                  <a:pt x="0" y="6837"/>
                  <a:pt x="788" y="7687"/>
                  <a:pt x="1765" y="7687"/>
                </a:cubicBezTo>
                <a:cubicBezTo>
                  <a:pt x="2710" y="7687"/>
                  <a:pt x="3497" y="6900"/>
                  <a:pt x="3497" y="5891"/>
                </a:cubicBezTo>
                <a:cubicBezTo>
                  <a:pt x="3497" y="5072"/>
                  <a:pt x="2930" y="4316"/>
                  <a:pt x="2143" y="4190"/>
                </a:cubicBezTo>
                <a:lnTo>
                  <a:pt x="2143" y="3781"/>
                </a:lnTo>
                <a:cubicBezTo>
                  <a:pt x="2143" y="3592"/>
                  <a:pt x="2300" y="3434"/>
                  <a:pt x="2489" y="3434"/>
                </a:cubicBezTo>
                <a:lnTo>
                  <a:pt x="5608" y="3434"/>
                </a:lnTo>
                <a:lnTo>
                  <a:pt x="5608" y="4127"/>
                </a:lnTo>
                <a:cubicBezTo>
                  <a:pt x="4821" y="4285"/>
                  <a:pt x="4222" y="5009"/>
                  <a:pt x="4222" y="5860"/>
                </a:cubicBezTo>
                <a:cubicBezTo>
                  <a:pt x="4222" y="6805"/>
                  <a:pt x="5010" y="7656"/>
                  <a:pt x="5955" y="7656"/>
                </a:cubicBezTo>
                <a:cubicBezTo>
                  <a:pt x="6900" y="7656"/>
                  <a:pt x="7687" y="6868"/>
                  <a:pt x="7687" y="5860"/>
                </a:cubicBezTo>
                <a:cubicBezTo>
                  <a:pt x="7687" y="5041"/>
                  <a:pt x="7089" y="4285"/>
                  <a:pt x="6301" y="4127"/>
                </a:cubicBezTo>
                <a:lnTo>
                  <a:pt x="6301" y="3434"/>
                </a:lnTo>
                <a:lnTo>
                  <a:pt x="9452" y="3434"/>
                </a:lnTo>
                <a:cubicBezTo>
                  <a:pt x="9641" y="3434"/>
                  <a:pt x="9798" y="3592"/>
                  <a:pt x="9798" y="3781"/>
                </a:cubicBezTo>
                <a:lnTo>
                  <a:pt x="9798" y="4190"/>
                </a:lnTo>
                <a:cubicBezTo>
                  <a:pt x="9011" y="4316"/>
                  <a:pt x="8444" y="5041"/>
                  <a:pt x="8444" y="5891"/>
                </a:cubicBezTo>
                <a:cubicBezTo>
                  <a:pt x="8444" y="6837"/>
                  <a:pt x="9231" y="7687"/>
                  <a:pt x="10176" y="7687"/>
                </a:cubicBezTo>
                <a:cubicBezTo>
                  <a:pt x="11121" y="7687"/>
                  <a:pt x="11909" y="6900"/>
                  <a:pt x="11909" y="5891"/>
                </a:cubicBezTo>
                <a:cubicBezTo>
                  <a:pt x="11783" y="5135"/>
                  <a:pt x="11185" y="4379"/>
                  <a:pt x="10397" y="4222"/>
                </a:cubicBezTo>
                <a:lnTo>
                  <a:pt x="10397" y="3812"/>
                </a:lnTo>
                <a:cubicBezTo>
                  <a:pt x="10397" y="3245"/>
                  <a:pt x="9924" y="2804"/>
                  <a:pt x="9389" y="2804"/>
                </a:cubicBezTo>
                <a:lnTo>
                  <a:pt x="6238" y="2804"/>
                </a:lnTo>
                <a:lnTo>
                  <a:pt x="6238" y="2079"/>
                </a:lnTo>
                <a:cubicBezTo>
                  <a:pt x="6585" y="2048"/>
                  <a:pt x="6900" y="1922"/>
                  <a:pt x="7215" y="1827"/>
                </a:cubicBezTo>
                <a:cubicBezTo>
                  <a:pt x="7341" y="1418"/>
                  <a:pt x="7246" y="977"/>
                  <a:pt x="7057" y="630"/>
                </a:cubicBezTo>
                <a:cubicBezTo>
                  <a:pt x="6774" y="221"/>
                  <a:pt x="6396" y="0"/>
                  <a:pt x="59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66" name="Google Shape;5983;p58">
            <a:extLst>
              <a:ext uri="{FF2B5EF4-FFF2-40B4-BE49-F238E27FC236}">
                <a16:creationId xmlns:a16="http://schemas.microsoft.com/office/drawing/2014/main" id="{57E3D716-2125-C2F7-0EE6-D90A48D5F69C}"/>
              </a:ext>
            </a:extLst>
          </p:cNvPr>
          <p:cNvSpPr/>
          <p:nvPr/>
        </p:nvSpPr>
        <p:spPr>
          <a:xfrm>
            <a:off x="11188270" y="3043797"/>
            <a:ext cx="59734" cy="59692"/>
          </a:xfrm>
          <a:custGeom>
            <a:avLst/>
            <a:gdLst/>
            <a:ahLst/>
            <a:cxnLst/>
            <a:rect l="l" t="t" r="r" b="b"/>
            <a:pathLst>
              <a:path w="1419" h="1418" extrusionOk="0">
                <a:moveTo>
                  <a:pt x="725" y="0"/>
                </a:moveTo>
                <a:cubicBezTo>
                  <a:pt x="284" y="0"/>
                  <a:pt x="1" y="315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67" name="Google Shape;5984;p58">
            <a:extLst>
              <a:ext uri="{FF2B5EF4-FFF2-40B4-BE49-F238E27FC236}">
                <a16:creationId xmlns:a16="http://schemas.microsoft.com/office/drawing/2014/main" id="{35E278D4-FEAB-9009-BFDC-4541F71D6A46}"/>
              </a:ext>
            </a:extLst>
          </p:cNvPr>
          <p:cNvSpPr/>
          <p:nvPr/>
        </p:nvSpPr>
        <p:spPr>
          <a:xfrm>
            <a:off x="11087494" y="2956238"/>
            <a:ext cx="261287" cy="228158"/>
          </a:xfrm>
          <a:custGeom>
            <a:avLst/>
            <a:gdLst/>
            <a:ahLst/>
            <a:cxnLst/>
            <a:rect l="l" t="t" r="r" b="b"/>
            <a:pathLst>
              <a:path w="6207" h="5420" extrusionOk="0">
                <a:moveTo>
                  <a:pt x="3119" y="1"/>
                </a:moveTo>
                <a:cubicBezTo>
                  <a:pt x="1386" y="1"/>
                  <a:pt x="0" y="1387"/>
                  <a:pt x="0" y="3120"/>
                </a:cubicBezTo>
                <a:cubicBezTo>
                  <a:pt x="0" y="4002"/>
                  <a:pt x="410" y="4853"/>
                  <a:pt x="1071" y="5420"/>
                </a:cubicBezTo>
                <a:cubicBezTo>
                  <a:pt x="1071" y="5231"/>
                  <a:pt x="1103" y="5042"/>
                  <a:pt x="1197" y="4853"/>
                </a:cubicBezTo>
                <a:cubicBezTo>
                  <a:pt x="1323" y="4380"/>
                  <a:pt x="1701" y="3971"/>
                  <a:pt x="2111" y="3750"/>
                </a:cubicBezTo>
                <a:cubicBezTo>
                  <a:pt x="1890" y="3498"/>
                  <a:pt x="1733" y="3151"/>
                  <a:pt x="1733" y="2805"/>
                </a:cubicBezTo>
                <a:cubicBezTo>
                  <a:pt x="1733" y="2049"/>
                  <a:pt x="2363" y="1419"/>
                  <a:pt x="3119" y="1419"/>
                </a:cubicBezTo>
                <a:cubicBezTo>
                  <a:pt x="3844" y="1419"/>
                  <a:pt x="4474" y="2049"/>
                  <a:pt x="4474" y="2805"/>
                </a:cubicBezTo>
                <a:cubicBezTo>
                  <a:pt x="4474" y="3151"/>
                  <a:pt x="4348" y="3498"/>
                  <a:pt x="4096" y="3750"/>
                </a:cubicBezTo>
                <a:cubicBezTo>
                  <a:pt x="4379" y="3876"/>
                  <a:pt x="4600" y="4097"/>
                  <a:pt x="4789" y="4380"/>
                </a:cubicBezTo>
                <a:cubicBezTo>
                  <a:pt x="5009" y="4695"/>
                  <a:pt x="5135" y="5042"/>
                  <a:pt x="5167" y="5420"/>
                </a:cubicBezTo>
                <a:cubicBezTo>
                  <a:pt x="5797" y="4853"/>
                  <a:pt x="6207" y="4065"/>
                  <a:pt x="6207" y="3120"/>
                </a:cubicBezTo>
                <a:cubicBezTo>
                  <a:pt x="6207" y="1387"/>
                  <a:pt x="4852" y="1"/>
                  <a:pt x="31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69" name="Google Shape;5986;p58">
            <a:extLst>
              <a:ext uri="{FF2B5EF4-FFF2-40B4-BE49-F238E27FC236}">
                <a16:creationId xmlns:a16="http://schemas.microsoft.com/office/drawing/2014/main" id="{BBB69679-17F1-416B-DA42-A09FA5670805}"/>
              </a:ext>
            </a:extLst>
          </p:cNvPr>
          <p:cNvSpPr/>
          <p:nvPr/>
        </p:nvSpPr>
        <p:spPr>
          <a:xfrm>
            <a:off x="9233849" y="3734008"/>
            <a:ext cx="205595" cy="167162"/>
          </a:xfrm>
          <a:custGeom>
            <a:avLst/>
            <a:gdLst/>
            <a:ahLst/>
            <a:cxnLst/>
            <a:rect l="l" t="t" r="r" b="b"/>
            <a:pathLst>
              <a:path w="4884" h="3971" extrusionOk="0">
                <a:moveTo>
                  <a:pt x="2426" y="1"/>
                </a:moveTo>
                <a:cubicBezTo>
                  <a:pt x="1103" y="1"/>
                  <a:pt x="0" y="1104"/>
                  <a:pt x="0" y="2427"/>
                </a:cubicBezTo>
                <a:cubicBezTo>
                  <a:pt x="0" y="3025"/>
                  <a:pt x="190" y="3530"/>
                  <a:pt x="536" y="3971"/>
                </a:cubicBezTo>
                <a:cubicBezTo>
                  <a:pt x="820" y="3624"/>
                  <a:pt x="1103" y="3309"/>
                  <a:pt x="1481" y="3057"/>
                </a:cubicBezTo>
                <a:cubicBezTo>
                  <a:pt x="1261" y="2805"/>
                  <a:pt x="1103" y="2458"/>
                  <a:pt x="1103" y="2112"/>
                </a:cubicBezTo>
                <a:cubicBezTo>
                  <a:pt x="1103" y="1356"/>
                  <a:pt x="1733" y="726"/>
                  <a:pt x="2489" y="726"/>
                </a:cubicBezTo>
                <a:cubicBezTo>
                  <a:pt x="3214" y="726"/>
                  <a:pt x="3844" y="1356"/>
                  <a:pt x="3844" y="2112"/>
                </a:cubicBezTo>
                <a:cubicBezTo>
                  <a:pt x="3844" y="2458"/>
                  <a:pt x="3687" y="2805"/>
                  <a:pt x="3466" y="3057"/>
                </a:cubicBezTo>
                <a:cubicBezTo>
                  <a:pt x="3844" y="3246"/>
                  <a:pt x="4128" y="3561"/>
                  <a:pt x="4317" y="3971"/>
                </a:cubicBezTo>
                <a:cubicBezTo>
                  <a:pt x="4695" y="3530"/>
                  <a:pt x="4884" y="3025"/>
                  <a:pt x="4884" y="2427"/>
                </a:cubicBezTo>
                <a:cubicBezTo>
                  <a:pt x="4884" y="1104"/>
                  <a:pt x="3781" y="1"/>
                  <a:pt x="242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70" name="Google Shape;5987;p58">
            <a:extLst>
              <a:ext uri="{FF2B5EF4-FFF2-40B4-BE49-F238E27FC236}">
                <a16:creationId xmlns:a16="http://schemas.microsoft.com/office/drawing/2014/main" id="{E6782434-9734-8029-31AA-E12210ED53C0}"/>
              </a:ext>
            </a:extLst>
          </p:cNvPr>
          <p:cNvSpPr/>
          <p:nvPr/>
        </p:nvSpPr>
        <p:spPr>
          <a:xfrm>
            <a:off x="9308106" y="3793700"/>
            <a:ext cx="59734" cy="59734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6" y="1"/>
                  <a:pt x="1" y="316"/>
                  <a:pt x="1" y="694"/>
                </a:cubicBezTo>
                <a:cubicBezTo>
                  <a:pt x="1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71" name="Google Shape;5988;p58">
            <a:extLst>
              <a:ext uri="{FF2B5EF4-FFF2-40B4-BE49-F238E27FC236}">
                <a16:creationId xmlns:a16="http://schemas.microsoft.com/office/drawing/2014/main" id="{E1F033EB-0EEF-2E46-0A6E-EA3D3AB76B06}"/>
              </a:ext>
            </a:extLst>
          </p:cNvPr>
          <p:cNvSpPr/>
          <p:nvPr/>
        </p:nvSpPr>
        <p:spPr>
          <a:xfrm>
            <a:off x="9119812" y="3616646"/>
            <a:ext cx="436363" cy="439689"/>
          </a:xfrm>
          <a:custGeom>
            <a:avLst/>
            <a:gdLst/>
            <a:ahLst/>
            <a:cxnLst/>
            <a:rect l="l" t="t" r="r" b="b"/>
            <a:pathLst>
              <a:path w="10366" h="10445" extrusionOk="0">
                <a:moveTo>
                  <a:pt x="5198" y="2159"/>
                </a:moveTo>
                <a:cubicBezTo>
                  <a:pt x="6931" y="2159"/>
                  <a:pt x="8286" y="3514"/>
                  <a:pt x="8286" y="5246"/>
                </a:cubicBezTo>
                <a:cubicBezTo>
                  <a:pt x="8286" y="6916"/>
                  <a:pt x="6931" y="8365"/>
                  <a:pt x="5198" y="8365"/>
                </a:cubicBezTo>
                <a:cubicBezTo>
                  <a:pt x="3340" y="8365"/>
                  <a:pt x="2079" y="6822"/>
                  <a:pt x="2079" y="5246"/>
                </a:cubicBezTo>
                <a:cubicBezTo>
                  <a:pt x="2079" y="3514"/>
                  <a:pt x="3497" y="2159"/>
                  <a:pt x="5198" y="2159"/>
                </a:cubicBezTo>
                <a:close/>
                <a:moveTo>
                  <a:pt x="5167" y="1"/>
                </a:moveTo>
                <a:cubicBezTo>
                  <a:pt x="5088" y="1"/>
                  <a:pt x="5009" y="17"/>
                  <a:pt x="4946" y="48"/>
                </a:cubicBezTo>
                <a:lnTo>
                  <a:pt x="4001" y="836"/>
                </a:lnTo>
                <a:lnTo>
                  <a:pt x="2773" y="678"/>
                </a:lnTo>
                <a:cubicBezTo>
                  <a:pt x="2756" y="675"/>
                  <a:pt x="2739" y="673"/>
                  <a:pt x="2723" y="673"/>
                </a:cubicBezTo>
                <a:cubicBezTo>
                  <a:pt x="2583" y="673"/>
                  <a:pt x="2454" y="786"/>
                  <a:pt x="2426" y="899"/>
                </a:cubicBezTo>
                <a:lnTo>
                  <a:pt x="1953" y="2033"/>
                </a:lnTo>
                <a:lnTo>
                  <a:pt x="819" y="2505"/>
                </a:lnTo>
                <a:cubicBezTo>
                  <a:pt x="662" y="2568"/>
                  <a:pt x="567" y="2694"/>
                  <a:pt x="630" y="2852"/>
                </a:cubicBezTo>
                <a:lnTo>
                  <a:pt x="788" y="4081"/>
                </a:lnTo>
                <a:lnTo>
                  <a:pt x="32" y="5026"/>
                </a:lnTo>
                <a:cubicBezTo>
                  <a:pt x="0" y="5183"/>
                  <a:pt x="0" y="5341"/>
                  <a:pt x="63" y="5467"/>
                </a:cubicBezTo>
                <a:lnTo>
                  <a:pt x="819" y="6381"/>
                </a:lnTo>
                <a:lnTo>
                  <a:pt x="662" y="7609"/>
                </a:lnTo>
                <a:cubicBezTo>
                  <a:pt x="630" y="7767"/>
                  <a:pt x="725" y="7924"/>
                  <a:pt x="851" y="7956"/>
                </a:cubicBezTo>
                <a:lnTo>
                  <a:pt x="1985" y="8428"/>
                </a:lnTo>
                <a:lnTo>
                  <a:pt x="2457" y="9594"/>
                </a:lnTo>
                <a:cubicBezTo>
                  <a:pt x="2536" y="9725"/>
                  <a:pt x="2637" y="9791"/>
                  <a:pt x="2741" y="9791"/>
                </a:cubicBezTo>
                <a:cubicBezTo>
                  <a:pt x="2762" y="9791"/>
                  <a:pt x="2783" y="9788"/>
                  <a:pt x="2804" y="9783"/>
                </a:cubicBezTo>
                <a:lnTo>
                  <a:pt x="4033" y="9626"/>
                </a:lnTo>
                <a:lnTo>
                  <a:pt x="4978" y="10382"/>
                </a:lnTo>
                <a:cubicBezTo>
                  <a:pt x="5072" y="10413"/>
                  <a:pt x="5104" y="10445"/>
                  <a:pt x="5167" y="10445"/>
                </a:cubicBezTo>
                <a:cubicBezTo>
                  <a:pt x="5261" y="10445"/>
                  <a:pt x="5324" y="10413"/>
                  <a:pt x="5387" y="10382"/>
                </a:cubicBezTo>
                <a:lnTo>
                  <a:pt x="6333" y="9626"/>
                </a:lnTo>
                <a:lnTo>
                  <a:pt x="7530" y="9783"/>
                </a:lnTo>
                <a:cubicBezTo>
                  <a:pt x="7687" y="9783"/>
                  <a:pt x="7876" y="9689"/>
                  <a:pt x="7908" y="9594"/>
                </a:cubicBezTo>
                <a:lnTo>
                  <a:pt x="8380" y="8428"/>
                </a:lnTo>
                <a:lnTo>
                  <a:pt x="9515" y="7956"/>
                </a:lnTo>
                <a:cubicBezTo>
                  <a:pt x="9672" y="7893"/>
                  <a:pt x="9735" y="7767"/>
                  <a:pt x="9704" y="7609"/>
                </a:cubicBezTo>
                <a:lnTo>
                  <a:pt x="9546" y="6381"/>
                </a:lnTo>
                <a:lnTo>
                  <a:pt x="10302" y="5467"/>
                </a:lnTo>
                <a:cubicBezTo>
                  <a:pt x="10365" y="5341"/>
                  <a:pt x="10365" y="5120"/>
                  <a:pt x="10302" y="5026"/>
                </a:cubicBezTo>
                <a:lnTo>
                  <a:pt x="9546" y="4081"/>
                </a:lnTo>
                <a:lnTo>
                  <a:pt x="9704" y="2852"/>
                </a:lnTo>
                <a:cubicBezTo>
                  <a:pt x="9735" y="2694"/>
                  <a:pt x="9641" y="2537"/>
                  <a:pt x="9515" y="2505"/>
                </a:cubicBezTo>
                <a:lnTo>
                  <a:pt x="8380" y="2033"/>
                </a:lnTo>
                <a:lnTo>
                  <a:pt x="7908" y="899"/>
                </a:lnTo>
                <a:cubicBezTo>
                  <a:pt x="7826" y="762"/>
                  <a:pt x="7719" y="672"/>
                  <a:pt x="7589" y="672"/>
                </a:cubicBezTo>
                <a:cubicBezTo>
                  <a:pt x="7570" y="672"/>
                  <a:pt x="7550" y="674"/>
                  <a:pt x="7530" y="678"/>
                </a:cubicBezTo>
                <a:lnTo>
                  <a:pt x="6333" y="836"/>
                </a:lnTo>
                <a:lnTo>
                  <a:pt x="5387" y="48"/>
                </a:lnTo>
                <a:cubicBezTo>
                  <a:pt x="5324" y="17"/>
                  <a:pt x="5246" y="1"/>
                  <a:pt x="516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72" name="Google Shape;5989;p58">
            <a:extLst>
              <a:ext uri="{FF2B5EF4-FFF2-40B4-BE49-F238E27FC236}">
                <a16:creationId xmlns:a16="http://schemas.microsoft.com/office/drawing/2014/main" id="{076C4E18-C732-1556-670B-7030BC94A998}"/>
              </a:ext>
            </a:extLst>
          </p:cNvPr>
          <p:cNvSpPr/>
          <p:nvPr/>
        </p:nvSpPr>
        <p:spPr>
          <a:xfrm>
            <a:off x="9281586" y="3881259"/>
            <a:ext cx="112774" cy="58387"/>
          </a:xfrm>
          <a:custGeom>
            <a:avLst/>
            <a:gdLst/>
            <a:ahLst/>
            <a:cxnLst/>
            <a:rect l="l" t="t" r="r" b="b"/>
            <a:pathLst>
              <a:path w="2679" h="1387" extrusionOk="0">
                <a:moveTo>
                  <a:pt x="1355" y="0"/>
                </a:moveTo>
                <a:cubicBezTo>
                  <a:pt x="725" y="0"/>
                  <a:pt x="190" y="441"/>
                  <a:pt x="1" y="977"/>
                </a:cubicBezTo>
                <a:cubicBezTo>
                  <a:pt x="410" y="1229"/>
                  <a:pt x="820" y="1386"/>
                  <a:pt x="1355" y="1386"/>
                </a:cubicBezTo>
                <a:cubicBezTo>
                  <a:pt x="1859" y="1386"/>
                  <a:pt x="2301" y="1229"/>
                  <a:pt x="2679" y="977"/>
                </a:cubicBezTo>
                <a:cubicBezTo>
                  <a:pt x="2521" y="410"/>
                  <a:pt x="1985" y="0"/>
                  <a:pt x="13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73" name="Google Shape;5990;p58">
            <a:extLst>
              <a:ext uri="{FF2B5EF4-FFF2-40B4-BE49-F238E27FC236}">
                <a16:creationId xmlns:a16="http://schemas.microsoft.com/office/drawing/2014/main" id="{E770CAAF-9FAA-9530-ACAD-8EA21DEDC03C}"/>
              </a:ext>
            </a:extLst>
          </p:cNvPr>
          <p:cNvSpPr/>
          <p:nvPr/>
        </p:nvSpPr>
        <p:spPr>
          <a:xfrm>
            <a:off x="9427489" y="3967429"/>
            <a:ext cx="160511" cy="146451"/>
          </a:xfrm>
          <a:custGeom>
            <a:avLst/>
            <a:gdLst/>
            <a:ahLst/>
            <a:cxnLst/>
            <a:rect l="l" t="t" r="r" b="b"/>
            <a:pathLst>
              <a:path w="3813" h="3479" extrusionOk="0">
                <a:moveTo>
                  <a:pt x="2867" y="1"/>
                </a:moveTo>
                <a:cubicBezTo>
                  <a:pt x="2741" y="127"/>
                  <a:pt x="2647" y="221"/>
                  <a:pt x="2489" y="284"/>
                </a:cubicBezTo>
                <a:lnTo>
                  <a:pt x="1607" y="631"/>
                </a:lnTo>
                <a:lnTo>
                  <a:pt x="1260" y="1482"/>
                </a:lnTo>
                <a:cubicBezTo>
                  <a:pt x="1103" y="1891"/>
                  <a:pt x="693" y="2112"/>
                  <a:pt x="284" y="2112"/>
                </a:cubicBezTo>
                <a:lnTo>
                  <a:pt x="158" y="2112"/>
                </a:lnTo>
                <a:lnTo>
                  <a:pt x="0" y="2080"/>
                </a:lnTo>
                <a:lnTo>
                  <a:pt x="1166" y="3372"/>
                </a:lnTo>
                <a:cubicBezTo>
                  <a:pt x="1237" y="3443"/>
                  <a:pt x="1343" y="3478"/>
                  <a:pt x="1445" y="3478"/>
                </a:cubicBezTo>
                <a:cubicBezTo>
                  <a:pt x="1479" y="3478"/>
                  <a:pt x="1512" y="3474"/>
                  <a:pt x="1544" y="3466"/>
                </a:cubicBezTo>
                <a:cubicBezTo>
                  <a:pt x="1638" y="3403"/>
                  <a:pt x="1764" y="3340"/>
                  <a:pt x="1764" y="3183"/>
                </a:cubicBezTo>
                <a:lnTo>
                  <a:pt x="2080" y="1639"/>
                </a:lnTo>
                <a:lnTo>
                  <a:pt x="3497" y="1324"/>
                </a:lnTo>
                <a:cubicBezTo>
                  <a:pt x="3532" y="1338"/>
                  <a:pt x="3563" y="1344"/>
                  <a:pt x="3592" y="1344"/>
                </a:cubicBezTo>
                <a:cubicBezTo>
                  <a:pt x="3693" y="1344"/>
                  <a:pt x="3756" y="1265"/>
                  <a:pt x="3781" y="1167"/>
                </a:cubicBezTo>
                <a:cubicBezTo>
                  <a:pt x="3812" y="1072"/>
                  <a:pt x="3781" y="946"/>
                  <a:pt x="3686" y="820"/>
                </a:cubicBezTo>
                <a:lnTo>
                  <a:pt x="286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74" name="Google Shape;5991;p58">
            <a:extLst>
              <a:ext uri="{FF2B5EF4-FFF2-40B4-BE49-F238E27FC236}">
                <a16:creationId xmlns:a16="http://schemas.microsoft.com/office/drawing/2014/main" id="{7114BBAD-777E-5E95-3BCB-5AEC93D45033}"/>
              </a:ext>
            </a:extLst>
          </p:cNvPr>
          <p:cNvSpPr/>
          <p:nvPr/>
        </p:nvSpPr>
        <p:spPr>
          <a:xfrm>
            <a:off x="9089293" y="3970080"/>
            <a:ext cx="160511" cy="147040"/>
          </a:xfrm>
          <a:custGeom>
            <a:avLst/>
            <a:gdLst/>
            <a:ahLst/>
            <a:cxnLst/>
            <a:rect l="l" t="t" r="r" b="b"/>
            <a:pathLst>
              <a:path w="3813" h="3493" extrusionOk="0">
                <a:moveTo>
                  <a:pt x="946" y="1"/>
                </a:moveTo>
                <a:lnTo>
                  <a:pt x="126" y="851"/>
                </a:lnTo>
                <a:cubicBezTo>
                  <a:pt x="0" y="851"/>
                  <a:pt x="0" y="1009"/>
                  <a:pt x="32" y="1104"/>
                </a:cubicBezTo>
                <a:cubicBezTo>
                  <a:pt x="95" y="1230"/>
                  <a:pt x="158" y="1324"/>
                  <a:pt x="315" y="1356"/>
                </a:cubicBezTo>
                <a:lnTo>
                  <a:pt x="1733" y="1671"/>
                </a:lnTo>
                <a:lnTo>
                  <a:pt x="2048" y="3214"/>
                </a:lnTo>
                <a:cubicBezTo>
                  <a:pt x="2080" y="3309"/>
                  <a:pt x="2174" y="3435"/>
                  <a:pt x="2300" y="3466"/>
                </a:cubicBezTo>
                <a:cubicBezTo>
                  <a:pt x="2328" y="3485"/>
                  <a:pt x="2361" y="3492"/>
                  <a:pt x="2396" y="3492"/>
                </a:cubicBezTo>
                <a:cubicBezTo>
                  <a:pt x="2482" y="3492"/>
                  <a:pt x="2580" y="3448"/>
                  <a:pt x="2647" y="3403"/>
                </a:cubicBezTo>
                <a:lnTo>
                  <a:pt x="3813" y="2112"/>
                </a:lnTo>
                <a:lnTo>
                  <a:pt x="3813" y="2112"/>
                </a:lnTo>
                <a:lnTo>
                  <a:pt x="3624" y="2143"/>
                </a:lnTo>
                <a:lnTo>
                  <a:pt x="3561" y="2143"/>
                </a:lnTo>
                <a:cubicBezTo>
                  <a:pt x="3119" y="2143"/>
                  <a:pt x="2773" y="1891"/>
                  <a:pt x="2552" y="1513"/>
                </a:cubicBezTo>
                <a:lnTo>
                  <a:pt x="2206" y="631"/>
                </a:lnTo>
                <a:lnTo>
                  <a:pt x="1355" y="284"/>
                </a:lnTo>
                <a:cubicBezTo>
                  <a:pt x="1198" y="221"/>
                  <a:pt x="1072" y="127"/>
                  <a:pt x="94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76" name="Google Shape;5993;p58">
            <a:extLst>
              <a:ext uri="{FF2B5EF4-FFF2-40B4-BE49-F238E27FC236}">
                <a16:creationId xmlns:a16="http://schemas.microsoft.com/office/drawing/2014/main" id="{426F5BBB-9D85-8955-8801-450F4EA69E75}"/>
              </a:ext>
            </a:extLst>
          </p:cNvPr>
          <p:cNvSpPr/>
          <p:nvPr/>
        </p:nvSpPr>
        <p:spPr>
          <a:xfrm>
            <a:off x="9220589" y="4489812"/>
            <a:ext cx="234767" cy="234767"/>
          </a:xfrm>
          <a:custGeom>
            <a:avLst/>
            <a:gdLst/>
            <a:ahLst/>
            <a:cxnLst/>
            <a:rect l="l" t="t" r="r" b="b"/>
            <a:pathLst>
              <a:path w="5577" h="5577" extrusionOk="0">
                <a:moveTo>
                  <a:pt x="2804" y="0"/>
                </a:moveTo>
                <a:cubicBezTo>
                  <a:pt x="1607" y="0"/>
                  <a:pt x="1450" y="725"/>
                  <a:pt x="1009" y="3308"/>
                </a:cubicBezTo>
                <a:cubicBezTo>
                  <a:pt x="946" y="3749"/>
                  <a:pt x="851" y="4285"/>
                  <a:pt x="757" y="4883"/>
                </a:cubicBezTo>
                <a:lnTo>
                  <a:pt x="347" y="4883"/>
                </a:lnTo>
                <a:cubicBezTo>
                  <a:pt x="158" y="4883"/>
                  <a:pt x="0" y="5041"/>
                  <a:pt x="0" y="5230"/>
                </a:cubicBezTo>
                <a:cubicBezTo>
                  <a:pt x="0" y="5419"/>
                  <a:pt x="158" y="5576"/>
                  <a:pt x="347" y="5576"/>
                </a:cubicBezTo>
                <a:lnTo>
                  <a:pt x="5230" y="5576"/>
                </a:lnTo>
                <a:cubicBezTo>
                  <a:pt x="5419" y="5545"/>
                  <a:pt x="5577" y="5387"/>
                  <a:pt x="5577" y="5198"/>
                </a:cubicBezTo>
                <a:cubicBezTo>
                  <a:pt x="5577" y="5009"/>
                  <a:pt x="5419" y="4852"/>
                  <a:pt x="5230" y="4852"/>
                </a:cubicBezTo>
                <a:lnTo>
                  <a:pt x="4852" y="4852"/>
                </a:lnTo>
                <a:cubicBezTo>
                  <a:pt x="4726" y="4253"/>
                  <a:pt x="4632" y="3749"/>
                  <a:pt x="4569" y="3277"/>
                </a:cubicBezTo>
                <a:cubicBezTo>
                  <a:pt x="4128" y="756"/>
                  <a:pt x="3970" y="0"/>
                  <a:pt x="28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77" name="Google Shape;5994;p58">
            <a:extLst>
              <a:ext uri="{FF2B5EF4-FFF2-40B4-BE49-F238E27FC236}">
                <a16:creationId xmlns:a16="http://schemas.microsoft.com/office/drawing/2014/main" id="{97FABD05-66DF-A5A3-26D7-E5F93DA1DC34}"/>
              </a:ext>
            </a:extLst>
          </p:cNvPr>
          <p:cNvSpPr/>
          <p:nvPr/>
        </p:nvSpPr>
        <p:spPr>
          <a:xfrm>
            <a:off x="9440749" y="4285564"/>
            <a:ext cx="116731" cy="116731"/>
          </a:xfrm>
          <a:custGeom>
            <a:avLst/>
            <a:gdLst/>
            <a:ahLst/>
            <a:cxnLst/>
            <a:rect l="l" t="t" r="r" b="b"/>
            <a:pathLst>
              <a:path w="2773" h="2773" extrusionOk="0">
                <a:moveTo>
                  <a:pt x="1386" y="0"/>
                </a:moveTo>
                <a:cubicBezTo>
                  <a:pt x="630" y="0"/>
                  <a:pt x="0" y="630"/>
                  <a:pt x="0" y="1387"/>
                </a:cubicBezTo>
                <a:cubicBezTo>
                  <a:pt x="0" y="2111"/>
                  <a:pt x="630" y="2773"/>
                  <a:pt x="1386" y="2773"/>
                </a:cubicBezTo>
                <a:cubicBezTo>
                  <a:pt x="2143" y="2773"/>
                  <a:pt x="2773" y="2111"/>
                  <a:pt x="2773" y="1387"/>
                </a:cubicBezTo>
                <a:cubicBezTo>
                  <a:pt x="2773" y="630"/>
                  <a:pt x="2143" y="0"/>
                  <a:pt x="138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78" name="Google Shape;5995;p58">
            <a:extLst>
              <a:ext uri="{FF2B5EF4-FFF2-40B4-BE49-F238E27FC236}">
                <a16:creationId xmlns:a16="http://schemas.microsoft.com/office/drawing/2014/main" id="{89C02E08-1BDF-CDFA-55D6-53235EE1E582}"/>
              </a:ext>
            </a:extLst>
          </p:cNvPr>
          <p:cNvSpPr/>
          <p:nvPr/>
        </p:nvSpPr>
        <p:spPr>
          <a:xfrm>
            <a:off x="9119811" y="4285564"/>
            <a:ext cx="115384" cy="116731"/>
          </a:xfrm>
          <a:custGeom>
            <a:avLst/>
            <a:gdLst/>
            <a:ahLst/>
            <a:cxnLst/>
            <a:rect l="l" t="t" r="r" b="b"/>
            <a:pathLst>
              <a:path w="2741" h="2773" extrusionOk="0">
                <a:moveTo>
                  <a:pt x="1355" y="0"/>
                </a:moveTo>
                <a:cubicBezTo>
                  <a:pt x="599" y="0"/>
                  <a:pt x="0" y="630"/>
                  <a:pt x="0" y="1387"/>
                </a:cubicBezTo>
                <a:cubicBezTo>
                  <a:pt x="0" y="2143"/>
                  <a:pt x="599" y="2773"/>
                  <a:pt x="1355" y="2773"/>
                </a:cubicBezTo>
                <a:cubicBezTo>
                  <a:pt x="2111" y="2773"/>
                  <a:pt x="2741" y="2143"/>
                  <a:pt x="2741" y="1387"/>
                </a:cubicBezTo>
                <a:cubicBezTo>
                  <a:pt x="2741" y="630"/>
                  <a:pt x="2111" y="0"/>
                  <a:pt x="13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79" name="Google Shape;5996;p58">
            <a:extLst>
              <a:ext uri="{FF2B5EF4-FFF2-40B4-BE49-F238E27FC236}">
                <a16:creationId xmlns:a16="http://schemas.microsoft.com/office/drawing/2014/main" id="{1EEE0BE7-23C0-ECBF-8002-549A31AB4FF6}"/>
              </a:ext>
            </a:extLst>
          </p:cNvPr>
          <p:cNvSpPr/>
          <p:nvPr/>
        </p:nvSpPr>
        <p:spPr>
          <a:xfrm>
            <a:off x="9089293" y="4402253"/>
            <a:ext cx="176423" cy="87601"/>
          </a:xfrm>
          <a:custGeom>
            <a:avLst/>
            <a:gdLst/>
            <a:ahLst/>
            <a:cxnLst/>
            <a:rect l="l" t="t" r="r" b="b"/>
            <a:pathLst>
              <a:path w="4191" h="2081" extrusionOk="0">
                <a:moveTo>
                  <a:pt x="568" y="1"/>
                </a:moveTo>
                <a:cubicBezTo>
                  <a:pt x="252" y="347"/>
                  <a:pt x="0" y="851"/>
                  <a:pt x="0" y="1356"/>
                </a:cubicBezTo>
                <a:lnTo>
                  <a:pt x="0" y="1734"/>
                </a:lnTo>
                <a:cubicBezTo>
                  <a:pt x="0" y="1923"/>
                  <a:pt x="158" y="2080"/>
                  <a:pt x="347" y="2080"/>
                </a:cubicBezTo>
                <a:lnTo>
                  <a:pt x="3813" y="2080"/>
                </a:lnTo>
                <a:cubicBezTo>
                  <a:pt x="4033" y="2080"/>
                  <a:pt x="4191" y="1923"/>
                  <a:pt x="4191" y="1734"/>
                </a:cubicBezTo>
                <a:lnTo>
                  <a:pt x="4191" y="1356"/>
                </a:lnTo>
                <a:cubicBezTo>
                  <a:pt x="4191" y="820"/>
                  <a:pt x="3970" y="347"/>
                  <a:pt x="3624" y="1"/>
                </a:cubicBezTo>
                <a:cubicBezTo>
                  <a:pt x="3245" y="410"/>
                  <a:pt x="2678" y="694"/>
                  <a:pt x="2080" y="694"/>
                </a:cubicBezTo>
                <a:cubicBezTo>
                  <a:pt x="1513" y="694"/>
                  <a:pt x="946" y="410"/>
                  <a:pt x="56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80" name="Google Shape;5997;p58">
            <a:extLst>
              <a:ext uri="{FF2B5EF4-FFF2-40B4-BE49-F238E27FC236}">
                <a16:creationId xmlns:a16="http://schemas.microsoft.com/office/drawing/2014/main" id="{900D953F-503E-4ECE-ED1A-5A1E84209AAD}"/>
              </a:ext>
            </a:extLst>
          </p:cNvPr>
          <p:cNvSpPr/>
          <p:nvPr/>
        </p:nvSpPr>
        <p:spPr>
          <a:xfrm>
            <a:off x="9412882" y="4402253"/>
            <a:ext cx="175118" cy="87601"/>
          </a:xfrm>
          <a:custGeom>
            <a:avLst/>
            <a:gdLst/>
            <a:ahLst/>
            <a:cxnLst/>
            <a:rect l="l" t="t" r="r" b="b"/>
            <a:pathLst>
              <a:path w="4160" h="2081" extrusionOk="0">
                <a:moveTo>
                  <a:pt x="536" y="1"/>
                </a:moveTo>
                <a:cubicBezTo>
                  <a:pt x="221" y="347"/>
                  <a:pt x="1" y="851"/>
                  <a:pt x="1" y="1356"/>
                </a:cubicBezTo>
                <a:lnTo>
                  <a:pt x="1" y="1702"/>
                </a:lnTo>
                <a:cubicBezTo>
                  <a:pt x="1" y="1923"/>
                  <a:pt x="158" y="2080"/>
                  <a:pt x="347" y="2080"/>
                </a:cubicBezTo>
                <a:lnTo>
                  <a:pt x="3813" y="2080"/>
                </a:lnTo>
                <a:cubicBezTo>
                  <a:pt x="4002" y="2080"/>
                  <a:pt x="4159" y="1923"/>
                  <a:pt x="4159" y="1702"/>
                </a:cubicBezTo>
                <a:lnTo>
                  <a:pt x="4159" y="1356"/>
                </a:lnTo>
                <a:cubicBezTo>
                  <a:pt x="4159" y="820"/>
                  <a:pt x="3970" y="347"/>
                  <a:pt x="3624" y="1"/>
                </a:cubicBezTo>
                <a:cubicBezTo>
                  <a:pt x="3214" y="410"/>
                  <a:pt x="2679" y="694"/>
                  <a:pt x="2080" y="694"/>
                </a:cubicBezTo>
                <a:cubicBezTo>
                  <a:pt x="1450" y="694"/>
                  <a:pt x="946" y="410"/>
                  <a:pt x="53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81" name="Google Shape;5998;p58">
            <a:extLst>
              <a:ext uri="{FF2B5EF4-FFF2-40B4-BE49-F238E27FC236}">
                <a16:creationId xmlns:a16="http://schemas.microsoft.com/office/drawing/2014/main" id="{827C608B-B8F6-BF2B-EEB6-047C42F8AE4D}"/>
              </a:ext>
            </a:extLst>
          </p:cNvPr>
          <p:cNvSpPr/>
          <p:nvPr/>
        </p:nvSpPr>
        <p:spPr>
          <a:xfrm>
            <a:off x="9419533" y="4518984"/>
            <a:ext cx="168467" cy="88906"/>
          </a:xfrm>
          <a:custGeom>
            <a:avLst/>
            <a:gdLst/>
            <a:ahLst/>
            <a:cxnLst/>
            <a:rect l="l" t="t" r="r" b="b"/>
            <a:pathLst>
              <a:path w="4002" h="2112" extrusionOk="0">
                <a:moveTo>
                  <a:pt x="0" y="0"/>
                </a:moveTo>
                <a:cubicBezTo>
                  <a:pt x="189" y="567"/>
                  <a:pt x="315" y="1229"/>
                  <a:pt x="473" y="2111"/>
                </a:cubicBezTo>
                <a:lnTo>
                  <a:pt x="3655" y="2111"/>
                </a:lnTo>
                <a:cubicBezTo>
                  <a:pt x="3844" y="2111"/>
                  <a:pt x="4001" y="1954"/>
                  <a:pt x="4001" y="1733"/>
                </a:cubicBezTo>
                <a:lnTo>
                  <a:pt x="4001" y="378"/>
                </a:lnTo>
                <a:cubicBezTo>
                  <a:pt x="3970" y="158"/>
                  <a:pt x="3844" y="0"/>
                  <a:pt x="365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82" name="Google Shape;5999;p58">
            <a:extLst>
              <a:ext uri="{FF2B5EF4-FFF2-40B4-BE49-F238E27FC236}">
                <a16:creationId xmlns:a16="http://schemas.microsoft.com/office/drawing/2014/main" id="{F0B6E313-FCA4-0E2B-08CA-6288685EACF9}"/>
              </a:ext>
            </a:extLst>
          </p:cNvPr>
          <p:cNvSpPr/>
          <p:nvPr/>
        </p:nvSpPr>
        <p:spPr>
          <a:xfrm>
            <a:off x="9089292" y="4518984"/>
            <a:ext cx="169814" cy="87559"/>
          </a:xfrm>
          <a:custGeom>
            <a:avLst/>
            <a:gdLst/>
            <a:ahLst/>
            <a:cxnLst/>
            <a:rect l="l" t="t" r="r" b="b"/>
            <a:pathLst>
              <a:path w="4034" h="2080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54"/>
                  <a:pt x="158" y="2080"/>
                  <a:pt x="347" y="2080"/>
                </a:cubicBezTo>
                <a:lnTo>
                  <a:pt x="3561" y="2080"/>
                </a:lnTo>
                <a:cubicBezTo>
                  <a:pt x="3718" y="1229"/>
                  <a:pt x="3813" y="567"/>
                  <a:pt x="40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84" name="Google Shape;6001;p58">
            <a:extLst>
              <a:ext uri="{FF2B5EF4-FFF2-40B4-BE49-F238E27FC236}">
                <a16:creationId xmlns:a16="http://schemas.microsoft.com/office/drawing/2014/main" id="{AF848266-0E23-CBD6-CD01-8B58607AFAB1}"/>
              </a:ext>
            </a:extLst>
          </p:cNvPr>
          <p:cNvSpPr/>
          <p:nvPr/>
        </p:nvSpPr>
        <p:spPr>
          <a:xfrm>
            <a:off x="9365144" y="5068526"/>
            <a:ext cx="112774" cy="176465"/>
          </a:xfrm>
          <a:custGeom>
            <a:avLst/>
            <a:gdLst/>
            <a:ahLst/>
            <a:cxnLst/>
            <a:rect l="l" t="t" r="r" b="b"/>
            <a:pathLst>
              <a:path w="2679" h="4192" extrusionOk="0">
                <a:moveTo>
                  <a:pt x="0" y="1"/>
                </a:moveTo>
                <a:lnTo>
                  <a:pt x="505" y="3467"/>
                </a:lnTo>
                <a:lnTo>
                  <a:pt x="1103" y="4065"/>
                </a:lnTo>
                <a:cubicBezTo>
                  <a:pt x="1166" y="4128"/>
                  <a:pt x="1261" y="4191"/>
                  <a:pt x="1324" y="4191"/>
                </a:cubicBezTo>
                <a:lnTo>
                  <a:pt x="2300" y="4191"/>
                </a:lnTo>
                <a:cubicBezTo>
                  <a:pt x="2521" y="4191"/>
                  <a:pt x="2678" y="4034"/>
                  <a:pt x="2678" y="3813"/>
                </a:cubicBezTo>
                <a:lnTo>
                  <a:pt x="2678" y="2805"/>
                </a:lnTo>
                <a:cubicBezTo>
                  <a:pt x="2678" y="2710"/>
                  <a:pt x="2615" y="2616"/>
                  <a:pt x="2552" y="2553"/>
                </a:cubicBezTo>
                <a:lnTo>
                  <a:pt x="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85" name="Google Shape;6002;p58">
            <a:extLst>
              <a:ext uri="{FF2B5EF4-FFF2-40B4-BE49-F238E27FC236}">
                <a16:creationId xmlns:a16="http://schemas.microsoft.com/office/drawing/2014/main" id="{282CAFA6-3182-CCFE-EEDA-258418A1F07B}"/>
              </a:ext>
            </a:extLst>
          </p:cNvPr>
          <p:cNvSpPr/>
          <p:nvPr/>
        </p:nvSpPr>
        <p:spPr>
          <a:xfrm>
            <a:off x="9213938" y="4934578"/>
            <a:ext cx="148597" cy="87601"/>
          </a:xfrm>
          <a:custGeom>
            <a:avLst/>
            <a:gdLst/>
            <a:ahLst/>
            <a:cxnLst/>
            <a:rect l="l" t="t" r="r" b="b"/>
            <a:pathLst>
              <a:path w="3530" h="2081" extrusionOk="0">
                <a:moveTo>
                  <a:pt x="347" y="1"/>
                </a:moveTo>
                <a:cubicBezTo>
                  <a:pt x="221" y="1"/>
                  <a:pt x="158" y="33"/>
                  <a:pt x="64" y="159"/>
                </a:cubicBezTo>
                <a:cubicBezTo>
                  <a:pt x="1" y="222"/>
                  <a:pt x="1" y="348"/>
                  <a:pt x="32" y="474"/>
                </a:cubicBezTo>
                <a:lnTo>
                  <a:pt x="568" y="2080"/>
                </a:lnTo>
                <a:lnTo>
                  <a:pt x="2931" y="2080"/>
                </a:lnTo>
                <a:lnTo>
                  <a:pt x="3498" y="474"/>
                </a:lnTo>
                <a:cubicBezTo>
                  <a:pt x="3529" y="348"/>
                  <a:pt x="3498" y="222"/>
                  <a:pt x="3466" y="159"/>
                </a:cubicBezTo>
                <a:cubicBezTo>
                  <a:pt x="3340" y="64"/>
                  <a:pt x="3214" y="1"/>
                  <a:pt x="312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86" name="Google Shape;6003;p58">
            <a:extLst>
              <a:ext uri="{FF2B5EF4-FFF2-40B4-BE49-F238E27FC236}">
                <a16:creationId xmlns:a16="http://schemas.microsoft.com/office/drawing/2014/main" id="{FD547027-7326-BD12-6E7A-AED9406B6E48}"/>
              </a:ext>
            </a:extLst>
          </p:cNvPr>
          <p:cNvSpPr/>
          <p:nvPr/>
        </p:nvSpPr>
        <p:spPr>
          <a:xfrm>
            <a:off x="9199373" y="5051309"/>
            <a:ext cx="175117" cy="380671"/>
          </a:xfrm>
          <a:custGeom>
            <a:avLst/>
            <a:gdLst/>
            <a:ahLst/>
            <a:cxnLst/>
            <a:rect l="l" t="t" r="r" b="b"/>
            <a:pathLst>
              <a:path w="4160" h="9043" extrusionOk="0">
                <a:moveTo>
                  <a:pt x="977" y="0"/>
                </a:moveTo>
                <a:lnTo>
                  <a:pt x="0" y="6553"/>
                </a:lnTo>
                <a:cubicBezTo>
                  <a:pt x="0" y="6648"/>
                  <a:pt x="0" y="6742"/>
                  <a:pt x="63" y="6837"/>
                </a:cubicBezTo>
                <a:lnTo>
                  <a:pt x="1796" y="8916"/>
                </a:lnTo>
                <a:cubicBezTo>
                  <a:pt x="1859" y="9011"/>
                  <a:pt x="1954" y="9042"/>
                  <a:pt x="2080" y="9042"/>
                </a:cubicBezTo>
                <a:cubicBezTo>
                  <a:pt x="2174" y="9042"/>
                  <a:pt x="2269" y="9011"/>
                  <a:pt x="2332" y="8916"/>
                </a:cubicBezTo>
                <a:lnTo>
                  <a:pt x="4065" y="6837"/>
                </a:lnTo>
                <a:cubicBezTo>
                  <a:pt x="4159" y="6742"/>
                  <a:pt x="4159" y="6679"/>
                  <a:pt x="4159" y="6553"/>
                </a:cubicBezTo>
                <a:lnTo>
                  <a:pt x="318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88" name="Google Shape;6005;p58">
            <a:extLst>
              <a:ext uri="{FF2B5EF4-FFF2-40B4-BE49-F238E27FC236}">
                <a16:creationId xmlns:a16="http://schemas.microsoft.com/office/drawing/2014/main" id="{D1242C76-42D9-3561-3E4F-A94468061450}"/>
              </a:ext>
            </a:extLst>
          </p:cNvPr>
          <p:cNvSpPr/>
          <p:nvPr/>
        </p:nvSpPr>
        <p:spPr>
          <a:xfrm>
            <a:off x="11069432" y="5317881"/>
            <a:ext cx="30561" cy="30519"/>
          </a:xfrm>
          <a:custGeom>
            <a:avLst/>
            <a:gdLst/>
            <a:ahLst/>
            <a:cxnLst/>
            <a:rect l="l" t="t" r="r" b="b"/>
            <a:pathLst>
              <a:path w="726" h="725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67"/>
                  <a:pt x="158" y="725"/>
                  <a:pt x="379" y="725"/>
                </a:cubicBezTo>
                <a:cubicBezTo>
                  <a:pt x="568" y="725"/>
                  <a:pt x="725" y="567"/>
                  <a:pt x="725" y="347"/>
                </a:cubicBez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89" name="Google Shape;6006;p58">
            <a:extLst>
              <a:ext uri="{FF2B5EF4-FFF2-40B4-BE49-F238E27FC236}">
                <a16:creationId xmlns:a16="http://schemas.microsoft.com/office/drawing/2014/main" id="{16B700A5-FF0C-5FBB-4B49-D68B85357906}"/>
              </a:ext>
            </a:extLst>
          </p:cNvPr>
          <p:cNvSpPr/>
          <p:nvPr/>
        </p:nvSpPr>
        <p:spPr>
          <a:xfrm>
            <a:off x="10981915" y="4994291"/>
            <a:ext cx="383323" cy="437668"/>
          </a:xfrm>
          <a:custGeom>
            <a:avLst/>
            <a:gdLst/>
            <a:ahLst/>
            <a:cxnLst/>
            <a:rect l="l" t="t" r="r" b="b"/>
            <a:pathLst>
              <a:path w="9106" h="10397" extrusionOk="0">
                <a:moveTo>
                  <a:pt x="3115" y="2135"/>
                </a:moveTo>
                <a:cubicBezTo>
                  <a:pt x="3206" y="2135"/>
                  <a:pt x="3293" y="2158"/>
                  <a:pt x="3340" y="2205"/>
                </a:cubicBezTo>
                <a:cubicBezTo>
                  <a:pt x="3466" y="2331"/>
                  <a:pt x="3466" y="2583"/>
                  <a:pt x="3340" y="2678"/>
                </a:cubicBezTo>
                <a:lnTo>
                  <a:pt x="2930" y="3119"/>
                </a:lnTo>
                <a:lnTo>
                  <a:pt x="3340" y="3560"/>
                </a:lnTo>
                <a:cubicBezTo>
                  <a:pt x="3466" y="3686"/>
                  <a:pt x="3466" y="3907"/>
                  <a:pt x="3340" y="4033"/>
                </a:cubicBezTo>
                <a:cubicBezTo>
                  <a:pt x="3293" y="4096"/>
                  <a:pt x="3206" y="4127"/>
                  <a:pt x="3115" y="4127"/>
                </a:cubicBezTo>
                <a:cubicBezTo>
                  <a:pt x="3025" y="4127"/>
                  <a:pt x="2930" y="4096"/>
                  <a:pt x="2867" y="4033"/>
                </a:cubicBezTo>
                <a:lnTo>
                  <a:pt x="2458" y="3592"/>
                </a:lnTo>
                <a:lnTo>
                  <a:pt x="2017" y="4033"/>
                </a:lnTo>
                <a:cubicBezTo>
                  <a:pt x="1954" y="4096"/>
                  <a:pt x="1867" y="4127"/>
                  <a:pt x="1780" y="4127"/>
                </a:cubicBezTo>
                <a:cubicBezTo>
                  <a:pt x="1694" y="4127"/>
                  <a:pt x="1607" y="4096"/>
                  <a:pt x="1544" y="4033"/>
                </a:cubicBezTo>
                <a:cubicBezTo>
                  <a:pt x="1418" y="3907"/>
                  <a:pt x="1418" y="3686"/>
                  <a:pt x="1544" y="3560"/>
                </a:cubicBezTo>
                <a:lnTo>
                  <a:pt x="1985" y="3119"/>
                </a:lnTo>
                <a:lnTo>
                  <a:pt x="1544" y="2678"/>
                </a:lnTo>
                <a:cubicBezTo>
                  <a:pt x="1418" y="2583"/>
                  <a:pt x="1418" y="2331"/>
                  <a:pt x="1544" y="2205"/>
                </a:cubicBezTo>
                <a:cubicBezTo>
                  <a:pt x="1591" y="2158"/>
                  <a:pt x="1678" y="2135"/>
                  <a:pt x="1769" y="2135"/>
                </a:cubicBezTo>
                <a:cubicBezTo>
                  <a:pt x="1859" y="2135"/>
                  <a:pt x="1954" y="2158"/>
                  <a:pt x="2017" y="2205"/>
                </a:cubicBezTo>
                <a:lnTo>
                  <a:pt x="2458" y="2646"/>
                </a:lnTo>
                <a:lnTo>
                  <a:pt x="2867" y="2205"/>
                </a:lnTo>
                <a:cubicBezTo>
                  <a:pt x="2930" y="2158"/>
                  <a:pt x="3025" y="2135"/>
                  <a:pt x="3115" y="2135"/>
                </a:cubicBezTo>
                <a:close/>
                <a:moveTo>
                  <a:pt x="6727" y="2079"/>
                </a:moveTo>
                <a:cubicBezTo>
                  <a:pt x="6813" y="2079"/>
                  <a:pt x="6900" y="2111"/>
                  <a:pt x="6963" y="2174"/>
                </a:cubicBezTo>
                <a:lnTo>
                  <a:pt x="7688" y="2898"/>
                </a:lnTo>
                <a:cubicBezTo>
                  <a:pt x="7719" y="2993"/>
                  <a:pt x="7719" y="3245"/>
                  <a:pt x="7593" y="3371"/>
                </a:cubicBezTo>
                <a:cubicBezTo>
                  <a:pt x="7546" y="3418"/>
                  <a:pt x="7459" y="3442"/>
                  <a:pt x="7369" y="3442"/>
                </a:cubicBezTo>
                <a:cubicBezTo>
                  <a:pt x="7278" y="3442"/>
                  <a:pt x="7183" y="3418"/>
                  <a:pt x="7120" y="3371"/>
                </a:cubicBezTo>
                <a:lnTo>
                  <a:pt x="7026" y="3245"/>
                </a:lnTo>
                <a:lnTo>
                  <a:pt x="7026" y="4505"/>
                </a:lnTo>
                <a:cubicBezTo>
                  <a:pt x="7026" y="5104"/>
                  <a:pt x="6553" y="5513"/>
                  <a:pt x="5986" y="5513"/>
                </a:cubicBezTo>
                <a:lnTo>
                  <a:pt x="3151" y="5513"/>
                </a:lnTo>
                <a:cubicBezTo>
                  <a:pt x="2962" y="5513"/>
                  <a:pt x="2804" y="5671"/>
                  <a:pt x="2804" y="5891"/>
                </a:cubicBezTo>
                <a:lnTo>
                  <a:pt x="2804" y="7026"/>
                </a:lnTo>
                <a:cubicBezTo>
                  <a:pt x="3182" y="7183"/>
                  <a:pt x="3497" y="7530"/>
                  <a:pt x="3497" y="8002"/>
                </a:cubicBezTo>
                <a:cubicBezTo>
                  <a:pt x="3497" y="8601"/>
                  <a:pt x="3025" y="9042"/>
                  <a:pt x="2489" y="9042"/>
                </a:cubicBezTo>
                <a:cubicBezTo>
                  <a:pt x="1922" y="9042"/>
                  <a:pt x="1450" y="8569"/>
                  <a:pt x="1450" y="8002"/>
                </a:cubicBezTo>
                <a:cubicBezTo>
                  <a:pt x="1450" y="7561"/>
                  <a:pt x="1733" y="7183"/>
                  <a:pt x="2174" y="7026"/>
                </a:cubicBezTo>
                <a:lnTo>
                  <a:pt x="2174" y="5891"/>
                </a:lnTo>
                <a:cubicBezTo>
                  <a:pt x="2174" y="5293"/>
                  <a:pt x="2647" y="4852"/>
                  <a:pt x="3182" y="4852"/>
                </a:cubicBezTo>
                <a:lnTo>
                  <a:pt x="6018" y="4852"/>
                </a:lnTo>
                <a:cubicBezTo>
                  <a:pt x="6207" y="4852"/>
                  <a:pt x="6364" y="4694"/>
                  <a:pt x="6364" y="4505"/>
                </a:cubicBezTo>
                <a:lnTo>
                  <a:pt x="6364" y="3245"/>
                </a:lnTo>
                <a:lnTo>
                  <a:pt x="6270" y="3371"/>
                </a:lnTo>
                <a:cubicBezTo>
                  <a:pt x="6207" y="3418"/>
                  <a:pt x="6120" y="3442"/>
                  <a:pt x="6034" y="3442"/>
                </a:cubicBezTo>
                <a:cubicBezTo>
                  <a:pt x="5947" y="3442"/>
                  <a:pt x="5860" y="3418"/>
                  <a:pt x="5797" y="3371"/>
                </a:cubicBezTo>
                <a:cubicBezTo>
                  <a:pt x="5671" y="3245"/>
                  <a:pt x="5671" y="2993"/>
                  <a:pt x="5797" y="2898"/>
                </a:cubicBezTo>
                <a:lnTo>
                  <a:pt x="6490" y="2174"/>
                </a:lnTo>
                <a:cubicBezTo>
                  <a:pt x="6553" y="2111"/>
                  <a:pt x="6640" y="2079"/>
                  <a:pt x="6727" y="2079"/>
                </a:cubicBezTo>
                <a:close/>
                <a:moveTo>
                  <a:pt x="7369" y="7057"/>
                </a:moveTo>
                <a:cubicBezTo>
                  <a:pt x="7459" y="7057"/>
                  <a:pt x="7546" y="7089"/>
                  <a:pt x="7593" y="7152"/>
                </a:cubicBezTo>
                <a:cubicBezTo>
                  <a:pt x="7719" y="7246"/>
                  <a:pt x="7719" y="7498"/>
                  <a:pt x="7593" y="7624"/>
                </a:cubicBezTo>
                <a:lnTo>
                  <a:pt x="7183" y="8034"/>
                </a:lnTo>
                <a:lnTo>
                  <a:pt x="7593" y="8475"/>
                </a:lnTo>
                <a:cubicBezTo>
                  <a:pt x="7719" y="8601"/>
                  <a:pt x="7719" y="8821"/>
                  <a:pt x="7593" y="8947"/>
                </a:cubicBezTo>
                <a:cubicBezTo>
                  <a:pt x="7546" y="9010"/>
                  <a:pt x="7459" y="9042"/>
                  <a:pt x="7369" y="9042"/>
                </a:cubicBezTo>
                <a:cubicBezTo>
                  <a:pt x="7278" y="9042"/>
                  <a:pt x="7183" y="9010"/>
                  <a:pt x="7120" y="8947"/>
                </a:cubicBezTo>
                <a:lnTo>
                  <a:pt x="6711" y="8506"/>
                </a:lnTo>
                <a:lnTo>
                  <a:pt x="6270" y="8947"/>
                </a:lnTo>
                <a:cubicBezTo>
                  <a:pt x="6207" y="9010"/>
                  <a:pt x="6120" y="9042"/>
                  <a:pt x="6034" y="9042"/>
                </a:cubicBezTo>
                <a:cubicBezTo>
                  <a:pt x="5947" y="9042"/>
                  <a:pt x="5860" y="9010"/>
                  <a:pt x="5797" y="8947"/>
                </a:cubicBezTo>
                <a:cubicBezTo>
                  <a:pt x="5671" y="8821"/>
                  <a:pt x="5671" y="8601"/>
                  <a:pt x="5797" y="8475"/>
                </a:cubicBezTo>
                <a:lnTo>
                  <a:pt x="6207" y="8034"/>
                </a:lnTo>
                <a:lnTo>
                  <a:pt x="5797" y="7624"/>
                </a:lnTo>
                <a:cubicBezTo>
                  <a:pt x="5671" y="7498"/>
                  <a:pt x="5671" y="7246"/>
                  <a:pt x="5797" y="7152"/>
                </a:cubicBezTo>
                <a:cubicBezTo>
                  <a:pt x="5845" y="7089"/>
                  <a:pt x="5931" y="7057"/>
                  <a:pt x="6022" y="7057"/>
                </a:cubicBezTo>
                <a:cubicBezTo>
                  <a:pt x="6112" y="7057"/>
                  <a:pt x="6207" y="7089"/>
                  <a:pt x="6270" y="7152"/>
                </a:cubicBezTo>
                <a:lnTo>
                  <a:pt x="6711" y="7561"/>
                </a:lnTo>
                <a:lnTo>
                  <a:pt x="7120" y="7152"/>
                </a:lnTo>
                <a:cubicBezTo>
                  <a:pt x="7183" y="7089"/>
                  <a:pt x="7278" y="7057"/>
                  <a:pt x="7369" y="7057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9388"/>
                </a:lnTo>
                <a:cubicBezTo>
                  <a:pt x="0" y="9987"/>
                  <a:pt x="473" y="10397"/>
                  <a:pt x="1040" y="10397"/>
                </a:cubicBezTo>
                <a:lnTo>
                  <a:pt x="8003" y="10397"/>
                </a:lnTo>
                <a:cubicBezTo>
                  <a:pt x="8601" y="10397"/>
                  <a:pt x="9011" y="9924"/>
                  <a:pt x="9011" y="9388"/>
                </a:cubicBezTo>
                <a:lnTo>
                  <a:pt x="9011" y="1040"/>
                </a:lnTo>
                <a:cubicBezTo>
                  <a:pt x="9105" y="473"/>
                  <a:pt x="8633" y="0"/>
                  <a:pt x="8034" y="0"/>
                </a:cubicBezTo>
                <a:lnTo>
                  <a:pt x="7341" y="0"/>
                </a:lnTo>
                <a:cubicBezTo>
                  <a:pt x="7341" y="756"/>
                  <a:pt x="6711" y="1386"/>
                  <a:pt x="5955" y="1386"/>
                </a:cubicBezTo>
                <a:lnTo>
                  <a:pt x="3119" y="1386"/>
                </a:lnTo>
                <a:cubicBezTo>
                  <a:pt x="2363" y="1386"/>
                  <a:pt x="1733" y="756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90" name="Google Shape;6007;p58">
            <a:extLst>
              <a:ext uri="{FF2B5EF4-FFF2-40B4-BE49-F238E27FC236}">
                <a16:creationId xmlns:a16="http://schemas.microsoft.com/office/drawing/2014/main" id="{36B8D59C-8454-1336-860A-A8E772C157BD}"/>
              </a:ext>
            </a:extLst>
          </p:cNvPr>
          <p:cNvSpPr/>
          <p:nvPr/>
        </p:nvSpPr>
        <p:spPr>
          <a:xfrm>
            <a:off x="11082692" y="4934601"/>
            <a:ext cx="179075" cy="90211"/>
          </a:xfrm>
          <a:custGeom>
            <a:avLst/>
            <a:gdLst/>
            <a:ahLst/>
            <a:cxnLst/>
            <a:rect l="l" t="t" r="r" b="b"/>
            <a:pathLst>
              <a:path w="4254" h="2143" extrusionOk="0">
                <a:moveTo>
                  <a:pt x="2143" y="0"/>
                </a:moveTo>
                <a:cubicBezTo>
                  <a:pt x="1860" y="0"/>
                  <a:pt x="1576" y="221"/>
                  <a:pt x="1450" y="473"/>
                </a:cubicBezTo>
                <a:lnTo>
                  <a:pt x="1387" y="725"/>
                </a:lnTo>
                <a:lnTo>
                  <a:pt x="725" y="725"/>
                </a:lnTo>
                <a:cubicBezTo>
                  <a:pt x="316" y="725"/>
                  <a:pt x="1" y="1040"/>
                  <a:pt x="1" y="1418"/>
                </a:cubicBezTo>
                <a:cubicBezTo>
                  <a:pt x="1" y="1828"/>
                  <a:pt x="316" y="2143"/>
                  <a:pt x="725" y="2143"/>
                </a:cubicBezTo>
                <a:lnTo>
                  <a:pt x="3561" y="2143"/>
                </a:lnTo>
                <a:cubicBezTo>
                  <a:pt x="3939" y="2143"/>
                  <a:pt x="4254" y="1828"/>
                  <a:pt x="4254" y="1418"/>
                </a:cubicBezTo>
                <a:cubicBezTo>
                  <a:pt x="4254" y="1040"/>
                  <a:pt x="3939" y="725"/>
                  <a:pt x="3561" y="725"/>
                </a:cubicBezTo>
                <a:lnTo>
                  <a:pt x="2868" y="725"/>
                </a:lnTo>
                <a:lnTo>
                  <a:pt x="2805" y="473"/>
                </a:lnTo>
                <a:cubicBezTo>
                  <a:pt x="2710" y="221"/>
                  <a:pt x="2458" y="0"/>
                  <a:pt x="2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91" name="Google Shape;6008;p58">
            <a:extLst>
              <a:ext uri="{FF2B5EF4-FFF2-40B4-BE49-F238E27FC236}">
                <a16:creationId xmlns:a16="http://schemas.microsoft.com/office/drawing/2014/main" id="{AFB71B18-8885-CE9B-FD93-65B235A97EB8}"/>
              </a:ext>
            </a:extLst>
          </p:cNvPr>
          <p:cNvSpPr/>
          <p:nvPr/>
        </p:nvSpPr>
        <p:spPr>
          <a:xfrm>
            <a:off x="11391716" y="5140154"/>
            <a:ext cx="87559" cy="177770"/>
          </a:xfrm>
          <a:custGeom>
            <a:avLst/>
            <a:gdLst/>
            <a:ahLst/>
            <a:cxnLst/>
            <a:rect l="l" t="t" r="r" b="b"/>
            <a:pathLst>
              <a:path w="2080" h="4223" extrusionOk="0">
                <a:moveTo>
                  <a:pt x="0" y="1"/>
                </a:moveTo>
                <a:lnTo>
                  <a:pt x="0" y="4222"/>
                </a:lnTo>
                <a:lnTo>
                  <a:pt x="32" y="4222"/>
                </a:lnTo>
                <a:cubicBezTo>
                  <a:pt x="315" y="4002"/>
                  <a:pt x="662" y="3876"/>
                  <a:pt x="1072" y="3876"/>
                </a:cubicBezTo>
                <a:cubicBezTo>
                  <a:pt x="1450" y="3876"/>
                  <a:pt x="1796" y="4002"/>
                  <a:pt x="2080" y="4222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92" name="Google Shape;6009;p58">
            <a:extLst>
              <a:ext uri="{FF2B5EF4-FFF2-40B4-BE49-F238E27FC236}">
                <a16:creationId xmlns:a16="http://schemas.microsoft.com/office/drawing/2014/main" id="{B00D6F4C-3988-BFAE-9AE0-9003F34AB205}"/>
              </a:ext>
            </a:extLst>
          </p:cNvPr>
          <p:cNvSpPr/>
          <p:nvPr/>
        </p:nvSpPr>
        <p:spPr>
          <a:xfrm>
            <a:off x="11394368" y="5052637"/>
            <a:ext cx="87559" cy="58387"/>
          </a:xfrm>
          <a:custGeom>
            <a:avLst/>
            <a:gdLst/>
            <a:ahLst/>
            <a:cxnLst/>
            <a:rect l="l" t="t" r="r" b="b"/>
            <a:pathLst>
              <a:path w="2080" h="1387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386"/>
                </a:lnTo>
                <a:lnTo>
                  <a:pt x="2080" y="1386"/>
                </a:lnTo>
                <a:lnTo>
                  <a:pt x="2080" y="1040"/>
                </a:lnTo>
                <a:cubicBezTo>
                  <a:pt x="2048" y="473"/>
                  <a:pt x="1576" y="0"/>
                  <a:pt x="104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93" name="Google Shape;6010;p58">
            <a:extLst>
              <a:ext uri="{FF2B5EF4-FFF2-40B4-BE49-F238E27FC236}">
                <a16:creationId xmlns:a16="http://schemas.microsoft.com/office/drawing/2014/main" id="{8B1ADCD4-094C-6804-8536-441C549B5B96}"/>
              </a:ext>
            </a:extLst>
          </p:cNvPr>
          <p:cNvSpPr/>
          <p:nvPr/>
        </p:nvSpPr>
        <p:spPr>
          <a:xfrm>
            <a:off x="11400976" y="5332446"/>
            <a:ext cx="72994" cy="72994"/>
          </a:xfrm>
          <a:custGeom>
            <a:avLst/>
            <a:gdLst/>
            <a:ahLst/>
            <a:cxnLst/>
            <a:rect l="l" t="t" r="r" b="b"/>
            <a:pathLst>
              <a:path w="1734" h="1734" extrusionOk="0">
                <a:moveTo>
                  <a:pt x="883" y="1"/>
                </a:moveTo>
                <a:cubicBezTo>
                  <a:pt x="537" y="1"/>
                  <a:pt x="190" y="221"/>
                  <a:pt x="1" y="442"/>
                </a:cubicBezTo>
                <a:lnTo>
                  <a:pt x="568" y="1545"/>
                </a:lnTo>
                <a:cubicBezTo>
                  <a:pt x="600" y="1671"/>
                  <a:pt x="757" y="1734"/>
                  <a:pt x="883" y="1734"/>
                </a:cubicBezTo>
                <a:cubicBezTo>
                  <a:pt x="978" y="1734"/>
                  <a:pt x="1104" y="1671"/>
                  <a:pt x="1198" y="1545"/>
                </a:cubicBezTo>
                <a:lnTo>
                  <a:pt x="1734" y="442"/>
                </a:lnTo>
                <a:cubicBezTo>
                  <a:pt x="1545" y="158"/>
                  <a:pt x="1230" y="1"/>
                  <a:pt x="88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95" name="Google Shape;6012;p58">
            <a:extLst>
              <a:ext uri="{FF2B5EF4-FFF2-40B4-BE49-F238E27FC236}">
                <a16:creationId xmlns:a16="http://schemas.microsoft.com/office/drawing/2014/main" id="{6EE3A97D-5913-0F3A-6A3D-02C3C430605F}"/>
              </a:ext>
            </a:extLst>
          </p:cNvPr>
          <p:cNvSpPr/>
          <p:nvPr/>
        </p:nvSpPr>
        <p:spPr>
          <a:xfrm>
            <a:off x="8465084" y="1846870"/>
            <a:ext cx="468188" cy="332934"/>
          </a:xfrm>
          <a:custGeom>
            <a:avLst/>
            <a:gdLst/>
            <a:ahLst/>
            <a:cxnLst/>
            <a:rect l="l" t="t" r="r" b="b"/>
            <a:pathLst>
              <a:path w="11122" h="7909" extrusionOk="0">
                <a:moveTo>
                  <a:pt x="10535" y="0"/>
                </a:moveTo>
                <a:cubicBezTo>
                  <a:pt x="10489" y="0"/>
                  <a:pt x="10442" y="10"/>
                  <a:pt x="10397" y="33"/>
                </a:cubicBezTo>
                <a:cubicBezTo>
                  <a:pt x="10208" y="64"/>
                  <a:pt x="10114" y="253"/>
                  <a:pt x="10177" y="474"/>
                </a:cubicBezTo>
                <a:cubicBezTo>
                  <a:pt x="10334" y="978"/>
                  <a:pt x="10429" y="1482"/>
                  <a:pt x="10429" y="1986"/>
                </a:cubicBezTo>
                <a:cubicBezTo>
                  <a:pt x="10429" y="4885"/>
                  <a:pt x="8066" y="7247"/>
                  <a:pt x="5199" y="7247"/>
                </a:cubicBezTo>
                <a:cubicBezTo>
                  <a:pt x="3561" y="7247"/>
                  <a:pt x="2017" y="6397"/>
                  <a:pt x="1072" y="5137"/>
                </a:cubicBezTo>
                <a:lnTo>
                  <a:pt x="1733" y="5137"/>
                </a:lnTo>
                <a:cubicBezTo>
                  <a:pt x="1922" y="5137"/>
                  <a:pt x="2080" y="4979"/>
                  <a:pt x="2080" y="4790"/>
                </a:cubicBezTo>
                <a:cubicBezTo>
                  <a:pt x="2080" y="4601"/>
                  <a:pt x="1922" y="4443"/>
                  <a:pt x="1733" y="4443"/>
                </a:cubicBezTo>
                <a:lnTo>
                  <a:pt x="347" y="4443"/>
                </a:lnTo>
                <a:cubicBezTo>
                  <a:pt x="158" y="4443"/>
                  <a:pt x="1" y="4601"/>
                  <a:pt x="1" y="4790"/>
                </a:cubicBezTo>
                <a:lnTo>
                  <a:pt x="1" y="6176"/>
                </a:lnTo>
                <a:cubicBezTo>
                  <a:pt x="1" y="6365"/>
                  <a:pt x="158" y="6523"/>
                  <a:pt x="347" y="6523"/>
                </a:cubicBezTo>
                <a:cubicBezTo>
                  <a:pt x="536" y="6523"/>
                  <a:pt x="694" y="6365"/>
                  <a:pt x="694" y="6176"/>
                </a:cubicBezTo>
                <a:lnTo>
                  <a:pt x="694" y="5767"/>
                </a:lnTo>
                <a:cubicBezTo>
                  <a:pt x="1796" y="7090"/>
                  <a:pt x="3466" y="7909"/>
                  <a:pt x="5199" y="7909"/>
                </a:cubicBezTo>
                <a:cubicBezTo>
                  <a:pt x="8412" y="7909"/>
                  <a:pt x="11122" y="5231"/>
                  <a:pt x="11122" y="1986"/>
                </a:cubicBezTo>
                <a:cubicBezTo>
                  <a:pt x="11122" y="1419"/>
                  <a:pt x="10996" y="820"/>
                  <a:pt x="10838" y="222"/>
                </a:cubicBezTo>
                <a:cubicBezTo>
                  <a:pt x="10814" y="102"/>
                  <a:pt x="10681" y="0"/>
                  <a:pt x="105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96" name="Google Shape;6013;p58">
            <a:extLst>
              <a:ext uri="{FF2B5EF4-FFF2-40B4-BE49-F238E27FC236}">
                <a16:creationId xmlns:a16="http://schemas.microsoft.com/office/drawing/2014/main" id="{7AF0EE1D-DBAD-CB9D-6CCA-116547DE91C2}"/>
              </a:ext>
            </a:extLst>
          </p:cNvPr>
          <p:cNvSpPr/>
          <p:nvPr/>
        </p:nvSpPr>
        <p:spPr>
          <a:xfrm>
            <a:off x="8437260" y="1682444"/>
            <a:ext cx="466841" cy="333228"/>
          </a:xfrm>
          <a:custGeom>
            <a:avLst/>
            <a:gdLst/>
            <a:ahLst/>
            <a:cxnLst/>
            <a:rect l="l" t="t" r="r" b="b"/>
            <a:pathLst>
              <a:path w="11090" h="7916" extrusionOk="0">
                <a:moveTo>
                  <a:pt x="5891" y="1"/>
                </a:moveTo>
                <a:cubicBezTo>
                  <a:pt x="2678" y="1"/>
                  <a:pt x="0" y="2679"/>
                  <a:pt x="0" y="5892"/>
                </a:cubicBezTo>
                <a:cubicBezTo>
                  <a:pt x="0" y="6491"/>
                  <a:pt x="126" y="7089"/>
                  <a:pt x="284" y="7656"/>
                </a:cubicBezTo>
                <a:cubicBezTo>
                  <a:pt x="310" y="7842"/>
                  <a:pt x="448" y="7916"/>
                  <a:pt x="604" y="7916"/>
                </a:cubicBezTo>
                <a:cubicBezTo>
                  <a:pt x="633" y="7916"/>
                  <a:pt x="663" y="7913"/>
                  <a:pt x="693" y="7908"/>
                </a:cubicBezTo>
                <a:cubicBezTo>
                  <a:pt x="882" y="7877"/>
                  <a:pt x="977" y="7656"/>
                  <a:pt x="945" y="7467"/>
                </a:cubicBezTo>
                <a:cubicBezTo>
                  <a:pt x="788" y="6963"/>
                  <a:pt x="662" y="6459"/>
                  <a:pt x="662" y="5892"/>
                </a:cubicBezTo>
                <a:cubicBezTo>
                  <a:pt x="662" y="3025"/>
                  <a:pt x="3025" y="662"/>
                  <a:pt x="5891" y="662"/>
                </a:cubicBezTo>
                <a:cubicBezTo>
                  <a:pt x="7561" y="662"/>
                  <a:pt x="9105" y="1481"/>
                  <a:pt x="10050" y="2742"/>
                </a:cubicBezTo>
                <a:lnTo>
                  <a:pt x="9357" y="2742"/>
                </a:lnTo>
                <a:cubicBezTo>
                  <a:pt x="9168" y="2742"/>
                  <a:pt x="9010" y="2899"/>
                  <a:pt x="9010" y="3088"/>
                </a:cubicBezTo>
                <a:cubicBezTo>
                  <a:pt x="9010" y="3309"/>
                  <a:pt x="9168" y="3466"/>
                  <a:pt x="9357" y="3466"/>
                </a:cubicBezTo>
                <a:lnTo>
                  <a:pt x="10743" y="3466"/>
                </a:lnTo>
                <a:cubicBezTo>
                  <a:pt x="10932" y="3466"/>
                  <a:pt x="11090" y="3309"/>
                  <a:pt x="11090" y="3088"/>
                </a:cubicBezTo>
                <a:lnTo>
                  <a:pt x="11090" y="1733"/>
                </a:lnTo>
                <a:cubicBezTo>
                  <a:pt x="11090" y="1513"/>
                  <a:pt x="10932" y="1355"/>
                  <a:pt x="10743" y="1355"/>
                </a:cubicBezTo>
                <a:cubicBezTo>
                  <a:pt x="10554" y="1355"/>
                  <a:pt x="10397" y="1513"/>
                  <a:pt x="10397" y="1733"/>
                </a:cubicBezTo>
                <a:lnTo>
                  <a:pt x="10397" y="2111"/>
                </a:lnTo>
                <a:cubicBezTo>
                  <a:pt x="9294" y="820"/>
                  <a:pt x="7624" y="1"/>
                  <a:pt x="58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97" name="Google Shape;6014;p58">
            <a:extLst>
              <a:ext uri="{FF2B5EF4-FFF2-40B4-BE49-F238E27FC236}">
                <a16:creationId xmlns:a16="http://schemas.microsoft.com/office/drawing/2014/main" id="{B9A4C7BD-BA45-B049-8239-255515FC23E7}"/>
              </a:ext>
            </a:extLst>
          </p:cNvPr>
          <p:cNvSpPr/>
          <p:nvPr/>
        </p:nvSpPr>
        <p:spPr>
          <a:xfrm>
            <a:off x="8526082" y="1771309"/>
            <a:ext cx="318369" cy="318327"/>
          </a:xfrm>
          <a:custGeom>
            <a:avLst/>
            <a:gdLst/>
            <a:ahLst/>
            <a:cxnLst/>
            <a:rect l="l" t="t" r="r" b="b"/>
            <a:pathLst>
              <a:path w="7563" h="7562" extrusionOk="0">
                <a:moveTo>
                  <a:pt x="3750" y="2048"/>
                </a:moveTo>
                <a:cubicBezTo>
                  <a:pt x="3939" y="2048"/>
                  <a:pt x="4097" y="2206"/>
                  <a:pt x="4097" y="2426"/>
                </a:cubicBezTo>
                <a:lnTo>
                  <a:pt x="4097" y="3435"/>
                </a:lnTo>
                <a:lnTo>
                  <a:pt x="4475" y="3435"/>
                </a:lnTo>
                <a:cubicBezTo>
                  <a:pt x="4664" y="3435"/>
                  <a:pt x="4821" y="3592"/>
                  <a:pt x="4821" y="3781"/>
                </a:cubicBezTo>
                <a:cubicBezTo>
                  <a:pt x="4821" y="4002"/>
                  <a:pt x="4664" y="4159"/>
                  <a:pt x="4475" y="4159"/>
                </a:cubicBezTo>
                <a:lnTo>
                  <a:pt x="3750" y="4159"/>
                </a:lnTo>
                <a:cubicBezTo>
                  <a:pt x="3561" y="4159"/>
                  <a:pt x="3403" y="4002"/>
                  <a:pt x="3403" y="3781"/>
                </a:cubicBezTo>
                <a:lnTo>
                  <a:pt x="3403" y="2426"/>
                </a:lnTo>
                <a:cubicBezTo>
                  <a:pt x="3403" y="2206"/>
                  <a:pt x="3561" y="2048"/>
                  <a:pt x="3750" y="2048"/>
                </a:cubicBezTo>
                <a:close/>
                <a:moveTo>
                  <a:pt x="3435" y="0"/>
                </a:moveTo>
                <a:cubicBezTo>
                  <a:pt x="2647" y="95"/>
                  <a:pt x="1923" y="410"/>
                  <a:pt x="1356" y="883"/>
                </a:cubicBezTo>
                <a:lnTo>
                  <a:pt x="2049" y="1576"/>
                </a:lnTo>
                <a:cubicBezTo>
                  <a:pt x="2175" y="1702"/>
                  <a:pt x="2175" y="1954"/>
                  <a:pt x="2049" y="2048"/>
                </a:cubicBezTo>
                <a:cubicBezTo>
                  <a:pt x="1986" y="2111"/>
                  <a:pt x="1899" y="2143"/>
                  <a:pt x="1812" y="2143"/>
                </a:cubicBezTo>
                <a:cubicBezTo>
                  <a:pt x="1726" y="2143"/>
                  <a:pt x="1639" y="2111"/>
                  <a:pt x="1576" y="2048"/>
                </a:cubicBezTo>
                <a:lnTo>
                  <a:pt x="883" y="1355"/>
                </a:lnTo>
                <a:cubicBezTo>
                  <a:pt x="410" y="1922"/>
                  <a:pt x="95" y="2647"/>
                  <a:pt x="1" y="3435"/>
                </a:cubicBezTo>
                <a:lnTo>
                  <a:pt x="1041" y="3435"/>
                </a:lnTo>
                <a:cubicBezTo>
                  <a:pt x="1230" y="3435"/>
                  <a:pt x="1387" y="3592"/>
                  <a:pt x="1387" y="3781"/>
                </a:cubicBezTo>
                <a:cubicBezTo>
                  <a:pt x="1387" y="3970"/>
                  <a:pt x="1230" y="4128"/>
                  <a:pt x="1041" y="4128"/>
                </a:cubicBezTo>
                <a:lnTo>
                  <a:pt x="1" y="4128"/>
                </a:lnTo>
                <a:cubicBezTo>
                  <a:pt x="95" y="4915"/>
                  <a:pt x="410" y="5640"/>
                  <a:pt x="883" y="6238"/>
                </a:cubicBezTo>
                <a:lnTo>
                  <a:pt x="1576" y="5514"/>
                </a:lnTo>
                <a:cubicBezTo>
                  <a:pt x="1639" y="5451"/>
                  <a:pt x="1734" y="5419"/>
                  <a:pt x="1824" y="5419"/>
                </a:cubicBezTo>
                <a:cubicBezTo>
                  <a:pt x="1915" y="5419"/>
                  <a:pt x="2001" y="5451"/>
                  <a:pt x="2049" y="5514"/>
                </a:cubicBezTo>
                <a:cubicBezTo>
                  <a:pt x="2175" y="5640"/>
                  <a:pt x="2175" y="5860"/>
                  <a:pt x="2049" y="5986"/>
                </a:cubicBezTo>
                <a:lnTo>
                  <a:pt x="1356" y="6711"/>
                </a:lnTo>
                <a:cubicBezTo>
                  <a:pt x="1923" y="7184"/>
                  <a:pt x="2647" y="7499"/>
                  <a:pt x="3435" y="7562"/>
                </a:cubicBezTo>
                <a:lnTo>
                  <a:pt x="3435" y="6553"/>
                </a:lnTo>
                <a:cubicBezTo>
                  <a:pt x="3435" y="6333"/>
                  <a:pt x="3592" y="6175"/>
                  <a:pt x="3781" y="6175"/>
                </a:cubicBezTo>
                <a:cubicBezTo>
                  <a:pt x="4002" y="6175"/>
                  <a:pt x="4160" y="6333"/>
                  <a:pt x="4160" y="6553"/>
                </a:cubicBezTo>
                <a:lnTo>
                  <a:pt x="4160" y="7562"/>
                </a:lnTo>
                <a:cubicBezTo>
                  <a:pt x="4947" y="7499"/>
                  <a:pt x="5640" y="7184"/>
                  <a:pt x="6239" y="6711"/>
                </a:cubicBezTo>
                <a:lnTo>
                  <a:pt x="5514" y="5986"/>
                </a:lnTo>
                <a:cubicBezTo>
                  <a:pt x="5420" y="5860"/>
                  <a:pt x="5420" y="5640"/>
                  <a:pt x="5514" y="5514"/>
                </a:cubicBezTo>
                <a:cubicBezTo>
                  <a:pt x="5577" y="5451"/>
                  <a:pt x="5672" y="5419"/>
                  <a:pt x="5762" y="5419"/>
                </a:cubicBezTo>
                <a:cubicBezTo>
                  <a:pt x="5853" y="5419"/>
                  <a:pt x="5940" y="5451"/>
                  <a:pt x="5987" y="5514"/>
                </a:cubicBezTo>
                <a:lnTo>
                  <a:pt x="6711" y="6238"/>
                </a:lnTo>
                <a:cubicBezTo>
                  <a:pt x="7184" y="5640"/>
                  <a:pt x="7499" y="4915"/>
                  <a:pt x="7562" y="4128"/>
                </a:cubicBezTo>
                <a:lnTo>
                  <a:pt x="6554" y="4128"/>
                </a:lnTo>
                <a:cubicBezTo>
                  <a:pt x="6365" y="4128"/>
                  <a:pt x="6207" y="3970"/>
                  <a:pt x="6207" y="3781"/>
                </a:cubicBezTo>
                <a:cubicBezTo>
                  <a:pt x="6207" y="3592"/>
                  <a:pt x="6365" y="3435"/>
                  <a:pt x="6554" y="3435"/>
                </a:cubicBezTo>
                <a:lnTo>
                  <a:pt x="7562" y="3435"/>
                </a:lnTo>
                <a:cubicBezTo>
                  <a:pt x="7499" y="2647"/>
                  <a:pt x="7184" y="1922"/>
                  <a:pt x="6711" y="1355"/>
                </a:cubicBezTo>
                <a:lnTo>
                  <a:pt x="5987" y="2048"/>
                </a:lnTo>
                <a:cubicBezTo>
                  <a:pt x="5940" y="2111"/>
                  <a:pt x="5853" y="2143"/>
                  <a:pt x="5762" y="2143"/>
                </a:cubicBezTo>
                <a:cubicBezTo>
                  <a:pt x="5672" y="2143"/>
                  <a:pt x="5577" y="2111"/>
                  <a:pt x="5514" y="2048"/>
                </a:cubicBezTo>
                <a:cubicBezTo>
                  <a:pt x="5420" y="1922"/>
                  <a:pt x="5420" y="1702"/>
                  <a:pt x="5514" y="1576"/>
                </a:cubicBezTo>
                <a:lnTo>
                  <a:pt x="6239" y="883"/>
                </a:lnTo>
                <a:cubicBezTo>
                  <a:pt x="5640" y="410"/>
                  <a:pt x="4947" y="95"/>
                  <a:pt x="4160" y="0"/>
                </a:cubicBezTo>
                <a:lnTo>
                  <a:pt x="4160" y="1040"/>
                </a:lnTo>
                <a:cubicBezTo>
                  <a:pt x="4160" y="1229"/>
                  <a:pt x="4002" y="1387"/>
                  <a:pt x="3781" y="1387"/>
                </a:cubicBezTo>
                <a:cubicBezTo>
                  <a:pt x="3592" y="1387"/>
                  <a:pt x="3435" y="1229"/>
                  <a:pt x="3435" y="1040"/>
                </a:cubicBezTo>
                <a:lnTo>
                  <a:pt x="343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99" name="Google Shape;6016;p58">
            <a:extLst>
              <a:ext uri="{FF2B5EF4-FFF2-40B4-BE49-F238E27FC236}">
                <a16:creationId xmlns:a16="http://schemas.microsoft.com/office/drawing/2014/main" id="{BFA27CB6-3101-1157-84C2-E9FBEC47887A}"/>
              </a:ext>
            </a:extLst>
          </p:cNvPr>
          <p:cNvSpPr/>
          <p:nvPr/>
        </p:nvSpPr>
        <p:spPr>
          <a:xfrm>
            <a:off x="8697796" y="2639854"/>
            <a:ext cx="30561" cy="59691"/>
          </a:xfrm>
          <a:custGeom>
            <a:avLst/>
            <a:gdLst/>
            <a:ahLst/>
            <a:cxnLst/>
            <a:rect l="l" t="t" r="r" b="b"/>
            <a:pathLst>
              <a:path w="726" h="1418" extrusionOk="0">
                <a:moveTo>
                  <a:pt x="1" y="0"/>
                </a:moveTo>
                <a:lnTo>
                  <a:pt x="1" y="1418"/>
                </a:lnTo>
                <a:lnTo>
                  <a:pt x="379" y="1418"/>
                </a:lnTo>
                <a:cubicBezTo>
                  <a:pt x="568" y="1418"/>
                  <a:pt x="725" y="1260"/>
                  <a:pt x="725" y="1040"/>
                </a:cubicBezTo>
                <a:lnTo>
                  <a:pt x="725" y="347"/>
                </a:ln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00" name="Google Shape;6017;p58">
            <a:extLst>
              <a:ext uri="{FF2B5EF4-FFF2-40B4-BE49-F238E27FC236}">
                <a16:creationId xmlns:a16="http://schemas.microsoft.com/office/drawing/2014/main" id="{41E8FF90-F04F-A7E0-8EAB-0D1B79DDB026}"/>
              </a:ext>
            </a:extLst>
          </p:cNvPr>
          <p:cNvSpPr/>
          <p:nvPr/>
        </p:nvSpPr>
        <p:spPr>
          <a:xfrm>
            <a:off x="8639452" y="2550990"/>
            <a:ext cx="30519" cy="59691"/>
          </a:xfrm>
          <a:custGeom>
            <a:avLst/>
            <a:gdLst/>
            <a:ahLst/>
            <a:cxnLst/>
            <a:rect l="l" t="t" r="r" b="b"/>
            <a:pathLst>
              <a:path w="725" h="1418" extrusionOk="0">
                <a:moveTo>
                  <a:pt x="378" y="0"/>
                </a:moveTo>
                <a:cubicBezTo>
                  <a:pt x="189" y="0"/>
                  <a:pt x="0" y="158"/>
                  <a:pt x="0" y="378"/>
                </a:cubicBezTo>
                <a:lnTo>
                  <a:pt x="0" y="1071"/>
                </a:lnTo>
                <a:cubicBezTo>
                  <a:pt x="0" y="1260"/>
                  <a:pt x="189" y="1418"/>
                  <a:pt x="378" y="1418"/>
                </a:cubicBezTo>
                <a:lnTo>
                  <a:pt x="725" y="1418"/>
                </a:lnTo>
                <a:lnTo>
                  <a:pt x="7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01" name="Google Shape;6018;p58">
            <a:extLst>
              <a:ext uri="{FF2B5EF4-FFF2-40B4-BE49-F238E27FC236}">
                <a16:creationId xmlns:a16="http://schemas.microsoft.com/office/drawing/2014/main" id="{54D0A12C-44BE-A69B-37D3-640D28F8ABF6}"/>
              </a:ext>
            </a:extLst>
          </p:cNvPr>
          <p:cNvSpPr/>
          <p:nvPr/>
        </p:nvSpPr>
        <p:spPr>
          <a:xfrm>
            <a:off x="8457767" y="2320222"/>
            <a:ext cx="454927" cy="497359"/>
          </a:xfrm>
          <a:custGeom>
            <a:avLst/>
            <a:gdLst/>
            <a:ahLst/>
            <a:cxnLst/>
            <a:rect l="l" t="t" r="r" b="b"/>
            <a:pathLst>
              <a:path w="10807" h="11815" extrusionOk="0">
                <a:moveTo>
                  <a:pt x="6459" y="662"/>
                </a:moveTo>
                <a:cubicBezTo>
                  <a:pt x="6868" y="662"/>
                  <a:pt x="7183" y="977"/>
                  <a:pt x="7183" y="1355"/>
                </a:cubicBezTo>
                <a:cubicBezTo>
                  <a:pt x="7183" y="1765"/>
                  <a:pt x="6868" y="2080"/>
                  <a:pt x="6459" y="2080"/>
                </a:cubicBezTo>
                <a:lnTo>
                  <a:pt x="6459" y="1702"/>
                </a:lnTo>
                <a:cubicBezTo>
                  <a:pt x="6459" y="1513"/>
                  <a:pt x="6301" y="1355"/>
                  <a:pt x="6112" y="1355"/>
                </a:cubicBezTo>
                <a:lnTo>
                  <a:pt x="4726" y="1355"/>
                </a:lnTo>
                <a:cubicBezTo>
                  <a:pt x="4537" y="1355"/>
                  <a:pt x="4379" y="1513"/>
                  <a:pt x="4379" y="1702"/>
                </a:cubicBezTo>
                <a:lnTo>
                  <a:pt x="4379" y="2080"/>
                </a:lnTo>
                <a:cubicBezTo>
                  <a:pt x="3970" y="2017"/>
                  <a:pt x="3655" y="1702"/>
                  <a:pt x="3655" y="1355"/>
                </a:cubicBezTo>
                <a:cubicBezTo>
                  <a:pt x="3655" y="977"/>
                  <a:pt x="3970" y="662"/>
                  <a:pt x="4379" y="662"/>
                </a:cubicBezTo>
                <a:close/>
                <a:moveTo>
                  <a:pt x="5387" y="4128"/>
                </a:moveTo>
                <a:cubicBezTo>
                  <a:pt x="5608" y="4128"/>
                  <a:pt x="5766" y="4285"/>
                  <a:pt x="5766" y="4474"/>
                </a:cubicBezTo>
                <a:lnTo>
                  <a:pt x="5766" y="4821"/>
                </a:lnTo>
                <a:lnTo>
                  <a:pt x="6112" y="4821"/>
                </a:lnTo>
                <a:cubicBezTo>
                  <a:pt x="6711" y="4821"/>
                  <a:pt x="7120" y="5293"/>
                  <a:pt x="7120" y="5860"/>
                </a:cubicBezTo>
                <a:cubicBezTo>
                  <a:pt x="7120" y="6049"/>
                  <a:pt x="6963" y="6207"/>
                  <a:pt x="6774" y="6207"/>
                </a:cubicBezTo>
                <a:cubicBezTo>
                  <a:pt x="6585" y="6207"/>
                  <a:pt x="6427" y="6049"/>
                  <a:pt x="6427" y="5860"/>
                </a:cubicBezTo>
                <a:cubicBezTo>
                  <a:pt x="6427" y="5640"/>
                  <a:pt x="6270" y="5482"/>
                  <a:pt x="6081" y="5482"/>
                </a:cubicBezTo>
                <a:lnTo>
                  <a:pt x="5703" y="5482"/>
                </a:lnTo>
                <a:lnTo>
                  <a:pt x="5703" y="6868"/>
                </a:lnTo>
                <a:lnTo>
                  <a:pt x="6081" y="6868"/>
                </a:lnTo>
                <a:cubicBezTo>
                  <a:pt x="6648" y="6868"/>
                  <a:pt x="7089" y="7341"/>
                  <a:pt x="7089" y="7908"/>
                </a:cubicBezTo>
                <a:lnTo>
                  <a:pt x="7089" y="8601"/>
                </a:lnTo>
                <a:cubicBezTo>
                  <a:pt x="7089" y="9200"/>
                  <a:pt x="6616" y="9641"/>
                  <a:pt x="6081" y="9641"/>
                </a:cubicBezTo>
                <a:lnTo>
                  <a:pt x="5703" y="9641"/>
                </a:lnTo>
                <a:lnTo>
                  <a:pt x="5703" y="9987"/>
                </a:lnTo>
                <a:cubicBezTo>
                  <a:pt x="5703" y="10176"/>
                  <a:pt x="5545" y="10334"/>
                  <a:pt x="5356" y="10334"/>
                </a:cubicBezTo>
                <a:cubicBezTo>
                  <a:pt x="5167" y="10334"/>
                  <a:pt x="5009" y="10176"/>
                  <a:pt x="5009" y="9987"/>
                </a:cubicBezTo>
                <a:lnTo>
                  <a:pt x="5009" y="9704"/>
                </a:lnTo>
                <a:lnTo>
                  <a:pt x="4631" y="9704"/>
                </a:lnTo>
                <a:cubicBezTo>
                  <a:pt x="4064" y="9704"/>
                  <a:pt x="3623" y="9231"/>
                  <a:pt x="3623" y="8664"/>
                </a:cubicBezTo>
                <a:cubicBezTo>
                  <a:pt x="3623" y="8475"/>
                  <a:pt x="3781" y="8318"/>
                  <a:pt x="3970" y="8318"/>
                </a:cubicBezTo>
                <a:cubicBezTo>
                  <a:pt x="4159" y="8318"/>
                  <a:pt x="4316" y="8475"/>
                  <a:pt x="4316" y="8664"/>
                </a:cubicBezTo>
                <a:cubicBezTo>
                  <a:pt x="4316" y="8885"/>
                  <a:pt x="4505" y="9042"/>
                  <a:pt x="4694" y="9042"/>
                </a:cubicBezTo>
                <a:lnTo>
                  <a:pt x="5041" y="9042"/>
                </a:lnTo>
                <a:lnTo>
                  <a:pt x="5041" y="7625"/>
                </a:lnTo>
                <a:lnTo>
                  <a:pt x="4694" y="7625"/>
                </a:lnTo>
                <a:lnTo>
                  <a:pt x="4694" y="7593"/>
                </a:lnTo>
                <a:cubicBezTo>
                  <a:pt x="4096" y="7593"/>
                  <a:pt x="3655" y="7120"/>
                  <a:pt x="3655" y="6553"/>
                </a:cubicBezTo>
                <a:lnTo>
                  <a:pt x="3655" y="5860"/>
                </a:lnTo>
                <a:cubicBezTo>
                  <a:pt x="3655" y="5262"/>
                  <a:pt x="4127" y="4821"/>
                  <a:pt x="4694" y="4821"/>
                </a:cubicBezTo>
                <a:lnTo>
                  <a:pt x="5041" y="4821"/>
                </a:lnTo>
                <a:lnTo>
                  <a:pt x="5041" y="4474"/>
                </a:lnTo>
                <a:cubicBezTo>
                  <a:pt x="5041" y="4285"/>
                  <a:pt x="5198" y="4128"/>
                  <a:pt x="5387" y="4128"/>
                </a:cubicBezTo>
                <a:close/>
                <a:moveTo>
                  <a:pt x="4379" y="0"/>
                </a:moveTo>
                <a:cubicBezTo>
                  <a:pt x="3623" y="0"/>
                  <a:pt x="2993" y="662"/>
                  <a:pt x="2993" y="1387"/>
                </a:cubicBezTo>
                <a:cubicBezTo>
                  <a:pt x="2993" y="2143"/>
                  <a:pt x="3623" y="2773"/>
                  <a:pt x="4379" y="2773"/>
                </a:cubicBezTo>
                <a:lnTo>
                  <a:pt x="4379" y="2899"/>
                </a:lnTo>
                <a:cubicBezTo>
                  <a:pt x="3781" y="3025"/>
                  <a:pt x="3277" y="3277"/>
                  <a:pt x="2804" y="3592"/>
                </a:cubicBezTo>
                <a:lnTo>
                  <a:pt x="2332" y="3056"/>
                </a:lnTo>
                <a:lnTo>
                  <a:pt x="2584" y="2804"/>
                </a:lnTo>
                <a:cubicBezTo>
                  <a:pt x="2710" y="2710"/>
                  <a:pt x="2710" y="2458"/>
                  <a:pt x="2615" y="2332"/>
                </a:cubicBezTo>
                <a:lnTo>
                  <a:pt x="1701" y="1292"/>
                </a:lnTo>
                <a:cubicBezTo>
                  <a:pt x="1630" y="1203"/>
                  <a:pt x="1529" y="1165"/>
                  <a:pt x="1432" y="1165"/>
                </a:cubicBezTo>
                <a:cubicBezTo>
                  <a:pt x="1357" y="1165"/>
                  <a:pt x="1284" y="1188"/>
                  <a:pt x="1229" y="1229"/>
                </a:cubicBezTo>
                <a:lnTo>
                  <a:pt x="158" y="2143"/>
                </a:lnTo>
                <a:cubicBezTo>
                  <a:pt x="0" y="2269"/>
                  <a:pt x="0" y="2489"/>
                  <a:pt x="126" y="2615"/>
                </a:cubicBezTo>
                <a:lnTo>
                  <a:pt x="1040" y="3686"/>
                </a:lnTo>
                <a:cubicBezTo>
                  <a:pt x="1090" y="3770"/>
                  <a:pt x="1183" y="3809"/>
                  <a:pt x="1279" y="3809"/>
                </a:cubicBezTo>
                <a:cubicBezTo>
                  <a:pt x="1365" y="3809"/>
                  <a:pt x="1453" y="3777"/>
                  <a:pt x="1512" y="3718"/>
                </a:cubicBezTo>
                <a:lnTo>
                  <a:pt x="1764" y="3497"/>
                </a:lnTo>
                <a:lnTo>
                  <a:pt x="2237" y="4033"/>
                </a:lnTo>
                <a:cubicBezTo>
                  <a:pt x="1418" y="4852"/>
                  <a:pt x="914" y="5986"/>
                  <a:pt x="914" y="7247"/>
                </a:cubicBezTo>
                <a:cubicBezTo>
                  <a:pt x="914" y="9735"/>
                  <a:pt x="2930" y="11815"/>
                  <a:pt x="5387" y="11815"/>
                </a:cubicBezTo>
                <a:cubicBezTo>
                  <a:pt x="7876" y="11815"/>
                  <a:pt x="9893" y="9798"/>
                  <a:pt x="9893" y="7247"/>
                </a:cubicBezTo>
                <a:cubicBezTo>
                  <a:pt x="9893" y="5986"/>
                  <a:pt x="9389" y="4852"/>
                  <a:pt x="8538" y="4033"/>
                </a:cubicBezTo>
                <a:lnTo>
                  <a:pt x="9011" y="3497"/>
                </a:lnTo>
                <a:lnTo>
                  <a:pt x="9294" y="3718"/>
                </a:lnTo>
                <a:cubicBezTo>
                  <a:pt x="9368" y="3777"/>
                  <a:pt x="9450" y="3809"/>
                  <a:pt x="9528" y="3809"/>
                </a:cubicBezTo>
                <a:cubicBezTo>
                  <a:pt x="9616" y="3809"/>
                  <a:pt x="9700" y="3770"/>
                  <a:pt x="9767" y="3686"/>
                </a:cubicBezTo>
                <a:lnTo>
                  <a:pt x="10680" y="2615"/>
                </a:lnTo>
                <a:cubicBezTo>
                  <a:pt x="10806" y="2458"/>
                  <a:pt x="10806" y="2269"/>
                  <a:pt x="10649" y="2143"/>
                </a:cubicBezTo>
                <a:lnTo>
                  <a:pt x="9578" y="1229"/>
                </a:lnTo>
                <a:cubicBezTo>
                  <a:pt x="9509" y="1188"/>
                  <a:pt x="9434" y="1165"/>
                  <a:pt x="9361" y="1165"/>
                </a:cubicBezTo>
                <a:cubicBezTo>
                  <a:pt x="9267" y="1165"/>
                  <a:pt x="9176" y="1203"/>
                  <a:pt x="9105" y="1292"/>
                </a:cubicBezTo>
                <a:lnTo>
                  <a:pt x="8191" y="2332"/>
                </a:lnTo>
                <a:cubicBezTo>
                  <a:pt x="8065" y="2489"/>
                  <a:pt x="8065" y="2710"/>
                  <a:pt x="8223" y="2804"/>
                </a:cubicBezTo>
                <a:lnTo>
                  <a:pt x="8506" y="3056"/>
                </a:lnTo>
                <a:lnTo>
                  <a:pt x="8034" y="3592"/>
                </a:lnTo>
                <a:cubicBezTo>
                  <a:pt x="7561" y="3245"/>
                  <a:pt x="7057" y="3025"/>
                  <a:pt x="6459" y="2899"/>
                </a:cubicBezTo>
                <a:lnTo>
                  <a:pt x="6459" y="2773"/>
                </a:lnTo>
                <a:cubicBezTo>
                  <a:pt x="7215" y="2773"/>
                  <a:pt x="7845" y="2143"/>
                  <a:pt x="7845" y="1387"/>
                </a:cubicBezTo>
                <a:cubicBezTo>
                  <a:pt x="7845" y="662"/>
                  <a:pt x="7215" y="0"/>
                  <a:pt x="645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03" name="Google Shape;6020;p58">
            <a:extLst>
              <a:ext uri="{FF2B5EF4-FFF2-40B4-BE49-F238E27FC236}">
                <a16:creationId xmlns:a16="http://schemas.microsoft.com/office/drawing/2014/main" id="{3AAB613C-BE88-1253-5A0B-69A278C19176}"/>
              </a:ext>
            </a:extLst>
          </p:cNvPr>
          <p:cNvSpPr/>
          <p:nvPr/>
        </p:nvSpPr>
        <p:spPr>
          <a:xfrm>
            <a:off x="8644102" y="2956258"/>
            <a:ext cx="86254" cy="86254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08" y="1"/>
                </a:moveTo>
                <a:cubicBezTo>
                  <a:pt x="441" y="1"/>
                  <a:pt x="0" y="442"/>
                  <a:pt x="0" y="1009"/>
                </a:cubicBezTo>
                <a:cubicBezTo>
                  <a:pt x="0" y="1576"/>
                  <a:pt x="441" y="2048"/>
                  <a:pt x="1008" y="2048"/>
                </a:cubicBezTo>
                <a:cubicBezTo>
                  <a:pt x="1576" y="2048"/>
                  <a:pt x="2048" y="1576"/>
                  <a:pt x="2048" y="1009"/>
                </a:cubicBezTo>
                <a:cubicBezTo>
                  <a:pt x="2048" y="442"/>
                  <a:pt x="1576" y="1"/>
                  <a:pt x="100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04" name="Google Shape;6021;p58">
            <a:extLst>
              <a:ext uri="{FF2B5EF4-FFF2-40B4-BE49-F238E27FC236}">
                <a16:creationId xmlns:a16="http://schemas.microsoft.com/office/drawing/2014/main" id="{A688981D-76AE-FC1A-C03E-F5367CCDB451}"/>
              </a:ext>
            </a:extLst>
          </p:cNvPr>
          <p:cNvSpPr/>
          <p:nvPr/>
        </p:nvSpPr>
        <p:spPr>
          <a:xfrm>
            <a:off x="8434550" y="3140595"/>
            <a:ext cx="501358" cy="313023"/>
          </a:xfrm>
          <a:custGeom>
            <a:avLst/>
            <a:gdLst/>
            <a:ahLst/>
            <a:cxnLst/>
            <a:rect l="l" t="t" r="r" b="b"/>
            <a:pathLst>
              <a:path w="11910" h="7436" extrusionOk="0">
                <a:moveTo>
                  <a:pt x="3498" y="1"/>
                </a:moveTo>
                <a:cubicBezTo>
                  <a:pt x="2174" y="316"/>
                  <a:pt x="1418" y="820"/>
                  <a:pt x="1418" y="1482"/>
                </a:cubicBezTo>
                <a:cubicBezTo>
                  <a:pt x="1418" y="2112"/>
                  <a:pt x="2080" y="2553"/>
                  <a:pt x="3088" y="2868"/>
                </a:cubicBezTo>
                <a:lnTo>
                  <a:pt x="1891" y="5357"/>
                </a:lnTo>
                <a:lnTo>
                  <a:pt x="1765" y="5357"/>
                </a:lnTo>
                <a:cubicBezTo>
                  <a:pt x="788" y="5357"/>
                  <a:pt x="1" y="5766"/>
                  <a:pt x="1" y="6365"/>
                </a:cubicBezTo>
                <a:cubicBezTo>
                  <a:pt x="1" y="6963"/>
                  <a:pt x="757" y="7404"/>
                  <a:pt x="1765" y="7404"/>
                </a:cubicBezTo>
                <a:cubicBezTo>
                  <a:pt x="2804" y="7404"/>
                  <a:pt x="3498" y="6963"/>
                  <a:pt x="3498" y="6365"/>
                </a:cubicBezTo>
                <a:cubicBezTo>
                  <a:pt x="3498" y="5987"/>
                  <a:pt x="3151" y="5609"/>
                  <a:pt x="2615" y="5451"/>
                </a:cubicBezTo>
                <a:lnTo>
                  <a:pt x="3781" y="3025"/>
                </a:lnTo>
                <a:cubicBezTo>
                  <a:pt x="4348" y="3151"/>
                  <a:pt x="4978" y="3183"/>
                  <a:pt x="5608" y="3214"/>
                </a:cubicBezTo>
                <a:lnTo>
                  <a:pt x="5608" y="5388"/>
                </a:lnTo>
                <a:cubicBezTo>
                  <a:pt x="4758" y="5451"/>
                  <a:pt x="4222" y="5892"/>
                  <a:pt x="4222" y="6396"/>
                </a:cubicBezTo>
                <a:cubicBezTo>
                  <a:pt x="4222" y="6995"/>
                  <a:pt x="4978" y="7436"/>
                  <a:pt x="5955" y="7436"/>
                </a:cubicBezTo>
                <a:cubicBezTo>
                  <a:pt x="6932" y="7436"/>
                  <a:pt x="7688" y="6995"/>
                  <a:pt x="7688" y="6396"/>
                </a:cubicBezTo>
                <a:cubicBezTo>
                  <a:pt x="7688" y="5892"/>
                  <a:pt x="7089" y="5451"/>
                  <a:pt x="6302" y="5388"/>
                </a:cubicBezTo>
                <a:lnTo>
                  <a:pt x="6302" y="3214"/>
                </a:lnTo>
                <a:cubicBezTo>
                  <a:pt x="6932" y="3214"/>
                  <a:pt x="7562" y="3151"/>
                  <a:pt x="8129" y="3025"/>
                </a:cubicBezTo>
                <a:lnTo>
                  <a:pt x="9295" y="5451"/>
                </a:lnTo>
                <a:cubicBezTo>
                  <a:pt x="8759" y="5609"/>
                  <a:pt x="8381" y="5987"/>
                  <a:pt x="8381" y="6365"/>
                </a:cubicBezTo>
                <a:cubicBezTo>
                  <a:pt x="8381" y="6963"/>
                  <a:pt x="9137" y="7404"/>
                  <a:pt x="10114" y="7404"/>
                </a:cubicBezTo>
                <a:cubicBezTo>
                  <a:pt x="11122" y="7404"/>
                  <a:pt x="11909" y="6963"/>
                  <a:pt x="11909" y="6365"/>
                </a:cubicBezTo>
                <a:cubicBezTo>
                  <a:pt x="11909" y="5766"/>
                  <a:pt x="11122" y="5357"/>
                  <a:pt x="10145" y="5357"/>
                </a:cubicBezTo>
                <a:lnTo>
                  <a:pt x="10019" y="5357"/>
                </a:lnTo>
                <a:lnTo>
                  <a:pt x="8822" y="2868"/>
                </a:lnTo>
                <a:cubicBezTo>
                  <a:pt x="9830" y="2584"/>
                  <a:pt x="10492" y="2112"/>
                  <a:pt x="10492" y="1482"/>
                </a:cubicBezTo>
                <a:cubicBezTo>
                  <a:pt x="10492" y="820"/>
                  <a:pt x="9736" y="316"/>
                  <a:pt x="8381" y="1"/>
                </a:cubicBezTo>
                <a:lnTo>
                  <a:pt x="8381" y="64"/>
                </a:lnTo>
                <a:lnTo>
                  <a:pt x="8381" y="1450"/>
                </a:lnTo>
                <a:cubicBezTo>
                  <a:pt x="8381" y="1639"/>
                  <a:pt x="8223" y="1797"/>
                  <a:pt x="8034" y="1797"/>
                </a:cubicBezTo>
                <a:lnTo>
                  <a:pt x="3876" y="1797"/>
                </a:lnTo>
                <a:cubicBezTo>
                  <a:pt x="3655" y="1797"/>
                  <a:pt x="3498" y="1639"/>
                  <a:pt x="3498" y="1450"/>
                </a:cubicBezTo>
                <a:lnTo>
                  <a:pt x="3498" y="64"/>
                </a:lnTo>
                <a:lnTo>
                  <a:pt x="349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05" name="Google Shape;6022;p58">
            <a:extLst>
              <a:ext uri="{FF2B5EF4-FFF2-40B4-BE49-F238E27FC236}">
                <a16:creationId xmlns:a16="http://schemas.microsoft.com/office/drawing/2014/main" id="{FA3DB478-0E1C-C020-A051-0CC81A2076C9}"/>
              </a:ext>
            </a:extLst>
          </p:cNvPr>
          <p:cNvSpPr/>
          <p:nvPr/>
        </p:nvSpPr>
        <p:spPr>
          <a:xfrm>
            <a:off x="8613583" y="3071643"/>
            <a:ext cx="145945" cy="116731"/>
          </a:xfrm>
          <a:custGeom>
            <a:avLst/>
            <a:gdLst/>
            <a:ahLst/>
            <a:cxnLst/>
            <a:rect l="l" t="t" r="r" b="b"/>
            <a:pathLst>
              <a:path w="3467" h="2773" extrusionOk="0">
                <a:moveTo>
                  <a:pt x="1733" y="1"/>
                </a:moveTo>
                <a:cubicBezTo>
                  <a:pt x="788" y="1"/>
                  <a:pt x="1" y="757"/>
                  <a:pt x="1" y="1733"/>
                </a:cubicBezTo>
                <a:lnTo>
                  <a:pt x="1" y="2773"/>
                </a:lnTo>
                <a:lnTo>
                  <a:pt x="3466" y="2773"/>
                </a:lnTo>
                <a:lnTo>
                  <a:pt x="3466" y="1733"/>
                </a:lnTo>
                <a:cubicBezTo>
                  <a:pt x="3466" y="788"/>
                  <a:pt x="2679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07" name="Google Shape;6024;p58">
            <a:extLst>
              <a:ext uri="{FF2B5EF4-FFF2-40B4-BE49-F238E27FC236}">
                <a16:creationId xmlns:a16="http://schemas.microsoft.com/office/drawing/2014/main" id="{5EA450DD-8AA7-3311-6EB7-3AE87BABD8B3}"/>
              </a:ext>
            </a:extLst>
          </p:cNvPr>
          <p:cNvSpPr/>
          <p:nvPr/>
        </p:nvSpPr>
        <p:spPr>
          <a:xfrm>
            <a:off x="6760863" y="3807170"/>
            <a:ext cx="116773" cy="115426"/>
          </a:xfrm>
          <a:custGeom>
            <a:avLst/>
            <a:gdLst/>
            <a:ahLst/>
            <a:cxnLst/>
            <a:rect l="l" t="t" r="r" b="b"/>
            <a:pathLst>
              <a:path w="2774" h="2742" extrusionOk="0">
                <a:moveTo>
                  <a:pt x="1387" y="1"/>
                </a:moveTo>
                <a:cubicBezTo>
                  <a:pt x="631" y="1"/>
                  <a:pt x="1" y="631"/>
                  <a:pt x="1" y="1355"/>
                </a:cubicBezTo>
                <a:cubicBezTo>
                  <a:pt x="1" y="2112"/>
                  <a:pt x="631" y="2742"/>
                  <a:pt x="1387" y="2742"/>
                </a:cubicBezTo>
                <a:cubicBezTo>
                  <a:pt x="2143" y="2742"/>
                  <a:pt x="2773" y="2112"/>
                  <a:pt x="2773" y="1355"/>
                </a:cubicBezTo>
                <a:cubicBezTo>
                  <a:pt x="2773" y="631"/>
                  <a:pt x="2143" y="1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08" name="Google Shape;6025;p58">
            <a:extLst>
              <a:ext uri="{FF2B5EF4-FFF2-40B4-BE49-F238E27FC236}">
                <a16:creationId xmlns:a16="http://schemas.microsoft.com/office/drawing/2014/main" id="{3BD4136B-61D1-9A95-A605-3D6B9811E02F}"/>
              </a:ext>
            </a:extLst>
          </p:cNvPr>
          <p:cNvSpPr/>
          <p:nvPr/>
        </p:nvSpPr>
        <p:spPr>
          <a:xfrm>
            <a:off x="6628262" y="3617530"/>
            <a:ext cx="145903" cy="145946"/>
          </a:xfrm>
          <a:custGeom>
            <a:avLst/>
            <a:gdLst/>
            <a:ahLst/>
            <a:cxnLst/>
            <a:rect l="l" t="t" r="r" b="b"/>
            <a:pathLst>
              <a:path w="3466" h="3467" extrusionOk="0"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cubicBezTo>
                  <a:pt x="0" y="2678"/>
                  <a:pt x="788" y="3466"/>
                  <a:pt x="1733" y="3466"/>
                </a:cubicBezTo>
                <a:cubicBezTo>
                  <a:pt x="2741" y="3466"/>
                  <a:pt x="3466" y="2678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09" name="Google Shape;6026;p58">
            <a:extLst>
              <a:ext uri="{FF2B5EF4-FFF2-40B4-BE49-F238E27FC236}">
                <a16:creationId xmlns:a16="http://schemas.microsoft.com/office/drawing/2014/main" id="{E8438D89-3101-C6F0-9869-09E4D59EB016}"/>
              </a:ext>
            </a:extLst>
          </p:cNvPr>
          <p:cNvSpPr/>
          <p:nvPr/>
        </p:nvSpPr>
        <p:spPr>
          <a:xfrm>
            <a:off x="6862986" y="3617530"/>
            <a:ext cx="145946" cy="145946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1733" y="1"/>
                </a:moveTo>
                <a:cubicBezTo>
                  <a:pt x="788" y="1"/>
                  <a:pt x="1" y="788"/>
                  <a:pt x="1" y="1733"/>
                </a:cubicBezTo>
                <a:cubicBezTo>
                  <a:pt x="1" y="2678"/>
                  <a:pt x="788" y="3466"/>
                  <a:pt x="1733" y="3466"/>
                </a:cubicBezTo>
                <a:cubicBezTo>
                  <a:pt x="2679" y="3466"/>
                  <a:pt x="3466" y="2678"/>
                  <a:pt x="3466" y="1733"/>
                </a:cubicBezTo>
                <a:cubicBezTo>
                  <a:pt x="3466" y="788"/>
                  <a:pt x="2679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0" name="Google Shape;6027;p58">
            <a:extLst>
              <a:ext uri="{FF2B5EF4-FFF2-40B4-BE49-F238E27FC236}">
                <a16:creationId xmlns:a16="http://schemas.microsoft.com/office/drawing/2014/main" id="{F79FD782-2291-57AC-2099-176844D8598E}"/>
              </a:ext>
            </a:extLst>
          </p:cNvPr>
          <p:cNvSpPr/>
          <p:nvPr/>
        </p:nvSpPr>
        <p:spPr>
          <a:xfrm>
            <a:off x="6782078" y="3945118"/>
            <a:ext cx="70342" cy="42474"/>
          </a:xfrm>
          <a:custGeom>
            <a:avLst/>
            <a:gdLst/>
            <a:ahLst/>
            <a:cxnLst/>
            <a:rect l="l" t="t" r="r" b="b"/>
            <a:pathLst>
              <a:path w="1671" h="1009" extrusionOk="0">
                <a:moveTo>
                  <a:pt x="1" y="0"/>
                </a:moveTo>
                <a:lnTo>
                  <a:pt x="851" y="1008"/>
                </a:lnTo>
                <a:lnTo>
                  <a:pt x="1671" y="0"/>
                </a:lnTo>
                <a:lnTo>
                  <a:pt x="1671" y="0"/>
                </a:lnTo>
                <a:cubicBezTo>
                  <a:pt x="1450" y="126"/>
                  <a:pt x="1167" y="158"/>
                  <a:pt x="851" y="158"/>
                </a:cubicBezTo>
                <a:cubicBezTo>
                  <a:pt x="568" y="158"/>
                  <a:pt x="284" y="95"/>
                  <a:pt x="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1" name="Google Shape;6028;p58">
            <a:extLst>
              <a:ext uri="{FF2B5EF4-FFF2-40B4-BE49-F238E27FC236}">
                <a16:creationId xmlns:a16="http://schemas.microsoft.com/office/drawing/2014/main" id="{6F26B91B-A92C-BFFC-6935-C8512E5A969D}"/>
              </a:ext>
            </a:extLst>
          </p:cNvPr>
          <p:cNvSpPr/>
          <p:nvPr/>
        </p:nvSpPr>
        <p:spPr>
          <a:xfrm>
            <a:off x="6687910" y="3935815"/>
            <a:ext cx="118078" cy="179075"/>
          </a:xfrm>
          <a:custGeom>
            <a:avLst/>
            <a:gdLst/>
            <a:ahLst/>
            <a:cxnLst/>
            <a:rect l="l" t="t" r="r" b="b"/>
            <a:pathLst>
              <a:path w="2805" h="4254" extrusionOk="0">
                <a:moveTo>
                  <a:pt x="1261" y="1"/>
                </a:moveTo>
                <a:cubicBezTo>
                  <a:pt x="474" y="599"/>
                  <a:pt x="1" y="1513"/>
                  <a:pt x="1" y="2490"/>
                </a:cubicBezTo>
                <a:lnTo>
                  <a:pt x="1" y="3907"/>
                </a:lnTo>
                <a:cubicBezTo>
                  <a:pt x="1" y="4096"/>
                  <a:pt x="158" y="4254"/>
                  <a:pt x="379" y="4254"/>
                </a:cubicBezTo>
                <a:lnTo>
                  <a:pt x="2805" y="4254"/>
                </a:lnTo>
                <a:lnTo>
                  <a:pt x="2805" y="1891"/>
                </a:lnTo>
                <a:lnTo>
                  <a:pt x="1261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2" name="Google Shape;6029;p58">
            <a:extLst>
              <a:ext uri="{FF2B5EF4-FFF2-40B4-BE49-F238E27FC236}">
                <a16:creationId xmlns:a16="http://schemas.microsoft.com/office/drawing/2014/main" id="{69FED25F-CF86-D6AB-BFE0-56A0EA57963A}"/>
              </a:ext>
            </a:extLst>
          </p:cNvPr>
          <p:cNvSpPr/>
          <p:nvPr/>
        </p:nvSpPr>
        <p:spPr>
          <a:xfrm>
            <a:off x="6833814" y="3937162"/>
            <a:ext cx="118078" cy="179075"/>
          </a:xfrm>
          <a:custGeom>
            <a:avLst/>
            <a:gdLst/>
            <a:ahLst/>
            <a:cxnLst/>
            <a:rect l="l" t="t" r="r" b="b"/>
            <a:pathLst>
              <a:path w="2805" h="4254" extrusionOk="0">
                <a:moveTo>
                  <a:pt x="1544" y="0"/>
                </a:moveTo>
                <a:lnTo>
                  <a:pt x="1" y="1890"/>
                </a:lnTo>
                <a:lnTo>
                  <a:pt x="1" y="4253"/>
                </a:lnTo>
                <a:lnTo>
                  <a:pt x="2458" y="4253"/>
                </a:lnTo>
                <a:cubicBezTo>
                  <a:pt x="2647" y="4253"/>
                  <a:pt x="2804" y="4096"/>
                  <a:pt x="2804" y="3907"/>
                </a:cubicBezTo>
                <a:lnTo>
                  <a:pt x="2804" y="2489"/>
                </a:lnTo>
                <a:cubicBezTo>
                  <a:pt x="2773" y="1481"/>
                  <a:pt x="2300" y="567"/>
                  <a:pt x="15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3" name="Google Shape;6030;p58">
            <a:extLst>
              <a:ext uri="{FF2B5EF4-FFF2-40B4-BE49-F238E27FC236}">
                <a16:creationId xmlns:a16="http://schemas.microsoft.com/office/drawing/2014/main" id="{12B8F0A1-FAAD-F4EA-6C2B-67AD48AD2702}"/>
              </a:ext>
            </a:extLst>
          </p:cNvPr>
          <p:cNvSpPr/>
          <p:nvPr/>
        </p:nvSpPr>
        <p:spPr>
          <a:xfrm>
            <a:off x="6837814" y="3758128"/>
            <a:ext cx="232115" cy="183032"/>
          </a:xfrm>
          <a:custGeom>
            <a:avLst/>
            <a:gdLst/>
            <a:ahLst/>
            <a:cxnLst/>
            <a:rect l="l" t="t" r="r" b="b"/>
            <a:pathLst>
              <a:path w="5514" h="4348" extrusionOk="0">
                <a:moveTo>
                  <a:pt x="3686" y="1512"/>
                </a:moveTo>
                <a:cubicBezTo>
                  <a:pt x="3907" y="1512"/>
                  <a:pt x="4064" y="1670"/>
                  <a:pt x="4064" y="1859"/>
                </a:cubicBezTo>
                <a:cubicBezTo>
                  <a:pt x="4064" y="2048"/>
                  <a:pt x="3907" y="2205"/>
                  <a:pt x="3686" y="2205"/>
                </a:cubicBezTo>
                <a:lnTo>
                  <a:pt x="2993" y="2205"/>
                </a:lnTo>
                <a:cubicBezTo>
                  <a:pt x="2804" y="2205"/>
                  <a:pt x="2646" y="2048"/>
                  <a:pt x="2646" y="1859"/>
                </a:cubicBezTo>
                <a:cubicBezTo>
                  <a:pt x="2646" y="1670"/>
                  <a:pt x="2804" y="1512"/>
                  <a:pt x="2993" y="1512"/>
                </a:cubicBezTo>
                <a:close/>
                <a:moveTo>
                  <a:pt x="4127" y="0"/>
                </a:moveTo>
                <a:cubicBezTo>
                  <a:pt x="3686" y="536"/>
                  <a:pt x="3056" y="851"/>
                  <a:pt x="2331" y="851"/>
                </a:cubicBezTo>
                <a:cubicBezTo>
                  <a:pt x="1607" y="851"/>
                  <a:pt x="977" y="504"/>
                  <a:pt x="536" y="63"/>
                </a:cubicBezTo>
                <a:cubicBezTo>
                  <a:pt x="347" y="221"/>
                  <a:pt x="158" y="378"/>
                  <a:pt x="0" y="567"/>
                </a:cubicBezTo>
                <a:cubicBezTo>
                  <a:pt x="945" y="756"/>
                  <a:pt x="1638" y="1575"/>
                  <a:pt x="1638" y="2615"/>
                </a:cubicBezTo>
                <a:cubicBezTo>
                  <a:pt x="1638" y="2930"/>
                  <a:pt x="1575" y="3214"/>
                  <a:pt x="1449" y="3466"/>
                </a:cubicBezTo>
                <a:cubicBezTo>
                  <a:pt x="1859" y="3718"/>
                  <a:pt x="2205" y="4001"/>
                  <a:pt x="2520" y="4348"/>
                </a:cubicBezTo>
                <a:lnTo>
                  <a:pt x="5167" y="4348"/>
                </a:lnTo>
                <a:cubicBezTo>
                  <a:pt x="5356" y="4348"/>
                  <a:pt x="5513" y="4190"/>
                  <a:pt x="5513" y="4001"/>
                </a:cubicBezTo>
                <a:lnTo>
                  <a:pt x="5513" y="2615"/>
                </a:lnTo>
                <a:cubicBezTo>
                  <a:pt x="5482" y="1512"/>
                  <a:pt x="4915" y="567"/>
                  <a:pt x="41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4" name="Google Shape;6031;p58">
            <a:extLst>
              <a:ext uri="{FF2B5EF4-FFF2-40B4-BE49-F238E27FC236}">
                <a16:creationId xmlns:a16="http://schemas.microsoft.com/office/drawing/2014/main" id="{8B71E81F-0669-1750-64AA-A9A6B5D2805F}"/>
              </a:ext>
            </a:extLst>
          </p:cNvPr>
          <p:cNvSpPr/>
          <p:nvPr/>
        </p:nvSpPr>
        <p:spPr>
          <a:xfrm>
            <a:off x="6571222" y="3756782"/>
            <a:ext cx="229463" cy="183074"/>
          </a:xfrm>
          <a:custGeom>
            <a:avLst/>
            <a:gdLst/>
            <a:ahLst/>
            <a:cxnLst/>
            <a:rect l="l" t="t" r="r" b="b"/>
            <a:pathLst>
              <a:path w="5451" h="4349" extrusionOk="0">
                <a:moveTo>
                  <a:pt x="2426" y="1544"/>
                </a:moveTo>
                <a:cubicBezTo>
                  <a:pt x="2615" y="1544"/>
                  <a:pt x="2773" y="1702"/>
                  <a:pt x="2773" y="1891"/>
                </a:cubicBezTo>
                <a:cubicBezTo>
                  <a:pt x="2773" y="2080"/>
                  <a:pt x="2615" y="2237"/>
                  <a:pt x="2426" y="2237"/>
                </a:cubicBezTo>
                <a:lnTo>
                  <a:pt x="1733" y="2237"/>
                </a:lnTo>
                <a:cubicBezTo>
                  <a:pt x="1513" y="2237"/>
                  <a:pt x="1355" y="2080"/>
                  <a:pt x="1355" y="1891"/>
                </a:cubicBezTo>
                <a:cubicBezTo>
                  <a:pt x="1355" y="1702"/>
                  <a:pt x="1513" y="1544"/>
                  <a:pt x="1733" y="1544"/>
                </a:cubicBezTo>
                <a:close/>
                <a:moveTo>
                  <a:pt x="1324" y="1"/>
                </a:moveTo>
                <a:cubicBezTo>
                  <a:pt x="536" y="568"/>
                  <a:pt x="1" y="1513"/>
                  <a:pt x="1" y="2552"/>
                </a:cubicBezTo>
                <a:lnTo>
                  <a:pt x="1" y="3939"/>
                </a:lnTo>
                <a:cubicBezTo>
                  <a:pt x="1" y="4191"/>
                  <a:pt x="95" y="4348"/>
                  <a:pt x="316" y="4348"/>
                </a:cubicBezTo>
                <a:lnTo>
                  <a:pt x="2930" y="4348"/>
                </a:lnTo>
                <a:cubicBezTo>
                  <a:pt x="3214" y="3970"/>
                  <a:pt x="3561" y="3655"/>
                  <a:pt x="4002" y="3466"/>
                </a:cubicBezTo>
                <a:cubicBezTo>
                  <a:pt x="3876" y="3183"/>
                  <a:pt x="3813" y="2930"/>
                  <a:pt x="3813" y="2615"/>
                </a:cubicBezTo>
                <a:cubicBezTo>
                  <a:pt x="3813" y="1607"/>
                  <a:pt x="4506" y="757"/>
                  <a:pt x="5451" y="568"/>
                </a:cubicBezTo>
                <a:cubicBezTo>
                  <a:pt x="5293" y="347"/>
                  <a:pt x="5104" y="190"/>
                  <a:pt x="4915" y="32"/>
                </a:cubicBezTo>
                <a:cubicBezTo>
                  <a:pt x="4474" y="505"/>
                  <a:pt x="3844" y="820"/>
                  <a:pt x="3151" y="820"/>
                </a:cubicBezTo>
                <a:cubicBezTo>
                  <a:pt x="2426" y="820"/>
                  <a:pt x="1796" y="505"/>
                  <a:pt x="132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6" name="Google Shape;6033;p58">
            <a:extLst>
              <a:ext uri="{FF2B5EF4-FFF2-40B4-BE49-F238E27FC236}">
                <a16:creationId xmlns:a16="http://schemas.microsoft.com/office/drawing/2014/main" id="{801914ED-5BFC-FBF2-74A5-D33AD0936C30}"/>
              </a:ext>
            </a:extLst>
          </p:cNvPr>
          <p:cNvSpPr/>
          <p:nvPr/>
        </p:nvSpPr>
        <p:spPr>
          <a:xfrm>
            <a:off x="6793361" y="4480530"/>
            <a:ext cx="30561" cy="27867"/>
          </a:xfrm>
          <a:custGeom>
            <a:avLst/>
            <a:gdLst/>
            <a:ahLst/>
            <a:cxnLst/>
            <a:rect l="l" t="t" r="r" b="b"/>
            <a:pathLst>
              <a:path w="726" h="662" extrusionOk="0">
                <a:moveTo>
                  <a:pt x="375" y="0"/>
                </a:moveTo>
                <a:cubicBezTo>
                  <a:pt x="292" y="0"/>
                  <a:pt x="206" y="32"/>
                  <a:pt x="127" y="95"/>
                </a:cubicBezTo>
                <a:cubicBezTo>
                  <a:pt x="1" y="221"/>
                  <a:pt x="1" y="441"/>
                  <a:pt x="127" y="567"/>
                </a:cubicBezTo>
                <a:cubicBezTo>
                  <a:pt x="190" y="630"/>
                  <a:pt x="277" y="662"/>
                  <a:pt x="363" y="662"/>
                </a:cubicBezTo>
                <a:cubicBezTo>
                  <a:pt x="450" y="662"/>
                  <a:pt x="536" y="630"/>
                  <a:pt x="599" y="567"/>
                </a:cubicBezTo>
                <a:cubicBezTo>
                  <a:pt x="725" y="441"/>
                  <a:pt x="725" y="221"/>
                  <a:pt x="599" y="95"/>
                </a:cubicBezTo>
                <a:cubicBezTo>
                  <a:pt x="536" y="32"/>
                  <a:pt x="458" y="0"/>
                  <a:pt x="37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7" name="Google Shape;6034;p58">
            <a:extLst>
              <a:ext uri="{FF2B5EF4-FFF2-40B4-BE49-F238E27FC236}">
                <a16:creationId xmlns:a16="http://schemas.microsoft.com/office/drawing/2014/main" id="{056F9387-6F2D-CF91-5F4E-0B9C6507D262}"/>
              </a:ext>
            </a:extLst>
          </p:cNvPr>
          <p:cNvSpPr/>
          <p:nvPr/>
        </p:nvSpPr>
        <p:spPr>
          <a:xfrm>
            <a:off x="6728407" y="4421806"/>
            <a:ext cx="159163" cy="145946"/>
          </a:xfrm>
          <a:custGeom>
            <a:avLst/>
            <a:gdLst/>
            <a:ahLst/>
            <a:cxnLst/>
            <a:rect l="l" t="t" r="r" b="b"/>
            <a:pathLst>
              <a:path w="3781" h="3467" extrusionOk="0">
                <a:moveTo>
                  <a:pt x="1922" y="710"/>
                </a:moveTo>
                <a:cubicBezTo>
                  <a:pt x="2190" y="710"/>
                  <a:pt x="2458" y="812"/>
                  <a:pt x="2647" y="1017"/>
                </a:cubicBezTo>
                <a:cubicBezTo>
                  <a:pt x="3088" y="1395"/>
                  <a:pt x="3088" y="2088"/>
                  <a:pt x="2647" y="2466"/>
                </a:cubicBezTo>
                <a:cubicBezTo>
                  <a:pt x="2458" y="2671"/>
                  <a:pt x="2190" y="2773"/>
                  <a:pt x="1922" y="2773"/>
                </a:cubicBezTo>
                <a:cubicBezTo>
                  <a:pt x="1654" y="2773"/>
                  <a:pt x="1386" y="2671"/>
                  <a:pt x="1197" y="2466"/>
                </a:cubicBezTo>
                <a:cubicBezTo>
                  <a:pt x="788" y="2088"/>
                  <a:pt x="788" y="1395"/>
                  <a:pt x="1197" y="1017"/>
                </a:cubicBezTo>
                <a:cubicBezTo>
                  <a:pt x="1386" y="812"/>
                  <a:pt x="1654" y="710"/>
                  <a:pt x="1922" y="710"/>
                </a:cubicBezTo>
                <a:close/>
                <a:moveTo>
                  <a:pt x="1930" y="1"/>
                </a:moveTo>
                <a:cubicBezTo>
                  <a:pt x="1489" y="1"/>
                  <a:pt x="1040" y="182"/>
                  <a:pt x="693" y="544"/>
                </a:cubicBezTo>
                <a:cubicBezTo>
                  <a:pt x="0" y="1206"/>
                  <a:pt x="0" y="2309"/>
                  <a:pt x="693" y="2970"/>
                </a:cubicBezTo>
                <a:cubicBezTo>
                  <a:pt x="1024" y="3301"/>
                  <a:pt x="1473" y="3466"/>
                  <a:pt x="1918" y="3466"/>
                </a:cubicBezTo>
                <a:cubicBezTo>
                  <a:pt x="2363" y="3466"/>
                  <a:pt x="2804" y="3301"/>
                  <a:pt x="3119" y="2970"/>
                </a:cubicBezTo>
                <a:cubicBezTo>
                  <a:pt x="3781" y="2309"/>
                  <a:pt x="3781" y="1206"/>
                  <a:pt x="3119" y="544"/>
                </a:cubicBezTo>
                <a:cubicBezTo>
                  <a:pt x="2804" y="182"/>
                  <a:pt x="2371" y="1"/>
                  <a:pt x="193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8" name="Google Shape;6035;p58">
            <a:extLst>
              <a:ext uri="{FF2B5EF4-FFF2-40B4-BE49-F238E27FC236}">
                <a16:creationId xmlns:a16="http://schemas.microsoft.com/office/drawing/2014/main" id="{9A24FB17-F77A-DB10-C84E-DD09FC3D08A9}"/>
              </a:ext>
            </a:extLst>
          </p:cNvPr>
          <p:cNvSpPr/>
          <p:nvPr/>
        </p:nvSpPr>
        <p:spPr>
          <a:xfrm>
            <a:off x="6870310" y="4273630"/>
            <a:ext cx="198944" cy="200291"/>
          </a:xfrm>
          <a:custGeom>
            <a:avLst/>
            <a:gdLst/>
            <a:ahLst/>
            <a:cxnLst/>
            <a:rect l="l" t="t" r="r" b="b"/>
            <a:pathLst>
              <a:path w="4726" h="4758" extrusionOk="0">
                <a:moveTo>
                  <a:pt x="3533" y="0"/>
                </a:moveTo>
                <a:cubicBezTo>
                  <a:pt x="3442" y="0"/>
                  <a:pt x="3355" y="32"/>
                  <a:pt x="3308" y="95"/>
                </a:cubicBezTo>
                <a:lnTo>
                  <a:pt x="0" y="3308"/>
                </a:lnTo>
                <a:cubicBezTo>
                  <a:pt x="410" y="3623"/>
                  <a:pt x="788" y="4127"/>
                  <a:pt x="1953" y="4758"/>
                </a:cubicBezTo>
                <a:lnTo>
                  <a:pt x="4600" y="2678"/>
                </a:lnTo>
                <a:cubicBezTo>
                  <a:pt x="4663" y="2615"/>
                  <a:pt x="4726" y="2521"/>
                  <a:pt x="4726" y="2395"/>
                </a:cubicBezTo>
                <a:cubicBezTo>
                  <a:pt x="4726" y="1544"/>
                  <a:pt x="4348" y="693"/>
                  <a:pt x="3781" y="95"/>
                </a:cubicBezTo>
                <a:cubicBezTo>
                  <a:pt x="3718" y="32"/>
                  <a:pt x="3623" y="0"/>
                  <a:pt x="35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19" name="Google Shape;6036;p58">
            <a:extLst>
              <a:ext uri="{FF2B5EF4-FFF2-40B4-BE49-F238E27FC236}">
                <a16:creationId xmlns:a16="http://schemas.microsoft.com/office/drawing/2014/main" id="{2F1BA773-C814-2004-DC71-F66093C5458E}"/>
              </a:ext>
            </a:extLst>
          </p:cNvPr>
          <p:cNvSpPr/>
          <p:nvPr/>
        </p:nvSpPr>
        <p:spPr>
          <a:xfrm>
            <a:off x="6797360" y="4565394"/>
            <a:ext cx="173770" cy="172424"/>
          </a:xfrm>
          <a:custGeom>
            <a:avLst/>
            <a:gdLst/>
            <a:ahLst/>
            <a:cxnLst/>
            <a:rect l="l" t="t" r="r" b="b"/>
            <a:pathLst>
              <a:path w="4128" h="4096" extrusionOk="0">
                <a:moveTo>
                  <a:pt x="2048" y="0"/>
                </a:moveTo>
                <a:cubicBezTo>
                  <a:pt x="1985" y="32"/>
                  <a:pt x="1985" y="63"/>
                  <a:pt x="1954" y="126"/>
                </a:cubicBezTo>
                <a:cubicBezTo>
                  <a:pt x="1506" y="546"/>
                  <a:pt x="859" y="767"/>
                  <a:pt x="235" y="767"/>
                </a:cubicBezTo>
                <a:cubicBezTo>
                  <a:pt x="156" y="767"/>
                  <a:pt x="78" y="764"/>
                  <a:pt x="0" y="756"/>
                </a:cubicBezTo>
                <a:lnTo>
                  <a:pt x="0" y="756"/>
                </a:lnTo>
                <a:cubicBezTo>
                  <a:pt x="567" y="1670"/>
                  <a:pt x="1355" y="3749"/>
                  <a:pt x="1418" y="3875"/>
                </a:cubicBezTo>
                <a:cubicBezTo>
                  <a:pt x="1450" y="4001"/>
                  <a:pt x="1607" y="4096"/>
                  <a:pt x="1733" y="4096"/>
                </a:cubicBezTo>
                <a:cubicBezTo>
                  <a:pt x="1891" y="4096"/>
                  <a:pt x="1985" y="4033"/>
                  <a:pt x="2048" y="3875"/>
                </a:cubicBezTo>
                <a:lnTo>
                  <a:pt x="2426" y="2647"/>
                </a:lnTo>
                <a:lnTo>
                  <a:pt x="3182" y="2647"/>
                </a:lnTo>
                <a:cubicBezTo>
                  <a:pt x="4128" y="2647"/>
                  <a:pt x="2710" y="630"/>
                  <a:pt x="20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20" name="Google Shape;6037;p58">
            <a:extLst>
              <a:ext uri="{FF2B5EF4-FFF2-40B4-BE49-F238E27FC236}">
                <a16:creationId xmlns:a16="http://schemas.microsoft.com/office/drawing/2014/main" id="{80149FEF-E313-A99F-14BE-0220CF433F28}"/>
              </a:ext>
            </a:extLst>
          </p:cNvPr>
          <p:cNvSpPr/>
          <p:nvPr/>
        </p:nvSpPr>
        <p:spPr>
          <a:xfrm>
            <a:off x="6899484" y="4484487"/>
            <a:ext cx="151207" cy="149945"/>
          </a:xfrm>
          <a:custGeom>
            <a:avLst/>
            <a:gdLst/>
            <a:ahLst/>
            <a:cxnLst/>
            <a:rect l="l" t="t" r="r" b="b"/>
            <a:pathLst>
              <a:path w="3592" h="3562" extrusionOk="0">
                <a:moveTo>
                  <a:pt x="252" y="1"/>
                </a:moveTo>
                <a:cubicBezTo>
                  <a:pt x="284" y="410"/>
                  <a:pt x="189" y="883"/>
                  <a:pt x="0" y="1292"/>
                </a:cubicBezTo>
                <a:cubicBezTo>
                  <a:pt x="630" y="1922"/>
                  <a:pt x="1134" y="2615"/>
                  <a:pt x="1544" y="3466"/>
                </a:cubicBezTo>
                <a:cubicBezTo>
                  <a:pt x="1565" y="3530"/>
                  <a:pt x="1634" y="3562"/>
                  <a:pt x="1715" y="3562"/>
                </a:cubicBezTo>
                <a:cubicBezTo>
                  <a:pt x="1874" y="3562"/>
                  <a:pt x="2080" y="3443"/>
                  <a:pt x="2080" y="3214"/>
                </a:cubicBezTo>
                <a:lnTo>
                  <a:pt x="2080" y="2458"/>
                </a:lnTo>
                <a:lnTo>
                  <a:pt x="3308" y="2080"/>
                </a:lnTo>
                <a:cubicBezTo>
                  <a:pt x="3497" y="1985"/>
                  <a:pt x="3592" y="1891"/>
                  <a:pt x="3592" y="1733"/>
                </a:cubicBezTo>
                <a:cubicBezTo>
                  <a:pt x="3592" y="1576"/>
                  <a:pt x="3497" y="1450"/>
                  <a:pt x="3340" y="1418"/>
                </a:cubicBezTo>
                <a:cubicBezTo>
                  <a:pt x="3182" y="1355"/>
                  <a:pt x="1134" y="568"/>
                  <a:pt x="25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21" name="Google Shape;6038;p58">
            <a:extLst>
              <a:ext uri="{FF2B5EF4-FFF2-40B4-BE49-F238E27FC236}">
                <a16:creationId xmlns:a16="http://schemas.microsoft.com/office/drawing/2014/main" id="{318CC602-0076-466C-ACAC-3DD0209BA920}"/>
              </a:ext>
            </a:extLst>
          </p:cNvPr>
          <p:cNvSpPr/>
          <p:nvPr/>
        </p:nvSpPr>
        <p:spPr>
          <a:xfrm>
            <a:off x="6585156" y="4553440"/>
            <a:ext cx="202943" cy="198986"/>
          </a:xfrm>
          <a:custGeom>
            <a:avLst/>
            <a:gdLst/>
            <a:ahLst/>
            <a:cxnLst/>
            <a:rect l="l" t="t" r="r" b="b"/>
            <a:pathLst>
              <a:path w="4821" h="4727" extrusionOk="0">
                <a:moveTo>
                  <a:pt x="3372" y="1"/>
                </a:moveTo>
                <a:lnTo>
                  <a:pt x="95" y="3277"/>
                </a:lnTo>
                <a:cubicBezTo>
                  <a:pt x="1" y="3435"/>
                  <a:pt x="1" y="3687"/>
                  <a:pt x="158" y="3781"/>
                </a:cubicBezTo>
                <a:cubicBezTo>
                  <a:pt x="788" y="4411"/>
                  <a:pt x="1607" y="4727"/>
                  <a:pt x="2458" y="4727"/>
                </a:cubicBezTo>
                <a:cubicBezTo>
                  <a:pt x="2584" y="4727"/>
                  <a:pt x="2679" y="4695"/>
                  <a:pt x="2742" y="4632"/>
                </a:cubicBezTo>
                <a:lnTo>
                  <a:pt x="4821" y="1986"/>
                </a:lnTo>
                <a:cubicBezTo>
                  <a:pt x="4254" y="851"/>
                  <a:pt x="3718" y="442"/>
                  <a:pt x="33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22" name="Google Shape;6039;p58">
            <a:extLst>
              <a:ext uri="{FF2B5EF4-FFF2-40B4-BE49-F238E27FC236}">
                <a16:creationId xmlns:a16="http://schemas.microsoft.com/office/drawing/2014/main" id="{A0E565A2-9544-2450-EECE-504CDD791CBD}"/>
              </a:ext>
            </a:extLst>
          </p:cNvPr>
          <p:cNvSpPr/>
          <p:nvPr/>
        </p:nvSpPr>
        <p:spPr>
          <a:xfrm>
            <a:off x="6797360" y="4257718"/>
            <a:ext cx="175118" cy="141947"/>
          </a:xfrm>
          <a:custGeom>
            <a:avLst/>
            <a:gdLst/>
            <a:ahLst/>
            <a:cxnLst/>
            <a:rect l="l" t="t" r="r" b="b"/>
            <a:pathLst>
              <a:path w="4160" h="3372" extrusionOk="0">
                <a:moveTo>
                  <a:pt x="2836" y="0"/>
                </a:moveTo>
                <a:cubicBezTo>
                  <a:pt x="2678" y="0"/>
                  <a:pt x="2584" y="32"/>
                  <a:pt x="2521" y="95"/>
                </a:cubicBezTo>
                <a:lnTo>
                  <a:pt x="0" y="3245"/>
                </a:lnTo>
                <a:cubicBezTo>
                  <a:pt x="90" y="3238"/>
                  <a:pt x="181" y="3234"/>
                  <a:pt x="272" y="3234"/>
                </a:cubicBezTo>
                <a:cubicBezTo>
                  <a:pt x="568" y="3234"/>
                  <a:pt x="870" y="3275"/>
                  <a:pt x="1135" y="3371"/>
                </a:cubicBezTo>
                <a:cubicBezTo>
                  <a:pt x="1324" y="3119"/>
                  <a:pt x="3939" y="567"/>
                  <a:pt x="4159" y="347"/>
                </a:cubicBezTo>
                <a:cubicBezTo>
                  <a:pt x="3718" y="158"/>
                  <a:pt x="3308" y="0"/>
                  <a:pt x="28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23" name="Google Shape;6040;p58">
            <a:extLst>
              <a:ext uri="{FF2B5EF4-FFF2-40B4-BE49-F238E27FC236}">
                <a16:creationId xmlns:a16="http://schemas.microsoft.com/office/drawing/2014/main" id="{933F9F44-369E-A765-0FF0-C61D08E4A85D}"/>
              </a:ext>
            </a:extLst>
          </p:cNvPr>
          <p:cNvSpPr/>
          <p:nvPr/>
        </p:nvSpPr>
        <p:spPr>
          <a:xfrm>
            <a:off x="6571896" y="4476530"/>
            <a:ext cx="141946" cy="180422"/>
          </a:xfrm>
          <a:custGeom>
            <a:avLst/>
            <a:gdLst/>
            <a:ahLst/>
            <a:cxnLst/>
            <a:rect l="l" t="t" r="r" b="b"/>
            <a:pathLst>
              <a:path w="3372" h="4286" extrusionOk="0">
                <a:moveTo>
                  <a:pt x="3246" y="1"/>
                </a:moveTo>
                <a:lnTo>
                  <a:pt x="95" y="2552"/>
                </a:lnTo>
                <a:cubicBezTo>
                  <a:pt x="32" y="2615"/>
                  <a:pt x="1" y="2710"/>
                  <a:pt x="1" y="2836"/>
                </a:cubicBezTo>
                <a:cubicBezTo>
                  <a:pt x="1" y="3340"/>
                  <a:pt x="95" y="3844"/>
                  <a:pt x="347" y="4285"/>
                </a:cubicBezTo>
                <a:lnTo>
                  <a:pt x="3372" y="1261"/>
                </a:lnTo>
                <a:cubicBezTo>
                  <a:pt x="3214" y="851"/>
                  <a:pt x="3183" y="410"/>
                  <a:pt x="324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25" name="Google Shape;6042;p58">
            <a:extLst>
              <a:ext uri="{FF2B5EF4-FFF2-40B4-BE49-F238E27FC236}">
                <a16:creationId xmlns:a16="http://schemas.microsoft.com/office/drawing/2014/main" id="{C688E52C-3FE1-C6F2-3152-BB28EE3345B3}"/>
              </a:ext>
            </a:extLst>
          </p:cNvPr>
          <p:cNvSpPr/>
          <p:nvPr/>
        </p:nvSpPr>
        <p:spPr>
          <a:xfrm>
            <a:off x="6846442" y="5069872"/>
            <a:ext cx="222812" cy="261288"/>
          </a:xfrm>
          <a:custGeom>
            <a:avLst/>
            <a:gdLst/>
            <a:ahLst/>
            <a:cxnLst/>
            <a:rect l="l" t="t" r="r" b="b"/>
            <a:pathLst>
              <a:path w="5293" h="6207" extrusionOk="0">
                <a:moveTo>
                  <a:pt x="4663" y="0"/>
                </a:moveTo>
                <a:lnTo>
                  <a:pt x="0" y="2773"/>
                </a:lnTo>
                <a:lnTo>
                  <a:pt x="4127" y="6207"/>
                </a:lnTo>
                <a:cubicBezTo>
                  <a:pt x="4852" y="5199"/>
                  <a:pt x="5293" y="4033"/>
                  <a:pt x="5293" y="2678"/>
                </a:cubicBezTo>
                <a:cubicBezTo>
                  <a:pt x="5293" y="1733"/>
                  <a:pt x="5041" y="851"/>
                  <a:pt x="46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26" name="Google Shape;6043;p58">
            <a:extLst>
              <a:ext uri="{FF2B5EF4-FFF2-40B4-BE49-F238E27FC236}">
                <a16:creationId xmlns:a16="http://schemas.microsoft.com/office/drawing/2014/main" id="{37DE87A1-53F3-7C99-9A77-9BC2B1545F47}"/>
              </a:ext>
            </a:extLst>
          </p:cNvPr>
          <p:cNvSpPr/>
          <p:nvPr/>
        </p:nvSpPr>
        <p:spPr>
          <a:xfrm>
            <a:off x="6834488" y="4934578"/>
            <a:ext cx="192335" cy="224201"/>
          </a:xfrm>
          <a:custGeom>
            <a:avLst/>
            <a:gdLst/>
            <a:ahLst/>
            <a:cxnLst/>
            <a:rect l="l" t="t" r="r" b="b"/>
            <a:pathLst>
              <a:path w="4569" h="5326" extrusionOk="0">
                <a:moveTo>
                  <a:pt x="1" y="1"/>
                </a:moveTo>
                <a:lnTo>
                  <a:pt x="1" y="5325"/>
                </a:lnTo>
                <a:lnTo>
                  <a:pt x="4569" y="2679"/>
                </a:lnTo>
                <a:cubicBezTo>
                  <a:pt x="3561" y="1167"/>
                  <a:pt x="1891" y="127"/>
                  <a:pt x="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27" name="Google Shape;6044;p58">
            <a:extLst>
              <a:ext uri="{FF2B5EF4-FFF2-40B4-BE49-F238E27FC236}">
                <a16:creationId xmlns:a16="http://schemas.microsoft.com/office/drawing/2014/main" id="{77FC3CE6-836F-CE2A-A7C7-8D12C0E742A1}"/>
              </a:ext>
            </a:extLst>
          </p:cNvPr>
          <p:cNvSpPr/>
          <p:nvPr/>
        </p:nvSpPr>
        <p:spPr>
          <a:xfrm>
            <a:off x="6571896" y="4934578"/>
            <a:ext cx="431058" cy="497402"/>
          </a:xfrm>
          <a:custGeom>
            <a:avLst/>
            <a:gdLst/>
            <a:ahLst/>
            <a:cxnLst/>
            <a:rect l="l" t="t" r="r" b="b"/>
            <a:pathLst>
              <a:path w="10240" h="11816" extrusionOk="0">
                <a:moveTo>
                  <a:pt x="5577" y="1"/>
                </a:moveTo>
                <a:cubicBezTo>
                  <a:pt x="2521" y="190"/>
                  <a:pt x="1" y="2805"/>
                  <a:pt x="1" y="5892"/>
                </a:cubicBezTo>
                <a:cubicBezTo>
                  <a:pt x="1" y="9137"/>
                  <a:pt x="2678" y="11815"/>
                  <a:pt x="5923" y="11815"/>
                </a:cubicBezTo>
                <a:cubicBezTo>
                  <a:pt x="7625" y="11815"/>
                  <a:pt x="9168" y="11059"/>
                  <a:pt x="10240" y="9925"/>
                </a:cubicBezTo>
                <a:lnTo>
                  <a:pt x="5703" y="6176"/>
                </a:lnTo>
                <a:cubicBezTo>
                  <a:pt x="5608" y="6144"/>
                  <a:pt x="5577" y="5987"/>
                  <a:pt x="5577" y="5892"/>
                </a:cubicBezTo>
                <a:lnTo>
                  <a:pt x="5577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29" name="Google Shape;6046;p58">
            <a:extLst>
              <a:ext uri="{FF2B5EF4-FFF2-40B4-BE49-F238E27FC236}">
                <a16:creationId xmlns:a16="http://schemas.microsoft.com/office/drawing/2014/main" id="{7CB1D7DD-859D-5164-CB4E-18A3643AA3C7}"/>
              </a:ext>
            </a:extLst>
          </p:cNvPr>
          <p:cNvSpPr/>
          <p:nvPr/>
        </p:nvSpPr>
        <p:spPr>
          <a:xfrm>
            <a:off x="9973034" y="3618562"/>
            <a:ext cx="29214" cy="74299"/>
          </a:xfrm>
          <a:custGeom>
            <a:avLst/>
            <a:gdLst/>
            <a:ahLst/>
            <a:cxnLst/>
            <a:rect l="l" t="t" r="r" b="b"/>
            <a:pathLst>
              <a:path w="694" h="1765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418"/>
                </a:lnTo>
                <a:cubicBezTo>
                  <a:pt x="0" y="1607"/>
                  <a:pt x="158" y="1765"/>
                  <a:pt x="347" y="1765"/>
                </a:cubicBezTo>
                <a:cubicBezTo>
                  <a:pt x="536" y="1765"/>
                  <a:pt x="693" y="1607"/>
                  <a:pt x="693" y="1418"/>
                </a:cubicBezTo>
                <a:lnTo>
                  <a:pt x="693" y="347"/>
                </a:ln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0" name="Google Shape;6047;p58">
            <a:extLst>
              <a:ext uri="{FF2B5EF4-FFF2-40B4-BE49-F238E27FC236}">
                <a16:creationId xmlns:a16="http://schemas.microsoft.com/office/drawing/2014/main" id="{E7F2FBC3-D636-97EF-3E98-B34908361B04}"/>
              </a:ext>
            </a:extLst>
          </p:cNvPr>
          <p:cNvSpPr/>
          <p:nvPr/>
        </p:nvSpPr>
        <p:spPr>
          <a:xfrm>
            <a:off x="10061898" y="3650050"/>
            <a:ext cx="59692" cy="57418"/>
          </a:xfrm>
          <a:custGeom>
            <a:avLst/>
            <a:gdLst/>
            <a:ahLst/>
            <a:cxnLst/>
            <a:rect l="l" t="t" r="r" b="b"/>
            <a:pathLst>
              <a:path w="1418" h="1364" extrusionOk="0">
                <a:moveTo>
                  <a:pt x="1071" y="1"/>
                </a:moveTo>
                <a:cubicBezTo>
                  <a:pt x="977" y="1"/>
                  <a:pt x="882" y="24"/>
                  <a:pt x="819" y="72"/>
                </a:cubicBezTo>
                <a:lnTo>
                  <a:pt x="126" y="796"/>
                </a:lnTo>
                <a:cubicBezTo>
                  <a:pt x="0" y="922"/>
                  <a:pt x="0" y="1143"/>
                  <a:pt x="126" y="1269"/>
                </a:cubicBezTo>
                <a:cubicBezTo>
                  <a:pt x="189" y="1332"/>
                  <a:pt x="268" y="1363"/>
                  <a:pt x="350" y="1363"/>
                </a:cubicBezTo>
                <a:cubicBezTo>
                  <a:pt x="433" y="1363"/>
                  <a:pt x="520" y="1332"/>
                  <a:pt x="599" y="1269"/>
                </a:cubicBezTo>
                <a:lnTo>
                  <a:pt x="1323" y="544"/>
                </a:lnTo>
                <a:cubicBezTo>
                  <a:pt x="1418" y="418"/>
                  <a:pt x="1418" y="198"/>
                  <a:pt x="1323" y="72"/>
                </a:cubicBezTo>
                <a:cubicBezTo>
                  <a:pt x="1260" y="24"/>
                  <a:pt x="1166" y="1"/>
                  <a:pt x="107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1" name="Google Shape;6048;p58">
            <a:extLst>
              <a:ext uri="{FF2B5EF4-FFF2-40B4-BE49-F238E27FC236}">
                <a16:creationId xmlns:a16="http://schemas.microsoft.com/office/drawing/2014/main" id="{2470073A-C476-560B-AA16-A1DBE8192274}"/>
              </a:ext>
            </a:extLst>
          </p:cNvPr>
          <p:cNvSpPr/>
          <p:nvPr/>
        </p:nvSpPr>
        <p:spPr>
          <a:xfrm>
            <a:off x="10148068" y="3824115"/>
            <a:ext cx="59734" cy="30561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79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5"/>
                  <a:pt x="379" y="725"/>
                </a:cubicBezTo>
                <a:lnTo>
                  <a:pt x="1072" y="725"/>
                </a:lnTo>
                <a:cubicBezTo>
                  <a:pt x="1261" y="725"/>
                  <a:pt x="1419" y="568"/>
                  <a:pt x="1419" y="347"/>
                </a:cubicBezTo>
                <a:cubicBezTo>
                  <a:pt x="1419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2" name="Google Shape;6049;p58">
            <a:extLst>
              <a:ext uri="{FF2B5EF4-FFF2-40B4-BE49-F238E27FC236}">
                <a16:creationId xmlns:a16="http://schemas.microsoft.com/office/drawing/2014/main" id="{65D0CED2-957A-FF70-BDE0-91C527462DFD}"/>
              </a:ext>
            </a:extLst>
          </p:cNvPr>
          <p:cNvSpPr/>
          <p:nvPr/>
        </p:nvSpPr>
        <p:spPr>
          <a:xfrm>
            <a:off x="9740920" y="3824114"/>
            <a:ext cx="59734" cy="29214"/>
          </a:xfrm>
          <a:custGeom>
            <a:avLst/>
            <a:gdLst/>
            <a:ahLst/>
            <a:cxnLst/>
            <a:rect l="l" t="t" r="r" b="b"/>
            <a:pathLst>
              <a:path w="1419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694"/>
                  <a:pt x="347" y="694"/>
                </a:cubicBezTo>
                <a:lnTo>
                  <a:pt x="1072" y="694"/>
                </a:lnTo>
                <a:cubicBezTo>
                  <a:pt x="1261" y="694"/>
                  <a:pt x="1419" y="568"/>
                  <a:pt x="1419" y="347"/>
                </a:cubicBezTo>
                <a:cubicBezTo>
                  <a:pt x="1419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3" name="Google Shape;6050;p58">
            <a:extLst>
              <a:ext uri="{FF2B5EF4-FFF2-40B4-BE49-F238E27FC236}">
                <a16:creationId xmlns:a16="http://schemas.microsoft.com/office/drawing/2014/main" id="{03D67E4B-C420-0158-8AE9-52CA38022DFD}"/>
              </a:ext>
            </a:extLst>
          </p:cNvPr>
          <p:cNvSpPr/>
          <p:nvPr/>
        </p:nvSpPr>
        <p:spPr>
          <a:xfrm>
            <a:off x="9856304" y="3650050"/>
            <a:ext cx="59734" cy="57418"/>
          </a:xfrm>
          <a:custGeom>
            <a:avLst/>
            <a:gdLst/>
            <a:ahLst/>
            <a:cxnLst/>
            <a:rect l="l" t="t" r="r" b="b"/>
            <a:pathLst>
              <a:path w="1419" h="1364" extrusionOk="0">
                <a:moveTo>
                  <a:pt x="363" y="1"/>
                </a:moveTo>
                <a:cubicBezTo>
                  <a:pt x="276" y="1"/>
                  <a:pt x="190" y="24"/>
                  <a:pt x="127" y="72"/>
                </a:cubicBezTo>
                <a:cubicBezTo>
                  <a:pt x="1" y="198"/>
                  <a:pt x="1" y="450"/>
                  <a:pt x="127" y="544"/>
                </a:cubicBezTo>
                <a:lnTo>
                  <a:pt x="820" y="1269"/>
                </a:lnTo>
                <a:cubicBezTo>
                  <a:pt x="883" y="1332"/>
                  <a:pt x="977" y="1363"/>
                  <a:pt x="1072" y="1363"/>
                </a:cubicBezTo>
                <a:cubicBezTo>
                  <a:pt x="1166" y="1363"/>
                  <a:pt x="1261" y="1332"/>
                  <a:pt x="1324" y="1269"/>
                </a:cubicBezTo>
                <a:cubicBezTo>
                  <a:pt x="1418" y="1143"/>
                  <a:pt x="1418" y="922"/>
                  <a:pt x="1324" y="796"/>
                </a:cubicBezTo>
                <a:lnTo>
                  <a:pt x="599" y="72"/>
                </a:lnTo>
                <a:cubicBezTo>
                  <a:pt x="536" y="24"/>
                  <a:pt x="450" y="1"/>
                  <a:pt x="36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4" name="Google Shape;6051;p58">
            <a:extLst>
              <a:ext uri="{FF2B5EF4-FFF2-40B4-BE49-F238E27FC236}">
                <a16:creationId xmlns:a16="http://schemas.microsoft.com/office/drawing/2014/main" id="{2EB49765-A69C-D8D5-1D82-4B9F5807FAFF}"/>
              </a:ext>
            </a:extLst>
          </p:cNvPr>
          <p:cNvSpPr/>
          <p:nvPr/>
        </p:nvSpPr>
        <p:spPr>
          <a:xfrm>
            <a:off x="9767440" y="3707173"/>
            <a:ext cx="62386" cy="43737"/>
          </a:xfrm>
          <a:custGeom>
            <a:avLst/>
            <a:gdLst/>
            <a:ahLst/>
            <a:cxnLst/>
            <a:rect l="l" t="t" r="r" b="b"/>
            <a:pathLst>
              <a:path w="1482" h="1039" extrusionOk="0">
                <a:moveTo>
                  <a:pt x="396" y="0"/>
                </a:moveTo>
                <a:cubicBezTo>
                  <a:pt x="267" y="0"/>
                  <a:pt x="132" y="81"/>
                  <a:pt x="64" y="195"/>
                </a:cubicBezTo>
                <a:cubicBezTo>
                  <a:pt x="1" y="353"/>
                  <a:pt x="64" y="573"/>
                  <a:pt x="221" y="668"/>
                </a:cubicBezTo>
                <a:lnTo>
                  <a:pt x="946" y="1015"/>
                </a:lnTo>
                <a:cubicBezTo>
                  <a:pt x="987" y="1031"/>
                  <a:pt x="1032" y="1039"/>
                  <a:pt x="1077" y="1039"/>
                </a:cubicBezTo>
                <a:cubicBezTo>
                  <a:pt x="1209" y="1039"/>
                  <a:pt x="1349" y="974"/>
                  <a:pt x="1419" y="857"/>
                </a:cubicBezTo>
                <a:cubicBezTo>
                  <a:pt x="1482" y="699"/>
                  <a:pt x="1419" y="447"/>
                  <a:pt x="1261" y="384"/>
                </a:cubicBezTo>
                <a:lnTo>
                  <a:pt x="536" y="38"/>
                </a:lnTo>
                <a:cubicBezTo>
                  <a:pt x="493" y="12"/>
                  <a:pt x="445" y="0"/>
                  <a:pt x="39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5" name="Google Shape;6052;p58">
            <a:extLst>
              <a:ext uri="{FF2B5EF4-FFF2-40B4-BE49-F238E27FC236}">
                <a16:creationId xmlns:a16="http://schemas.microsoft.com/office/drawing/2014/main" id="{C0F8401D-9C25-47BB-DDD2-71344428026C}"/>
              </a:ext>
            </a:extLst>
          </p:cNvPr>
          <p:cNvSpPr/>
          <p:nvPr/>
        </p:nvSpPr>
        <p:spPr>
          <a:xfrm>
            <a:off x="10117590" y="3707678"/>
            <a:ext cx="62344" cy="45126"/>
          </a:xfrm>
          <a:custGeom>
            <a:avLst/>
            <a:gdLst/>
            <a:ahLst/>
            <a:cxnLst/>
            <a:rect l="l" t="t" r="r" b="b"/>
            <a:pathLst>
              <a:path w="1481" h="1072" extrusionOk="0">
                <a:moveTo>
                  <a:pt x="1110" y="0"/>
                </a:moveTo>
                <a:cubicBezTo>
                  <a:pt x="1049" y="0"/>
                  <a:pt x="983" y="18"/>
                  <a:pt x="914" y="57"/>
                </a:cubicBezTo>
                <a:lnTo>
                  <a:pt x="221" y="404"/>
                </a:lnTo>
                <a:cubicBezTo>
                  <a:pt x="63" y="498"/>
                  <a:pt x="0" y="687"/>
                  <a:pt x="63" y="877"/>
                </a:cubicBezTo>
                <a:cubicBezTo>
                  <a:pt x="132" y="991"/>
                  <a:pt x="250" y="1072"/>
                  <a:pt x="382" y="1072"/>
                </a:cubicBezTo>
                <a:cubicBezTo>
                  <a:pt x="432" y="1072"/>
                  <a:pt x="484" y="1060"/>
                  <a:pt x="536" y="1034"/>
                </a:cubicBezTo>
                <a:lnTo>
                  <a:pt x="1260" y="687"/>
                </a:lnTo>
                <a:cubicBezTo>
                  <a:pt x="1418" y="593"/>
                  <a:pt x="1481" y="404"/>
                  <a:pt x="1418" y="215"/>
                </a:cubicBezTo>
                <a:cubicBezTo>
                  <a:pt x="1353" y="85"/>
                  <a:pt x="1244" y="0"/>
                  <a:pt x="11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6" name="Google Shape;6053;p58">
            <a:extLst>
              <a:ext uri="{FF2B5EF4-FFF2-40B4-BE49-F238E27FC236}">
                <a16:creationId xmlns:a16="http://schemas.microsoft.com/office/drawing/2014/main" id="{9B41E6FB-A6A1-CE91-E078-DC236A16FC5E}"/>
              </a:ext>
            </a:extLst>
          </p:cNvPr>
          <p:cNvSpPr/>
          <p:nvPr/>
        </p:nvSpPr>
        <p:spPr>
          <a:xfrm>
            <a:off x="9820522" y="3704773"/>
            <a:ext cx="298416" cy="410432"/>
          </a:xfrm>
          <a:custGeom>
            <a:avLst/>
            <a:gdLst/>
            <a:ahLst/>
            <a:cxnLst/>
            <a:rect l="l" t="t" r="r" b="b"/>
            <a:pathLst>
              <a:path w="7089" h="9750" extrusionOk="0">
                <a:moveTo>
                  <a:pt x="3529" y="0"/>
                </a:moveTo>
                <a:cubicBezTo>
                  <a:pt x="3151" y="0"/>
                  <a:pt x="2836" y="315"/>
                  <a:pt x="2836" y="725"/>
                </a:cubicBezTo>
                <a:lnTo>
                  <a:pt x="2836" y="1418"/>
                </a:lnTo>
                <a:cubicBezTo>
                  <a:pt x="2836" y="1040"/>
                  <a:pt x="2520" y="725"/>
                  <a:pt x="2111" y="725"/>
                </a:cubicBezTo>
                <a:cubicBezTo>
                  <a:pt x="1733" y="725"/>
                  <a:pt x="1418" y="1040"/>
                  <a:pt x="1418" y="1418"/>
                </a:cubicBezTo>
                <a:lnTo>
                  <a:pt x="1418" y="2143"/>
                </a:lnTo>
                <a:cubicBezTo>
                  <a:pt x="1544" y="2143"/>
                  <a:pt x="1638" y="2080"/>
                  <a:pt x="1764" y="2080"/>
                </a:cubicBezTo>
                <a:lnTo>
                  <a:pt x="3497" y="2080"/>
                </a:lnTo>
                <a:cubicBezTo>
                  <a:pt x="4253" y="2080"/>
                  <a:pt x="4883" y="2710"/>
                  <a:pt x="4883" y="3466"/>
                </a:cubicBezTo>
                <a:cubicBezTo>
                  <a:pt x="4883" y="4096"/>
                  <a:pt x="4474" y="4600"/>
                  <a:pt x="3907" y="4758"/>
                </a:cubicBezTo>
                <a:cubicBezTo>
                  <a:pt x="4064" y="5073"/>
                  <a:pt x="4159" y="5482"/>
                  <a:pt x="4159" y="5860"/>
                </a:cubicBezTo>
                <a:cubicBezTo>
                  <a:pt x="4159" y="6081"/>
                  <a:pt x="4001" y="6238"/>
                  <a:pt x="3812" y="6238"/>
                </a:cubicBezTo>
                <a:cubicBezTo>
                  <a:pt x="3623" y="6238"/>
                  <a:pt x="3466" y="6081"/>
                  <a:pt x="3466" y="5860"/>
                </a:cubicBezTo>
                <a:cubicBezTo>
                  <a:pt x="3466" y="4915"/>
                  <a:pt x="2678" y="4128"/>
                  <a:pt x="1733" y="4128"/>
                </a:cubicBezTo>
                <a:lnTo>
                  <a:pt x="3466" y="4128"/>
                </a:lnTo>
                <a:cubicBezTo>
                  <a:pt x="3844" y="4128"/>
                  <a:pt x="4159" y="3812"/>
                  <a:pt x="4159" y="3434"/>
                </a:cubicBezTo>
                <a:cubicBezTo>
                  <a:pt x="4159" y="3025"/>
                  <a:pt x="3844" y="2710"/>
                  <a:pt x="3466" y="2710"/>
                </a:cubicBezTo>
                <a:lnTo>
                  <a:pt x="1733" y="2710"/>
                </a:lnTo>
                <a:cubicBezTo>
                  <a:pt x="788" y="2710"/>
                  <a:pt x="0" y="3497"/>
                  <a:pt x="0" y="4443"/>
                </a:cubicBezTo>
                <a:lnTo>
                  <a:pt x="0" y="5167"/>
                </a:lnTo>
                <a:cubicBezTo>
                  <a:pt x="0" y="6112"/>
                  <a:pt x="536" y="6963"/>
                  <a:pt x="1386" y="7372"/>
                </a:cubicBezTo>
                <a:lnTo>
                  <a:pt x="1386" y="8318"/>
                </a:lnTo>
                <a:cubicBezTo>
                  <a:pt x="977" y="8318"/>
                  <a:pt x="662" y="8633"/>
                  <a:pt x="662" y="9011"/>
                </a:cubicBezTo>
                <a:lnTo>
                  <a:pt x="662" y="9389"/>
                </a:lnTo>
                <a:cubicBezTo>
                  <a:pt x="662" y="9578"/>
                  <a:pt x="819" y="9735"/>
                  <a:pt x="1008" y="9735"/>
                </a:cubicBezTo>
                <a:lnTo>
                  <a:pt x="5860" y="9735"/>
                </a:lnTo>
                <a:cubicBezTo>
                  <a:pt x="5923" y="9745"/>
                  <a:pt x="5979" y="9749"/>
                  <a:pt x="6029" y="9749"/>
                </a:cubicBezTo>
                <a:cubicBezTo>
                  <a:pt x="6305" y="9749"/>
                  <a:pt x="6396" y="9612"/>
                  <a:pt x="6396" y="9452"/>
                </a:cubicBezTo>
                <a:lnTo>
                  <a:pt x="6396" y="9105"/>
                </a:lnTo>
                <a:cubicBezTo>
                  <a:pt x="6396" y="8696"/>
                  <a:pt x="6112" y="8381"/>
                  <a:pt x="5702" y="8381"/>
                </a:cubicBezTo>
                <a:lnTo>
                  <a:pt x="5702" y="7436"/>
                </a:lnTo>
                <a:cubicBezTo>
                  <a:pt x="6522" y="7057"/>
                  <a:pt x="7089" y="6175"/>
                  <a:pt x="7089" y="5230"/>
                </a:cubicBezTo>
                <a:lnTo>
                  <a:pt x="7089" y="2143"/>
                </a:lnTo>
                <a:cubicBezTo>
                  <a:pt x="7089" y="1733"/>
                  <a:pt x="6774" y="1418"/>
                  <a:pt x="6364" y="1418"/>
                </a:cubicBezTo>
                <a:cubicBezTo>
                  <a:pt x="5986" y="1418"/>
                  <a:pt x="5671" y="1733"/>
                  <a:pt x="5671" y="2143"/>
                </a:cubicBezTo>
                <a:lnTo>
                  <a:pt x="5671" y="1418"/>
                </a:lnTo>
                <a:cubicBezTo>
                  <a:pt x="5671" y="1040"/>
                  <a:pt x="5356" y="725"/>
                  <a:pt x="4946" y="725"/>
                </a:cubicBezTo>
                <a:cubicBezTo>
                  <a:pt x="4568" y="725"/>
                  <a:pt x="4253" y="1040"/>
                  <a:pt x="4253" y="1418"/>
                </a:cubicBezTo>
                <a:lnTo>
                  <a:pt x="4253" y="725"/>
                </a:lnTo>
                <a:cubicBezTo>
                  <a:pt x="4253" y="315"/>
                  <a:pt x="3938" y="0"/>
                  <a:pt x="35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8" name="Google Shape;6055;p58">
            <a:extLst>
              <a:ext uri="{FF2B5EF4-FFF2-40B4-BE49-F238E27FC236}">
                <a16:creationId xmlns:a16="http://schemas.microsoft.com/office/drawing/2014/main" id="{F76D5087-8600-4809-3A41-D91F76DA0A66}"/>
              </a:ext>
            </a:extLst>
          </p:cNvPr>
          <p:cNvSpPr/>
          <p:nvPr/>
        </p:nvSpPr>
        <p:spPr>
          <a:xfrm>
            <a:off x="9724336" y="4430772"/>
            <a:ext cx="59734" cy="322326"/>
          </a:xfrm>
          <a:custGeom>
            <a:avLst/>
            <a:gdLst/>
            <a:ahLst/>
            <a:cxnLst/>
            <a:rect l="l" t="t" r="r" b="b"/>
            <a:pathLst>
              <a:path w="1419" h="7657" extrusionOk="0">
                <a:moveTo>
                  <a:pt x="410" y="0"/>
                </a:moveTo>
                <a:cubicBezTo>
                  <a:pt x="221" y="0"/>
                  <a:pt x="64" y="158"/>
                  <a:pt x="64" y="347"/>
                </a:cubicBezTo>
                <a:cubicBezTo>
                  <a:pt x="1" y="2867"/>
                  <a:pt x="1" y="4789"/>
                  <a:pt x="1" y="7310"/>
                </a:cubicBezTo>
                <a:cubicBezTo>
                  <a:pt x="1" y="7530"/>
                  <a:pt x="158" y="7656"/>
                  <a:pt x="379" y="7656"/>
                </a:cubicBezTo>
                <a:cubicBezTo>
                  <a:pt x="568" y="7656"/>
                  <a:pt x="725" y="7530"/>
                  <a:pt x="725" y="7310"/>
                </a:cubicBezTo>
                <a:lnTo>
                  <a:pt x="725" y="1355"/>
                </a:lnTo>
                <a:lnTo>
                  <a:pt x="1418" y="1355"/>
                </a:lnTo>
                <a:lnTo>
                  <a:pt x="141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39" name="Google Shape;6056;p58">
            <a:extLst>
              <a:ext uri="{FF2B5EF4-FFF2-40B4-BE49-F238E27FC236}">
                <a16:creationId xmlns:a16="http://schemas.microsoft.com/office/drawing/2014/main" id="{96A946F0-75E1-79E2-FBE8-FCDC42F5C2DC}"/>
              </a:ext>
            </a:extLst>
          </p:cNvPr>
          <p:cNvSpPr/>
          <p:nvPr/>
        </p:nvSpPr>
        <p:spPr>
          <a:xfrm>
            <a:off x="9781374" y="4548808"/>
            <a:ext cx="206942" cy="206942"/>
          </a:xfrm>
          <a:custGeom>
            <a:avLst/>
            <a:gdLst/>
            <a:ahLst/>
            <a:cxnLst/>
            <a:rect l="l" t="t" r="r" b="b"/>
            <a:pathLst>
              <a:path w="4916" h="4916" extrusionOk="0">
                <a:moveTo>
                  <a:pt x="2080" y="0"/>
                </a:moveTo>
                <a:lnTo>
                  <a:pt x="2080" y="693"/>
                </a:lnTo>
                <a:lnTo>
                  <a:pt x="1733" y="693"/>
                </a:lnTo>
                <a:cubicBezTo>
                  <a:pt x="788" y="693"/>
                  <a:pt x="0" y="1481"/>
                  <a:pt x="0" y="2458"/>
                </a:cubicBezTo>
                <a:cubicBezTo>
                  <a:pt x="0" y="2678"/>
                  <a:pt x="158" y="2836"/>
                  <a:pt x="347" y="2836"/>
                </a:cubicBezTo>
                <a:lnTo>
                  <a:pt x="2080" y="2836"/>
                </a:lnTo>
                <a:lnTo>
                  <a:pt x="2080" y="3529"/>
                </a:lnTo>
                <a:lnTo>
                  <a:pt x="1072" y="3529"/>
                </a:lnTo>
                <a:cubicBezTo>
                  <a:pt x="473" y="3529"/>
                  <a:pt x="32" y="4001"/>
                  <a:pt x="32" y="4569"/>
                </a:cubicBezTo>
                <a:cubicBezTo>
                  <a:pt x="32" y="4758"/>
                  <a:pt x="189" y="4915"/>
                  <a:pt x="410" y="4915"/>
                </a:cubicBezTo>
                <a:cubicBezTo>
                  <a:pt x="599" y="4915"/>
                  <a:pt x="757" y="4758"/>
                  <a:pt x="757" y="4569"/>
                </a:cubicBezTo>
                <a:cubicBezTo>
                  <a:pt x="757" y="4348"/>
                  <a:pt x="914" y="4190"/>
                  <a:pt x="1103" y="4190"/>
                </a:cubicBezTo>
                <a:lnTo>
                  <a:pt x="2143" y="4190"/>
                </a:lnTo>
                <a:lnTo>
                  <a:pt x="2143" y="4569"/>
                </a:lnTo>
                <a:cubicBezTo>
                  <a:pt x="2143" y="4758"/>
                  <a:pt x="2300" y="4915"/>
                  <a:pt x="2489" y="4915"/>
                </a:cubicBezTo>
                <a:cubicBezTo>
                  <a:pt x="2678" y="4915"/>
                  <a:pt x="2836" y="4758"/>
                  <a:pt x="2836" y="4569"/>
                </a:cubicBezTo>
                <a:lnTo>
                  <a:pt x="2836" y="4190"/>
                </a:lnTo>
                <a:lnTo>
                  <a:pt x="3876" y="4190"/>
                </a:lnTo>
                <a:cubicBezTo>
                  <a:pt x="4065" y="4190"/>
                  <a:pt x="4222" y="4348"/>
                  <a:pt x="4222" y="4569"/>
                </a:cubicBezTo>
                <a:cubicBezTo>
                  <a:pt x="4222" y="4758"/>
                  <a:pt x="4380" y="4915"/>
                  <a:pt x="4569" y="4915"/>
                </a:cubicBezTo>
                <a:cubicBezTo>
                  <a:pt x="4758" y="4915"/>
                  <a:pt x="4915" y="4758"/>
                  <a:pt x="4915" y="4569"/>
                </a:cubicBezTo>
                <a:cubicBezTo>
                  <a:pt x="4915" y="3970"/>
                  <a:pt x="4443" y="3529"/>
                  <a:pt x="3907" y="3529"/>
                </a:cubicBezTo>
                <a:lnTo>
                  <a:pt x="2867" y="3529"/>
                </a:lnTo>
                <a:lnTo>
                  <a:pt x="2867" y="2836"/>
                </a:lnTo>
                <a:lnTo>
                  <a:pt x="4537" y="2836"/>
                </a:lnTo>
                <a:lnTo>
                  <a:pt x="4537" y="2773"/>
                </a:lnTo>
                <a:cubicBezTo>
                  <a:pt x="4726" y="2773"/>
                  <a:pt x="4884" y="2615"/>
                  <a:pt x="4884" y="2426"/>
                </a:cubicBezTo>
                <a:cubicBezTo>
                  <a:pt x="4884" y="1481"/>
                  <a:pt x="4096" y="662"/>
                  <a:pt x="3151" y="662"/>
                </a:cubicBezTo>
                <a:lnTo>
                  <a:pt x="2804" y="662"/>
                </a:lnTo>
                <a:lnTo>
                  <a:pt x="280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0" name="Google Shape;6057;p58">
            <a:extLst>
              <a:ext uri="{FF2B5EF4-FFF2-40B4-BE49-F238E27FC236}">
                <a16:creationId xmlns:a16="http://schemas.microsoft.com/office/drawing/2014/main" id="{281A0FFC-FFF7-9650-719E-504D00181E80}"/>
              </a:ext>
            </a:extLst>
          </p:cNvPr>
          <p:cNvSpPr/>
          <p:nvPr/>
        </p:nvSpPr>
        <p:spPr>
          <a:xfrm>
            <a:off x="10014795" y="4254391"/>
            <a:ext cx="177727" cy="59692"/>
          </a:xfrm>
          <a:custGeom>
            <a:avLst/>
            <a:gdLst/>
            <a:ahLst/>
            <a:cxnLst/>
            <a:rect l="l" t="t" r="r" b="b"/>
            <a:pathLst>
              <a:path w="4222" h="1418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cubicBezTo>
                  <a:pt x="63" y="1103"/>
                  <a:pt x="378" y="1418"/>
                  <a:pt x="725" y="1418"/>
                </a:cubicBezTo>
                <a:lnTo>
                  <a:pt x="3875" y="1418"/>
                </a:lnTo>
                <a:cubicBezTo>
                  <a:pt x="4064" y="1418"/>
                  <a:pt x="4222" y="1260"/>
                  <a:pt x="4222" y="1071"/>
                </a:cubicBezTo>
                <a:lnTo>
                  <a:pt x="4222" y="378"/>
                </a:lnTo>
                <a:cubicBezTo>
                  <a:pt x="4222" y="158"/>
                  <a:pt x="4064" y="0"/>
                  <a:pt x="387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1" name="Google Shape;6058;p58">
            <a:extLst>
              <a:ext uri="{FF2B5EF4-FFF2-40B4-BE49-F238E27FC236}">
                <a16:creationId xmlns:a16="http://schemas.microsoft.com/office/drawing/2014/main" id="{A3A7CD79-8FDB-6ED2-84E8-DD4B3B8BE53F}"/>
              </a:ext>
            </a:extLst>
          </p:cNvPr>
          <p:cNvSpPr/>
          <p:nvPr/>
        </p:nvSpPr>
        <p:spPr>
          <a:xfrm>
            <a:off x="10045272" y="4344560"/>
            <a:ext cx="176465" cy="59734"/>
          </a:xfrm>
          <a:custGeom>
            <a:avLst/>
            <a:gdLst/>
            <a:ahLst/>
            <a:cxnLst/>
            <a:rect l="l" t="t" r="r" b="b"/>
            <a:pathLst>
              <a:path w="4192" h="1419" extrusionOk="0">
                <a:moveTo>
                  <a:pt x="694" y="1"/>
                </a:moveTo>
                <a:cubicBezTo>
                  <a:pt x="316" y="1"/>
                  <a:pt x="1" y="316"/>
                  <a:pt x="1" y="694"/>
                </a:cubicBezTo>
                <a:cubicBezTo>
                  <a:pt x="1" y="1103"/>
                  <a:pt x="316" y="1418"/>
                  <a:pt x="694" y="1418"/>
                </a:cubicBezTo>
                <a:lnTo>
                  <a:pt x="3845" y="1418"/>
                </a:lnTo>
                <a:cubicBezTo>
                  <a:pt x="4065" y="1418"/>
                  <a:pt x="4191" y="1261"/>
                  <a:pt x="4191" y="1072"/>
                </a:cubicBezTo>
                <a:lnTo>
                  <a:pt x="4191" y="347"/>
                </a:lnTo>
                <a:cubicBezTo>
                  <a:pt x="4191" y="158"/>
                  <a:pt x="4065" y="1"/>
                  <a:pt x="384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2" name="Google Shape;6059;p58">
            <a:extLst>
              <a:ext uri="{FF2B5EF4-FFF2-40B4-BE49-F238E27FC236}">
                <a16:creationId xmlns:a16="http://schemas.microsoft.com/office/drawing/2014/main" id="{C9D2BB1C-6868-43AF-9D8D-5355D48F74F7}"/>
              </a:ext>
            </a:extLst>
          </p:cNvPr>
          <p:cNvSpPr/>
          <p:nvPr/>
        </p:nvSpPr>
        <p:spPr>
          <a:xfrm>
            <a:off x="10017447" y="4518290"/>
            <a:ext cx="205595" cy="59734"/>
          </a:xfrm>
          <a:custGeom>
            <a:avLst/>
            <a:gdLst/>
            <a:ahLst/>
            <a:cxnLst/>
            <a:rect l="l" t="t" r="r" b="b"/>
            <a:pathLst>
              <a:path w="4884" h="1419" extrusionOk="0">
                <a:moveTo>
                  <a:pt x="0" y="1"/>
                </a:moveTo>
                <a:lnTo>
                  <a:pt x="0" y="1418"/>
                </a:lnTo>
                <a:lnTo>
                  <a:pt x="4884" y="1418"/>
                </a:lnTo>
                <a:lnTo>
                  <a:pt x="4884" y="1"/>
                </a:lnTo>
                <a:lnTo>
                  <a:pt x="2773" y="1"/>
                </a:lnTo>
                <a:lnTo>
                  <a:pt x="2773" y="347"/>
                </a:lnTo>
                <a:cubicBezTo>
                  <a:pt x="2773" y="568"/>
                  <a:pt x="2615" y="725"/>
                  <a:pt x="2426" y="725"/>
                </a:cubicBezTo>
                <a:cubicBezTo>
                  <a:pt x="2237" y="725"/>
                  <a:pt x="2080" y="568"/>
                  <a:pt x="2080" y="347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3" name="Google Shape;6060;p58">
            <a:extLst>
              <a:ext uri="{FF2B5EF4-FFF2-40B4-BE49-F238E27FC236}">
                <a16:creationId xmlns:a16="http://schemas.microsoft.com/office/drawing/2014/main" id="{2ADB04E1-80C9-4245-A725-6C74D8D01D5C}"/>
              </a:ext>
            </a:extLst>
          </p:cNvPr>
          <p:cNvSpPr/>
          <p:nvPr/>
        </p:nvSpPr>
        <p:spPr>
          <a:xfrm>
            <a:off x="9986928" y="4430772"/>
            <a:ext cx="236114" cy="57082"/>
          </a:xfrm>
          <a:custGeom>
            <a:avLst/>
            <a:gdLst/>
            <a:ahLst/>
            <a:cxnLst/>
            <a:rect l="l" t="t" r="r" b="b"/>
            <a:pathLst>
              <a:path w="5609" h="1356" extrusionOk="0">
                <a:moveTo>
                  <a:pt x="1" y="0"/>
                </a:moveTo>
                <a:lnTo>
                  <a:pt x="1" y="1355"/>
                </a:lnTo>
                <a:lnTo>
                  <a:pt x="5609" y="1355"/>
                </a:lnTo>
                <a:lnTo>
                  <a:pt x="5609" y="347"/>
                </a:lnTo>
                <a:cubicBezTo>
                  <a:pt x="5577" y="158"/>
                  <a:pt x="5451" y="0"/>
                  <a:pt x="523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4" name="Google Shape;6061;p58">
            <a:extLst>
              <a:ext uri="{FF2B5EF4-FFF2-40B4-BE49-F238E27FC236}">
                <a16:creationId xmlns:a16="http://schemas.microsoft.com/office/drawing/2014/main" id="{E8A8DACD-FC47-CADE-0B8A-532C6C02DA7B}"/>
              </a:ext>
            </a:extLst>
          </p:cNvPr>
          <p:cNvSpPr/>
          <p:nvPr/>
        </p:nvSpPr>
        <p:spPr>
          <a:xfrm>
            <a:off x="10017446" y="4608500"/>
            <a:ext cx="206942" cy="147251"/>
          </a:xfrm>
          <a:custGeom>
            <a:avLst/>
            <a:gdLst/>
            <a:ahLst/>
            <a:cxnLst/>
            <a:rect l="l" t="t" r="r" b="b"/>
            <a:pathLst>
              <a:path w="4916" h="3498" extrusionOk="0">
                <a:moveTo>
                  <a:pt x="0" y="0"/>
                </a:moveTo>
                <a:lnTo>
                  <a:pt x="0" y="3151"/>
                </a:lnTo>
                <a:cubicBezTo>
                  <a:pt x="0" y="3340"/>
                  <a:pt x="158" y="3497"/>
                  <a:pt x="347" y="3497"/>
                </a:cubicBezTo>
                <a:cubicBezTo>
                  <a:pt x="536" y="3497"/>
                  <a:pt x="693" y="3340"/>
                  <a:pt x="693" y="3151"/>
                </a:cubicBezTo>
                <a:lnTo>
                  <a:pt x="693" y="1418"/>
                </a:lnTo>
                <a:lnTo>
                  <a:pt x="4190" y="1418"/>
                </a:lnTo>
                <a:lnTo>
                  <a:pt x="4190" y="3151"/>
                </a:lnTo>
                <a:cubicBezTo>
                  <a:pt x="4190" y="3340"/>
                  <a:pt x="4348" y="3497"/>
                  <a:pt x="4569" y="3497"/>
                </a:cubicBezTo>
                <a:cubicBezTo>
                  <a:pt x="4758" y="3497"/>
                  <a:pt x="4915" y="3340"/>
                  <a:pt x="4915" y="3151"/>
                </a:cubicBezTo>
                <a:lnTo>
                  <a:pt x="4915" y="0"/>
                </a:lnTo>
                <a:lnTo>
                  <a:pt x="2773" y="0"/>
                </a:lnTo>
                <a:lnTo>
                  <a:pt x="2773" y="347"/>
                </a:lnTo>
                <a:cubicBezTo>
                  <a:pt x="2773" y="536"/>
                  <a:pt x="2615" y="693"/>
                  <a:pt x="2426" y="693"/>
                </a:cubicBezTo>
                <a:cubicBezTo>
                  <a:pt x="2237" y="693"/>
                  <a:pt x="2080" y="536"/>
                  <a:pt x="2080" y="347"/>
                </a:cubicBezTo>
                <a:lnTo>
                  <a:pt x="208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5" name="Google Shape;6062;p58">
            <a:extLst>
              <a:ext uri="{FF2B5EF4-FFF2-40B4-BE49-F238E27FC236}">
                <a16:creationId xmlns:a16="http://schemas.microsoft.com/office/drawing/2014/main" id="{4C79DD50-C06A-8FFE-EDA6-55F6F91E92EE}"/>
              </a:ext>
            </a:extLst>
          </p:cNvPr>
          <p:cNvSpPr/>
          <p:nvPr/>
        </p:nvSpPr>
        <p:spPr>
          <a:xfrm>
            <a:off x="9813200" y="4343255"/>
            <a:ext cx="145945" cy="175076"/>
          </a:xfrm>
          <a:custGeom>
            <a:avLst/>
            <a:gdLst/>
            <a:ahLst/>
            <a:cxnLst/>
            <a:rect l="l" t="t" r="r" b="b"/>
            <a:pathLst>
              <a:path w="3467" h="4159" extrusionOk="0">
                <a:moveTo>
                  <a:pt x="1733" y="0"/>
                </a:moveTo>
                <a:cubicBezTo>
                  <a:pt x="788" y="0"/>
                  <a:pt x="1" y="788"/>
                  <a:pt x="1" y="1733"/>
                </a:cubicBezTo>
                <a:lnTo>
                  <a:pt x="1" y="3812"/>
                </a:lnTo>
                <a:cubicBezTo>
                  <a:pt x="1" y="4001"/>
                  <a:pt x="158" y="4159"/>
                  <a:pt x="347" y="4159"/>
                </a:cubicBezTo>
                <a:lnTo>
                  <a:pt x="3120" y="4159"/>
                </a:lnTo>
                <a:cubicBezTo>
                  <a:pt x="3309" y="4159"/>
                  <a:pt x="3466" y="4001"/>
                  <a:pt x="3466" y="3812"/>
                </a:cubicBezTo>
                <a:lnTo>
                  <a:pt x="3466" y="1733"/>
                </a:ln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7" name="Google Shape;6064;p58">
            <a:extLst>
              <a:ext uri="{FF2B5EF4-FFF2-40B4-BE49-F238E27FC236}">
                <a16:creationId xmlns:a16="http://schemas.microsoft.com/office/drawing/2014/main" id="{B7770B2D-73B4-9CEA-D96E-79B15FD580AF}"/>
              </a:ext>
            </a:extLst>
          </p:cNvPr>
          <p:cNvSpPr/>
          <p:nvPr/>
        </p:nvSpPr>
        <p:spPr>
          <a:xfrm>
            <a:off x="9730312" y="5022116"/>
            <a:ext cx="488098" cy="149902"/>
          </a:xfrm>
          <a:custGeom>
            <a:avLst/>
            <a:gdLst/>
            <a:ahLst/>
            <a:cxnLst/>
            <a:rect l="l" t="t" r="r" b="b"/>
            <a:pathLst>
              <a:path w="11595" h="3561" extrusionOk="0">
                <a:moveTo>
                  <a:pt x="5798" y="1"/>
                </a:moveTo>
                <a:cubicBezTo>
                  <a:pt x="2773" y="1"/>
                  <a:pt x="316" y="3120"/>
                  <a:pt x="1" y="3561"/>
                </a:cubicBezTo>
                <a:cubicBezTo>
                  <a:pt x="1229" y="2679"/>
                  <a:pt x="3561" y="1734"/>
                  <a:pt x="5798" y="1734"/>
                </a:cubicBezTo>
                <a:cubicBezTo>
                  <a:pt x="7751" y="1734"/>
                  <a:pt x="10051" y="2490"/>
                  <a:pt x="11595" y="3561"/>
                </a:cubicBezTo>
                <a:cubicBezTo>
                  <a:pt x="11280" y="3120"/>
                  <a:pt x="8822" y="1"/>
                  <a:pt x="579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8" name="Google Shape;6065;p58">
            <a:extLst>
              <a:ext uri="{FF2B5EF4-FFF2-40B4-BE49-F238E27FC236}">
                <a16:creationId xmlns:a16="http://schemas.microsoft.com/office/drawing/2014/main" id="{6768BD89-505A-BD24-CDB0-B11130AB95F1}"/>
              </a:ext>
            </a:extLst>
          </p:cNvPr>
          <p:cNvSpPr/>
          <p:nvPr/>
        </p:nvSpPr>
        <p:spPr>
          <a:xfrm>
            <a:off x="9959776" y="5166672"/>
            <a:ext cx="29214" cy="30561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68"/>
                  <a:pt x="158" y="725"/>
                  <a:pt x="347" y="725"/>
                </a:cubicBezTo>
                <a:cubicBezTo>
                  <a:pt x="536" y="725"/>
                  <a:pt x="693" y="568"/>
                  <a:pt x="693" y="347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49" name="Google Shape;6066;p58">
            <a:extLst>
              <a:ext uri="{FF2B5EF4-FFF2-40B4-BE49-F238E27FC236}">
                <a16:creationId xmlns:a16="http://schemas.microsoft.com/office/drawing/2014/main" id="{7873025A-F902-CA49-0753-12319688734B}"/>
              </a:ext>
            </a:extLst>
          </p:cNvPr>
          <p:cNvSpPr/>
          <p:nvPr/>
        </p:nvSpPr>
        <p:spPr>
          <a:xfrm>
            <a:off x="9901389" y="5125586"/>
            <a:ext cx="145945" cy="131338"/>
          </a:xfrm>
          <a:custGeom>
            <a:avLst/>
            <a:gdLst/>
            <a:ahLst/>
            <a:cxnLst/>
            <a:rect l="l" t="t" r="r" b="b"/>
            <a:pathLst>
              <a:path w="3467" h="3120" extrusionOk="0">
                <a:moveTo>
                  <a:pt x="1734" y="315"/>
                </a:moveTo>
                <a:cubicBezTo>
                  <a:pt x="2332" y="315"/>
                  <a:pt x="2773" y="788"/>
                  <a:pt x="2773" y="1323"/>
                </a:cubicBezTo>
                <a:cubicBezTo>
                  <a:pt x="2773" y="1922"/>
                  <a:pt x="2269" y="2363"/>
                  <a:pt x="1734" y="2363"/>
                </a:cubicBezTo>
                <a:cubicBezTo>
                  <a:pt x="1135" y="2363"/>
                  <a:pt x="694" y="1890"/>
                  <a:pt x="694" y="1323"/>
                </a:cubicBezTo>
                <a:cubicBezTo>
                  <a:pt x="663" y="788"/>
                  <a:pt x="1135" y="315"/>
                  <a:pt x="1734" y="315"/>
                </a:cubicBezTo>
                <a:close/>
                <a:moveTo>
                  <a:pt x="1734" y="0"/>
                </a:moveTo>
                <a:cubicBezTo>
                  <a:pt x="1324" y="0"/>
                  <a:pt x="978" y="32"/>
                  <a:pt x="599" y="63"/>
                </a:cubicBezTo>
                <a:cubicBezTo>
                  <a:pt x="190" y="378"/>
                  <a:pt x="1" y="851"/>
                  <a:pt x="1" y="1386"/>
                </a:cubicBezTo>
                <a:cubicBezTo>
                  <a:pt x="1" y="2332"/>
                  <a:pt x="789" y="3119"/>
                  <a:pt x="1734" y="3119"/>
                </a:cubicBezTo>
                <a:cubicBezTo>
                  <a:pt x="2679" y="3119"/>
                  <a:pt x="3466" y="2332"/>
                  <a:pt x="3466" y="1386"/>
                </a:cubicBezTo>
                <a:cubicBezTo>
                  <a:pt x="3466" y="851"/>
                  <a:pt x="3214" y="378"/>
                  <a:pt x="2868" y="63"/>
                </a:cubicBezTo>
                <a:cubicBezTo>
                  <a:pt x="2521" y="32"/>
                  <a:pt x="2112" y="0"/>
                  <a:pt x="17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50" name="Google Shape;6067;p58">
            <a:extLst>
              <a:ext uri="{FF2B5EF4-FFF2-40B4-BE49-F238E27FC236}">
                <a16:creationId xmlns:a16="http://schemas.microsoft.com/office/drawing/2014/main" id="{F37EDD22-B6F9-C3CC-CAF3-0699D2E2B0D6}"/>
              </a:ext>
            </a:extLst>
          </p:cNvPr>
          <p:cNvSpPr/>
          <p:nvPr/>
        </p:nvSpPr>
        <p:spPr>
          <a:xfrm>
            <a:off x="9736964" y="5137500"/>
            <a:ext cx="474838" cy="206941"/>
          </a:xfrm>
          <a:custGeom>
            <a:avLst/>
            <a:gdLst/>
            <a:ahLst/>
            <a:cxnLst/>
            <a:rect l="l" t="t" r="r" b="b"/>
            <a:pathLst>
              <a:path w="11280" h="4916" extrusionOk="0">
                <a:moveTo>
                  <a:pt x="3466" y="1"/>
                </a:moveTo>
                <a:lnTo>
                  <a:pt x="3466" y="1"/>
                </a:lnTo>
                <a:cubicBezTo>
                  <a:pt x="2332" y="253"/>
                  <a:pt x="1103" y="820"/>
                  <a:pt x="0" y="1576"/>
                </a:cubicBezTo>
                <a:cubicBezTo>
                  <a:pt x="693" y="2395"/>
                  <a:pt x="2899" y="4915"/>
                  <a:pt x="5640" y="4915"/>
                </a:cubicBezTo>
                <a:cubicBezTo>
                  <a:pt x="8349" y="4884"/>
                  <a:pt x="10617" y="2395"/>
                  <a:pt x="11279" y="1576"/>
                </a:cubicBezTo>
                <a:cubicBezTo>
                  <a:pt x="10176" y="820"/>
                  <a:pt x="8948" y="253"/>
                  <a:pt x="7814" y="1"/>
                </a:cubicBezTo>
                <a:lnTo>
                  <a:pt x="7814" y="1"/>
                </a:lnTo>
                <a:cubicBezTo>
                  <a:pt x="7971" y="347"/>
                  <a:pt x="8097" y="694"/>
                  <a:pt x="8097" y="1103"/>
                </a:cubicBezTo>
                <a:cubicBezTo>
                  <a:pt x="8097" y="2427"/>
                  <a:pt x="6994" y="3529"/>
                  <a:pt x="5640" y="3529"/>
                </a:cubicBezTo>
                <a:cubicBezTo>
                  <a:pt x="4316" y="3529"/>
                  <a:pt x="3214" y="2427"/>
                  <a:pt x="3214" y="1103"/>
                </a:cubicBezTo>
                <a:cubicBezTo>
                  <a:pt x="3214" y="694"/>
                  <a:pt x="3277" y="347"/>
                  <a:pt x="346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52" name="Google Shape;6069;p58">
            <a:extLst>
              <a:ext uri="{FF2B5EF4-FFF2-40B4-BE49-F238E27FC236}">
                <a16:creationId xmlns:a16="http://schemas.microsoft.com/office/drawing/2014/main" id="{507D3FB0-EFD8-D1AB-7E12-6BF58EF7CFFD}"/>
              </a:ext>
            </a:extLst>
          </p:cNvPr>
          <p:cNvSpPr/>
          <p:nvPr/>
        </p:nvSpPr>
        <p:spPr>
          <a:xfrm>
            <a:off x="8720706" y="5567052"/>
            <a:ext cx="29214" cy="72994"/>
          </a:xfrm>
          <a:custGeom>
            <a:avLst/>
            <a:gdLst/>
            <a:ahLst/>
            <a:cxnLst/>
            <a:rect l="l" t="t" r="r" b="b"/>
            <a:pathLst>
              <a:path w="694" h="173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355"/>
                </a:lnTo>
                <a:cubicBezTo>
                  <a:pt x="0" y="1576"/>
                  <a:pt x="158" y="1733"/>
                  <a:pt x="347" y="1733"/>
                </a:cubicBezTo>
                <a:cubicBezTo>
                  <a:pt x="536" y="1733"/>
                  <a:pt x="693" y="1576"/>
                  <a:pt x="693" y="1355"/>
                </a:cubicBezTo>
                <a:lnTo>
                  <a:pt x="693" y="347"/>
                </a:ln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53" name="Google Shape;6070;p58">
            <a:extLst>
              <a:ext uri="{FF2B5EF4-FFF2-40B4-BE49-F238E27FC236}">
                <a16:creationId xmlns:a16="http://schemas.microsoft.com/office/drawing/2014/main" id="{6C5141CA-DF15-1839-4C80-1DAC550EC4B8}"/>
              </a:ext>
            </a:extLst>
          </p:cNvPr>
          <p:cNvSpPr/>
          <p:nvPr/>
        </p:nvSpPr>
        <p:spPr>
          <a:xfrm>
            <a:off x="8603974" y="5624387"/>
            <a:ext cx="59734" cy="58429"/>
          </a:xfrm>
          <a:custGeom>
            <a:avLst/>
            <a:gdLst/>
            <a:ahLst/>
            <a:cxnLst/>
            <a:rect l="l" t="t" r="r" b="b"/>
            <a:pathLst>
              <a:path w="1419" h="1388" extrusionOk="0">
                <a:moveTo>
                  <a:pt x="363" y="1"/>
                </a:moveTo>
                <a:cubicBezTo>
                  <a:pt x="276" y="1"/>
                  <a:pt x="190" y="40"/>
                  <a:pt x="127" y="119"/>
                </a:cubicBezTo>
                <a:cubicBezTo>
                  <a:pt x="1" y="245"/>
                  <a:pt x="1" y="466"/>
                  <a:pt x="127" y="592"/>
                </a:cubicBezTo>
                <a:lnTo>
                  <a:pt x="820" y="1316"/>
                </a:lnTo>
                <a:cubicBezTo>
                  <a:pt x="883" y="1364"/>
                  <a:pt x="969" y="1387"/>
                  <a:pt x="1056" y="1387"/>
                </a:cubicBezTo>
                <a:cubicBezTo>
                  <a:pt x="1143" y="1387"/>
                  <a:pt x="1229" y="1364"/>
                  <a:pt x="1292" y="1316"/>
                </a:cubicBezTo>
                <a:cubicBezTo>
                  <a:pt x="1418" y="1190"/>
                  <a:pt x="1418" y="938"/>
                  <a:pt x="1292" y="844"/>
                </a:cubicBezTo>
                <a:lnTo>
                  <a:pt x="599" y="119"/>
                </a:lnTo>
                <a:cubicBezTo>
                  <a:pt x="536" y="40"/>
                  <a:pt x="450" y="1"/>
                  <a:pt x="36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54" name="Google Shape;6071;p58">
            <a:extLst>
              <a:ext uri="{FF2B5EF4-FFF2-40B4-BE49-F238E27FC236}">
                <a16:creationId xmlns:a16="http://schemas.microsoft.com/office/drawing/2014/main" id="{610878A3-7402-6DB8-A4AC-89ED00904D02}"/>
              </a:ext>
            </a:extLst>
          </p:cNvPr>
          <p:cNvSpPr/>
          <p:nvPr/>
        </p:nvSpPr>
        <p:spPr>
          <a:xfrm>
            <a:off x="8806874" y="5624891"/>
            <a:ext cx="59734" cy="57924"/>
          </a:xfrm>
          <a:custGeom>
            <a:avLst/>
            <a:gdLst/>
            <a:ahLst/>
            <a:cxnLst/>
            <a:rect l="l" t="t" r="r" b="b"/>
            <a:pathLst>
              <a:path w="1419" h="1376" extrusionOk="0">
                <a:moveTo>
                  <a:pt x="1054" y="0"/>
                </a:moveTo>
                <a:cubicBezTo>
                  <a:pt x="976" y="0"/>
                  <a:pt x="894" y="33"/>
                  <a:pt x="820" y="107"/>
                </a:cubicBezTo>
                <a:lnTo>
                  <a:pt x="95" y="832"/>
                </a:lnTo>
                <a:cubicBezTo>
                  <a:pt x="1" y="926"/>
                  <a:pt x="1" y="1178"/>
                  <a:pt x="95" y="1304"/>
                </a:cubicBezTo>
                <a:cubicBezTo>
                  <a:pt x="158" y="1352"/>
                  <a:pt x="253" y="1375"/>
                  <a:pt x="344" y="1375"/>
                </a:cubicBezTo>
                <a:cubicBezTo>
                  <a:pt x="434" y="1375"/>
                  <a:pt x="521" y="1352"/>
                  <a:pt x="568" y="1304"/>
                </a:cubicBezTo>
                <a:lnTo>
                  <a:pt x="1293" y="580"/>
                </a:lnTo>
                <a:cubicBezTo>
                  <a:pt x="1419" y="454"/>
                  <a:pt x="1419" y="233"/>
                  <a:pt x="1293" y="107"/>
                </a:cubicBezTo>
                <a:cubicBezTo>
                  <a:pt x="1226" y="41"/>
                  <a:pt x="1142" y="0"/>
                  <a:pt x="10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55" name="Google Shape;6072;p58">
            <a:extLst>
              <a:ext uri="{FF2B5EF4-FFF2-40B4-BE49-F238E27FC236}">
                <a16:creationId xmlns:a16="http://schemas.microsoft.com/office/drawing/2014/main" id="{442C0B4B-B815-036E-A228-4CAD3C73FE4A}"/>
              </a:ext>
            </a:extLst>
          </p:cNvPr>
          <p:cNvSpPr/>
          <p:nvPr/>
        </p:nvSpPr>
        <p:spPr>
          <a:xfrm>
            <a:off x="8926258" y="5769954"/>
            <a:ext cx="59734" cy="204290"/>
          </a:xfrm>
          <a:custGeom>
            <a:avLst/>
            <a:gdLst/>
            <a:ahLst/>
            <a:cxnLst/>
            <a:rect l="l" t="t" r="r" b="b"/>
            <a:pathLst>
              <a:path w="1419" h="4853" extrusionOk="0">
                <a:moveTo>
                  <a:pt x="0" y="1"/>
                </a:moveTo>
                <a:lnTo>
                  <a:pt x="0" y="4852"/>
                </a:lnTo>
                <a:lnTo>
                  <a:pt x="1040" y="4852"/>
                </a:lnTo>
                <a:cubicBezTo>
                  <a:pt x="1261" y="4852"/>
                  <a:pt x="1418" y="4695"/>
                  <a:pt x="1418" y="4506"/>
                </a:cubicBezTo>
                <a:lnTo>
                  <a:pt x="1418" y="316"/>
                </a:lnTo>
                <a:cubicBezTo>
                  <a:pt x="1355" y="158"/>
                  <a:pt x="1198" y="1"/>
                  <a:pt x="104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56" name="Google Shape;6073;p58">
            <a:extLst>
              <a:ext uri="{FF2B5EF4-FFF2-40B4-BE49-F238E27FC236}">
                <a16:creationId xmlns:a16="http://schemas.microsoft.com/office/drawing/2014/main" id="{B634CC76-6B39-A34D-59AD-29489F0A8575}"/>
              </a:ext>
            </a:extLst>
          </p:cNvPr>
          <p:cNvSpPr/>
          <p:nvPr/>
        </p:nvSpPr>
        <p:spPr>
          <a:xfrm>
            <a:off x="8485938" y="5771131"/>
            <a:ext cx="59734" cy="204416"/>
          </a:xfrm>
          <a:custGeom>
            <a:avLst/>
            <a:gdLst/>
            <a:ahLst/>
            <a:cxnLst/>
            <a:rect l="l" t="t" r="r" b="b"/>
            <a:pathLst>
              <a:path w="1419" h="4856" extrusionOk="0">
                <a:moveTo>
                  <a:pt x="323" y="0"/>
                </a:moveTo>
                <a:cubicBezTo>
                  <a:pt x="132" y="0"/>
                  <a:pt x="1" y="149"/>
                  <a:pt x="1" y="351"/>
                </a:cubicBezTo>
                <a:lnTo>
                  <a:pt x="1" y="4509"/>
                </a:lnTo>
                <a:cubicBezTo>
                  <a:pt x="1" y="4698"/>
                  <a:pt x="158" y="4856"/>
                  <a:pt x="379" y="4856"/>
                </a:cubicBezTo>
                <a:lnTo>
                  <a:pt x="1418" y="4856"/>
                </a:lnTo>
                <a:lnTo>
                  <a:pt x="1418" y="4"/>
                </a:lnTo>
                <a:lnTo>
                  <a:pt x="379" y="4"/>
                </a:lnTo>
                <a:cubicBezTo>
                  <a:pt x="360" y="1"/>
                  <a:pt x="341" y="0"/>
                  <a:pt x="3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57" name="Google Shape;6074;p58">
            <a:extLst>
              <a:ext uri="{FF2B5EF4-FFF2-40B4-BE49-F238E27FC236}">
                <a16:creationId xmlns:a16="http://schemas.microsoft.com/office/drawing/2014/main" id="{3967CDF5-6246-7D9E-51DF-FC1B4516C092}"/>
              </a:ext>
            </a:extLst>
          </p:cNvPr>
          <p:cNvSpPr/>
          <p:nvPr/>
        </p:nvSpPr>
        <p:spPr>
          <a:xfrm>
            <a:off x="8653058" y="5785866"/>
            <a:ext cx="241418" cy="175118"/>
          </a:xfrm>
          <a:custGeom>
            <a:avLst/>
            <a:gdLst/>
            <a:ahLst/>
            <a:cxnLst/>
            <a:rect l="l" t="t" r="r" b="b"/>
            <a:pathLst>
              <a:path w="5735" h="4160" extrusionOk="0">
                <a:moveTo>
                  <a:pt x="1639" y="1"/>
                </a:moveTo>
                <a:cubicBezTo>
                  <a:pt x="1450" y="1"/>
                  <a:pt x="1198" y="158"/>
                  <a:pt x="1072" y="379"/>
                </a:cubicBezTo>
                <a:lnTo>
                  <a:pt x="0" y="2490"/>
                </a:lnTo>
                <a:cubicBezTo>
                  <a:pt x="158" y="2584"/>
                  <a:pt x="378" y="2616"/>
                  <a:pt x="567" y="2616"/>
                </a:cubicBezTo>
                <a:cubicBezTo>
                  <a:pt x="1072" y="2616"/>
                  <a:pt x="1544" y="2364"/>
                  <a:pt x="1796" y="1891"/>
                </a:cubicBezTo>
                <a:lnTo>
                  <a:pt x="2017" y="1418"/>
                </a:lnTo>
                <a:lnTo>
                  <a:pt x="2710" y="1418"/>
                </a:lnTo>
                <a:cubicBezTo>
                  <a:pt x="2899" y="1418"/>
                  <a:pt x="3056" y="1481"/>
                  <a:pt x="3182" y="1607"/>
                </a:cubicBezTo>
                <a:lnTo>
                  <a:pt x="5734" y="4159"/>
                </a:lnTo>
                <a:lnTo>
                  <a:pt x="573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58" name="Google Shape;6075;p58">
            <a:extLst>
              <a:ext uri="{FF2B5EF4-FFF2-40B4-BE49-F238E27FC236}">
                <a16:creationId xmlns:a16="http://schemas.microsoft.com/office/drawing/2014/main" id="{BD139ACE-02EC-E6C4-0721-EB07C2E7A5D1}"/>
              </a:ext>
            </a:extLst>
          </p:cNvPr>
          <p:cNvSpPr/>
          <p:nvPr/>
        </p:nvSpPr>
        <p:spPr>
          <a:xfrm>
            <a:off x="8572151" y="5712913"/>
            <a:ext cx="295805" cy="317780"/>
          </a:xfrm>
          <a:custGeom>
            <a:avLst/>
            <a:gdLst/>
            <a:ahLst/>
            <a:cxnLst/>
            <a:rect l="l" t="t" r="r" b="b"/>
            <a:pathLst>
              <a:path w="7027" h="7549" extrusionOk="0">
                <a:moveTo>
                  <a:pt x="2206" y="1"/>
                </a:moveTo>
                <a:cubicBezTo>
                  <a:pt x="1828" y="1"/>
                  <a:pt x="1481" y="221"/>
                  <a:pt x="1261" y="568"/>
                </a:cubicBezTo>
                <a:lnTo>
                  <a:pt x="946" y="1198"/>
                </a:lnTo>
                <a:cubicBezTo>
                  <a:pt x="914" y="1324"/>
                  <a:pt x="757" y="1419"/>
                  <a:pt x="631" y="1419"/>
                </a:cubicBezTo>
                <a:lnTo>
                  <a:pt x="1" y="1419"/>
                </a:lnTo>
                <a:lnTo>
                  <a:pt x="1" y="6239"/>
                </a:lnTo>
                <a:lnTo>
                  <a:pt x="1576" y="6239"/>
                </a:lnTo>
                <a:lnTo>
                  <a:pt x="2584" y="7247"/>
                </a:lnTo>
                <a:cubicBezTo>
                  <a:pt x="2768" y="7431"/>
                  <a:pt x="3054" y="7548"/>
                  <a:pt x="3330" y="7548"/>
                </a:cubicBezTo>
                <a:cubicBezTo>
                  <a:pt x="3431" y="7548"/>
                  <a:pt x="3531" y="7533"/>
                  <a:pt x="3624" y="7499"/>
                </a:cubicBezTo>
                <a:lnTo>
                  <a:pt x="6585" y="6554"/>
                </a:lnTo>
                <a:cubicBezTo>
                  <a:pt x="6743" y="6522"/>
                  <a:pt x="6900" y="6396"/>
                  <a:pt x="7026" y="6302"/>
                </a:cubicBezTo>
                <a:lnTo>
                  <a:pt x="4537" y="3813"/>
                </a:lnTo>
                <a:lnTo>
                  <a:pt x="4380" y="3813"/>
                </a:lnTo>
                <a:lnTo>
                  <a:pt x="4348" y="3844"/>
                </a:lnTo>
                <a:cubicBezTo>
                  <a:pt x="4033" y="4506"/>
                  <a:pt x="3340" y="4947"/>
                  <a:pt x="2647" y="5042"/>
                </a:cubicBezTo>
                <a:cubicBezTo>
                  <a:pt x="2601" y="5044"/>
                  <a:pt x="2556" y="5046"/>
                  <a:pt x="2511" y="5046"/>
                </a:cubicBezTo>
                <a:cubicBezTo>
                  <a:pt x="2046" y="5046"/>
                  <a:pt x="1698" y="4899"/>
                  <a:pt x="1324" y="4727"/>
                </a:cubicBezTo>
                <a:cubicBezTo>
                  <a:pt x="1103" y="4632"/>
                  <a:pt x="1040" y="4412"/>
                  <a:pt x="1166" y="4254"/>
                </a:cubicBezTo>
                <a:lnTo>
                  <a:pt x="2363" y="1797"/>
                </a:lnTo>
                <a:cubicBezTo>
                  <a:pt x="2615" y="1324"/>
                  <a:pt x="3088" y="1041"/>
                  <a:pt x="3592" y="1041"/>
                </a:cubicBezTo>
                <a:lnTo>
                  <a:pt x="5104" y="1041"/>
                </a:lnTo>
                <a:cubicBezTo>
                  <a:pt x="5167" y="852"/>
                  <a:pt x="5262" y="631"/>
                  <a:pt x="5262" y="347"/>
                </a:cubicBezTo>
                <a:cubicBezTo>
                  <a:pt x="5262" y="158"/>
                  <a:pt x="5104" y="1"/>
                  <a:pt x="488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0" name="Google Shape;6077;p58">
            <a:extLst>
              <a:ext uri="{FF2B5EF4-FFF2-40B4-BE49-F238E27FC236}">
                <a16:creationId xmlns:a16="http://schemas.microsoft.com/office/drawing/2014/main" id="{210FF37A-DC52-86E8-D4CE-3CE5F35ADBC5}"/>
              </a:ext>
            </a:extLst>
          </p:cNvPr>
          <p:cNvSpPr/>
          <p:nvPr/>
        </p:nvSpPr>
        <p:spPr>
          <a:xfrm>
            <a:off x="9109484" y="1691904"/>
            <a:ext cx="145946" cy="145946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1733" y="1"/>
                </a:moveTo>
                <a:cubicBezTo>
                  <a:pt x="788" y="1"/>
                  <a:pt x="1" y="788"/>
                  <a:pt x="1" y="1733"/>
                </a:cubicBezTo>
                <a:cubicBezTo>
                  <a:pt x="1" y="2679"/>
                  <a:pt x="788" y="3466"/>
                  <a:pt x="1733" y="3466"/>
                </a:cubicBezTo>
                <a:cubicBezTo>
                  <a:pt x="2678" y="3466"/>
                  <a:pt x="3466" y="2679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1" name="Google Shape;6078;p58">
            <a:extLst>
              <a:ext uri="{FF2B5EF4-FFF2-40B4-BE49-F238E27FC236}">
                <a16:creationId xmlns:a16="http://schemas.microsoft.com/office/drawing/2014/main" id="{FFB7A9B0-CF65-FD20-D7FC-A0CC40B61B54}"/>
              </a:ext>
            </a:extLst>
          </p:cNvPr>
          <p:cNvSpPr/>
          <p:nvPr/>
        </p:nvSpPr>
        <p:spPr>
          <a:xfrm>
            <a:off x="9301778" y="1751595"/>
            <a:ext cx="175118" cy="114416"/>
          </a:xfrm>
          <a:custGeom>
            <a:avLst/>
            <a:gdLst/>
            <a:ahLst/>
            <a:cxnLst/>
            <a:rect l="l" t="t" r="r" b="b"/>
            <a:pathLst>
              <a:path w="4160" h="2718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95" y="662"/>
                  <a:pt x="316" y="662"/>
                </a:cubicBezTo>
                <a:lnTo>
                  <a:pt x="2395" y="662"/>
                </a:lnTo>
                <a:cubicBezTo>
                  <a:pt x="2584" y="662"/>
                  <a:pt x="2742" y="820"/>
                  <a:pt x="2742" y="1009"/>
                </a:cubicBezTo>
                <a:lnTo>
                  <a:pt x="2742" y="1576"/>
                </a:lnTo>
                <a:lnTo>
                  <a:pt x="2616" y="1450"/>
                </a:lnTo>
                <a:cubicBezTo>
                  <a:pt x="2568" y="1387"/>
                  <a:pt x="2482" y="1355"/>
                  <a:pt x="2391" y="1355"/>
                </a:cubicBezTo>
                <a:cubicBezTo>
                  <a:pt x="2301" y="1355"/>
                  <a:pt x="2206" y="1387"/>
                  <a:pt x="2143" y="1450"/>
                </a:cubicBezTo>
                <a:cubicBezTo>
                  <a:pt x="2049" y="1576"/>
                  <a:pt x="2049" y="1796"/>
                  <a:pt x="2143" y="1922"/>
                </a:cubicBezTo>
                <a:lnTo>
                  <a:pt x="2868" y="2647"/>
                </a:lnTo>
                <a:cubicBezTo>
                  <a:pt x="2931" y="2694"/>
                  <a:pt x="3017" y="2718"/>
                  <a:pt x="3104" y="2718"/>
                </a:cubicBezTo>
                <a:cubicBezTo>
                  <a:pt x="3191" y="2718"/>
                  <a:pt x="3277" y="2694"/>
                  <a:pt x="3340" y="2647"/>
                </a:cubicBezTo>
                <a:lnTo>
                  <a:pt x="4033" y="1922"/>
                </a:lnTo>
                <a:cubicBezTo>
                  <a:pt x="4159" y="1796"/>
                  <a:pt x="4159" y="1576"/>
                  <a:pt x="4033" y="1450"/>
                </a:cubicBezTo>
                <a:cubicBezTo>
                  <a:pt x="3986" y="1387"/>
                  <a:pt x="3899" y="1355"/>
                  <a:pt x="3809" y="1355"/>
                </a:cubicBezTo>
                <a:cubicBezTo>
                  <a:pt x="3718" y="1355"/>
                  <a:pt x="3624" y="1387"/>
                  <a:pt x="3561" y="1450"/>
                </a:cubicBezTo>
                <a:lnTo>
                  <a:pt x="3466" y="1576"/>
                </a:lnTo>
                <a:lnTo>
                  <a:pt x="3466" y="1009"/>
                </a:lnTo>
                <a:cubicBezTo>
                  <a:pt x="3466" y="441"/>
                  <a:pt x="2994" y="0"/>
                  <a:pt x="24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2" name="Google Shape;6079;p58">
            <a:extLst>
              <a:ext uri="{FF2B5EF4-FFF2-40B4-BE49-F238E27FC236}">
                <a16:creationId xmlns:a16="http://schemas.microsoft.com/office/drawing/2014/main" id="{1474ADDE-3DB8-8A88-1CF2-971C29B2AFD4}"/>
              </a:ext>
            </a:extLst>
          </p:cNvPr>
          <p:cNvSpPr/>
          <p:nvPr/>
        </p:nvSpPr>
        <p:spPr>
          <a:xfrm>
            <a:off x="9120094" y="2012126"/>
            <a:ext cx="179075" cy="116310"/>
          </a:xfrm>
          <a:custGeom>
            <a:avLst/>
            <a:gdLst/>
            <a:ahLst/>
            <a:cxnLst/>
            <a:rect l="l" t="t" r="r" b="b"/>
            <a:pathLst>
              <a:path w="4254" h="2763" extrusionOk="0">
                <a:moveTo>
                  <a:pt x="1095" y="0"/>
                </a:moveTo>
                <a:cubicBezTo>
                  <a:pt x="1002" y="0"/>
                  <a:pt x="904" y="28"/>
                  <a:pt x="820" y="112"/>
                </a:cubicBezTo>
                <a:lnTo>
                  <a:pt x="127" y="805"/>
                </a:lnTo>
                <a:cubicBezTo>
                  <a:pt x="1" y="931"/>
                  <a:pt x="1" y="1184"/>
                  <a:pt x="127" y="1278"/>
                </a:cubicBezTo>
                <a:cubicBezTo>
                  <a:pt x="190" y="1341"/>
                  <a:pt x="276" y="1373"/>
                  <a:pt x="363" y="1373"/>
                </a:cubicBezTo>
                <a:cubicBezTo>
                  <a:pt x="449" y="1373"/>
                  <a:pt x="536" y="1341"/>
                  <a:pt x="599" y="1278"/>
                </a:cubicBezTo>
                <a:lnTo>
                  <a:pt x="725" y="1184"/>
                </a:lnTo>
                <a:lnTo>
                  <a:pt x="725" y="1719"/>
                </a:lnTo>
                <a:cubicBezTo>
                  <a:pt x="725" y="2318"/>
                  <a:pt x="1198" y="2759"/>
                  <a:pt x="1733" y="2759"/>
                </a:cubicBezTo>
                <a:lnTo>
                  <a:pt x="3813" y="2759"/>
                </a:lnTo>
                <a:cubicBezTo>
                  <a:pt x="3837" y="2761"/>
                  <a:pt x="3861" y="2763"/>
                  <a:pt x="3883" y="2763"/>
                </a:cubicBezTo>
                <a:cubicBezTo>
                  <a:pt x="4122" y="2763"/>
                  <a:pt x="4254" y="2616"/>
                  <a:pt x="4254" y="2444"/>
                </a:cubicBezTo>
                <a:cubicBezTo>
                  <a:pt x="4254" y="2223"/>
                  <a:pt x="4096" y="2066"/>
                  <a:pt x="3907" y="2066"/>
                </a:cubicBezTo>
                <a:lnTo>
                  <a:pt x="1828" y="2066"/>
                </a:lnTo>
                <a:cubicBezTo>
                  <a:pt x="1639" y="2066"/>
                  <a:pt x="1481" y="1908"/>
                  <a:pt x="1481" y="1719"/>
                </a:cubicBezTo>
                <a:lnTo>
                  <a:pt x="1481" y="1184"/>
                </a:lnTo>
                <a:lnTo>
                  <a:pt x="1576" y="1278"/>
                </a:lnTo>
                <a:cubicBezTo>
                  <a:pt x="1639" y="1341"/>
                  <a:pt x="1733" y="1373"/>
                  <a:pt x="1824" y="1373"/>
                </a:cubicBezTo>
                <a:cubicBezTo>
                  <a:pt x="1914" y="1373"/>
                  <a:pt x="2001" y="1341"/>
                  <a:pt x="2048" y="1278"/>
                </a:cubicBezTo>
                <a:cubicBezTo>
                  <a:pt x="2174" y="1184"/>
                  <a:pt x="2174" y="931"/>
                  <a:pt x="2048" y="805"/>
                </a:cubicBezTo>
                <a:lnTo>
                  <a:pt x="1355" y="112"/>
                </a:lnTo>
                <a:cubicBezTo>
                  <a:pt x="1292" y="81"/>
                  <a:pt x="1261" y="81"/>
                  <a:pt x="1229" y="18"/>
                </a:cubicBezTo>
                <a:cubicBezTo>
                  <a:pt x="1187" y="7"/>
                  <a:pt x="1142" y="0"/>
                  <a:pt x="10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3" name="Google Shape;6080;p58">
            <a:extLst>
              <a:ext uri="{FF2B5EF4-FFF2-40B4-BE49-F238E27FC236}">
                <a16:creationId xmlns:a16="http://schemas.microsoft.com/office/drawing/2014/main" id="{CA793704-1564-D3E8-A7A7-B953B1EE7789}"/>
              </a:ext>
            </a:extLst>
          </p:cNvPr>
          <p:cNvSpPr/>
          <p:nvPr/>
        </p:nvSpPr>
        <p:spPr>
          <a:xfrm>
            <a:off x="9372078" y="1896152"/>
            <a:ext cx="149903" cy="144599"/>
          </a:xfrm>
          <a:custGeom>
            <a:avLst/>
            <a:gdLst/>
            <a:ahLst/>
            <a:cxnLst/>
            <a:rect l="l" t="t" r="r" b="b"/>
            <a:pathLst>
              <a:path w="3561" h="3435" extrusionOk="0">
                <a:moveTo>
                  <a:pt x="1796" y="0"/>
                </a:moveTo>
                <a:cubicBezTo>
                  <a:pt x="788" y="0"/>
                  <a:pt x="0" y="788"/>
                  <a:pt x="0" y="1733"/>
                </a:cubicBezTo>
                <a:cubicBezTo>
                  <a:pt x="0" y="2647"/>
                  <a:pt x="788" y="3434"/>
                  <a:pt x="1796" y="3434"/>
                </a:cubicBezTo>
                <a:cubicBezTo>
                  <a:pt x="2741" y="3434"/>
                  <a:pt x="3561" y="2647"/>
                  <a:pt x="3561" y="1733"/>
                </a:cubicBezTo>
                <a:cubicBezTo>
                  <a:pt x="3561" y="788"/>
                  <a:pt x="2773" y="0"/>
                  <a:pt x="179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4" name="Google Shape;6081;p58">
            <a:extLst>
              <a:ext uri="{FF2B5EF4-FFF2-40B4-BE49-F238E27FC236}">
                <a16:creationId xmlns:a16="http://schemas.microsoft.com/office/drawing/2014/main" id="{D1733F52-6830-DAF7-EFB4-8457465AF5D2}"/>
              </a:ext>
            </a:extLst>
          </p:cNvPr>
          <p:cNvSpPr/>
          <p:nvPr/>
        </p:nvSpPr>
        <p:spPr>
          <a:xfrm>
            <a:off x="9065706" y="1835155"/>
            <a:ext cx="233462" cy="148555"/>
          </a:xfrm>
          <a:custGeom>
            <a:avLst/>
            <a:gdLst/>
            <a:ahLst/>
            <a:cxnLst/>
            <a:rect l="l" t="t" r="r" b="b"/>
            <a:pathLst>
              <a:path w="5546" h="3529" extrusionOk="0">
                <a:moveTo>
                  <a:pt x="1072" y="0"/>
                </a:moveTo>
                <a:cubicBezTo>
                  <a:pt x="442" y="536"/>
                  <a:pt x="32" y="1292"/>
                  <a:pt x="32" y="2143"/>
                </a:cubicBezTo>
                <a:lnTo>
                  <a:pt x="32" y="3182"/>
                </a:lnTo>
                <a:cubicBezTo>
                  <a:pt x="1" y="3371"/>
                  <a:pt x="158" y="3529"/>
                  <a:pt x="347" y="3529"/>
                </a:cubicBezTo>
                <a:lnTo>
                  <a:pt x="5199" y="3529"/>
                </a:lnTo>
                <a:cubicBezTo>
                  <a:pt x="5388" y="3529"/>
                  <a:pt x="5546" y="3371"/>
                  <a:pt x="5546" y="3182"/>
                </a:cubicBezTo>
                <a:lnTo>
                  <a:pt x="5546" y="2143"/>
                </a:lnTo>
                <a:cubicBezTo>
                  <a:pt x="5546" y="1292"/>
                  <a:pt x="5168" y="536"/>
                  <a:pt x="4538" y="0"/>
                </a:cubicBezTo>
                <a:cubicBezTo>
                  <a:pt x="4096" y="473"/>
                  <a:pt x="3466" y="756"/>
                  <a:pt x="2805" y="756"/>
                </a:cubicBezTo>
                <a:cubicBezTo>
                  <a:pt x="2143" y="756"/>
                  <a:pt x="1513" y="504"/>
                  <a:pt x="107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5" name="Google Shape;6082;p58">
            <a:extLst>
              <a:ext uri="{FF2B5EF4-FFF2-40B4-BE49-F238E27FC236}">
                <a16:creationId xmlns:a16="http://schemas.microsoft.com/office/drawing/2014/main" id="{4AE85C22-E61E-7DD6-0F18-28235F775825}"/>
              </a:ext>
            </a:extLst>
          </p:cNvPr>
          <p:cNvSpPr/>
          <p:nvPr/>
        </p:nvSpPr>
        <p:spPr>
          <a:xfrm>
            <a:off x="9328298" y="2039360"/>
            <a:ext cx="236114" cy="151250"/>
          </a:xfrm>
          <a:custGeom>
            <a:avLst/>
            <a:gdLst/>
            <a:ahLst/>
            <a:cxnLst/>
            <a:rect l="l" t="t" r="r" b="b"/>
            <a:pathLst>
              <a:path w="5609" h="3593" extrusionOk="0">
                <a:moveTo>
                  <a:pt x="1009" y="1"/>
                </a:moveTo>
                <a:cubicBezTo>
                  <a:pt x="379" y="537"/>
                  <a:pt x="1" y="1261"/>
                  <a:pt x="1" y="2143"/>
                </a:cubicBezTo>
                <a:lnTo>
                  <a:pt x="1" y="3246"/>
                </a:lnTo>
                <a:cubicBezTo>
                  <a:pt x="1" y="3435"/>
                  <a:pt x="158" y="3592"/>
                  <a:pt x="347" y="3592"/>
                </a:cubicBezTo>
                <a:lnTo>
                  <a:pt x="5262" y="3592"/>
                </a:lnTo>
                <a:cubicBezTo>
                  <a:pt x="5451" y="3592"/>
                  <a:pt x="5609" y="3435"/>
                  <a:pt x="5609" y="3246"/>
                </a:cubicBezTo>
                <a:lnTo>
                  <a:pt x="5609" y="2143"/>
                </a:lnTo>
                <a:cubicBezTo>
                  <a:pt x="5577" y="1261"/>
                  <a:pt x="5199" y="537"/>
                  <a:pt x="4569" y="1"/>
                </a:cubicBezTo>
                <a:cubicBezTo>
                  <a:pt x="4128" y="474"/>
                  <a:pt x="3498" y="757"/>
                  <a:pt x="2773" y="757"/>
                </a:cubicBezTo>
                <a:cubicBezTo>
                  <a:pt x="2080" y="757"/>
                  <a:pt x="1450" y="474"/>
                  <a:pt x="100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7" name="Google Shape;6084;p58">
            <a:extLst>
              <a:ext uri="{FF2B5EF4-FFF2-40B4-BE49-F238E27FC236}">
                <a16:creationId xmlns:a16="http://schemas.microsoft.com/office/drawing/2014/main" id="{9DB42C3A-3CF0-C3DC-D1B4-60DF2183AC07}"/>
              </a:ext>
            </a:extLst>
          </p:cNvPr>
          <p:cNvSpPr/>
          <p:nvPr/>
        </p:nvSpPr>
        <p:spPr>
          <a:xfrm>
            <a:off x="9333602" y="2495446"/>
            <a:ext cx="116773" cy="57082"/>
          </a:xfrm>
          <a:custGeom>
            <a:avLst/>
            <a:gdLst/>
            <a:ahLst/>
            <a:cxnLst/>
            <a:rect l="l" t="t" r="r" b="b"/>
            <a:pathLst>
              <a:path w="2774" h="1356" extrusionOk="0">
                <a:moveTo>
                  <a:pt x="1387" y="1"/>
                </a:moveTo>
                <a:cubicBezTo>
                  <a:pt x="631" y="1"/>
                  <a:pt x="1" y="631"/>
                  <a:pt x="1" y="1355"/>
                </a:cubicBezTo>
                <a:lnTo>
                  <a:pt x="2773" y="1355"/>
                </a:lnTo>
                <a:cubicBezTo>
                  <a:pt x="2773" y="599"/>
                  <a:pt x="2143" y="1"/>
                  <a:pt x="1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8" name="Google Shape;6085;p58">
            <a:extLst>
              <a:ext uri="{FF2B5EF4-FFF2-40B4-BE49-F238E27FC236}">
                <a16:creationId xmlns:a16="http://schemas.microsoft.com/office/drawing/2014/main" id="{6AD92C67-44E7-BB2F-5666-34BC4D44A5D3}"/>
              </a:ext>
            </a:extLst>
          </p:cNvPr>
          <p:cNvSpPr/>
          <p:nvPr/>
        </p:nvSpPr>
        <p:spPr>
          <a:xfrm>
            <a:off x="9361468" y="2406582"/>
            <a:ext cx="59734" cy="59734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69" name="Google Shape;6086;p58">
            <a:extLst>
              <a:ext uri="{FF2B5EF4-FFF2-40B4-BE49-F238E27FC236}">
                <a16:creationId xmlns:a16="http://schemas.microsoft.com/office/drawing/2014/main" id="{70E1B18C-351F-DC7F-9188-3E9DFFFC11EB}"/>
              </a:ext>
            </a:extLst>
          </p:cNvPr>
          <p:cNvSpPr/>
          <p:nvPr/>
        </p:nvSpPr>
        <p:spPr>
          <a:xfrm>
            <a:off x="9215566" y="2320370"/>
            <a:ext cx="351498" cy="351498"/>
          </a:xfrm>
          <a:custGeom>
            <a:avLst/>
            <a:gdLst/>
            <a:ahLst/>
            <a:cxnLst/>
            <a:rect l="l" t="t" r="r" b="b"/>
            <a:pathLst>
              <a:path w="8350" h="8350" extrusionOk="0">
                <a:moveTo>
                  <a:pt x="4128" y="1387"/>
                </a:moveTo>
                <a:cubicBezTo>
                  <a:pt x="4884" y="1387"/>
                  <a:pt x="5514" y="2017"/>
                  <a:pt x="5514" y="2773"/>
                </a:cubicBezTo>
                <a:cubicBezTo>
                  <a:pt x="5514" y="3120"/>
                  <a:pt x="5357" y="3466"/>
                  <a:pt x="5136" y="3718"/>
                </a:cubicBezTo>
                <a:cubicBezTo>
                  <a:pt x="5766" y="4065"/>
                  <a:pt x="6176" y="4727"/>
                  <a:pt x="6176" y="5514"/>
                </a:cubicBezTo>
                <a:lnTo>
                  <a:pt x="6176" y="5892"/>
                </a:lnTo>
                <a:lnTo>
                  <a:pt x="6270" y="5892"/>
                </a:lnTo>
                <a:cubicBezTo>
                  <a:pt x="6270" y="6081"/>
                  <a:pt x="6113" y="6239"/>
                  <a:pt x="5924" y="6239"/>
                </a:cubicBezTo>
                <a:lnTo>
                  <a:pt x="2458" y="6239"/>
                </a:lnTo>
                <a:cubicBezTo>
                  <a:pt x="2238" y="6239"/>
                  <a:pt x="2080" y="6081"/>
                  <a:pt x="2080" y="5892"/>
                </a:cubicBezTo>
                <a:lnTo>
                  <a:pt x="2080" y="5514"/>
                </a:lnTo>
                <a:cubicBezTo>
                  <a:pt x="2080" y="4727"/>
                  <a:pt x="2521" y="4065"/>
                  <a:pt x="3151" y="3718"/>
                </a:cubicBezTo>
                <a:cubicBezTo>
                  <a:pt x="2931" y="3466"/>
                  <a:pt x="2773" y="3120"/>
                  <a:pt x="2773" y="2773"/>
                </a:cubicBezTo>
                <a:cubicBezTo>
                  <a:pt x="2773" y="2017"/>
                  <a:pt x="3403" y="1387"/>
                  <a:pt x="4128" y="1387"/>
                </a:cubicBezTo>
                <a:close/>
                <a:moveTo>
                  <a:pt x="4191" y="1"/>
                </a:moveTo>
                <a:cubicBezTo>
                  <a:pt x="1891" y="1"/>
                  <a:pt x="1" y="1860"/>
                  <a:pt x="1" y="4191"/>
                </a:cubicBezTo>
                <a:cubicBezTo>
                  <a:pt x="1" y="6522"/>
                  <a:pt x="1860" y="8350"/>
                  <a:pt x="4191" y="8350"/>
                </a:cubicBezTo>
                <a:cubicBezTo>
                  <a:pt x="6459" y="8350"/>
                  <a:pt x="8350" y="6522"/>
                  <a:pt x="8350" y="4191"/>
                </a:cubicBezTo>
                <a:cubicBezTo>
                  <a:pt x="8350" y="1860"/>
                  <a:pt x="6459" y="1"/>
                  <a:pt x="419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70" name="Google Shape;6087;p58">
            <a:extLst>
              <a:ext uri="{FF2B5EF4-FFF2-40B4-BE49-F238E27FC236}">
                <a16:creationId xmlns:a16="http://schemas.microsoft.com/office/drawing/2014/main" id="{F999B5C4-DBFF-8DEC-19D5-58D9BC3EC669}"/>
              </a:ext>
            </a:extLst>
          </p:cNvPr>
          <p:cNvSpPr/>
          <p:nvPr/>
        </p:nvSpPr>
        <p:spPr>
          <a:xfrm>
            <a:off x="9185088" y="2579006"/>
            <a:ext cx="123382" cy="122035"/>
          </a:xfrm>
          <a:custGeom>
            <a:avLst/>
            <a:gdLst/>
            <a:ahLst/>
            <a:cxnLst/>
            <a:rect l="l" t="t" r="r" b="b"/>
            <a:pathLst>
              <a:path w="2931" h="2899" extrusionOk="0">
                <a:moveTo>
                  <a:pt x="504" y="0"/>
                </a:moveTo>
                <a:lnTo>
                  <a:pt x="378" y="126"/>
                </a:lnTo>
                <a:cubicBezTo>
                  <a:pt x="0" y="536"/>
                  <a:pt x="0" y="1198"/>
                  <a:pt x="378" y="1576"/>
                </a:cubicBezTo>
                <a:lnTo>
                  <a:pt x="1355" y="2584"/>
                </a:lnTo>
                <a:cubicBezTo>
                  <a:pt x="1576" y="2773"/>
                  <a:pt x="1828" y="2899"/>
                  <a:pt x="2111" y="2899"/>
                </a:cubicBezTo>
                <a:cubicBezTo>
                  <a:pt x="2395" y="2899"/>
                  <a:pt x="2678" y="2773"/>
                  <a:pt x="2867" y="2584"/>
                </a:cubicBezTo>
                <a:lnTo>
                  <a:pt x="2930" y="2458"/>
                </a:lnTo>
                <a:cubicBezTo>
                  <a:pt x="1828" y="1985"/>
                  <a:pt x="977" y="1071"/>
                  <a:pt x="5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71" name="Google Shape;6088;p58">
            <a:extLst>
              <a:ext uri="{FF2B5EF4-FFF2-40B4-BE49-F238E27FC236}">
                <a16:creationId xmlns:a16="http://schemas.microsoft.com/office/drawing/2014/main" id="{79E3B33B-82A5-D834-B851-33C308469D68}"/>
              </a:ext>
            </a:extLst>
          </p:cNvPr>
          <p:cNvSpPr/>
          <p:nvPr/>
        </p:nvSpPr>
        <p:spPr>
          <a:xfrm>
            <a:off x="9063054" y="2654608"/>
            <a:ext cx="168466" cy="162826"/>
          </a:xfrm>
          <a:custGeom>
            <a:avLst/>
            <a:gdLst/>
            <a:ahLst/>
            <a:cxnLst/>
            <a:rect l="l" t="t" r="r" b="b"/>
            <a:pathLst>
              <a:path w="4002" h="3868" extrusionOk="0">
                <a:moveTo>
                  <a:pt x="2521" y="0"/>
                </a:moveTo>
                <a:lnTo>
                  <a:pt x="410" y="2111"/>
                </a:lnTo>
                <a:cubicBezTo>
                  <a:pt x="1" y="2520"/>
                  <a:pt x="1" y="3182"/>
                  <a:pt x="410" y="3560"/>
                </a:cubicBezTo>
                <a:cubicBezTo>
                  <a:pt x="599" y="3765"/>
                  <a:pt x="867" y="3867"/>
                  <a:pt x="1135" y="3867"/>
                </a:cubicBezTo>
                <a:cubicBezTo>
                  <a:pt x="1403" y="3867"/>
                  <a:pt x="1671" y="3765"/>
                  <a:pt x="1860" y="3560"/>
                </a:cubicBezTo>
                <a:lnTo>
                  <a:pt x="4002" y="1449"/>
                </a:lnTo>
                <a:cubicBezTo>
                  <a:pt x="3907" y="1418"/>
                  <a:pt x="3844" y="1323"/>
                  <a:pt x="3750" y="1260"/>
                </a:cubicBezTo>
                <a:lnTo>
                  <a:pt x="2773" y="252"/>
                </a:lnTo>
                <a:cubicBezTo>
                  <a:pt x="2679" y="189"/>
                  <a:pt x="2616" y="95"/>
                  <a:pt x="252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73" name="Google Shape;6090;p58">
            <a:extLst>
              <a:ext uri="{FF2B5EF4-FFF2-40B4-BE49-F238E27FC236}">
                <a16:creationId xmlns:a16="http://schemas.microsoft.com/office/drawing/2014/main" id="{917CC09F-9EF4-C197-B78F-050C7D3378D8}"/>
              </a:ext>
            </a:extLst>
          </p:cNvPr>
          <p:cNvSpPr/>
          <p:nvPr/>
        </p:nvSpPr>
        <p:spPr>
          <a:xfrm>
            <a:off x="9124093" y="3131292"/>
            <a:ext cx="148555" cy="145945"/>
          </a:xfrm>
          <a:custGeom>
            <a:avLst/>
            <a:gdLst/>
            <a:ahLst/>
            <a:cxnLst/>
            <a:rect l="l" t="t" r="r" b="b"/>
            <a:pathLst>
              <a:path w="3529" h="3467" extrusionOk="0">
                <a:moveTo>
                  <a:pt x="1764" y="1"/>
                </a:moveTo>
                <a:cubicBezTo>
                  <a:pt x="819" y="1"/>
                  <a:pt x="0" y="788"/>
                  <a:pt x="0" y="1734"/>
                </a:cubicBezTo>
                <a:cubicBezTo>
                  <a:pt x="0" y="2679"/>
                  <a:pt x="819" y="3466"/>
                  <a:pt x="1764" y="3466"/>
                </a:cubicBezTo>
                <a:cubicBezTo>
                  <a:pt x="2709" y="3466"/>
                  <a:pt x="3529" y="2679"/>
                  <a:pt x="3529" y="1734"/>
                </a:cubicBezTo>
                <a:cubicBezTo>
                  <a:pt x="3529" y="788"/>
                  <a:pt x="2741" y="1"/>
                  <a:pt x="1764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74" name="Google Shape;6091;p58">
            <a:extLst>
              <a:ext uri="{FF2B5EF4-FFF2-40B4-BE49-F238E27FC236}">
                <a16:creationId xmlns:a16="http://schemas.microsoft.com/office/drawing/2014/main" id="{9654D5C4-5ABA-FE87-40AE-A203E3FA4E3F}"/>
              </a:ext>
            </a:extLst>
          </p:cNvPr>
          <p:cNvSpPr/>
          <p:nvPr/>
        </p:nvSpPr>
        <p:spPr>
          <a:xfrm>
            <a:off x="9299126" y="2956258"/>
            <a:ext cx="265287" cy="262634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1733"/>
                </a:moveTo>
                <a:cubicBezTo>
                  <a:pt x="3372" y="1733"/>
                  <a:pt x="3529" y="1890"/>
                  <a:pt x="3529" y="2079"/>
                </a:cubicBezTo>
                <a:cubicBezTo>
                  <a:pt x="3529" y="2268"/>
                  <a:pt x="3372" y="2426"/>
                  <a:pt x="3151" y="2426"/>
                </a:cubicBezTo>
                <a:cubicBezTo>
                  <a:pt x="2962" y="2426"/>
                  <a:pt x="2805" y="2268"/>
                  <a:pt x="2805" y="2079"/>
                </a:cubicBezTo>
                <a:cubicBezTo>
                  <a:pt x="2805" y="1890"/>
                  <a:pt x="2962" y="1733"/>
                  <a:pt x="3151" y="1733"/>
                </a:cubicBezTo>
                <a:close/>
                <a:moveTo>
                  <a:pt x="3151" y="2773"/>
                </a:moveTo>
                <a:cubicBezTo>
                  <a:pt x="3372" y="2773"/>
                  <a:pt x="3529" y="2930"/>
                  <a:pt x="3529" y="3151"/>
                </a:cubicBezTo>
                <a:lnTo>
                  <a:pt x="3529" y="4505"/>
                </a:lnTo>
                <a:cubicBezTo>
                  <a:pt x="3529" y="4726"/>
                  <a:pt x="3372" y="4883"/>
                  <a:pt x="3151" y="4883"/>
                </a:cubicBezTo>
                <a:cubicBezTo>
                  <a:pt x="2962" y="4883"/>
                  <a:pt x="2805" y="4726"/>
                  <a:pt x="2805" y="4505"/>
                </a:cubicBezTo>
                <a:lnTo>
                  <a:pt x="2805" y="3151"/>
                </a:lnTo>
                <a:cubicBezTo>
                  <a:pt x="2805" y="2930"/>
                  <a:pt x="2962" y="2773"/>
                  <a:pt x="3151" y="2773"/>
                </a:cubicBezTo>
                <a:close/>
                <a:moveTo>
                  <a:pt x="3151" y="0"/>
                </a:moveTo>
                <a:cubicBezTo>
                  <a:pt x="1418" y="0"/>
                  <a:pt x="64" y="1418"/>
                  <a:pt x="64" y="3088"/>
                </a:cubicBezTo>
                <a:cubicBezTo>
                  <a:pt x="64" y="3655"/>
                  <a:pt x="158" y="4159"/>
                  <a:pt x="442" y="4631"/>
                </a:cubicBezTo>
                <a:lnTo>
                  <a:pt x="64" y="5765"/>
                </a:lnTo>
                <a:cubicBezTo>
                  <a:pt x="1" y="5892"/>
                  <a:pt x="64" y="6018"/>
                  <a:pt x="127" y="6112"/>
                </a:cubicBezTo>
                <a:cubicBezTo>
                  <a:pt x="190" y="6207"/>
                  <a:pt x="379" y="6238"/>
                  <a:pt x="473" y="6238"/>
                </a:cubicBezTo>
                <a:lnTo>
                  <a:pt x="1796" y="5923"/>
                </a:lnTo>
                <a:cubicBezTo>
                  <a:pt x="2206" y="6175"/>
                  <a:pt x="2679" y="6238"/>
                  <a:pt x="3214" y="6238"/>
                </a:cubicBezTo>
                <a:cubicBezTo>
                  <a:pt x="4947" y="6238"/>
                  <a:pt x="6302" y="4820"/>
                  <a:pt x="6302" y="3119"/>
                </a:cubicBezTo>
                <a:cubicBezTo>
                  <a:pt x="6270" y="1418"/>
                  <a:pt x="4884" y="0"/>
                  <a:pt x="31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75" name="Google Shape;6092;p58">
            <a:extLst>
              <a:ext uri="{FF2B5EF4-FFF2-40B4-BE49-F238E27FC236}">
                <a16:creationId xmlns:a16="http://schemas.microsoft.com/office/drawing/2014/main" id="{AD5C8F64-D500-1AA5-71D2-7D01A8DE424C}"/>
              </a:ext>
            </a:extLst>
          </p:cNvPr>
          <p:cNvSpPr/>
          <p:nvPr/>
        </p:nvSpPr>
        <p:spPr>
          <a:xfrm>
            <a:off x="9065706" y="3270544"/>
            <a:ext cx="265287" cy="183074"/>
          </a:xfrm>
          <a:custGeom>
            <a:avLst/>
            <a:gdLst/>
            <a:ahLst/>
            <a:cxnLst/>
            <a:rect l="l" t="t" r="r" b="b"/>
            <a:pathLst>
              <a:path w="6302" h="4349" extrusionOk="0">
                <a:moveTo>
                  <a:pt x="1356" y="1"/>
                </a:moveTo>
                <a:cubicBezTo>
                  <a:pt x="568" y="568"/>
                  <a:pt x="1" y="1513"/>
                  <a:pt x="1" y="2553"/>
                </a:cubicBezTo>
                <a:lnTo>
                  <a:pt x="1" y="3970"/>
                </a:lnTo>
                <a:cubicBezTo>
                  <a:pt x="1" y="4222"/>
                  <a:pt x="158" y="4348"/>
                  <a:pt x="347" y="4348"/>
                </a:cubicBezTo>
                <a:lnTo>
                  <a:pt x="5955" y="4348"/>
                </a:lnTo>
                <a:cubicBezTo>
                  <a:pt x="6144" y="4348"/>
                  <a:pt x="6302" y="4191"/>
                  <a:pt x="6302" y="3970"/>
                </a:cubicBezTo>
                <a:lnTo>
                  <a:pt x="6302" y="2553"/>
                </a:lnTo>
                <a:cubicBezTo>
                  <a:pt x="6302" y="1513"/>
                  <a:pt x="5798" y="599"/>
                  <a:pt x="4947" y="1"/>
                </a:cubicBezTo>
                <a:cubicBezTo>
                  <a:pt x="4538" y="505"/>
                  <a:pt x="3844" y="820"/>
                  <a:pt x="3151" y="820"/>
                </a:cubicBezTo>
                <a:cubicBezTo>
                  <a:pt x="2427" y="820"/>
                  <a:pt x="1765" y="505"/>
                  <a:pt x="135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77" name="Google Shape;6094;p58">
            <a:extLst>
              <a:ext uri="{FF2B5EF4-FFF2-40B4-BE49-F238E27FC236}">
                <a16:creationId xmlns:a16="http://schemas.microsoft.com/office/drawing/2014/main" id="{81AAE5BF-085D-CE42-8272-E2BD3F7037D9}"/>
              </a:ext>
            </a:extLst>
          </p:cNvPr>
          <p:cNvSpPr/>
          <p:nvPr/>
        </p:nvSpPr>
        <p:spPr>
          <a:xfrm>
            <a:off x="7616808" y="3838363"/>
            <a:ext cx="74341" cy="30519"/>
          </a:xfrm>
          <a:custGeom>
            <a:avLst/>
            <a:gdLst/>
            <a:ahLst/>
            <a:cxnLst/>
            <a:rect l="l" t="t" r="r" b="b"/>
            <a:pathLst>
              <a:path w="1766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419" y="725"/>
                </a:lnTo>
                <a:cubicBezTo>
                  <a:pt x="1608" y="725"/>
                  <a:pt x="1765" y="567"/>
                  <a:pt x="1765" y="378"/>
                </a:cubicBezTo>
                <a:cubicBezTo>
                  <a:pt x="1734" y="158"/>
                  <a:pt x="1608" y="0"/>
                  <a:pt x="14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78" name="Google Shape;6095;p58">
            <a:extLst>
              <a:ext uri="{FF2B5EF4-FFF2-40B4-BE49-F238E27FC236}">
                <a16:creationId xmlns:a16="http://schemas.microsoft.com/office/drawing/2014/main" id="{A663F040-3E9F-4C3F-04E7-820F0D6F0174}"/>
              </a:ext>
            </a:extLst>
          </p:cNvPr>
          <p:cNvSpPr/>
          <p:nvPr/>
        </p:nvSpPr>
        <p:spPr>
          <a:xfrm>
            <a:off x="7599590" y="3898055"/>
            <a:ext cx="62386" cy="57039"/>
          </a:xfrm>
          <a:custGeom>
            <a:avLst/>
            <a:gdLst/>
            <a:ahLst/>
            <a:cxnLst/>
            <a:rect l="l" t="t" r="r" b="b"/>
            <a:pathLst>
              <a:path w="1482" h="1355" extrusionOk="0">
                <a:moveTo>
                  <a:pt x="394" y="0"/>
                </a:moveTo>
                <a:cubicBezTo>
                  <a:pt x="308" y="0"/>
                  <a:pt x="221" y="32"/>
                  <a:pt x="158" y="95"/>
                </a:cubicBezTo>
                <a:cubicBezTo>
                  <a:pt x="0" y="221"/>
                  <a:pt x="0" y="410"/>
                  <a:pt x="158" y="567"/>
                </a:cubicBezTo>
                <a:lnTo>
                  <a:pt x="882" y="1260"/>
                </a:lnTo>
                <a:cubicBezTo>
                  <a:pt x="945" y="1323"/>
                  <a:pt x="1032" y="1355"/>
                  <a:pt x="1119" y="1355"/>
                </a:cubicBezTo>
                <a:cubicBezTo>
                  <a:pt x="1205" y="1355"/>
                  <a:pt x="1292" y="1323"/>
                  <a:pt x="1355" y="1260"/>
                </a:cubicBezTo>
                <a:cubicBezTo>
                  <a:pt x="1481" y="1134"/>
                  <a:pt x="1481" y="914"/>
                  <a:pt x="1355" y="788"/>
                </a:cubicBezTo>
                <a:lnTo>
                  <a:pt x="630" y="95"/>
                </a:lnTo>
                <a:cubicBezTo>
                  <a:pt x="567" y="32"/>
                  <a:pt x="481" y="0"/>
                  <a:pt x="3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79" name="Google Shape;6096;p58">
            <a:extLst>
              <a:ext uri="{FF2B5EF4-FFF2-40B4-BE49-F238E27FC236}">
                <a16:creationId xmlns:a16="http://schemas.microsoft.com/office/drawing/2014/main" id="{AAC95803-F582-132B-D059-035F76649161}"/>
              </a:ext>
            </a:extLst>
          </p:cNvPr>
          <p:cNvSpPr/>
          <p:nvPr/>
        </p:nvSpPr>
        <p:spPr>
          <a:xfrm>
            <a:off x="7602242" y="3750804"/>
            <a:ext cx="59734" cy="58092"/>
          </a:xfrm>
          <a:custGeom>
            <a:avLst/>
            <a:gdLst/>
            <a:ahLst/>
            <a:cxnLst/>
            <a:rect l="l" t="t" r="r" b="b"/>
            <a:pathLst>
              <a:path w="1419" h="1380" extrusionOk="0">
                <a:moveTo>
                  <a:pt x="1056" y="1"/>
                </a:moveTo>
                <a:cubicBezTo>
                  <a:pt x="969" y="1"/>
                  <a:pt x="882" y="32"/>
                  <a:pt x="819" y="96"/>
                </a:cubicBezTo>
                <a:lnTo>
                  <a:pt x="95" y="789"/>
                </a:lnTo>
                <a:cubicBezTo>
                  <a:pt x="0" y="915"/>
                  <a:pt x="0" y="1135"/>
                  <a:pt x="95" y="1261"/>
                </a:cubicBezTo>
                <a:cubicBezTo>
                  <a:pt x="158" y="1340"/>
                  <a:pt x="252" y="1379"/>
                  <a:pt x="343" y="1379"/>
                </a:cubicBezTo>
                <a:cubicBezTo>
                  <a:pt x="434" y="1379"/>
                  <a:pt x="520" y="1340"/>
                  <a:pt x="567" y="1261"/>
                </a:cubicBezTo>
                <a:lnTo>
                  <a:pt x="1292" y="568"/>
                </a:lnTo>
                <a:cubicBezTo>
                  <a:pt x="1418" y="442"/>
                  <a:pt x="1418" y="190"/>
                  <a:pt x="1292" y="96"/>
                </a:cubicBezTo>
                <a:cubicBezTo>
                  <a:pt x="1229" y="32"/>
                  <a:pt x="1142" y="1"/>
                  <a:pt x="105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80" name="Google Shape;6097;p58">
            <a:extLst>
              <a:ext uri="{FF2B5EF4-FFF2-40B4-BE49-F238E27FC236}">
                <a16:creationId xmlns:a16="http://schemas.microsoft.com/office/drawing/2014/main" id="{F3D98B94-3CC4-332C-2EAF-2BBCB620DFAB}"/>
              </a:ext>
            </a:extLst>
          </p:cNvPr>
          <p:cNvSpPr/>
          <p:nvPr/>
        </p:nvSpPr>
        <p:spPr>
          <a:xfrm>
            <a:off x="7192441" y="3750804"/>
            <a:ext cx="177728" cy="176464"/>
          </a:xfrm>
          <a:custGeom>
            <a:avLst/>
            <a:gdLst/>
            <a:ahLst/>
            <a:cxnLst/>
            <a:rect l="l" t="t" r="r" b="b"/>
            <a:pathLst>
              <a:path w="4222" h="4192" extrusionOk="0">
                <a:moveTo>
                  <a:pt x="2489" y="1"/>
                </a:moveTo>
                <a:cubicBezTo>
                  <a:pt x="2048" y="1"/>
                  <a:pt x="1639" y="285"/>
                  <a:pt x="1481" y="726"/>
                </a:cubicBezTo>
                <a:lnTo>
                  <a:pt x="1418" y="726"/>
                </a:lnTo>
                <a:cubicBezTo>
                  <a:pt x="662" y="726"/>
                  <a:pt x="0" y="1356"/>
                  <a:pt x="0" y="2080"/>
                </a:cubicBezTo>
                <a:cubicBezTo>
                  <a:pt x="0" y="2836"/>
                  <a:pt x="630" y="3467"/>
                  <a:pt x="1418" y="3467"/>
                </a:cubicBezTo>
                <a:lnTo>
                  <a:pt x="1481" y="3467"/>
                </a:lnTo>
                <a:cubicBezTo>
                  <a:pt x="1639" y="3845"/>
                  <a:pt x="2017" y="4191"/>
                  <a:pt x="2489" y="4191"/>
                </a:cubicBezTo>
                <a:lnTo>
                  <a:pt x="4222" y="4191"/>
                </a:lnTo>
                <a:lnTo>
                  <a:pt x="422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81" name="Google Shape;6098;p58">
            <a:extLst>
              <a:ext uri="{FF2B5EF4-FFF2-40B4-BE49-F238E27FC236}">
                <a16:creationId xmlns:a16="http://schemas.microsoft.com/office/drawing/2014/main" id="{6BB1BC11-F4EB-F727-6080-476FD6F91A6F}"/>
              </a:ext>
            </a:extLst>
          </p:cNvPr>
          <p:cNvSpPr/>
          <p:nvPr/>
        </p:nvSpPr>
        <p:spPr>
          <a:xfrm>
            <a:off x="7512073" y="3663288"/>
            <a:ext cx="59692" cy="351498"/>
          </a:xfrm>
          <a:custGeom>
            <a:avLst/>
            <a:gdLst/>
            <a:ahLst/>
            <a:cxnLst/>
            <a:rect l="l" t="t" r="r" b="b"/>
            <a:pathLst>
              <a:path w="1418" h="8350" extrusionOk="0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lnTo>
                  <a:pt x="0" y="7625"/>
                </a:lnTo>
                <a:cubicBezTo>
                  <a:pt x="0" y="8034"/>
                  <a:pt x="315" y="8349"/>
                  <a:pt x="725" y="8349"/>
                </a:cubicBezTo>
                <a:cubicBezTo>
                  <a:pt x="1134" y="8286"/>
                  <a:pt x="1418" y="8003"/>
                  <a:pt x="1418" y="7625"/>
                </a:cubicBezTo>
                <a:lnTo>
                  <a:pt x="1418" y="694"/>
                </a:ln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82" name="Google Shape;6099;p58">
            <a:extLst>
              <a:ext uri="{FF2B5EF4-FFF2-40B4-BE49-F238E27FC236}">
                <a16:creationId xmlns:a16="http://schemas.microsoft.com/office/drawing/2014/main" id="{FCA98009-F76C-7676-118B-78B73EAF7D0D}"/>
              </a:ext>
            </a:extLst>
          </p:cNvPr>
          <p:cNvSpPr/>
          <p:nvPr/>
        </p:nvSpPr>
        <p:spPr>
          <a:xfrm>
            <a:off x="7279958" y="3953747"/>
            <a:ext cx="86254" cy="116731"/>
          </a:xfrm>
          <a:custGeom>
            <a:avLst/>
            <a:gdLst/>
            <a:ahLst/>
            <a:cxnLst/>
            <a:rect l="l" t="t" r="r" b="b"/>
            <a:pathLst>
              <a:path w="2049" h="2773" extrusionOk="0">
                <a:moveTo>
                  <a:pt x="1" y="0"/>
                </a:moveTo>
                <a:lnTo>
                  <a:pt x="1" y="1764"/>
                </a:lnTo>
                <a:cubicBezTo>
                  <a:pt x="1" y="2363"/>
                  <a:pt x="473" y="2773"/>
                  <a:pt x="1040" y="2773"/>
                </a:cubicBezTo>
                <a:cubicBezTo>
                  <a:pt x="1607" y="2773"/>
                  <a:pt x="2048" y="2300"/>
                  <a:pt x="2048" y="1764"/>
                </a:cubicBezTo>
                <a:lnTo>
                  <a:pt x="2048" y="32"/>
                </a:lnTo>
                <a:lnTo>
                  <a:pt x="316" y="32"/>
                </a:lnTo>
                <a:cubicBezTo>
                  <a:pt x="253" y="32"/>
                  <a:pt x="127" y="32"/>
                  <a:pt x="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83" name="Google Shape;6100;p58">
            <a:extLst>
              <a:ext uri="{FF2B5EF4-FFF2-40B4-BE49-F238E27FC236}">
                <a16:creationId xmlns:a16="http://schemas.microsoft.com/office/drawing/2014/main" id="{10F3C303-7680-601E-F066-A278B1EA757B}"/>
              </a:ext>
            </a:extLst>
          </p:cNvPr>
          <p:cNvSpPr/>
          <p:nvPr/>
        </p:nvSpPr>
        <p:spPr>
          <a:xfrm>
            <a:off x="7397995" y="3699110"/>
            <a:ext cx="87559" cy="275894"/>
          </a:xfrm>
          <a:custGeom>
            <a:avLst/>
            <a:gdLst/>
            <a:ahLst/>
            <a:cxnLst/>
            <a:rect l="l" t="t" r="r" b="b"/>
            <a:pathLst>
              <a:path w="2080" h="6554" extrusionOk="0">
                <a:moveTo>
                  <a:pt x="2080" y="0"/>
                </a:moveTo>
                <a:lnTo>
                  <a:pt x="1765" y="315"/>
                </a:lnTo>
                <a:cubicBezTo>
                  <a:pt x="1292" y="788"/>
                  <a:pt x="662" y="1071"/>
                  <a:pt x="1" y="1166"/>
                </a:cubicBezTo>
                <a:lnTo>
                  <a:pt x="1" y="5419"/>
                </a:lnTo>
                <a:cubicBezTo>
                  <a:pt x="662" y="5482"/>
                  <a:pt x="1292" y="5766"/>
                  <a:pt x="1765" y="6238"/>
                </a:cubicBezTo>
                <a:lnTo>
                  <a:pt x="2080" y="6553"/>
                </a:lnTo>
                <a:lnTo>
                  <a:pt x="208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85" name="Google Shape;6102;p58">
            <a:extLst>
              <a:ext uri="{FF2B5EF4-FFF2-40B4-BE49-F238E27FC236}">
                <a16:creationId xmlns:a16="http://schemas.microsoft.com/office/drawing/2014/main" id="{58A7500D-C30A-FFCE-E6D7-C3ACBDC43F81}"/>
              </a:ext>
            </a:extLst>
          </p:cNvPr>
          <p:cNvSpPr/>
          <p:nvPr/>
        </p:nvSpPr>
        <p:spPr>
          <a:xfrm>
            <a:off x="7486184" y="4548789"/>
            <a:ext cx="205637" cy="205637"/>
          </a:xfrm>
          <a:custGeom>
            <a:avLst/>
            <a:gdLst/>
            <a:ahLst/>
            <a:cxnLst/>
            <a:rect l="l" t="t" r="r" b="b"/>
            <a:pathLst>
              <a:path w="4885" h="4885" extrusionOk="0">
                <a:moveTo>
                  <a:pt x="2395" y="1324"/>
                </a:moveTo>
                <a:cubicBezTo>
                  <a:pt x="2616" y="1324"/>
                  <a:pt x="2773" y="1482"/>
                  <a:pt x="2773" y="1702"/>
                </a:cubicBezTo>
                <a:lnTo>
                  <a:pt x="2773" y="2049"/>
                </a:lnTo>
                <a:lnTo>
                  <a:pt x="3120" y="2049"/>
                </a:lnTo>
                <a:cubicBezTo>
                  <a:pt x="3309" y="2049"/>
                  <a:pt x="3466" y="2206"/>
                  <a:pt x="3466" y="2395"/>
                </a:cubicBezTo>
                <a:cubicBezTo>
                  <a:pt x="3466" y="2584"/>
                  <a:pt x="3309" y="2742"/>
                  <a:pt x="3120" y="2742"/>
                </a:cubicBezTo>
                <a:lnTo>
                  <a:pt x="2395" y="2742"/>
                </a:lnTo>
                <a:cubicBezTo>
                  <a:pt x="2206" y="2742"/>
                  <a:pt x="2049" y="2584"/>
                  <a:pt x="2049" y="2395"/>
                </a:cubicBezTo>
                <a:lnTo>
                  <a:pt x="2049" y="1702"/>
                </a:lnTo>
                <a:cubicBezTo>
                  <a:pt x="2049" y="1482"/>
                  <a:pt x="2206" y="1324"/>
                  <a:pt x="2395" y="1324"/>
                </a:cubicBezTo>
                <a:close/>
                <a:moveTo>
                  <a:pt x="2458" y="1"/>
                </a:moveTo>
                <a:cubicBezTo>
                  <a:pt x="1104" y="1"/>
                  <a:pt x="1" y="1103"/>
                  <a:pt x="1" y="2427"/>
                </a:cubicBezTo>
                <a:cubicBezTo>
                  <a:pt x="1" y="3781"/>
                  <a:pt x="1104" y="4884"/>
                  <a:pt x="2458" y="4884"/>
                </a:cubicBezTo>
                <a:cubicBezTo>
                  <a:pt x="3782" y="4884"/>
                  <a:pt x="4884" y="3781"/>
                  <a:pt x="4884" y="2427"/>
                </a:cubicBezTo>
                <a:cubicBezTo>
                  <a:pt x="4853" y="1072"/>
                  <a:pt x="3782" y="1"/>
                  <a:pt x="245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86" name="Google Shape;6103;p58">
            <a:extLst>
              <a:ext uri="{FF2B5EF4-FFF2-40B4-BE49-F238E27FC236}">
                <a16:creationId xmlns:a16="http://schemas.microsoft.com/office/drawing/2014/main" id="{CC6DB8EB-0335-5331-4091-9E1559E032CF}"/>
              </a:ext>
            </a:extLst>
          </p:cNvPr>
          <p:cNvSpPr/>
          <p:nvPr/>
        </p:nvSpPr>
        <p:spPr>
          <a:xfrm>
            <a:off x="7193114" y="4402927"/>
            <a:ext cx="439014" cy="291807"/>
          </a:xfrm>
          <a:custGeom>
            <a:avLst/>
            <a:gdLst/>
            <a:ahLst/>
            <a:cxnLst/>
            <a:rect l="l" t="t" r="r" b="b"/>
            <a:pathLst>
              <a:path w="10429" h="6932" extrusionOk="0">
                <a:moveTo>
                  <a:pt x="2426" y="662"/>
                </a:moveTo>
                <a:cubicBezTo>
                  <a:pt x="2647" y="662"/>
                  <a:pt x="2804" y="819"/>
                  <a:pt x="2804" y="1008"/>
                </a:cubicBezTo>
                <a:cubicBezTo>
                  <a:pt x="2804" y="1197"/>
                  <a:pt x="2647" y="1355"/>
                  <a:pt x="2426" y="1355"/>
                </a:cubicBezTo>
                <a:lnTo>
                  <a:pt x="1733" y="1355"/>
                </a:lnTo>
                <a:cubicBezTo>
                  <a:pt x="1544" y="1355"/>
                  <a:pt x="1387" y="1197"/>
                  <a:pt x="1387" y="1008"/>
                </a:cubicBezTo>
                <a:cubicBezTo>
                  <a:pt x="1387" y="819"/>
                  <a:pt x="1544" y="662"/>
                  <a:pt x="1733" y="662"/>
                </a:cubicBezTo>
                <a:close/>
                <a:moveTo>
                  <a:pt x="4537" y="662"/>
                </a:moveTo>
                <a:cubicBezTo>
                  <a:pt x="4726" y="662"/>
                  <a:pt x="4884" y="819"/>
                  <a:pt x="4884" y="1008"/>
                </a:cubicBezTo>
                <a:cubicBezTo>
                  <a:pt x="4884" y="1197"/>
                  <a:pt x="4695" y="1355"/>
                  <a:pt x="4537" y="1355"/>
                </a:cubicBezTo>
                <a:lnTo>
                  <a:pt x="3812" y="1355"/>
                </a:lnTo>
                <a:cubicBezTo>
                  <a:pt x="3623" y="1355"/>
                  <a:pt x="3466" y="1197"/>
                  <a:pt x="3466" y="1008"/>
                </a:cubicBezTo>
                <a:cubicBezTo>
                  <a:pt x="3466" y="819"/>
                  <a:pt x="3623" y="662"/>
                  <a:pt x="3812" y="662"/>
                </a:cubicBezTo>
                <a:close/>
                <a:moveTo>
                  <a:pt x="6648" y="662"/>
                </a:moveTo>
                <a:cubicBezTo>
                  <a:pt x="6837" y="662"/>
                  <a:pt x="6994" y="819"/>
                  <a:pt x="6994" y="1008"/>
                </a:cubicBezTo>
                <a:cubicBezTo>
                  <a:pt x="6994" y="1197"/>
                  <a:pt x="6837" y="1355"/>
                  <a:pt x="6648" y="1355"/>
                </a:cubicBezTo>
                <a:lnTo>
                  <a:pt x="5955" y="1355"/>
                </a:lnTo>
                <a:cubicBezTo>
                  <a:pt x="5734" y="1355"/>
                  <a:pt x="5577" y="1197"/>
                  <a:pt x="5577" y="1008"/>
                </a:cubicBezTo>
                <a:cubicBezTo>
                  <a:pt x="5577" y="819"/>
                  <a:pt x="5734" y="662"/>
                  <a:pt x="5955" y="662"/>
                </a:cubicBezTo>
                <a:close/>
                <a:moveTo>
                  <a:pt x="8727" y="662"/>
                </a:moveTo>
                <a:cubicBezTo>
                  <a:pt x="8948" y="662"/>
                  <a:pt x="9105" y="819"/>
                  <a:pt x="9105" y="1008"/>
                </a:cubicBezTo>
                <a:cubicBezTo>
                  <a:pt x="9105" y="1197"/>
                  <a:pt x="8948" y="1355"/>
                  <a:pt x="8727" y="1355"/>
                </a:cubicBezTo>
                <a:lnTo>
                  <a:pt x="8034" y="1355"/>
                </a:lnTo>
                <a:cubicBezTo>
                  <a:pt x="7845" y="1355"/>
                  <a:pt x="7688" y="1197"/>
                  <a:pt x="7688" y="1008"/>
                </a:cubicBezTo>
                <a:cubicBezTo>
                  <a:pt x="7688" y="819"/>
                  <a:pt x="7845" y="662"/>
                  <a:pt x="8034" y="662"/>
                </a:cubicBezTo>
                <a:close/>
                <a:moveTo>
                  <a:pt x="2426" y="2080"/>
                </a:moveTo>
                <a:cubicBezTo>
                  <a:pt x="2647" y="2080"/>
                  <a:pt x="2804" y="2237"/>
                  <a:pt x="2804" y="2426"/>
                </a:cubicBezTo>
                <a:cubicBezTo>
                  <a:pt x="2804" y="2647"/>
                  <a:pt x="2647" y="2773"/>
                  <a:pt x="2426" y="2773"/>
                </a:cubicBezTo>
                <a:lnTo>
                  <a:pt x="1733" y="2773"/>
                </a:lnTo>
                <a:cubicBezTo>
                  <a:pt x="1544" y="2773"/>
                  <a:pt x="1387" y="2647"/>
                  <a:pt x="1387" y="2426"/>
                </a:cubicBezTo>
                <a:cubicBezTo>
                  <a:pt x="1387" y="2206"/>
                  <a:pt x="1544" y="2080"/>
                  <a:pt x="1733" y="2080"/>
                </a:cubicBezTo>
                <a:close/>
                <a:moveTo>
                  <a:pt x="4537" y="2080"/>
                </a:moveTo>
                <a:cubicBezTo>
                  <a:pt x="4726" y="2080"/>
                  <a:pt x="4884" y="2237"/>
                  <a:pt x="4884" y="2426"/>
                </a:cubicBezTo>
                <a:cubicBezTo>
                  <a:pt x="4884" y="2647"/>
                  <a:pt x="4695" y="2773"/>
                  <a:pt x="4537" y="2773"/>
                </a:cubicBezTo>
                <a:lnTo>
                  <a:pt x="3812" y="2773"/>
                </a:lnTo>
                <a:cubicBezTo>
                  <a:pt x="3623" y="2773"/>
                  <a:pt x="3466" y="2647"/>
                  <a:pt x="3466" y="2426"/>
                </a:cubicBezTo>
                <a:cubicBezTo>
                  <a:pt x="3466" y="2206"/>
                  <a:pt x="3623" y="2080"/>
                  <a:pt x="3812" y="2080"/>
                </a:cubicBezTo>
                <a:close/>
                <a:moveTo>
                  <a:pt x="6648" y="2080"/>
                </a:moveTo>
                <a:cubicBezTo>
                  <a:pt x="6837" y="2080"/>
                  <a:pt x="6994" y="2237"/>
                  <a:pt x="6994" y="2426"/>
                </a:cubicBezTo>
                <a:cubicBezTo>
                  <a:pt x="6994" y="2647"/>
                  <a:pt x="6837" y="2773"/>
                  <a:pt x="6648" y="2773"/>
                </a:cubicBezTo>
                <a:lnTo>
                  <a:pt x="5955" y="2773"/>
                </a:lnTo>
                <a:cubicBezTo>
                  <a:pt x="5734" y="2773"/>
                  <a:pt x="5577" y="2647"/>
                  <a:pt x="5577" y="2426"/>
                </a:cubicBezTo>
                <a:cubicBezTo>
                  <a:pt x="5577" y="2206"/>
                  <a:pt x="5734" y="2080"/>
                  <a:pt x="5955" y="2080"/>
                </a:cubicBezTo>
                <a:close/>
                <a:moveTo>
                  <a:pt x="8727" y="2080"/>
                </a:moveTo>
                <a:cubicBezTo>
                  <a:pt x="8948" y="2080"/>
                  <a:pt x="9105" y="2237"/>
                  <a:pt x="9105" y="2426"/>
                </a:cubicBezTo>
                <a:cubicBezTo>
                  <a:pt x="9105" y="2647"/>
                  <a:pt x="8948" y="2773"/>
                  <a:pt x="8727" y="2773"/>
                </a:cubicBezTo>
                <a:lnTo>
                  <a:pt x="8034" y="2773"/>
                </a:lnTo>
                <a:cubicBezTo>
                  <a:pt x="7845" y="2773"/>
                  <a:pt x="7688" y="2647"/>
                  <a:pt x="7688" y="2426"/>
                </a:cubicBezTo>
                <a:cubicBezTo>
                  <a:pt x="7688" y="2206"/>
                  <a:pt x="7845" y="2080"/>
                  <a:pt x="8034" y="2080"/>
                </a:cubicBezTo>
                <a:close/>
                <a:moveTo>
                  <a:pt x="2426" y="3466"/>
                </a:moveTo>
                <a:cubicBezTo>
                  <a:pt x="2647" y="3466"/>
                  <a:pt x="2804" y="3623"/>
                  <a:pt x="2804" y="3812"/>
                </a:cubicBezTo>
                <a:cubicBezTo>
                  <a:pt x="2804" y="4001"/>
                  <a:pt x="2647" y="4159"/>
                  <a:pt x="2426" y="4159"/>
                </a:cubicBezTo>
                <a:lnTo>
                  <a:pt x="1733" y="4159"/>
                </a:lnTo>
                <a:cubicBezTo>
                  <a:pt x="1544" y="4159"/>
                  <a:pt x="1387" y="4001"/>
                  <a:pt x="1387" y="3812"/>
                </a:cubicBezTo>
                <a:cubicBezTo>
                  <a:pt x="1387" y="3623"/>
                  <a:pt x="1544" y="3466"/>
                  <a:pt x="1733" y="3466"/>
                </a:cubicBezTo>
                <a:close/>
                <a:moveTo>
                  <a:pt x="4537" y="3466"/>
                </a:moveTo>
                <a:cubicBezTo>
                  <a:pt x="4726" y="3466"/>
                  <a:pt x="4884" y="3623"/>
                  <a:pt x="4884" y="3812"/>
                </a:cubicBezTo>
                <a:cubicBezTo>
                  <a:pt x="4884" y="4001"/>
                  <a:pt x="4695" y="4159"/>
                  <a:pt x="4537" y="4159"/>
                </a:cubicBezTo>
                <a:lnTo>
                  <a:pt x="3812" y="4159"/>
                </a:lnTo>
                <a:cubicBezTo>
                  <a:pt x="3623" y="4159"/>
                  <a:pt x="3466" y="4001"/>
                  <a:pt x="3466" y="3812"/>
                </a:cubicBezTo>
                <a:cubicBezTo>
                  <a:pt x="3466" y="3623"/>
                  <a:pt x="3623" y="3466"/>
                  <a:pt x="3812" y="3466"/>
                </a:cubicBezTo>
                <a:close/>
                <a:moveTo>
                  <a:pt x="6648" y="3466"/>
                </a:moveTo>
                <a:cubicBezTo>
                  <a:pt x="6837" y="3466"/>
                  <a:pt x="6994" y="3623"/>
                  <a:pt x="6994" y="3812"/>
                </a:cubicBezTo>
                <a:cubicBezTo>
                  <a:pt x="6994" y="4001"/>
                  <a:pt x="6837" y="4159"/>
                  <a:pt x="6648" y="4159"/>
                </a:cubicBezTo>
                <a:lnTo>
                  <a:pt x="5955" y="4159"/>
                </a:lnTo>
                <a:cubicBezTo>
                  <a:pt x="5734" y="4159"/>
                  <a:pt x="5577" y="4001"/>
                  <a:pt x="5577" y="3812"/>
                </a:cubicBezTo>
                <a:cubicBezTo>
                  <a:pt x="5577" y="3623"/>
                  <a:pt x="5734" y="3466"/>
                  <a:pt x="5955" y="3466"/>
                </a:cubicBezTo>
                <a:close/>
                <a:moveTo>
                  <a:pt x="2426" y="4852"/>
                </a:moveTo>
                <a:cubicBezTo>
                  <a:pt x="2647" y="4852"/>
                  <a:pt x="2804" y="5010"/>
                  <a:pt x="2804" y="5199"/>
                </a:cubicBezTo>
                <a:cubicBezTo>
                  <a:pt x="2804" y="5388"/>
                  <a:pt x="2647" y="5545"/>
                  <a:pt x="2426" y="5545"/>
                </a:cubicBezTo>
                <a:lnTo>
                  <a:pt x="1733" y="5545"/>
                </a:lnTo>
                <a:cubicBezTo>
                  <a:pt x="1544" y="5545"/>
                  <a:pt x="1387" y="5388"/>
                  <a:pt x="1387" y="5199"/>
                </a:cubicBezTo>
                <a:cubicBezTo>
                  <a:pt x="1387" y="5010"/>
                  <a:pt x="1544" y="4852"/>
                  <a:pt x="1733" y="4852"/>
                </a:cubicBezTo>
                <a:close/>
                <a:moveTo>
                  <a:pt x="4537" y="4852"/>
                </a:moveTo>
                <a:cubicBezTo>
                  <a:pt x="4726" y="4852"/>
                  <a:pt x="4884" y="5010"/>
                  <a:pt x="4884" y="5199"/>
                </a:cubicBezTo>
                <a:cubicBezTo>
                  <a:pt x="4884" y="5388"/>
                  <a:pt x="4695" y="5545"/>
                  <a:pt x="4537" y="5545"/>
                </a:cubicBezTo>
                <a:lnTo>
                  <a:pt x="3812" y="5545"/>
                </a:lnTo>
                <a:cubicBezTo>
                  <a:pt x="3623" y="5545"/>
                  <a:pt x="3466" y="5388"/>
                  <a:pt x="3466" y="5199"/>
                </a:cubicBezTo>
                <a:cubicBezTo>
                  <a:pt x="3466" y="5010"/>
                  <a:pt x="3623" y="4852"/>
                  <a:pt x="3812" y="4852"/>
                </a:cubicBezTo>
                <a:close/>
                <a:moveTo>
                  <a:pt x="0" y="0"/>
                </a:moveTo>
                <a:lnTo>
                  <a:pt x="0" y="5892"/>
                </a:lnTo>
                <a:cubicBezTo>
                  <a:pt x="0" y="6459"/>
                  <a:pt x="473" y="6931"/>
                  <a:pt x="1071" y="6931"/>
                </a:cubicBezTo>
                <a:lnTo>
                  <a:pt x="6490" y="6931"/>
                </a:lnTo>
                <a:cubicBezTo>
                  <a:pt x="6364" y="6616"/>
                  <a:pt x="6301" y="6270"/>
                  <a:pt x="6301" y="5892"/>
                </a:cubicBezTo>
                <a:cubicBezTo>
                  <a:pt x="6301" y="5797"/>
                  <a:pt x="6333" y="5671"/>
                  <a:pt x="6333" y="5545"/>
                </a:cubicBezTo>
                <a:lnTo>
                  <a:pt x="5955" y="5545"/>
                </a:lnTo>
                <a:cubicBezTo>
                  <a:pt x="5734" y="5545"/>
                  <a:pt x="5577" y="5388"/>
                  <a:pt x="5577" y="5199"/>
                </a:cubicBezTo>
                <a:cubicBezTo>
                  <a:pt x="5577" y="5010"/>
                  <a:pt x="5734" y="4852"/>
                  <a:pt x="5955" y="4852"/>
                </a:cubicBezTo>
                <a:lnTo>
                  <a:pt x="6490" y="4852"/>
                </a:lnTo>
                <a:cubicBezTo>
                  <a:pt x="6931" y="3623"/>
                  <a:pt x="8066" y="2741"/>
                  <a:pt x="9420" y="2741"/>
                </a:cubicBezTo>
                <a:cubicBezTo>
                  <a:pt x="9767" y="2741"/>
                  <a:pt x="10113" y="2836"/>
                  <a:pt x="10428" y="2962"/>
                </a:cubicBezTo>
                <a:lnTo>
                  <a:pt x="1042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87" name="Google Shape;6104;p58">
            <a:extLst>
              <a:ext uri="{FF2B5EF4-FFF2-40B4-BE49-F238E27FC236}">
                <a16:creationId xmlns:a16="http://schemas.microsoft.com/office/drawing/2014/main" id="{12E796C3-74DD-4FEF-C6A1-2B660B339CF5}"/>
              </a:ext>
            </a:extLst>
          </p:cNvPr>
          <p:cNvSpPr/>
          <p:nvPr/>
        </p:nvSpPr>
        <p:spPr>
          <a:xfrm>
            <a:off x="7191768" y="4255719"/>
            <a:ext cx="440362" cy="119383"/>
          </a:xfrm>
          <a:custGeom>
            <a:avLst/>
            <a:gdLst/>
            <a:ahLst/>
            <a:cxnLst/>
            <a:rect l="l" t="t" r="r" b="b"/>
            <a:pathLst>
              <a:path w="10461" h="2836" extrusionOk="0">
                <a:moveTo>
                  <a:pt x="1734" y="0"/>
                </a:moveTo>
                <a:cubicBezTo>
                  <a:pt x="1513" y="0"/>
                  <a:pt x="1356" y="158"/>
                  <a:pt x="1356" y="347"/>
                </a:cubicBezTo>
                <a:lnTo>
                  <a:pt x="1356" y="693"/>
                </a:lnTo>
                <a:lnTo>
                  <a:pt x="1009" y="693"/>
                </a:lnTo>
                <a:cubicBezTo>
                  <a:pt x="410" y="693"/>
                  <a:pt x="1" y="1166"/>
                  <a:pt x="1" y="1733"/>
                </a:cubicBezTo>
                <a:lnTo>
                  <a:pt x="1" y="2836"/>
                </a:lnTo>
                <a:lnTo>
                  <a:pt x="10429" y="2836"/>
                </a:lnTo>
                <a:lnTo>
                  <a:pt x="10429" y="1733"/>
                </a:lnTo>
                <a:lnTo>
                  <a:pt x="10460" y="1733"/>
                </a:lnTo>
                <a:cubicBezTo>
                  <a:pt x="10460" y="1134"/>
                  <a:pt x="9988" y="693"/>
                  <a:pt x="9421" y="693"/>
                </a:cubicBezTo>
                <a:lnTo>
                  <a:pt x="9074" y="693"/>
                </a:lnTo>
                <a:lnTo>
                  <a:pt x="9074" y="347"/>
                </a:lnTo>
                <a:cubicBezTo>
                  <a:pt x="9074" y="158"/>
                  <a:pt x="8917" y="0"/>
                  <a:pt x="8728" y="0"/>
                </a:cubicBezTo>
                <a:cubicBezTo>
                  <a:pt x="8539" y="0"/>
                  <a:pt x="8381" y="158"/>
                  <a:pt x="8381" y="347"/>
                </a:cubicBezTo>
                <a:lnTo>
                  <a:pt x="8381" y="693"/>
                </a:lnTo>
                <a:lnTo>
                  <a:pt x="6995" y="693"/>
                </a:lnTo>
                <a:lnTo>
                  <a:pt x="6995" y="347"/>
                </a:lnTo>
                <a:cubicBezTo>
                  <a:pt x="6995" y="158"/>
                  <a:pt x="6837" y="0"/>
                  <a:pt x="6648" y="0"/>
                </a:cubicBezTo>
                <a:cubicBezTo>
                  <a:pt x="6459" y="0"/>
                  <a:pt x="6302" y="158"/>
                  <a:pt x="6302" y="347"/>
                </a:cubicBezTo>
                <a:lnTo>
                  <a:pt x="6302" y="693"/>
                </a:lnTo>
                <a:lnTo>
                  <a:pt x="4159" y="693"/>
                </a:lnTo>
                <a:lnTo>
                  <a:pt x="4159" y="347"/>
                </a:lnTo>
                <a:cubicBezTo>
                  <a:pt x="4159" y="158"/>
                  <a:pt x="4002" y="0"/>
                  <a:pt x="3813" y="0"/>
                </a:cubicBezTo>
                <a:cubicBezTo>
                  <a:pt x="3624" y="0"/>
                  <a:pt x="3466" y="158"/>
                  <a:pt x="3466" y="347"/>
                </a:cubicBezTo>
                <a:lnTo>
                  <a:pt x="3466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3" y="0"/>
                  <a:pt x="17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89" name="Google Shape;6106;p58">
            <a:extLst>
              <a:ext uri="{FF2B5EF4-FFF2-40B4-BE49-F238E27FC236}">
                <a16:creationId xmlns:a16="http://schemas.microsoft.com/office/drawing/2014/main" id="{D0F5F82C-01B5-5709-A587-E5B6DC9AD587}"/>
              </a:ext>
            </a:extLst>
          </p:cNvPr>
          <p:cNvSpPr/>
          <p:nvPr/>
        </p:nvSpPr>
        <p:spPr>
          <a:xfrm>
            <a:off x="7383429" y="4933926"/>
            <a:ext cx="115384" cy="115426"/>
          </a:xfrm>
          <a:custGeom>
            <a:avLst/>
            <a:gdLst/>
            <a:ahLst/>
            <a:cxnLst/>
            <a:rect l="l" t="t" r="r" b="b"/>
            <a:pathLst>
              <a:path w="2741" h="2742" extrusionOk="0">
                <a:moveTo>
                  <a:pt x="1355" y="1"/>
                </a:moveTo>
                <a:cubicBezTo>
                  <a:pt x="630" y="1"/>
                  <a:pt x="0" y="631"/>
                  <a:pt x="0" y="1387"/>
                </a:cubicBezTo>
                <a:cubicBezTo>
                  <a:pt x="0" y="2112"/>
                  <a:pt x="630" y="2742"/>
                  <a:pt x="1355" y="2742"/>
                </a:cubicBezTo>
                <a:cubicBezTo>
                  <a:pt x="2111" y="2742"/>
                  <a:pt x="2741" y="2112"/>
                  <a:pt x="2741" y="1387"/>
                </a:cubicBezTo>
                <a:cubicBezTo>
                  <a:pt x="2741" y="631"/>
                  <a:pt x="2142" y="1"/>
                  <a:pt x="13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90" name="Google Shape;6107;p58">
            <a:extLst>
              <a:ext uri="{FF2B5EF4-FFF2-40B4-BE49-F238E27FC236}">
                <a16:creationId xmlns:a16="http://schemas.microsoft.com/office/drawing/2014/main" id="{2B318CC2-5CCF-9C9A-FB0F-85D717C0969B}"/>
              </a:ext>
            </a:extLst>
          </p:cNvPr>
          <p:cNvSpPr/>
          <p:nvPr/>
        </p:nvSpPr>
        <p:spPr>
          <a:xfrm>
            <a:off x="7338303" y="5046658"/>
            <a:ext cx="205637" cy="120730"/>
          </a:xfrm>
          <a:custGeom>
            <a:avLst/>
            <a:gdLst/>
            <a:ahLst/>
            <a:cxnLst/>
            <a:rect l="l" t="t" r="r" b="b"/>
            <a:pathLst>
              <a:path w="4885" h="2868" extrusionOk="0">
                <a:moveTo>
                  <a:pt x="820" y="1"/>
                </a:moveTo>
                <a:cubicBezTo>
                  <a:pt x="316" y="442"/>
                  <a:pt x="1" y="1104"/>
                  <a:pt x="1" y="1797"/>
                </a:cubicBezTo>
                <a:lnTo>
                  <a:pt x="1" y="2521"/>
                </a:lnTo>
                <a:cubicBezTo>
                  <a:pt x="1" y="2710"/>
                  <a:pt x="158" y="2868"/>
                  <a:pt x="347" y="2868"/>
                </a:cubicBezTo>
                <a:lnTo>
                  <a:pt x="4506" y="2868"/>
                </a:lnTo>
                <a:cubicBezTo>
                  <a:pt x="4727" y="2868"/>
                  <a:pt x="4884" y="2710"/>
                  <a:pt x="4884" y="2521"/>
                </a:cubicBezTo>
                <a:lnTo>
                  <a:pt x="4884" y="1860"/>
                </a:lnTo>
                <a:cubicBezTo>
                  <a:pt x="4884" y="1135"/>
                  <a:pt x="4569" y="473"/>
                  <a:pt x="4034" y="32"/>
                </a:cubicBezTo>
                <a:cubicBezTo>
                  <a:pt x="3655" y="473"/>
                  <a:pt x="3120" y="788"/>
                  <a:pt x="2427" y="788"/>
                </a:cubicBezTo>
                <a:cubicBezTo>
                  <a:pt x="1797" y="788"/>
                  <a:pt x="1198" y="473"/>
                  <a:pt x="820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91" name="Google Shape;6108;p58">
            <a:extLst>
              <a:ext uri="{FF2B5EF4-FFF2-40B4-BE49-F238E27FC236}">
                <a16:creationId xmlns:a16="http://schemas.microsoft.com/office/drawing/2014/main" id="{C9A9FDC5-555D-99FD-5EBF-290A6B292040}"/>
              </a:ext>
            </a:extLst>
          </p:cNvPr>
          <p:cNvSpPr/>
          <p:nvPr/>
        </p:nvSpPr>
        <p:spPr>
          <a:xfrm>
            <a:off x="7573070" y="5254905"/>
            <a:ext cx="118078" cy="176423"/>
          </a:xfrm>
          <a:custGeom>
            <a:avLst/>
            <a:gdLst/>
            <a:ahLst/>
            <a:cxnLst/>
            <a:rect l="l" t="t" r="r" b="b"/>
            <a:pathLst>
              <a:path w="2805" h="4191" extrusionOk="0">
                <a:moveTo>
                  <a:pt x="0" y="0"/>
                </a:moveTo>
                <a:lnTo>
                  <a:pt x="0" y="4190"/>
                </a:lnTo>
                <a:lnTo>
                  <a:pt x="2458" y="4190"/>
                </a:lnTo>
                <a:cubicBezTo>
                  <a:pt x="2647" y="4190"/>
                  <a:pt x="2804" y="4033"/>
                  <a:pt x="2804" y="3844"/>
                </a:cubicBezTo>
                <a:lnTo>
                  <a:pt x="2804" y="315"/>
                </a:lnTo>
                <a:cubicBezTo>
                  <a:pt x="2773" y="158"/>
                  <a:pt x="2647" y="0"/>
                  <a:pt x="24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92" name="Google Shape;6109;p58">
            <a:extLst>
              <a:ext uri="{FF2B5EF4-FFF2-40B4-BE49-F238E27FC236}">
                <a16:creationId xmlns:a16="http://schemas.microsoft.com/office/drawing/2014/main" id="{E0BF1B1E-04CC-4AD4-DAE8-C2C7A6C55C3A}"/>
              </a:ext>
            </a:extLst>
          </p:cNvPr>
          <p:cNvSpPr/>
          <p:nvPr/>
        </p:nvSpPr>
        <p:spPr>
          <a:xfrm>
            <a:off x="7192442" y="5313250"/>
            <a:ext cx="118078" cy="118078"/>
          </a:xfrm>
          <a:custGeom>
            <a:avLst/>
            <a:gdLst/>
            <a:ahLst/>
            <a:cxnLst/>
            <a:rect l="l" t="t" r="r" b="b"/>
            <a:pathLst>
              <a:path w="2805" h="2805" extrusionOk="0">
                <a:moveTo>
                  <a:pt x="347" y="0"/>
                </a:moveTo>
                <a:cubicBezTo>
                  <a:pt x="158" y="0"/>
                  <a:pt x="0" y="189"/>
                  <a:pt x="0" y="347"/>
                </a:cubicBezTo>
                <a:lnTo>
                  <a:pt x="0" y="2458"/>
                </a:lnTo>
                <a:cubicBezTo>
                  <a:pt x="0" y="2678"/>
                  <a:pt x="158" y="2804"/>
                  <a:pt x="347" y="2804"/>
                </a:cubicBezTo>
                <a:lnTo>
                  <a:pt x="2804" y="2804"/>
                </a:lnTo>
                <a:lnTo>
                  <a:pt x="280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93" name="Google Shape;6110;p58">
            <a:extLst>
              <a:ext uri="{FF2B5EF4-FFF2-40B4-BE49-F238E27FC236}">
                <a16:creationId xmlns:a16="http://schemas.microsoft.com/office/drawing/2014/main" id="{DDDB19C6-0F8B-FF62-B6E0-65A15193114E}"/>
              </a:ext>
            </a:extLst>
          </p:cNvPr>
          <p:cNvSpPr/>
          <p:nvPr/>
        </p:nvSpPr>
        <p:spPr>
          <a:xfrm>
            <a:off x="7338303" y="5197866"/>
            <a:ext cx="205637" cy="234767"/>
          </a:xfrm>
          <a:custGeom>
            <a:avLst/>
            <a:gdLst/>
            <a:ahLst/>
            <a:cxnLst/>
            <a:rect l="l" t="t" r="r" b="b"/>
            <a:pathLst>
              <a:path w="4885" h="5577" extrusionOk="0">
                <a:moveTo>
                  <a:pt x="2466" y="1377"/>
                </a:moveTo>
                <a:cubicBezTo>
                  <a:pt x="2522" y="1377"/>
                  <a:pt x="2582" y="1392"/>
                  <a:pt x="2647" y="1418"/>
                </a:cubicBezTo>
                <a:cubicBezTo>
                  <a:pt x="2742" y="1450"/>
                  <a:pt x="2836" y="1607"/>
                  <a:pt x="2836" y="1733"/>
                </a:cubicBezTo>
                <a:lnTo>
                  <a:pt x="2836" y="3497"/>
                </a:lnTo>
                <a:lnTo>
                  <a:pt x="3183" y="3497"/>
                </a:lnTo>
                <a:cubicBezTo>
                  <a:pt x="3372" y="3497"/>
                  <a:pt x="3529" y="3655"/>
                  <a:pt x="3529" y="3844"/>
                </a:cubicBezTo>
                <a:cubicBezTo>
                  <a:pt x="3529" y="4033"/>
                  <a:pt x="3340" y="4159"/>
                  <a:pt x="3151" y="4159"/>
                </a:cubicBezTo>
                <a:lnTo>
                  <a:pt x="1765" y="4159"/>
                </a:lnTo>
                <a:cubicBezTo>
                  <a:pt x="1576" y="4159"/>
                  <a:pt x="1419" y="4002"/>
                  <a:pt x="1419" y="3812"/>
                </a:cubicBezTo>
                <a:cubicBezTo>
                  <a:pt x="1419" y="3623"/>
                  <a:pt x="1576" y="3466"/>
                  <a:pt x="1765" y="3466"/>
                </a:cubicBezTo>
                <a:lnTo>
                  <a:pt x="2112" y="3466"/>
                </a:lnTo>
                <a:lnTo>
                  <a:pt x="2112" y="2552"/>
                </a:lnTo>
                <a:lnTo>
                  <a:pt x="1986" y="2678"/>
                </a:lnTo>
                <a:cubicBezTo>
                  <a:pt x="1938" y="2726"/>
                  <a:pt x="1852" y="2749"/>
                  <a:pt x="1765" y="2749"/>
                </a:cubicBezTo>
                <a:cubicBezTo>
                  <a:pt x="1679" y="2749"/>
                  <a:pt x="1592" y="2726"/>
                  <a:pt x="1545" y="2678"/>
                </a:cubicBezTo>
                <a:cubicBezTo>
                  <a:pt x="1419" y="2552"/>
                  <a:pt x="1419" y="2300"/>
                  <a:pt x="1545" y="2206"/>
                </a:cubicBezTo>
                <a:lnTo>
                  <a:pt x="2238" y="1481"/>
                </a:lnTo>
                <a:cubicBezTo>
                  <a:pt x="2312" y="1407"/>
                  <a:pt x="2385" y="1377"/>
                  <a:pt x="2466" y="1377"/>
                </a:cubicBezTo>
                <a:close/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5577"/>
                </a:lnTo>
                <a:lnTo>
                  <a:pt x="4853" y="5577"/>
                </a:lnTo>
                <a:cubicBezTo>
                  <a:pt x="4884" y="3245"/>
                  <a:pt x="4884" y="2678"/>
                  <a:pt x="4884" y="347"/>
                </a:cubicBezTo>
                <a:cubicBezTo>
                  <a:pt x="4884" y="158"/>
                  <a:pt x="4727" y="0"/>
                  <a:pt x="453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95" name="Google Shape;6112;p58">
            <a:extLst>
              <a:ext uri="{FF2B5EF4-FFF2-40B4-BE49-F238E27FC236}">
                <a16:creationId xmlns:a16="http://schemas.microsoft.com/office/drawing/2014/main" id="{56CAB5F3-87EA-E80B-51F5-F591DC521E53}"/>
              </a:ext>
            </a:extLst>
          </p:cNvPr>
          <p:cNvSpPr/>
          <p:nvPr/>
        </p:nvSpPr>
        <p:spPr>
          <a:xfrm>
            <a:off x="10348138" y="3742848"/>
            <a:ext cx="230810" cy="246722"/>
          </a:xfrm>
          <a:custGeom>
            <a:avLst/>
            <a:gdLst/>
            <a:ahLst/>
            <a:cxnLst/>
            <a:rect l="l" t="t" r="r" b="b"/>
            <a:pathLst>
              <a:path w="5483" h="5861" extrusionOk="0">
                <a:moveTo>
                  <a:pt x="2584" y="1"/>
                </a:moveTo>
                <a:lnTo>
                  <a:pt x="410" y="2206"/>
                </a:lnTo>
                <a:cubicBezTo>
                  <a:pt x="1" y="2615"/>
                  <a:pt x="1" y="3277"/>
                  <a:pt x="410" y="3655"/>
                </a:cubicBezTo>
                <a:lnTo>
                  <a:pt x="2584" y="5860"/>
                </a:lnTo>
                <a:lnTo>
                  <a:pt x="3781" y="4632"/>
                </a:lnTo>
                <a:cubicBezTo>
                  <a:pt x="3844" y="4584"/>
                  <a:pt x="3939" y="4561"/>
                  <a:pt x="4029" y="4561"/>
                </a:cubicBezTo>
                <a:cubicBezTo>
                  <a:pt x="4120" y="4561"/>
                  <a:pt x="4206" y="4584"/>
                  <a:pt x="4254" y="4632"/>
                </a:cubicBezTo>
                <a:lnTo>
                  <a:pt x="4726" y="5104"/>
                </a:lnTo>
                <a:cubicBezTo>
                  <a:pt x="4789" y="5167"/>
                  <a:pt x="4884" y="5199"/>
                  <a:pt x="4974" y="5199"/>
                </a:cubicBezTo>
                <a:cubicBezTo>
                  <a:pt x="5065" y="5199"/>
                  <a:pt x="5152" y="5167"/>
                  <a:pt x="5199" y="5104"/>
                </a:cubicBezTo>
                <a:cubicBezTo>
                  <a:pt x="5325" y="5010"/>
                  <a:pt x="5325" y="4758"/>
                  <a:pt x="5199" y="4632"/>
                </a:cubicBezTo>
                <a:lnTo>
                  <a:pt x="4726" y="4159"/>
                </a:lnTo>
                <a:cubicBezTo>
                  <a:pt x="4632" y="4065"/>
                  <a:pt x="4632" y="3813"/>
                  <a:pt x="4726" y="3687"/>
                </a:cubicBezTo>
                <a:lnTo>
                  <a:pt x="5482" y="2962"/>
                </a:lnTo>
                <a:lnTo>
                  <a:pt x="5010" y="2489"/>
                </a:lnTo>
                <a:lnTo>
                  <a:pt x="4789" y="2710"/>
                </a:lnTo>
                <a:cubicBezTo>
                  <a:pt x="4584" y="2915"/>
                  <a:pt x="4317" y="3017"/>
                  <a:pt x="4049" y="3017"/>
                </a:cubicBezTo>
                <a:cubicBezTo>
                  <a:pt x="3781" y="3017"/>
                  <a:pt x="3513" y="2915"/>
                  <a:pt x="3309" y="2710"/>
                </a:cubicBezTo>
                <a:cubicBezTo>
                  <a:pt x="2930" y="2332"/>
                  <a:pt x="2930" y="1670"/>
                  <a:pt x="3309" y="1261"/>
                </a:cubicBezTo>
                <a:lnTo>
                  <a:pt x="3561" y="1040"/>
                </a:lnTo>
                <a:lnTo>
                  <a:pt x="2584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96" name="Google Shape;6113;p58">
            <a:extLst>
              <a:ext uri="{FF2B5EF4-FFF2-40B4-BE49-F238E27FC236}">
                <a16:creationId xmlns:a16="http://schemas.microsoft.com/office/drawing/2014/main" id="{99DF9A88-52A9-B5F1-B1D8-B9A8BDAF28A5}"/>
              </a:ext>
            </a:extLst>
          </p:cNvPr>
          <p:cNvSpPr/>
          <p:nvPr/>
        </p:nvSpPr>
        <p:spPr>
          <a:xfrm>
            <a:off x="10478129" y="3618203"/>
            <a:ext cx="245375" cy="225464"/>
          </a:xfrm>
          <a:custGeom>
            <a:avLst/>
            <a:gdLst/>
            <a:ahLst/>
            <a:cxnLst/>
            <a:rect l="l" t="t" r="r" b="b"/>
            <a:pathLst>
              <a:path w="5829" h="5356" extrusionOk="0">
                <a:moveTo>
                  <a:pt x="2926" y="0"/>
                </a:moveTo>
                <a:cubicBezTo>
                  <a:pt x="2662" y="0"/>
                  <a:pt x="2394" y="95"/>
                  <a:pt x="2205" y="284"/>
                </a:cubicBezTo>
                <a:lnTo>
                  <a:pt x="0" y="2457"/>
                </a:lnTo>
                <a:lnTo>
                  <a:pt x="1229" y="3686"/>
                </a:lnTo>
                <a:cubicBezTo>
                  <a:pt x="1323" y="3781"/>
                  <a:pt x="1323" y="4033"/>
                  <a:pt x="1229" y="4127"/>
                </a:cubicBezTo>
                <a:lnTo>
                  <a:pt x="725" y="4600"/>
                </a:lnTo>
                <a:cubicBezTo>
                  <a:pt x="630" y="4726"/>
                  <a:pt x="630" y="4978"/>
                  <a:pt x="725" y="5072"/>
                </a:cubicBezTo>
                <a:cubicBezTo>
                  <a:pt x="788" y="5135"/>
                  <a:pt x="882" y="5167"/>
                  <a:pt x="977" y="5167"/>
                </a:cubicBezTo>
                <a:cubicBezTo>
                  <a:pt x="1071" y="5167"/>
                  <a:pt x="1166" y="5135"/>
                  <a:pt x="1229" y="5072"/>
                </a:cubicBezTo>
                <a:lnTo>
                  <a:pt x="1701" y="4600"/>
                </a:lnTo>
                <a:cubicBezTo>
                  <a:pt x="1749" y="4553"/>
                  <a:pt x="1835" y="4529"/>
                  <a:pt x="1926" y="4529"/>
                </a:cubicBezTo>
                <a:cubicBezTo>
                  <a:pt x="2016" y="4529"/>
                  <a:pt x="2111" y="4553"/>
                  <a:pt x="2174" y="4600"/>
                </a:cubicBezTo>
                <a:lnTo>
                  <a:pt x="2898" y="5356"/>
                </a:lnTo>
                <a:lnTo>
                  <a:pt x="3371" y="4883"/>
                </a:lnTo>
                <a:lnTo>
                  <a:pt x="3151" y="4663"/>
                </a:lnTo>
                <a:cubicBezTo>
                  <a:pt x="2741" y="4253"/>
                  <a:pt x="2741" y="3592"/>
                  <a:pt x="3151" y="3214"/>
                </a:cubicBezTo>
                <a:cubicBezTo>
                  <a:pt x="3340" y="3009"/>
                  <a:pt x="3607" y="2906"/>
                  <a:pt x="3875" y="2906"/>
                </a:cubicBezTo>
                <a:cubicBezTo>
                  <a:pt x="4143" y="2906"/>
                  <a:pt x="4411" y="3009"/>
                  <a:pt x="4600" y="3214"/>
                </a:cubicBezTo>
                <a:lnTo>
                  <a:pt x="4852" y="3434"/>
                </a:lnTo>
                <a:lnTo>
                  <a:pt x="5828" y="2457"/>
                </a:lnTo>
                <a:lnTo>
                  <a:pt x="3623" y="284"/>
                </a:lnTo>
                <a:cubicBezTo>
                  <a:pt x="3450" y="95"/>
                  <a:pt x="3190" y="0"/>
                  <a:pt x="292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97" name="Google Shape;6114;p58">
            <a:extLst>
              <a:ext uri="{FF2B5EF4-FFF2-40B4-BE49-F238E27FC236}">
                <a16:creationId xmlns:a16="http://schemas.microsoft.com/office/drawing/2014/main" id="{F5CC6236-5B36-910B-A212-C9973AF909DD}"/>
              </a:ext>
            </a:extLst>
          </p:cNvPr>
          <p:cNvSpPr/>
          <p:nvPr/>
        </p:nvSpPr>
        <p:spPr>
          <a:xfrm>
            <a:off x="10623990" y="3742849"/>
            <a:ext cx="230810" cy="245375"/>
          </a:xfrm>
          <a:custGeom>
            <a:avLst/>
            <a:gdLst/>
            <a:ahLst/>
            <a:cxnLst/>
            <a:rect l="l" t="t" r="r" b="b"/>
            <a:pathLst>
              <a:path w="5483" h="5829" extrusionOk="0">
                <a:moveTo>
                  <a:pt x="2899" y="1"/>
                </a:moveTo>
                <a:lnTo>
                  <a:pt x="1702" y="1229"/>
                </a:lnTo>
                <a:cubicBezTo>
                  <a:pt x="1639" y="1292"/>
                  <a:pt x="1544" y="1324"/>
                  <a:pt x="1450" y="1324"/>
                </a:cubicBezTo>
                <a:cubicBezTo>
                  <a:pt x="1355" y="1324"/>
                  <a:pt x="1261" y="1292"/>
                  <a:pt x="1198" y="1229"/>
                </a:cubicBezTo>
                <a:lnTo>
                  <a:pt x="725" y="757"/>
                </a:lnTo>
                <a:cubicBezTo>
                  <a:pt x="678" y="694"/>
                  <a:pt x="591" y="662"/>
                  <a:pt x="501" y="662"/>
                </a:cubicBezTo>
                <a:cubicBezTo>
                  <a:pt x="410" y="662"/>
                  <a:pt x="316" y="694"/>
                  <a:pt x="253" y="757"/>
                </a:cubicBezTo>
                <a:cubicBezTo>
                  <a:pt x="158" y="883"/>
                  <a:pt x="158" y="1103"/>
                  <a:pt x="253" y="1229"/>
                </a:cubicBezTo>
                <a:lnTo>
                  <a:pt x="725" y="1702"/>
                </a:lnTo>
                <a:cubicBezTo>
                  <a:pt x="851" y="1828"/>
                  <a:pt x="851" y="2048"/>
                  <a:pt x="725" y="2174"/>
                </a:cubicBezTo>
                <a:lnTo>
                  <a:pt x="1" y="2899"/>
                </a:lnTo>
                <a:lnTo>
                  <a:pt x="473" y="3372"/>
                </a:lnTo>
                <a:lnTo>
                  <a:pt x="694" y="3151"/>
                </a:lnTo>
                <a:cubicBezTo>
                  <a:pt x="898" y="2946"/>
                  <a:pt x="1166" y="2844"/>
                  <a:pt x="1434" y="2844"/>
                </a:cubicBezTo>
                <a:cubicBezTo>
                  <a:pt x="1702" y="2844"/>
                  <a:pt x="1970" y="2946"/>
                  <a:pt x="2174" y="3151"/>
                </a:cubicBezTo>
                <a:cubicBezTo>
                  <a:pt x="2552" y="3529"/>
                  <a:pt x="2552" y="4222"/>
                  <a:pt x="2174" y="4600"/>
                </a:cubicBezTo>
                <a:lnTo>
                  <a:pt x="1922" y="4852"/>
                </a:lnTo>
                <a:lnTo>
                  <a:pt x="2899" y="5829"/>
                </a:lnTo>
                <a:lnTo>
                  <a:pt x="5073" y="3655"/>
                </a:lnTo>
                <a:cubicBezTo>
                  <a:pt x="5482" y="3277"/>
                  <a:pt x="5482" y="2615"/>
                  <a:pt x="5073" y="2206"/>
                </a:cubicBezTo>
                <a:lnTo>
                  <a:pt x="2899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898" name="Google Shape;6115;p58">
            <a:extLst>
              <a:ext uri="{FF2B5EF4-FFF2-40B4-BE49-F238E27FC236}">
                <a16:creationId xmlns:a16="http://schemas.microsoft.com/office/drawing/2014/main" id="{DC68C51B-1982-906D-DE41-48BB17A6F7CD}"/>
              </a:ext>
            </a:extLst>
          </p:cNvPr>
          <p:cNvSpPr/>
          <p:nvPr/>
        </p:nvSpPr>
        <p:spPr>
          <a:xfrm>
            <a:off x="10478129" y="3888752"/>
            <a:ext cx="248027" cy="226811"/>
          </a:xfrm>
          <a:custGeom>
            <a:avLst/>
            <a:gdLst/>
            <a:ahLst/>
            <a:cxnLst/>
            <a:rect l="l" t="t" r="r" b="b"/>
            <a:pathLst>
              <a:path w="5892" h="5388" extrusionOk="0">
                <a:moveTo>
                  <a:pt x="2993" y="0"/>
                </a:moveTo>
                <a:lnTo>
                  <a:pt x="2520" y="473"/>
                </a:lnTo>
                <a:lnTo>
                  <a:pt x="2741" y="725"/>
                </a:lnTo>
                <a:cubicBezTo>
                  <a:pt x="3151" y="1103"/>
                  <a:pt x="3151" y="1764"/>
                  <a:pt x="2741" y="2174"/>
                </a:cubicBezTo>
                <a:cubicBezTo>
                  <a:pt x="2505" y="2363"/>
                  <a:pt x="2221" y="2457"/>
                  <a:pt x="1949" y="2457"/>
                </a:cubicBezTo>
                <a:cubicBezTo>
                  <a:pt x="1678" y="2457"/>
                  <a:pt x="1418" y="2363"/>
                  <a:pt x="1229" y="2174"/>
                </a:cubicBezTo>
                <a:lnTo>
                  <a:pt x="977" y="1922"/>
                </a:lnTo>
                <a:lnTo>
                  <a:pt x="0" y="2930"/>
                </a:lnTo>
                <a:lnTo>
                  <a:pt x="2205" y="5072"/>
                </a:lnTo>
                <a:cubicBezTo>
                  <a:pt x="2394" y="5293"/>
                  <a:pt x="2678" y="5387"/>
                  <a:pt x="2930" y="5387"/>
                </a:cubicBezTo>
                <a:cubicBezTo>
                  <a:pt x="3214" y="5387"/>
                  <a:pt x="3497" y="5293"/>
                  <a:pt x="3686" y="5072"/>
                </a:cubicBezTo>
                <a:lnTo>
                  <a:pt x="5891" y="2930"/>
                </a:lnTo>
                <a:lnTo>
                  <a:pt x="4663" y="1701"/>
                </a:lnTo>
                <a:cubicBezTo>
                  <a:pt x="4568" y="1575"/>
                  <a:pt x="4568" y="1355"/>
                  <a:pt x="4663" y="1229"/>
                </a:cubicBezTo>
                <a:lnTo>
                  <a:pt x="5167" y="756"/>
                </a:lnTo>
                <a:cubicBezTo>
                  <a:pt x="5261" y="630"/>
                  <a:pt x="5261" y="410"/>
                  <a:pt x="5167" y="284"/>
                </a:cubicBezTo>
                <a:cubicBezTo>
                  <a:pt x="5104" y="221"/>
                  <a:pt x="5009" y="189"/>
                  <a:pt x="4915" y="189"/>
                </a:cubicBezTo>
                <a:cubicBezTo>
                  <a:pt x="4820" y="189"/>
                  <a:pt x="4726" y="221"/>
                  <a:pt x="4663" y="284"/>
                </a:cubicBezTo>
                <a:lnTo>
                  <a:pt x="4190" y="756"/>
                </a:lnTo>
                <a:cubicBezTo>
                  <a:pt x="4143" y="819"/>
                  <a:pt x="4056" y="851"/>
                  <a:pt x="3966" y="851"/>
                </a:cubicBezTo>
                <a:cubicBezTo>
                  <a:pt x="3875" y="851"/>
                  <a:pt x="3781" y="819"/>
                  <a:pt x="3718" y="756"/>
                </a:cubicBezTo>
                <a:lnTo>
                  <a:pt x="299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0" name="Google Shape;6117;p58">
            <a:extLst>
              <a:ext uri="{FF2B5EF4-FFF2-40B4-BE49-F238E27FC236}">
                <a16:creationId xmlns:a16="http://schemas.microsoft.com/office/drawing/2014/main" id="{4AFB31F9-5CC8-E66E-D8CF-82454CA1C91C}"/>
              </a:ext>
            </a:extLst>
          </p:cNvPr>
          <p:cNvSpPr/>
          <p:nvPr/>
        </p:nvSpPr>
        <p:spPr>
          <a:xfrm>
            <a:off x="10630641" y="4534222"/>
            <a:ext cx="205595" cy="204290"/>
          </a:xfrm>
          <a:custGeom>
            <a:avLst/>
            <a:gdLst/>
            <a:ahLst/>
            <a:cxnLst/>
            <a:rect l="l" t="t" r="r" b="b"/>
            <a:pathLst>
              <a:path w="4884" h="4853" extrusionOk="0">
                <a:moveTo>
                  <a:pt x="2426" y="662"/>
                </a:moveTo>
                <a:cubicBezTo>
                  <a:pt x="2646" y="662"/>
                  <a:pt x="2804" y="819"/>
                  <a:pt x="2804" y="1008"/>
                </a:cubicBezTo>
                <a:cubicBezTo>
                  <a:pt x="2804" y="1197"/>
                  <a:pt x="2646" y="1355"/>
                  <a:pt x="2426" y="1355"/>
                </a:cubicBezTo>
                <a:cubicBezTo>
                  <a:pt x="2237" y="1355"/>
                  <a:pt x="2079" y="1197"/>
                  <a:pt x="2079" y="1008"/>
                </a:cubicBezTo>
                <a:cubicBezTo>
                  <a:pt x="2079" y="819"/>
                  <a:pt x="2237" y="662"/>
                  <a:pt x="2426" y="662"/>
                </a:cubicBezTo>
                <a:close/>
                <a:moveTo>
                  <a:pt x="2426" y="1670"/>
                </a:moveTo>
                <a:cubicBezTo>
                  <a:pt x="2646" y="1670"/>
                  <a:pt x="2804" y="1828"/>
                  <a:pt x="2804" y="2048"/>
                </a:cubicBezTo>
                <a:lnTo>
                  <a:pt x="2804" y="3781"/>
                </a:lnTo>
                <a:cubicBezTo>
                  <a:pt x="2804" y="3970"/>
                  <a:pt x="2646" y="4127"/>
                  <a:pt x="2426" y="4127"/>
                </a:cubicBezTo>
                <a:cubicBezTo>
                  <a:pt x="2237" y="4127"/>
                  <a:pt x="2079" y="3970"/>
                  <a:pt x="2079" y="3781"/>
                </a:cubicBezTo>
                <a:lnTo>
                  <a:pt x="2079" y="2048"/>
                </a:lnTo>
                <a:cubicBezTo>
                  <a:pt x="2079" y="1828"/>
                  <a:pt x="2237" y="1670"/>
                  <a:pt x="2426" y="1670"/>
                </a:cubicBezTo>
                <a:close/>
                <a:moveTo>
                  <a:pt x="2426" y="0"/>
                </a:moveTo>
                <a:cubicBezTo>
                  <a:pt x="1103" y="0"/>
                  <a:pt x="0" y="1103"/>
                  <a:pt x="0" y="2426"/>
                </a:cubicBezTo>
                <a:cubicBezTo>
                  <a:pt x="0" y="3749"/>
                  <a:pt x="1103" y="4852"/>
                  <a:pt x="2426" y="4852"/>
                </a:cubicBezTo>
                <a:cubicBezTo>
                  <a:pt x="3781" y="4852"/>
                  <a:pt x="4883" y="3749"/>
                  <a:pt x="4883" y="2426"/>
                </a:cubicBezTo>
                <a:cubicBezTo>
                  <a:pt x="4883" y="1040"/>
                  <a:pt x="3781" y="0"/>
                  <a:pt x="242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1" name="Google Shape;6118;p58">
            <a:extLst>
              <a:ext uri="{FF2B5EF4-FFF2-40B4-BE49-F238E27FC236}">
                <a16:creationId xmlns:a16="http://schemas.microsoft.com/office/drawing/2014/main" id="{47B7B627-7A71-F853-302A-945F13AEF85B}"/>
              </a:ext>
            </a:extLst>
          </p:cNvPr>
          <p:cNvSpPr/>
          <p:nvPr/>
        </p:nvSpPr>
        <p:spPr>
          <a:xfrm>
            <a:off x="10366700" y="4372406"/>
            <a:ext cx="59734" cy="364758"/>
          </a:xfrm>
          <a:custGeom>
            <a:avLst/>
            <a:gdLst/>
            <a:ahLst/>
            <a:cxnLst/>
            <a:rect l="l" t="t" r="r" b="b"/>
            <a:pathLst>
              <a:path w="1419" h="8665" extrusionOk="0">
                <a:moveTo>
                  <a:pt x="32" y="1"/>
                </a:moveTo>
                <a:lnTo>
                  <a:pt x="32" y="7310"/>
                </a:lnTo>
                <a:cubicBezTo>
                  <a:pt x="1" y="8034"/>
                  <a:pt x="631" y="8665"/>
                  <a:pt x="1418" y="8665"/>
                </a:cubicBezTo>
                <a:lnTo>
                  <a:pt x="1418" y="347"/>
                </a:lnTo>
                <a:lnTo>
                  <a:pt x="1072" y="347"/>
                </a:lnTo>
                <a:cubicBezTo>
                  <a:pt x="662" y="347"/>
                  <a:pt x="316" y="253"/>
                  <a:pt x="3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2" name="Google Shape;6119;p58">
            <a:extLst>
              <a:ext uri="{FF2B5EF4-FFF2-40B4-BE49-F238E27FC236}">
                <a16:creationId xmlns:a16="http://schemas.microsoft.com/office/drawing/2014/main" id="{E8EB65E9-226E-DA14-9EB9-203679C25294}"/>
              </a:ext>
            </a:extLst>
          </p:cNvPr>
          <p:cNvSpPr/>
          <p:nvPr/>
        </p:nvSpPr>
        <p:spPr>
          <a:xfrm>
            <a:off x="10454218" y="4387014"/>
            <a:ext cx="294501" cy="350151"/>
          </a:xfrm>
          <a:custGeom>
            <a:avLst/>
            <a:gdLst/>
            <a:ahLst/>
            <a:cxnLst/>
            <a:rect l="l" t="t" r="r" b="b"/>
            <a:pathLst>
              <a:path w="6996" h="8318" extrusionOk="0">
                <a:moveTo>
                  <a:pt x="5262" y="693"/>
                </a:moveTo>
                <a:cubicBezTo>
                  <a:pt x="5451" y="693"/>
                  <a:pt x="5609" y="851"/>
                  <a:pt x="5609" y="1040"/>
                </a:cubicBezTo>
                <a:cubicBezTo>
                  <a:pt x="5609" y="1229"/>
                  <a:pt x="5451" y="1386"/>
                  <a:pt x="5262" y="1386"/>
                </a:cubicBezTo>
                <a:lnTo>
                  <a:pt x="1072" y="1386"/>
                </a:lnTo>
                <a:cubicBezTo>
                  <a:pt x="883" y="1386"/>
                  <a:pt x="726" y="1229"/>
                  <a:pt x="726" y="1040"/>
                </a:cubicBezTo>
                <a:cubicBezTo>
                  <a:pt x="726" y="851"/>
                  <a:pt x="883" y="693"/>
                  <a:pt x="1072" y="693"/>
                </a:cubicBezTo>
                <a:close/>
                <a:moveTo>
                  <a:pt x="5262" y="2080"/>
                </a:moveTo>
                <a:cubicBezTo>
                  <a:pt x="5451" y="2080"/>
                  <a:pt x="5609" y="2237"/>
                  <a:pt x="5609" y="2426"/>
                </a:cubicBezTo>
                <a:cubicBezTo>
                  <a:pt x="5609" y="2615"/>
                  <a:pt x="5451" y="2773"/>
                  <a:pt x="5262" y="2773"/>
                </a:cubicBezTo>
                <a:lnTo>
                  <a:pt x="1072" y="2773"/>
                </a:lnTo>
                <a:cubicBezTo>
                  <a:pt x="883" y="2773"/>
                  <a:pt x="726" y="2615"/>
                  <a:pt x="726" y="2426"/>
                </a:cubicBezTo>
                <a:cubicBezTo>
                  <a:pt x="726" y="2237"/>
                  <a:pt x="883" y="2080"/>
                  <a:pt x="1072" y="2080"/>
                </a:cubicBezTo>
                <a:close/>
                <a:moveTo>
                  <a:pt x="1" y="0"/>
                </a:moveTo>
                <a:lnTo>
                  <a:pt x="1" y="8318"/>
                </a:lnTo>
                <a:lnTo>
                  <a:pt x="4695" y="8318"/>
                </a:lnTo>
                <a:cubicBezTo>
                  <a:pt x="4002" y="7750"/>
                  <a:pt x="3498" y="6868"/>
                  <a:pt x="3498" y="5892"/>
                </a:cubicBezTo>
                <a:cubicBezTo>
                  <a:pt x="3498" y="5766"/>
                  <a:pt x="3561" y="5640"/>
                  <a:pt x="3561" y="5545"/>
                </a:cubicBezTo>
                <a:lnTo>
                  <a:pt x="1072" y="5545"/>
                </a:lnTo>
                <a:cubicBezTo>
                  <a:pt x="883" y="5545"/>
                  <a:pt x="726" y="5388"/>
                  <a:pt x="726" y="5167"/>
                </a:cubicBezTo>
                <a:lnTo>
                  <a:pt x="726" y="3812"/>
                </a:lnTo>
                <a:cubicBezTo>
                  <a:pt x="726" y="3592"/>
                  <a:pt x="883" y="3434"/>
                  <a:pt x="1072" y="3434"/>
                </a:cubicBezTo>
                <a:lnTo>
                  <a:pt x="4695" y="3434"/>
                </a:lnTo>
                <a:cubicBezTo>
                  <a:pt x="5199" y="3056"/>
                  <a:pt x="5861" y="2773"/>
                  <a:pt x="6617" y="2773"/>
                </a:cubicBezTo>
                <a:cubicBezTo>
                  <a:pt x="6743" y="2773"/>
                  <a:pt x="6869" y="2804"/>
                  <a:pt x="6995" y="2804"/>
                </a:cubicBezTo>
                <a:lnTo>
                  <a:pt x="699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3" name="Google Shape;6120;p58">
            <a:extLst>
              <a:ext uri="{FF2B5EF4-FFF2-40B4-BE49-F238E27FC236}">
                <a16:creationId xmlns:a16="http://schemas.microsoft.com/office/drawing/2014/main" id="{A3070833-1E7E-F7BD-5192-875FABD43722}"/>
              </a:ext>
            </a:extLst>
          </p:cNvPr>
          <p:cNvSpPr/>
          <p:nvPr/>
        </p:nvSpPr>
        <p:spPr>
          <a:xfrm>
            <a:off x="10513910" y="4562046"/>
            <a:ext cx="111469" cy="29214"/>
          </a:xfrm>
          <a:custGeom>
            <a:avLst/>
            <a:gdLst/>
            <a:ahLst/>
            <a:cxnLst/>
            <a:rect l="l" t="t" r="r" b="b"/>
            <a:pathLst>
              <a:path w="2648" h="694" extrusionOk="0">
                <a:moveTo>
                  <a:pt x="1" y="1"/>
                </a:moveTo>
                <a:lnTo>
                  <a:pt x="1" y="694"/>
                </a:lnTo>
                <a:lnTo>
                  <a:pt x="2301" y="694"/>
                </a:lnTo>
                <a:cubicBezTo>
                  <a:pt x="2364" y="473"/>
                  <a:pt x="2490" y="221"/>
                  <a:pt x="264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4" name="Google Shape;6121;p58">
            <a:extLst>
              <a:ext uri="{FF2B5EF4-FFF2-40B4-BE49-F238E27FC236}">
                <a16:creationId xmlns:a16="http://schemas.microsoft.com/office/drawing/2014/main" id="{B4D5F4FA-2544-1AC3-4E1C-32800E13F46B}"/>
              </a:ext>
            </a:extLst>
          </p:cNvPr>
          <p:cNvSpPr/>
          <p:nvPr/>
        </p:nvSpPr>
        <p:spPr>
          <a:xfrm>
            <a:off x="10366701" y="4271630"/>
            <a:ext cx="380671" cy="86254"/>
          </a:xfrm>
          <a:custGeom>
            <a:avLst/>
            <a:gdLst/>
            <a:ahLst/>
            <a:cxnLst/>
            <a:rect l="l" t="t" r="r" b="b"/>
            <a:pathLst>
              <a:path w="9043" h="2049" extrusionOk="0">
                <a:moveTo>
                  <a:pt x="1072" y="0"/>
                </a:moveTo>
                <a:cubicBezTo>
                  <a:pt x="473" y="0"/>
                  <a:pt x="32" y="473"/>
                  <a:pt x="32" y="1040"/>
                </a:cubicBezTo>
                <a:cubicBezTo>
                  <a:pt x="1" y="1576"/>
                  <a:pt x="473" y="2048"/>
                  <a:pt x="1072" y="2048"/>
                </a:cubicBezTo>
                <a:lnTo>
                  <a:pt x="9043" y="2048"/>
                </a:lnTo>
                <a:cubicBezTo>
                  <a:pt x="8475" y="2048"/>
                  <a:pt x="8034" y="1576"/>
                  <a:pt x="8034" y="1040"/>
                </a:cubicBezTo>
                <a:cubicBezTo>
                  <a:pt x="8034" y="441"/>
                  <a:pt x="8507" y="0"/>
                  <a:pt x="90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6" name="Google Shape;6123;p58">
            <a:extLst>
              <a:ext uri="{FF2B5EF4-FFF2-40B4-BE49-F238E27FC236}">
                <a16:creationId xmlns:a16="http://schemas.microsoft.com/office/drawing/2014/main" id="{2AF34462-8CB4-1189-4F3A-0CBC27940A93}"/>
              </a:ext>
            </a:extLst>
          </p:cNvPr>
          <p:cNvSpPr/>
          <p:nvPr/>
        </p:nvSpPr>
        <p:spPr>
          <a:xfrm>
            <a:off x="10382635" y="5254231"/>
            <a:ext cx="204247" cy="177727"/>
          </a:xfrm>
          <a:custGeom>
            <a:avLst/>
            <a:gdLst/>
            <a:ahLst/>
            <a:cxnLst/>
            <a:rect l="l" t="t" r="r" b="b"/>
            <a:pathLst>
              <a:path w="4852" h="4222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3875"/>
                </a:lnTo>
                <a:cubicBezTo>
                  <a:pt x="0" y="4064"/>
                  <a:pt x="158" y="4222"/>
                  <a:pt x="378" y="4222"/>
                </a:cubicBezTo>
                <a:lnTo>
                  <a:pt x="4852" y="4222"/>
                </a:lnTo>
                <a:lnTo>
                  <a:pt x="4852" y="2584"/>
                </a:lnTo>
                <a:lnTo>
                  <a:pt x="230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7" name="Google Shape;6124;p58">
            <a:extLst>
              <a:ext uri="{FF2B5EF4-FFF2-40B4-BE49-F238E27FC236}">
                <a16:creationId xmlns:a16="http://schemas.microsoft.com/office/drawing/2014/main" id="{9852804E-9693-AA61-AF09-14F12A9B8517}"/>
              </a:ext>
            </a:extLst>
          </p:cNvPr>
          <p:cNvSpPr/>
          <p:nvPr/>
        </p:nvSpPr>
        <p:spPr>
          <a:xfrm>
            <a:off x="10545754" y="5279404"/>
            <a:ext cx="112774" cy="57082"/>
          </a:xfrm>
          <a:custGeom>
            <a:avLst/>
            <a:gdLst/>
            <a:ahLst/>
            <a:cxnLst/>
            <a:rect l="l" t="t" r="r" b="b"/>
            <a:pathLst>
              <a:path w="2679" h="1356" extrusionOk="0">
                <a:moveTo>
                  <a:pt x="2678" y="1"/>
                </a:moveTo>
                <a:lnTo>
                  <a:pt x="2678" y="1"/>
                </a:lnTo>
                <a:cubicBezTo>
                  <a:pt x="2458" y="32"/>
                  <a:pt x="2237" y="127"/>
                  <a:pt x="1985" y="127"/>
                </a:cubicBezTo>
                <a:lnTo>
                  <a:pt x="662" y="127"/>
                </a:lnTo>
                <a:cubicBezTo>
                  <a:pt x="441" y="127"/>
                  <a:pt x="221" y="95"/>
                  <a:pt x="0" y="1"/>
                </a:cubicBezTo>
                <a:lnTo>
                  <a:pt x="0" y="1"/>
                </a:lnTo>
                <a:lnTo>
                  <a:pt x="1323" y="1355"/>
                </a:lnTo>
                <a:lnTo>
                  <a:pt x="2678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8" name="Google Shape;6125;p58">
            <a:extLst>
              <a:ext uri="{FF2B5EF4-FFF2-40B4-BE49-F238E27FC236}">
                <a16:creationId xmlns:a16="http://schemas.microsoft.com/office/drawing/2014/main" id="{7135AAAF-C66F-AF4B-908B-4700D42AB98E}"/>
              </a:ext>
            </a:extLst>
          </p:cNvPr>
          <p:cNvSpPr/>
          <p:nvPr/>
        </p:nvSpPr>
        <p:spPr>
          <a:xfrm>
            <a:off x="10617360" y="5254231"/>
            <a:ext cx="202942" cy="177727"/>
          </a:xfrm>
          <a:custGeom>
            <a:avLst/>
            <a:gdLst/>
            <a:ahLst/>
            <a:cxnLst/>
            <a:rect l="l" t="t" r="r" b="b"/>
            <a:pathLst>
              <a:path w="4821" h="4222" extrusionOk="0">
                <a:moveTo>
                  <a:pt x="2426" y="2048"/>
                </a:moveTo>
                <a:cubicBezTo>
                  <a:pt x="2615" y="2048"/>
                  <a:pt x="2773" y="2205"/>
                  <a:pt x="2773" y="2426"/>
                </a:cubicBezTo>
                <a:cubicBezTo>
                  <a:pt x="2773" y="2615"/>
                  <a:pt x="2615" y="2773"/>
                  <a:pt x="2426" y="2773"/>
                </a:cubicBezTo>
                <a:lnTo>
                  <a:pt x="1733" y="2773"/>
                </a:lnTo>
                <a:cubicBezTo>
                  <a:pt x="1513" y="2773"/>
                  <a:pt x="1355" y="2615"/>
                  <a:pt x="1355" y="2426"/>
                </a:cubicBezTo>
                <a:cubicBezTo>
                  <a:pt x="1355" y="2205"/>
                  <a:pt x="1513" y="2048"/>
                  <a:pt x="1733" y="2048"/>
                </a:cubicBezTo>
                <a:close/>
                <a:moveTo>
                  <a:pt x="2552" y="0"/>
                </a:moveTo>
                <a:lnTo>
                  <a:pt x="1" y="2584"/>
                </a:lnTo>
                <a:lnTo>
                  <a:pt x="1" y="4222"/>
                </a:lnTo>
                <a:lnTo>
                  <a:pt x="4474" y="4222"/>
                </a:lnTo>
                <a:cubicBezTo>
                  <a:pt x="4663" y="4222"/>
                  <a:pt x="4821" y="4064"/>
                  <a:pt x="4821" y="3875"/>
                </a:cubicBezTo>
                <a:lnTo>
                  <a:pt x="4821" y="1733"/>
                </a:lnTo>
                <a:cubicBezTo>
                  <a:pt x="4821" y="788"/>
                  <a:pt x="4033" y="0"/>
                  <a:pt x="30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09" name="Google Shape;6126;p58">
            <a:extLst>
              <a:ext uri="{FF2B5EF4-FFF2-40B4-BE49-F238E27FC236}">
                <a16:creationId xmlns:a16="http://schemas.microsoft.com/office/drawing/2014/main" id="{CBB28660-2D1E-B83F-76E3-CA46318D2A1D}"/>
              </a:ext>
            </a:extLst>
          </p:cNvPr>
          <p:cNvSpPr/>
          <p:nvPr/>
        </p:nvSpPr>
        <p:spPr>
          <a:xfrm>
            <a:off x="10413112" y="4934598"/>
            <a:ext cx="378018" cy="259982"/>
          </a:xfrm>
          <a:custGeom>
            <a:avLst/>
            <a:gdLst/>
            <a:ahLst/>
            <a:cxnLst/>
            <a:rect l="l" t="t" r="r" b="b"/>
            <a:pathLst>
              <a:path w="8980" h="6176" extrusionOk="0">
                <a:moveTo>
                  <a:pt x="3120" y="1"/>
                </a:moveTo>
                <a:cubicBezTo>
                  <a:pt x="1387" y="1"/>
                  <a:pt x="1" y="1418"/>
                  <a:pt x="1" y="3119"/>
                </a:cubicBezTo>
                <a:lnTo>
                  <a:pt x="1" y="4506"/>
                </a:lnTo>
                <a:cubicBezTo>
                  <a:pt x="1" y="5325"/>
                  <a:pt x="568" y="6018"/>
                  <a:pt x="1355" y="6175"/>
                </a:cubicBezTo>
                <a:lnTo>
                  <a:pt x="1355" y="2773"/>
                </a:lnTo>
                <a:lnTo>
                  <a:pt x="1009" y="2773"/>
                </a:lnTo>
                <a:cubicBezTo>
                  <a:pt x="914" y="2773"/>
                  <a:pt x="820" y="2804"/>
                  <a:pt x="694" y="2804"/>
                </a:cubicBezTo>
                <a:cubicBezTo>
                  <a:pt x="851" y="1607"/>
                  <a:pt x="1860" y="662"/>
                  <a:pt x="3120" y="662"/>
                </a:cubicBezTo>
                <a:lnTo>
                  <a:pt x="5861" y="662"/>
                </a:lnTo>
                <a:cubicBezTo>
                  <a:pt x="7089" y="662"/>
                  <a:pt x="8098" y="1607"/>
                  <a:pt x="8255" y="2804"/>
                </a:cubicBezTo>
                <a:cubicBezTo>
                  <a:pt x="8161" y="2773"/>
                  <a:pt x="8066" y="2773"/>
                  <a:pt x="7940" y="2773"/>
                </a:cubicBezTo>
                <a:lnTo>
                  <a:pt x="7593" y="2773"/>
                </a:lnTo>
                <a:lnTo>
                  <a:pt x="7593" y="6175"/>
                </a:lnTo>
                <a:cubicBezTo>
                  <a:pt x="8381" y="6018"/>
                  <a:pt x="8980" y="5325"/>
                  <a:pt x="8980" y="4506"/>
                </a:cubicBezTo>
                <a:lnTo>
                  <a:pt x="8980" y="3119"/>
                </a:lnTo>
                <a:cubicBezTo>
                  <a:pt x="8980" y="1387"/>
                  <a:pt x="7562" y="1"/>
                  <a:pt x="586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10" name="Google Shape;6127;p58">
            <a:extLst>
              <a:ext uri="{FF2B5EF4-FFF2-40B4-BE49-F238E27FC236}">
                <a16:creationId xmlns:a16="http://schemas.microsoft.com/office/drawing/2014/main" id="{20CC8E07-E12A-DE0C-18A6-22A296758AED}"/>
              </a:ext>
            </a:extLst>
          </p:cNvPr>
          <p:cNvSpPr/>
          <p:nvPr/>
        </p:nvSpPr>
        <p:spPr>
          <a:xfrm>
            <a:off x="10500671" y="4992943"/>
            <a:ext cx="116731" cy="87601"/>
          </a:xfrm>
          <a:custGeom>
            <a:avLst/>
            <a:gdLst/>
            <a:ahLst/>
            <a:cxnLst/>
            <a:rect l="l" t="t" r="r" b="b"/>
            <a:pathLst>
              <a:path w="2773" h="2081" extrusionOk="0"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lnTo>
                  <a:pt x="0" y="2080"/>
                </a:lnTo>
                <a:lnTo>
                  <a:pt x="1733" y="2080"/>
                </a:lnTo>
                <a:cubicBezTo>
                  <a:pt x="2300" y="2049"/>
                  <a:pt x="2773" y="1607"/>
                  <a:pt x="2773" y="1009"/>
                </a:cubicBezTo>
                <a:lnTo>
                  <a:pt x="2773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11" name="Google Shape;6128;p58">
            <a:extLst>
              <a:ext uri="{FF2B5EF4-FFF2-40B4-BE49-F238E27FC236}">
                <a16:creationId xmlns:a16="http://schemas.microsoft.com/office/drawing/2014/main" id="{8C49010E-09E7-16F3-A974-DCAD910451D3}"/>
              </a:ext>
            </a:extLst>
          </p:cNvPr>
          <p:cNvSpPr/>
          <p:nvPr/>
        </p:nvSpPr>
        <p:spPr>
          <a:xfrm>
            <a:off x="10646532" y="4994290"/>
            <a:ext cx="58386" cy="86254"/>
          </a:xfrm>
          <a:custGeom>
            <a:avLst/>
            <a:gdLst/>
            <a:ahLst/>
            <a:cxnLst/>
            <a:rect l="l" t="t" r="r" b="b"/>
            <a:pathLst>
              <a:path w="1387" h="2049" extrusionOk="0">
                <a:moveTo>
                  <a:pt x="1" y="0"/>
                </a:moveTo>
                <a:lnTo>
                  <a:pt x="1" y="1040"/>
                </a:lnTo>
                <a:cubicBezTo>
                  <a:pt x="1" y="1607"/>
                  <a:pt x="473" y="2048"/>
                  <a:pt x="1040" y="2048"/>
                </a:cubicBezTo>
                <a:lnTo>
                  <a:pt x="1387" y="2048"/>
                </a:lnTo>
                <a:lnTo>
                  <a:pt x="1387" y="1701"/>
                </a:lnTo>
                <a:cubicBezTo>
                  <a:pt x="1387" y="882"/>
                  <a:pt x="788" y="158"/>
                  <a:pt x="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12" name="Google Shape;6129;p58">
            <a:extLst>
              <a:ext uri="{FF2B5EF4-FFF2-40B4-BE49-F238E27FC236}">
                <a16:creationId xmlns:a16="http://schemas.microsoft.com/office/drawing/2014/main" id="{3A529C26-2CB2-BFD6-FEA5-729C31485397}"/>
              </a:ext>
            </a:extLst>
          </p:cNvPr>
          <p:cNvSpPr/>
          <p:nvPr/>
        </p:nvSpPr>
        <p:spPr>
          <a:xfrm>
            <a:off x="10500671" y="5079154"/>
            <a:ext cx="204247" cy="175118"/>
          </a:xfrm>
          <a:custGeom>
            <a:avLst/>
            <a:gdLst/>
            <a:ahLst/>
            <a:cxnLst/>
            <a:rect l="l" t="t" r="r" b="b"/>
            <a:pathLst>
              <a:path w="4852" h="4160" extrusionOk="0">
                <a:moveTo>
                  <a:pt x="3119" y="1"/>
                </a:moveTo>
                <a:cubicBezTo>
                  <a:pt x="2804" y="442"/>
                  <a:pt x="2300" y="694"/>
                  <a:pt x="1733" y="694"/>
                </a:cubicBezTo>
                <a:lnTo>
                  <a:pt x="0" y="694"/>
                </a:lnTo>
                <a:lnTo>
                  <a:pt x="0" y="2426"/>
                </a:lnTo>
                <a:cubicBezTo>
                  <a:pt x="0" y="3372"/>
                  <a:pt x="788" y="4159"/>
                  <a:pt x="1733" y="4159"/>
                </a:cubicBezTo>
                <a:lnTo>
                  <a:pt x="3119" y="4159"/>
                </a:lnTo>
                <a:cubicBezTo>
                  <a:pt x="4064" y="4159"/>
                  <a:pt x="4852" y="3372"/>
                  <a:pt x="4852" y="2426"/>
                </a:cubicBezTo>
                <a:lnTo>
                  <a:pt x="4852" y="694"/>
                </a:lnTo>
                <a:lnTo>
                  <a:pt x="4505" y="694"/>
                </a:lnTo>
                <a:cubicBezTo>
                  <a:pt x="3938" y="694"/>
                  <a:pt x="3434" y="442"/>
                  <a:pt x="311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14" name="Google Shape;6131;p58">
            <a:extLst>
              <a:ext uri="{FF2B5EF4-FFF2-40B4-BE49-F238E27FC236}">
                <a16:creationId xmlns:a16="http://schemas.microsoft.com/office/drawing/2014/main" id="{0C53C46F-A211-4812-B4D1-8E172DDA3053}"/>
              </a:ext>
            </a:extLst>
          </p:cNvPr>
          <p:cNvSpPr/>
          <p:nvPr/>
        </p:nvSpPr>
        <p:spPr>
          <a:xfrm>
            <a:off x="9263616" y="5574690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3466" h="3466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cubicBezTo>
                  <a:pt x="0" y="2678"/>
                  <a:pt x="788" y="3466"/>
                  <a:pt x="1733" y="3466"/>
                </a:cubicBezTo>
                <a:cubicBezTo>
                  <a:pt x="2678" y="3466"/>
                  <a:pt x="3466" y="2678"/>
                  <a:pt x="3466" y="1733"/>
                </a:cubicBez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15" name="Google Shape;6132;p58">
            <a:extLst>
              <a:ext uri="{FF2B5EF4-FFF2-40B4-BE49-F238E27FC236}">
                <a16:creationId xmlns:a16="http://schemas.microsoft.com/office/drawing/2014/main" id="{4D85DB18-75B0-FB7C-ED27-A8A995BE29FE}"/>
              </a:ext>
            </a:extLst>
          </p:cNvPr>
          <p:cNvSpPr/>
          <p:nvPr/>
        </p:nvSpPr>
        <p:spPr>
          <a:xfrm>
            <a:off x="9088541" y="5866454"/>
            <a:ext cx="500053" cy="206942"/>
          </a:xfrm>
          <a:custGeom>
            <a:avLst/>
            <a:gdLst/>
            <a:ahLst/>
            <a:cxnLst/>
            <a:rect l="l" t="t" r="r" b="b"/>
            <a:pathLst>
              <a:path w="11879" h="4916" extrusionOk="0">
                <a:moveTo>
                  <a:pt x="694" y="0"/>
                </a:moveTo>
                <a:cubicBezTo>
                  <a:pt x="316" y="0"/>
                  <a:pt x="1" y="315"/>
                  <a:pt x="1" y="693"/>
                </a:cubicBezTo>
                <a:cubicBezTo>
                  <a:pt x="1" y="1103"/>
                  <a:pt x="316" y="1418"/>
                  <a:pt x="694" y="1418"/>
                </a:cubicBezTo>
                <a:lnTo>
                  <a:pt x="694" y="4569"/>
                </a:lnTo>
                <a:cubicBezTo>
                  <a:pt x="694" y="4758"/>
                  <a:pt x="851" y="4915"/>
                  <a:pt x="1040" y="4915"/>
                </a:cubicBezTo>
                <a:lnTo>
                  <a:pt x="10807" y="4915"/>
                </a:lnTo>
                <a:cubicBezTo>
                  <a:pt x="11028" y="4915"/>
                  <a:pt x="11185" y="4758"/>
                  <a:pt x="11185" y="4569"/>
                </a:cubicBezTo>
                <a:lnTo>
                  <a:pt x="11185" y="1418"/>
                </a:lnTo>
                <a:cubicBezTo>
                  <a:pt x="11563" y="1418"/>
                  <a:pt x="11878" y="1103"/>
                  <a:pt x="11878" y="693"/>
                </a:cubicBezTo>
                <a:cubicBezTo>
                  <a:pt x="11815" y="315"/>
                  <a:pt x="11500" y="0"/>
                  <a:pt x="111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16" name="Google Shape;6133;p58">
            <a:extLst>
              <a:ext uri="{FF2B5EF4-FFF2-40B4-BE49-F238E27FC236}">
                <a16:creationId xmlns:a16="http://schemas.microsoft.com/office/drawing/2014/main" id="{20A2E0CA-1A0D-54E4-9F73-85B35E6B4BE4}"/>
              </a:ext>
            </a:extLst>
          </p:cNvPr>
          <p:cNvSpPr/>
          <p:nvPr/>
        </p:nvSpPr>
        <p:spPr>
          <a:xfrm>
            <a:off x="9429388" y="5634381"/>
            <a:ext cx="126034" cy="204248"/>
          </a:xfrm>
          <a:custGeom>
            <a:avLst/>
            <a:gdLst/>
            <a:ahLst/>
            <a:cxnLst/>
            <a:rect l="l" t="t" r="r" b="b"/>
            <a:pathLst>
              <a:path w="2994" h="4852" extrusionOk="0">
                <a:moveTo>
                  <a:pt x="190" y="0"/>
                </a:moveTo>
                <a:cubicBezTo>
                  <a:pt x="190" y="126"/>
                  <a:pt x="253" y="221"/>
                  <a:pt x="253" y="347"/>
                </a:cubicBezTo>
                <a:cubicBezTo>
                  <a:pt x="253" y="693"/>
                  <a:pt x="158" y="1071"/>
                  <a:pt x="1" y="1386"/>
                </a:cubicBezTo>
                <a:cubicBezTo>
                  <a:pt x="977" y="2079"/>
                  <a:pt x="1607" y="3182"/>
                  <a:pt x="1607" y="4474"/>
                </a:cubicBezTo>
                <a:lnTo>
                  <a:pt x="1607" y="4852"/>
                </a:lnTo>
                <a:lnTo>
                  <a:pt x="2994" y="4852"/>
                </a:lnTo>
                <a:lnTo>
                  <a:pt x="2489" y="756"/>
                </a:lnTo>
                <a:cubicBezTo>
                  <a:pt x="2363" y="315"/>
                  <a:pt x="1922" y="0"/>
                  <a:pt x="145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17" name="Google Shape;6134;p58">
            <a:extLst>
              <a:ext uri="{FF2B5EF4-FFF2-40B4-BE49-F238E27FC236}">
                <a16:creationId xmlns:a16="http://schemas.microsoft.com/office/drawing/2014/main" id="{419ABD20-E4E6-E561-A1E4-C169396B90D4}"/>
              </a:ext>
            </a:extLst>
          </p:cNvPr>
          <p:cNvSpPr/>
          <p:nvPr/>
        </p:nvSpPr>
        <p:spPr>
          <a:xfrm>
            <a:off x="9117712" y="5634381"/>
            <a:ext cx="126034" cy="204248"/>
          </a:xfrm>
          <a:custGeom>
            <a:avLst/>
            <a:gdLst/>
            <a:ahLst/>
            <a:cxnLst/>
            <a:rect l="l" t="t" r="r" b="b"/>
            <a:pathLst>
              <a:path w="2994" h="4852" extrusionOk="0">
                <a:moveTo>
                  <a:pt x="1545" y="0"/>
                </a:moveTo>
                <a:cubicBezTo>
                  <a:pt x="1072" y="0"/>
                  <a:pt x="663" y="315"/>
                  <a:pt x="505" y="788"/>
                </a:cubicBezTo>
                <a:lnTo>
                  <a:pt x="1" y="4852"/>
                </a:lnTo>
                <a:lnTo>
                  <a:pt x="1356" y="4852"/>
                </a:lnTo>
                <a:lnTo>
                  <a:pt x="1356" y="4474"/>
                </a:lnTo>
                <a:lnTo>
                  <a:pt x="1387" y="4474"/>
                </a:lnTo>
                <a:cubicBezTo>
                  <a:pt x="1387" y="3182"/>
                  <a:pt x="2017" y="2048"/>
                  <a:pt x="2994" y="1386"/>
                </a:cubicBezTo>
                <a:cubicBezTo>
                  <a:pt x="2836" y="1071"/>
                  <a:pt x="2773" y="693"/>
                  <a:pt x="2773" y="347"/>
                </a:cubicBezTo>
                <a:cubicBezTo>
                  <a:pt x="2773" y="221"/>
                  <a:pt x="2773" y="95"/>
                  <a:pt x="280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18" name="Google Shape;6135;p58">
            <a:extLst>
              <a:ext uri="{FF2B5EF4-FFF2-40B4-BE49-F238E27FC236}">
                <a16:creationId xmlns:a16="http://schemas.microsoft.com/office/drawing/2014/main" id="{DD79B06D-5EC6-1FAD-CF4A-41C02B6EBDA2}"/>
              </a:ext>
            </a:extLst>
          </p:cNvPr>
          <p:cNvSpPr/>
          <p:nvPr/>
        </p:nvSpPr>
        <p:spPr>
          <a:xfrm>
            <a:off x="9348481" y="5715247"/>
            <a:ext cx="119425" cy="119425"/>
          </a:xfrm>
          <a:custGeom>
            <a:avLst/>
            <a:gdLst/>
            <a:ahLst/>
            <a:cxnLst/>
            <a:rect l="l" t="t" r="r" b="b"/>
            <a:pathLst>
              <a:path w="2837" h="2837" extrusionOk="0">
                <a:moveTo>
                  <a:pt x="1482" y="1"/>
                </a:moveTo>
                <a:cubicBezTo>
                  <a:pt x="1450" y="32"/>
                  <a:pt x="1418" y="64"/>
                  <a:pt x="1324" y="127"/>
                </a:cubicBezTo>
                <a:cubicBezTo>
                  <a:pt x="1324" y="190"/>
                  <a:pt x="1292" y="253"/>
                  <a:pt x="1261" y="284"/>
                </a:cubicBezTo>
                <a:lnTo>
                  <a:pt x="1" y="1923"/>
                </a:lnTo>
                <a:lnTo>
                  <a:pt x="1" y="2836"/>
                </a:lnTo>
                <a:lnTo>
                  <a:pt x="2742" y="2836"/>
                </a:lnTo>
                <a:lnTo>
                  <a:pt x="2742" y="2553"/>
                </a:lnTo>
                <a:lnTo>
                  <a:pt x="2836" y="2553"/>
                </a:lnTo>
                <a:cubicBezTo>
                  <a:pt x="2836" y="1513"/>
                  <a:pt x="2332" y="599"/>
                  <a:pt x="1482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919" name="Google Shape;6136;p58">
            <a:extLst>
              <a:ext uri="{FF2B5EF4-FFF2-40B4-BE49-F238E27FC236}">
                <a16:creationId xmlns:a16="http://schemas.microsoft.com/office/drawing/2014/main" id="{C85E22B3-96C5-B1B2-B906-3CB168926CD4}"/>
              </a:ext>
            </a:extLst>
          </p:cNvPr>
          <p:cNvSpPr/>
          <p:nvPr/>
        </p:nvSpPr>
        <p:spPr>
          <a:xfrm>
            <a:off x="9202620" y="5716594"/>
            <a:ext cx="119383" cy="123382"/>
          </a:xfrm>
          <a:custGeom>
            <a:avLst/>
            <a:gdLst/>
            <a:ahLst/>
            <a:cxnLst/>
            <a:rect l="l" t="t" r="r" b="b"/>
            <a:pathLst>
              <a:path w="2836" h="2931" extrusionOk="0">
                <a:moveTo>
                  <a:pt x="1323" y="0"/>
                </a:moveTo>
                <a:cubicBezTo>
                  <a:pt x="536" y="567"/>
                  <a:pt x="0" y="1513"/>
                  <a:pt x="0" y="2584"/>
                </a:cubicBezTo>
                <a:lnTo>
                  <a:pt x="0" y="2930"/>
                </a:lnTo>
                <a:lnTo>
                  <a:pt x="2741" y="2930"/>
                </a:lnTo>
                <a:lnTo>
                  <a:pt x="2741" y="1922"/>
                </a:lnTo>
                <a:lnTo>
                  <a:pt x="2836" y="1922"/>
                </a:lnTo>
                <a:lnTo>
                  <a:pt x="1575" y="284"/>
                </a:lnTo>
                <a:cubicBezTo>
                  <a:pt x="1512" y="252"/>
                  <a:pt x="1512" y="158"/>
                  <a:pt x="1481" y="126"/>
                </a:cubicBezTo>
                <a:cubicBezTo>
                  <a:pt x="1449" y="95"/>
                  <a:pt x="1355" y="63"/>
                  <a:pt x="13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0126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858;p60">
            <a:extLst>
              <a:ext uri="{FF2B5EF4-FFF2-40B4-BE49-F238E27FC236}">
                <a16:creationId xmlns:a16="http://schemas.microsoft.com/office/drawing/2014/main" id="{74C21A40-6323-092A-BB14-79BBDD63657F}"/>
              </a:ext>
            </a:extLst>
          </p:cNvPr>
          <p:cNvSpPr txBox="1"/>
          <p:nvPr/>
        </p:nvSpPr>
        <p:spPr>
          <a:xfrm>
            <a:off x="1135065" y="1309689"/>
            <a:ext cx="9921875" cy="8001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400" marR="0" lvl="0" indent="0" algn="l" defTabSz="91442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You can add and edit some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>
                  <a:noFill/>
                </a:u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shapes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 to your presentation to present your data in a visual way.</a:t>
            </a:r>
          </a:p>
        </p:txBody>
      </p:sp>
      <p:sp>
        <p:nvSpPr>
          <p:cNvPr id="6" name="Google Shape;2859;p60">
            <a:extLst>
              <a:ext uri="{FF2B5EF4-FFF2-40B4-BE49-F238E27FC236}">
                <a16:creationId xmlns:a16="http://schemas.microsoft.com/office/drawing/2014/main" id="{80B179FA-5351-9CDF-F9AD-38994A58A007}"/>
              </a:ext>
            </a:extLst>
          </p:cNvPr>
          <p:cNvSpPr txBox="1"/>
          <p:nvPr/>
        </p:nvSpPr>
        <p:spPr>
          <a:xfrm>
            <a:off x="1134419" y="2275989"/>
            <a:ext cx="9923167" cy="39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600" marR="0" lvl="0" indent="-397933" algn="l" defTabSz="1219201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75000"/>
                  <a:lumOff val="25000"/>
                </a:prstClr>
              </a:buClr>
              <a:buSzPts val="1100"/>
              <a:buFont typeface="Arial"/>
              <a:buChar char="●"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Choose your favourite infographic and insert it in your presentation using Ctrl C + Ctrl V or Cmd C + Cmd V in Mac.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609600" marR="0" lvl="0" indent="-397933" algn="l" defTabSz="1219201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75000"/>
                  <a:lumOff val="25000"/>
                </a:prst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Select one of the parts and </a:t>
            </a: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ungroup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 it by right-clicking and choosing “Ungroup”. 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609600" marR="0" lvl="0" indent="-397933" algn="l" defTabSz="1219201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75000"/>
                  <a:lumOff val="25000"/>
                </a:prst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Change the color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 by clicking on the paint bucket. 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609600" marR="0" lvl="0" indent="-397933" algn="l" defTabSz="1219201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75000"/>
                  <a:lumOff val="25000"/>
                </a:prst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Then </a:t>
            </a: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resize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609600" marR="0" lvl="0" indent="-397933" algn="l" defTabSz="1219201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75000"/>
                  <a:lumOff val="25000"/>
                </a:prst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Group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 the elements again by selecting them, right-clicking and choosing “Group”.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609600" marR="0" lvl="0" indent="-397933" algn="l" defTabSz="1219201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75000"/>
                  <a:lumOff val="25000"/>
                </a:prstClr>
              </a:buClr>
              <a:buSzPts val="1100"/>
              <a:buFont typeface="Arial"/>
              <a:buChar char="●"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Repeat the steps above with the other parts and when you’re done editing, copy the end result and paste it into your presentation.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609600" marR="0" lvl="0" indent="-397933" algn="l" defTabSz="1219201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75000"/>
                  <a:lumOff val="25000"/>
                </a:prst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Remember to choose the “</a:t>
            </a: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Keep source formatting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” option so that it keeps the design. For more info, please visit </a:t>
            </a: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>
                  <a:noFill/>
                </a:uFill>
                <a:latin typeface="Poppins" panose="00000500000000000000" pitchFamily="2" charset="0"/>
                <a:cs typeface="Poppins" panose="00000500000000000000" pitchFamily="2" charset="0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 (Tips &amp; Tricks)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45220D-279F-47ED-A3F2-2EB1243FCAC2}"/>
              </a:ext>
            </a:extLst>
          </p:cNvPr>
          <p:cNvSpPr/>
          <p:nvPr/>
        </p:nvSpPr>
        <p:spPr>
          <a:xfrm>
            <a:off x="4" y="656222"/>
            <a:ext cx="12191998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  <a:sym typeface="Arial"/>
              </a:rPr>
              <a:t>How To Edit Shapes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 panose="00000500000000000000" pitchFamily="2" charset="0"/>
              <a:ea typeface="Cambria" panose="02040503050406030204" pitchFamily="18" charset="0"/>
              <a:cs typeface="Poppins" panose="000005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0554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632297-1F4A-F153-CEAC-DF69DF210DDC}"/>
              </a:ext>
            </a:extLst>
          </p:cNvPr>
          <p:cNvSpPr/>
          <p:nvPr/>
        </p:nvSpPr>
        <p:spPr>
          <a:xfrm>
            <a:off x="0" y="477110"/>
            <a:ext cx="12192000" cy="595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Terms of Use – Free &amp; Premium Users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A8A34-A1AA-B4E2-3F4B-6B1F6E1CF7F7}"/>
              </a:ext>
            </a:extLst>
          </p:cNvPr>
          <p:cNvSpPr txBox="1"/>
          <p:nvPr/>
        </p:nvSpPr>
        <p:spPr>
          <a:xfrm>
            <a:off x="558801" y="1529994"/>
            <a:ext cx="5010831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Free Users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Must retain the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“Thank You” slide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to credit SlideEgg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Allowed to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customize and edit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the template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Can use for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business and personal purposes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000F0-81D7-8BDB-666C-3E8A5B8213DF}"/>
              </a:ext>
            </a:extLst>
          </p:cNvPr>
          <p:cNvSpPr txBox="1"/>
          <p:nvPr/>
        </p:nvSpPr>
        <p:spPr>
          <a:xfrm>
            <a:off x="6241369" y="1529994"/>
            <a:ext cx="5391831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Premium Users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No attribution required (can remove “Thank You” slide)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Full rights to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customize, edit, and share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the editable file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Suitable for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business and personal use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B19D50-DD53-096A-DABF-B7AABB481BB0}"/>
              </a:ext>
            </a:extLst>
          </p:cNvPr>
          <p:cNvSpPr txBox="1"/>
          <p:nvPr/>
        </p:nvSpPr>
        <p:spPr>
          <a:xfrm>
            <a:off x="558801" y="3080633"/>
            <a:ext cx="5010831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Permitted Usage (All Users)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Modify and personalize the template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Use in presentations, reports, and projects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1EBE2D-D4D3-2ACB-ED0A-A78AAD305721}"/>
              </a:ext>
            </a:extLst>
          </p:cNvPr>
          <p:cNvSpPr txBox="1"/>
          <p:nvPr/>
        </p:nvSpPr>
        <p:spPr>
          <a:xfrm>
            <a:off x="6241369" y="3080633"/>
            <a:ext cx="4941663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Note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Refer to the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Tutorial / FAQ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section for advanced editing guidance.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47495-323A-2095-687F-14624CB23966}"/>
              </a:ext>
            </a:extLst>
          </p:cNvPr>
          <p:cNvSpPr txBox="1"/>
          <p:nvPr/>
        </p:nvSpPr>
        <p:spPr>
          <a:xfrm>
            <a:off x="0" y="4440166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Restrictions (All Users)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CA0EAA-E792-1B44-FB93-A3607369B6D0}"/>
              </a:ext>
            </a:extLst>
          </p:cNvPr>
          <p:cNvSpPr/>
          <p:nvPr/>
        </p:nvSpPr>
        <p:spPr>
          <a:xfrm>
            <a:off x="0" y="5028495"/>
            <a:ext cx="12192000" cy="13523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88C02E-1BAC-B32E-225A-058019D461CF}"/>
              </a:ext>
            </a:extLst>
          </p:cNvPr>
          <p:cNvGrpSpPr/>
          <p:nvPr/>
        </p:nvGrpSpPr>
        <p:grpSpPr>
          <a:xfrm>
            <a:off x="533400" y="5404610"/>
            <a:ext cx="11125200" cy="600164"/>
            <a:chOff x="939800" y="3815986"/>
            <a:chExt cx="11163300" cy="60016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55E901-59C8-CF29-0A14-2265A714DDDF}"/>
                </a:ext>
              </a:extLst>
            </p:cNvPr>
            <p:cNvSpPr txBox="1"/>
            <p:nvPr/>
          </p:nvSpPr>
          <p:spPr>
            <a:xfrm>
              <a:off x="939800" y="3815986"/>
              <a:ext cx="195580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Cannot sell, rent, or re-license the template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C99AE9-BE18-F0BD-CCCD-3250C03CE14B}"/>
                </a:ext>
              </a:extLst>
            </p:cNvPr>
            <p:cNvSpPr txBox="1"/>
            <p:nvPr/>
          </p:nvSpPr>
          <p:spPr>
            <a:xfrm>
              <a:off x="3134192" y="3815986"/>
              <a:ext cx="214630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Cannot redistribute or publish as a standalone product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3309D2-4C48-817E-F794-2CACBA91EA97}"/>
                </a:ext>
              </a:extLst>
            </p:cNvPr>
            <p:cNvSpPr txBox="1"/>
            <p:nvPr/>
          </p:nvSpPr>
          <p:spPr>
            <a:xfrm>
              <a:off x="5519085" y="3815986"/>
              <a:ext cx="195580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Cannot include in any database or resale platform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ECCCA6B-31A7-252B-D32B-FFFB065920B8}"/>
                </a:ext>
              </a:extLst>
            </p:cNvPr>
            <p:cNvSpPr txBox="1"/>
            <p:nvPr/>
          </p:nvSpPr>
          <p:spPr>
            <a:xfrm>
              <a:off x="7713477" y="3815986"/>
              <a:ext cx="195580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Cannot claim copyright or ownership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F3EF20-8209-19A1-0905-71807A0D24A5}"/>
                </a:ext>
              </a:extLst>
            </p:cNvPr>
            <p:cNvSpPr txBox="1"/>
            <p:nvPr/>
          </p:nvSpPr>
          <p:spPr>
            <a:xfrm>
              <a:off x="9907870" y="3815986"/>
              <a:ext cx="219523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Cannot extract and reuse individual design elements (logos, icons)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6780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hlinkClick r:id="rId2"/>
            <a:extLst>
              <a:ext uri="{FF2B5EF4-FFF2-40B4-BE49-F238E27FC236}">
                <a16:creationId xmlns:a16="http://schemas.microsoft.com/office/drawing/2014/main" id="{37293F16-E1B8-BC71-DE3B-D73D56CACD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0517" y="3360746"/>
            <a:ext cx="492919" cy="48184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67FCB6F-885E-A00A-1B1E-04C4999F7FC7}"/>
              </a:ext>
            </a:extLst>
          </p:cNvPr>
          <p:cNvGrpSpPr/>
          <p:nvPr/>
        </p:nvGrpSpPr>
        <p:grpSpPr>
          <a:xfrm>
            <a:off x="1659927" y="948455"/>
            <a:ext cx="8872151" cy="4961091"/>
            <a:chOff x="1659927" y="1076569"/>
            <a:chExt cx="8872151" cy="496109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809F021-672A-6770-ABAB-1AB27C632457}"/>
                </a:ext>
              </a:extLst>
            </p:cNvPr>
            <p:cNvGrpSpPr/>
            <p:nvPr/>
          </p:nvGrpSpPr>
          <p:grpSpPr>
            <a:xfrm>
              <a:off x="1659927" y="1780011"/>
              <a:ext cx="8872151" cy="4257649"/>
              <a:chOff x="1659925" y="1576395"/>
              <a:chExt cx="8872151" cy="4257648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6B2DB6-F65F-C201-1385-4C496774F76E}"/>
                  </a:ext>
                </a:extLst>
              </p:cNvPr>
              <p:cNvSpPr txBox="1"/>
              <p:nvPr/>
            </p:nvSpPr>
            <p:spPr>
              <a:xfrm>
                <a:off x="3046970" y="5495489"/>
                <a:ext cx="609805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23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  <a:sym typeface="Arial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www.slideegg.com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  <a:sym typeface="Arial"/>
                </a:endParaRP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DF86DE1-D22D-6DCE-B1B0-7C1BAC4ACB23}"/>
                  </a:ext>
                </a:extLst>
              </p:cNvPr>
              <p:cNvGrpSpPr/>
              <p:nvPr/>
            </p:nvGrpSpPr>
            <p:grpSpPr>
              <a:xfrm>
                <a:off x="1659925" y="1576395"/>
                <a:ext cx="8872151" cy="3560071"/>
                <a:chOff x="1659925" y="1622451"/>
                <a:chExt cx="8872151" cy="3560071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7B98AC0-609B-85AC-833F-F0E8B0E773D1}"/>
                    </a:ext>
                  </a:extLst>
                </p:cNvPr>
                <p:cNvSpPr txBox="1"/>
                <p:nvPr/>
              </p:nvSpPr>
              <p:spPr>
                <a:xfrm>
                  <a:off x="1659925" y="1622451"/>
                  <a:ext cx="8872151" cy="14773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5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oppins" panose="00000500000000000000" pitchFamily="2" charset="0"/>
                      <a:cs typeface="Poppins" panose="00000500000000000000" pitchFamily="2" charset="0"/>
                      <a:sym typeface="Arial"/>
                    </a:rPr>
                    <a:t>Thank You!</a:t>
                  </a:r>
                </a:p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oppins" panose="00000500000000000000" pitchFamily="2" charset="0"/>
                      <a:cs typeface="Poppins" panose="00000500000000000000" pitchFamily="2" charset="0"/>
                      <a:sym typeface="Arial"/>
                    </a:rPr>
                    <a:t>We respect your valuable time with SlideEgg!</a:t>
                  </a:r>
                </a:p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oppins" panose="00000500000000000000" pitchFamily="2" charset="0"/>
                      <a:cs typeface="Poppins" panose="00000500000000000000" pitchFamily="2" charset="0"/>
                      <a:sym typeface="Arial"/>
                    </a:rPr>
                    <a:t>If you have any questions, please reach us</a:t>
                  </a:r>
                </a:p>
              </p:txBody>
            </p:sp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A242B670-3AEC-A6AF-09C6-D568F57FFF18}"/>
                    </a:ext>
                  </a:extLst>
                </p:cNvPr>
                <p:cNvGrpSpPr/>
                <p:nvPr/>
              </p:nvGrpSpPr>
              <p:grpSpPr>
                <a:xfrm>
                  <a:off x="4876384" y="3340393"/>
                  <a:ext cx="2891345" cy="475128"/>
                  <a:chOff x="3867776" y="3284500"/>
                  <a:chExt cx="4788953" cy="786958"/>
                </a:xfrm>
              </p:grpSpPr>
              <p:pic>
                <p:nvPicPr>
                  <p:cNvPr id="8" name="Picture 4" descr="Facebook icon circle Logo PNG Vector (EPS) Free Download">
                    <a:hlinkClick r:id="rId5"/>
                    <a:extLst>
                      <a:ext uri="{FF2B5EF4-FFF2-40B4-BE49-F238E27FC236}">
                        <a16:creationId xmlns:a16="http://schemas.microsoft.com/office/drawing/2014/main" id="{0DAC3375-90A6-AE14-56D7-3312A9DD6E7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3867776" y="3301450"/>
                    <a:ext cx="752318" cy="75231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" name="Picture 6" descr="Instagram Logo Icon Png #96303 - Free Icons Library">
                    <a:hlinkClick r:id="rId7"/>
                    <a:extLst>
                      <a:ext uri="{FF2B5EF4-FFF2-40B4-BE49-F238E27FC236}">
                        <a16:creationId xmlns:a16="http://schemas.microsoft.com/office/drawing/2014/main" id="{193F9C31-1B00-C74C-9FC4-BCC9AAB46B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4790486" y="3301451"/>
                    <a:ext cx="762129" cy="75231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" name="Picture 8" descr="Youtube PNG images free download">
                    <a:hlinkClick r:id="rId9"/>
                    <a:extLst>
                      <a:ext uri="{FF2B5EF4-FFF2-40B4-BE49-F238E27FC236}">
                        <a16:creationId xmlns:a16="http://schemas.microsoft.com/office/drawing/2014/main" id="{1C9CDDB2-A139-DE55-DB59-0B7B3A9B24D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5556533" y="3284500"/>
                    <a:ext cx="1112851" cy="78695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" name="Picture 12" descr="LinkedIn Logo – Free PNG format download (2022)">
                    <a:hlinkClick r:id="rId11"/>
                    <a:extLst>
                      <a:ext uri="{FF2B5EF4-FFF2-40B4-BE49-F238E27FC236}">
                        <a16:creationId xmlns:a16="http://schemas.microsoft.com/office/drawing/2014/main" id="{FD86496D-2018-4FB7-E852-376652ACBC9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7279030" y="3292560"/>
                    <a:ext cx="1377699" cy="77495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8F8DB4F-F9F5-7DA6-D2FC-96A6BE003AF8}"/>
                    </a:ext>
                  </a:extLst>
                </p:cNvPr>
                <p:cNvSpPr/>
                <p:nvPr/>
              </p:nvSpPr>
              <p:spPr>
                <a:xfrm>
                  <a:off x="2668858" y="4659302"/>
                  <a:ext cx="685428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oppins" panose="00000500000000000000" pitchFamily="2" charset="0"/>
                      <a:cs typeface="Poppins" panose="00000500000000000000" pitchFamily="2" charset="0"/>
                      <a:sym typeface="Arial"/>
                    </a:rPr>
                    <a:t>CREDIT:</a:t>
                  </a: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oppins" panose="00000500000000000000" pitchFamily="2" charset="0"/>
                      <a:cs typeface="Poppins" panose="00000500000000000000" pitchFamily="2" charset="0"/>
                      <a:sym typeface="Arial"/>
                    </a:rPr>
                    <a:t> SlideEgg created this PowerPoint template.</a:t>
                  </a:r>
                </a:p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oppins" panose="00000500000000000000" pitchFamily="2" charset="0"/>
                      <a:cs typeface="Poppins" panose="00000500000000000000" pitchFamily="2" charset="0"/>
                      <a:sym typeface="Arial"/>
                    </a:rPr>
                    <a:t>Let this slide be kept for attribution.</a:t>
                  </a: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9775FB97-F0DB-8D2C-C770-745F40E90426}"/>
                    </a:ext>
                  </a:extLst>
                </p:cNvPr>
                <p:cNvSpPr/>
                <p:nvPr/>
              </p:nvSpPr>
              <p:spPr>
                <a:xfrm>
                  <a:off x="2668858" y="4098909"/>
                  <a:ext cx="6854283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oppins" panose="00000500000000000000" pitchFamily="2" charset="0"/>
                      <a:cs typeface="Poppins" panose="00000500000000000000" pitchFamily="2" charset="0"/>
                      <a:sym typeface="Arial"/>
                    </a:rPr>
                    <a:t>Do you have a design request, please visit our </a:t>
                  </a:r>
                  <a:r>
                    <a:rPr kumimoji="0" lang="en-US" sz="18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Poppins" panose="00000500000000000000" pitchFamily="2" charset="0"/>
                      <a:cs typeface="Poppins" panose="00000500000000000000" pitchFamily="2" charset="0"/>
                      <a:sym typeface="Arial"/>
                      <a:hlinkClick r:id="rId1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Deckez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oppins" panose="00000500000000000000" pitchFamily="2" charset="0"/>
                      <a:cs typeface="Poppins" panose="00000500000000000000" pitchFamily="2" charset="0"/>
                      <a:sym typeface="Arial"/>
                    </a:rPr>
                    <a:t> site.</a:t>
                  </a: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1BC8C20-6CE0-1E37-FC2F-A0A61ABDD607}"/>
                </a:ext>
              </a:extLst>
            </p:cNvPr>
            <p:cNvGrpSpPr/>
            <p:nvPr/>
          </p:nvGrpSpPr>
          <p:grpSpPr>
            <a:xfrm>
              <a:off x="4989131" y="1076569"/>
              <a:ext cx="2213742" cy="491941"/>
              <a:chOff x="4989131" y="1076569"/>
              <a:chExt cx="2213742" cy="491941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D0DF191E-5FF4-6486-652C-75800835D1C5}"/>
                  </a:ext>
                </a:extLst>
              </p:cNvPr>
              <p:cNvSpPr/>
              <p:nvPr/>
            </p:nvSpPr>
            <p:spPr>
              <a:xfrm>
                <a:off x="4989131" y="1076569"/>
                <a:ext cx="2213742" cy="49194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2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  <a:sym typeface="Arial"/>
                </a:endParaRPr>
              </a:p>
            </p:txBody>
          </p:sp>
          <p:pic>
            <p:nvPicPr>
              <p:cNvPr id="11" name="Picture 2" descr="SlideEgg">
                <a:extLst>
                  <a:ext uri="{FF2B5EF4-FFF2-40B4-BE49-F238E27FC236}">
                    <a16:creationId xmlns:a16="http://schemas.microsoft.com/office/drawing/2014/main" id="{068D8FAE-9D44-1B64-118D-FA2484C0A9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94202" y="1076569"/>
                <a:ext cx="1603600" cy="491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26605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2D34"/>
      </a:accent1>
      <a:accent2>
        <a:srgbClr val="C9FF95"/>
      </a:accent2>
      <a:accent3>
        <a:srgbClr val="E5E5E5"/>
      </a:accent3>
      <a:accent4>
        <a:srgbClr val="1C2026"/>
      </a:accent4>
      <a:accent5>
        <a:srgbClr val="77EE00"/>
      </a:accent5>
      <a:accent6>
        <a:srgbClr val="C4C4C4"/>
      </a:accent6>
      <a:hlink>
        <a:srgbClr val="0563C1"/>
      </a:hlink>
      <a:folHlink>
        <a:srgbClr val="954F72"/>
      </a:folHlink>
    </a:clrScheme>
    <a:fontScheme name="Custom 32">
      <a:majorFont>
        <a:latin typeface="Sora SemiBold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783</Words>
  <Application>Microsoft Office PowerPoint</Application>
  <PresentationFormat>Widescreen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Poppins</vt:lpstr>
      <vt:lpstr>Poppins ExtraBold</vt:lpstr>
      <vt:lpstr>Proxima Nova</vt:lpstr>
      <vt:lpstr>Segoe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 X1 Carbon</dc:creator>
  <cp:lastModifiedBy>Bhavadharani T</cp:lastModifiedBy>
  <cp:revision>11</cp:revision>
  <dcterms:created xsi:type="dcterms:W3CDTF">2024-11-11T02:01:00Z</dcterms:created>
  <dcterms:modified xsi:type="dcterms:W3CDTF">2026-06-02T10:35:37Z</dcterms:modified>
</cp:coreProperties>
</file>